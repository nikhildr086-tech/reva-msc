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2" r:id="rId1"/>
    <p:sldMasterId id="2147483745" r:id="rId2"/>
    <p:sldMasterId id="2147483762" r:id="rId3"/>
  </p:sldMasterIdLst>
  <p:notesMasterIdLst>
    <p:notesMasterId r:id="rId14"/>
  </p:notesMasterIdLst>
  <p:sldIdLst>
    <p:sldId id="2147481699" r:id="rId4"/>
    <p:sldId id="2147481950" r:id="rId5"/>
    <p:sldId id="2147481976" r:id="rId6"/>
    <p:sldId id="2147481977" r:id="rId7"/>
    <p:sldId id="2147481978" r:id="rId8"/>
    <p:sldId id="2147481979" r:id="rId9"/>
    <p:sldId id="2147481980" r:id="rId10"/>
    <p:sldId id="2147481981" r:id="rId11"/>
    <p:sldId id="2147481982" r:id="rId12"/>
    <p:sldId id="2147481654" r:id="rId13"/>
  </p:sldIdLst>
  <p:sldSz cx="12192000" cy="6858000"/>
  <p:notesSz cx="6858000" cy="9144000"/>
  <p:embeddedFontLst>
    <p:embeddedFont>
      <p:font typeface="Karla" pitchFamily="2" charset="0"/>
      <p:regular r:id="rId15"/>
      <p:bold r:id="rId16"/>
    </p:embeddedFont>
    <p:embeddedFont>
      <p:font typeface="Lucida Sans" panose="020B0602030504020204" pitchFamily="34" charset="0"/>
      <p:regular r:id="rId17"/>
      <p:bold r:id="rId18"/>
      <p:italic r:id="rId19"/>
      <p:boldItalic r:id="rId20"/>
    </p:embeddedFont>
    <p:embeddedFont>
      <p:font typeface="Roboto Slab" pitchFamily="2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CEFF"/>
    <a:srgbClr val="F0F0F0"/>
    <a:srgbClr val="FF6600"/>
    <a:srgbClr val="050505"/>
    <a:srgbClr val="F9FBFA"/>
    <a:srgbClr val="F4B184"/>
    <a:srgbClr val="FFFFFF"/>
    <a:srgbClr val="002948"/>
    <a:srgbClr val="ED7D31"/>
    <a:srgbClr val="E5E8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83" autoAdjust="0"/>
    <p:restoredTop sz="95274" autoAdjust="0"/>
  </p:normalViewPr>
  <p:slideViewPr>
    <p:cSldViewPr snapToGrid="0">
      <p:cViewPr>
        <p:scale>
          <a:sx n="47" d="100"/>
          <a:sy n="47" d="100"/>
        </p:scale>
        <p:origin x="1766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-103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7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04D3E-AB25-4865-88B1-E5CEDFA4F726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B107A-A654-4768-8807-756F0176A7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341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884738" y="0"/>
            <a:ext cx="7307262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44027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BE598D8-EF90-9040-ABFD-5F18AADA709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112838" y="899319"/>
            <a:ext cx="3735386" cy="508714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076001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52726" y="0"/>
            <a:ext cx="5239274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547713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617041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096000" cy="6858000"/>
          </a:xfrm>
          <a:prstGeom prst="parallelogram">
            <a:avLst>
              <a:gd name="adj" fmla="val 25202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BE598D8-EF90-9040-ABFD-5F18AADA709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201988" y="3775075"/>
            <a:ext cx="2618581" cy="21034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17C5CD26-E13C-0D4D-9EA4-F4922ECCB3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34089" y="3775075"/>
            <a:ext cx="2613025" cy="21034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E1843F01-451F-A54A-A49B-57167EB9866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867774" y="3775075"/>
            <a:ext cx="2611437" cy="21034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505533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569D009F-05ED-4690-BD1F-280616C6073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010112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077533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450138" y="0"/>
            <a:ext cx="4741862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92846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1038" y="592136"/>
            <a:ext cx="4535486" cy="5673725"/>
          </a:xfrm>
          <a:prstGeom prst="snip2DiagRect">
            <a:avLst>
              <a:gd name="adj1" fmla="val 0"/>
              <a:gd name="adj2" fmla="val 22581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011096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470775" y="0"/>
            <a:ext cx="4746624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142107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691883-E423-B942-AAC3-0E3659459EA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14413" y="2159000"/>
            <a:ext cx="2540000" cy="2540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BE598D8-EF90-9040-ABFD-5F18AADA709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833938" y="2159000"/>
            <a:ext cx="2540000" cy="2540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17C5CD26-E13C-0D4D-9EA4-F4922ECCB3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13763" y="2159000"/>
            <a:ext cx="2540000" cy="2540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4384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5154613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64337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388224" y="0"/>
            <a:ext cx="4803775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257220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34" y="-5528"/>
            <a:ext cx="5137484" cy="68635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839090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018088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6364012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79425" y="476248"/>
            <a:ext cx="5616574" cy="59404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6576622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BE598D8-EF90-9040-ABFD-5F18AADA709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879326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6107502" cy="3429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D17BA696-656E-4CC3-A570-ECD34147B66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07503" y="3429000"/>
            <a:ext cx="6107501" cy="3429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7868347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26175" y="577850"/>
            <a:ext cx="5389562" cy="5699124"/>
          </a:xfrm>
          <a:prstGeom prst="roundRect">
            <a:avLst>
              <a:gd name="adj" fmla="val 1284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7565355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040312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BE598D8-EF90-9040-ABFD-5F18AADA709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983164" y="4270375"/>
            <a:ext cx="1535112" cy="1535113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057450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22986" y="-1"/>
            <a:ext cx="3011486" cy="3406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BE598D8-EF90-9040-ABFD-5F18AADA709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22986" y="3451224"/>
            <a:ext cx="3013075" cy="3406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17C5CD26-E13C-0D4D-9EA4-F4922ECCB3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180513" y="0"/>
            <a:ext cx="3011486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6631088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540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907865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7497762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369216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15019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305549" y="1468438"/>
            <a:ext cx="4995863" cy="27749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2665259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29625" y="1090613"/>
            <a:ext cx="2384425" cy="5010467"/>
          </a:xfrm>
          <a:prstGeom prst="roundRect">
            <a:avLst>
              <a:gd name="adj" fmla="val 7463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1437724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32488" y="1641474"/>
            <a:ext cx="5211762" cy="3279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42299915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78362" y="1303338"/>
            <a:ext cx="2844799" cy="5962650"/>
          </a:xfrm>
          <a:prstGeom prst="roundRect">
            <a:avLst>
              <a:gd name="adj" fmla="val 9810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37451692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pening (16-02-24)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8488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vice MockUp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7313761" y="2170570"/>
            <a:ext cx="5141961" cy="2794497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622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pening (16-02-24)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6096000" cy="3429000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7784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8783033A-A409-4D3F-90BF-8A6BD6068D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49851" y="489404"/>
            <a:ext cx="3052669" cy="5879192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C83E1929-2EC7-4A20-8831-39D1E35937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518724" y="489404"/>
            <a:ext cx="3052669" cy="5879192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8B45EFCC-4170-4C7E-B334-8677A7C132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387598" y="489404"/>
            <a:ext cx="3052669" cy="5879192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0656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9" y="379813"/>
            <a:ext cx="2444161" cy="983068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3090333" y="1049867"/>
            <a:ext cx="86783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66181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etitor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410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ckground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15118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userDrawn="1">
  <p:cSld name="1_Заголовок раздела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4290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4EF8B3E-A1F4-7F4D-A10D-D94B375EEB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7497762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8302484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pening (16-02-24)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7141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1085850" y="1238250"/>
            <a:ext cx="10020300" cy="527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86708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ru-RU" dirty="0"/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1"/>
          </p:nvPr>
        </p:nvSpPr>
        <p:spPr>
          <a:xfrm>
            <a:off x="3476403" y="1571625"/>
            <a:ext cx="1104900" cy="1104900"/>
          </a:xfrm>
          <a:prstGeom prst="ellipse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116316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ru-RU" dirty="0"/>
          </a:p>
        </p:txBody>
      </p:sp>
      <p:sp>
        <p:nvSpPr>
          <p:cNvPr id="5" name="Рисунок 10"/>
          <p:cNvSpPr>
            <a:spLocks noGrp="1"/>
          </p:cNvSpPr>
          <p:nvPr>
            <p:ph type="pic" sz="quarter" idx="11"/>
          </p:nvPr>
        </p:nvSpPr>
        <p:spPr>
          <a:xfrm>
            <a:off x="1560129" y="2876550"/>
            <a:ext cx="1104900" cy="1104900"/>
          </a:xfrm>
          <a:prstGeom prst="ellipse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56821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44706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 flipV="1">
            <a:off x="-217" y="2748238"/>
            <a:ext cx="12192218" cy="4124751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  <a:gd name="connsiteX0" fmla="*/ 0 w 12192000"/>
              <a:gd name="connsiteY0" fmla="*/ 0 h 4438650"/>
              <a:gd name="connsiteX1" fmla="*/ 12192000 w 12192000"/>
              <a:gd name="connsiteY1" fmla="*/ 0 h 4438650"/>
              <a:gd name="connsiteX2" fmla="*/ 12192000 w 12192000"/>
              <a:gd name="connsiteY2" fmla="*/ 4438650 h 4438650"/>
              <a:gd name="connsiteX3" fmla="*/ 21957 w 12192000"/>
              <a:gd name="connsiteY3" fmla="*/ 2509767 h 4438650"/>
              <a:gd name="connsiteX4" fmla="*/ 0 w 12192000"/>
              <a:gd name="connsiteY4" fmla="*/ 0 h 4438650"/>
              <a:gd name="connsiteX0" fmla="*/ 0 w 12205669"/>
              <a:gd name="connsiteY0" fmla="*/ 0 h 4124751"/>
              <a:gd name="connsiteX1" fmla="*/ 12192000 w 12205669"/>
              <a:gd name="connsiteY1" fmla="*/ 0 h 4124751"/>
              <a:gd name="connsiteX2" fmla="*/ 12205669 w 12205669"/>
              <a:gd name="connsiteY2" fmla="*/ 4124751 h 4124751"/>
              <a:gd name="connsiteX3" fmla="*/ 21957 w 12205669"/>
              <a:gd name="connsiteY3" fmla="*/ 2509767 h 4124751"/>
              <a:gd name="connsiteX4" fmla="*/ 0 w 12205669"/>
              <a:gd name="connsiteY4" fmla="*/ 0 h 4124751"/>
              <a:gd name="connsiteX0" fmla="*/ 0 w 12205669"/>
              <a:gd name="connsiteY0" fmla="*/ 0 h 4124751"/>
              <a:gd name="connsiteX1" fmla="*/ 12192000 w 12205669"/>
              <a:gd name="connsiteY1" fmla="*/ 0 h 4124751"/>
              <a:gd name="connsiteX2" fmla="*/ 12205669 w 12205669"/>
              <a:gd name="connsiteY2" fmla="*/ 4124751 h 4124751"/>
              <a:gd name="connsiteX3" fmla="*/ 8288 w 12205669"/>
              <a:gd name="connsiteY3" fmla="*/ 2223164 h 4124751"/>
              <a:gd name="connsiteX4" fmla="*/ 0 w 12205669"/>
              <a:gd name="connsiteY4" fmla="*/ 0 h 4124751"/>
              <a:gd name="connsiteX0" fmla="*/ 19267 w 12224936"/>
              <a:gd name="connsiteY0" fmla="*/ 0 h 4124751"/>
              <a:gd name="connsiteX1" fmla="*/ 12211267 w 12224936"/>
              <a:gd name="connsiteY1" fmla="*/ 0 h 4124751"/>
              <a:gd name="connsiteX2" fmla="*/ 12224936 w 12224936"/>
              <a:gd name="connsiteY2" fmla="*/ 4124751 h 4124751"/>
              <a:gd name="connsiteX3" fmla="*/ 217 w 12224936"/>
              <a:gd name="connsiteY3" fmla="*/ 2182220 h 4124751"/>
              <a:gd name="connsiteX4" fmla="*/ 19267 w 12224936"/>
              <a:gd name="connsiteY4" fmla="*/ 0 h 412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24936" h="4124751">
                <a:moveTo>
                  <a:pt x="19267" y="0"/>
                </a:moveTo>
                <a:lnTo>
                  <a:pt x="12211267" y="0"/>
                </a:lnTo>
                <a:cubicBezTo>
                  <a:pt x="12215823" y="1374917"/>
                  <a:pt x="12220380" y="2749834"/>
                  <a:pt x="12224936" y="4124751"/>
                </a:cubicBezTo>
                <a:lnTo>
                  <a:pt x="217" y="2182220"/>
                </a:lnTo>
                <a:cubicBezTo>
                  <a:pt x="-2546" y="1441165"/>
                  <a:pt x="22030" y="741055"/>
                  <a:pt x="1926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66358" y="6438754"/>
            <a:ext cx="31931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fld id="{149B6D55-4680-4DC5-B665-330CCBA60EFE}" type="slidenum">
              <a:rPr lang="ru-RU" sz="900" b="0" baseline="0" smtClean="0">
                <a:solidFill>
                  <a:schemeClr val="tx1"/>
                </a:solidFill>
                <a:latin typeface="+mj-lt"/>
                <a:ea typeface="Karla" pitchFamily="2" charset="0"/>
                <a:cs typeface="Poppins SemiBold" panose="02000000000000000000" pitchFamily="2" charset="0"/>
              </a:rPr>
              <a:pPr algn="ctr"/>
              <a:t>‹#›</a:t>
            </a:fld>
            <a:endParaRPr lang="ru-RU" sz="1200" b="0" baseline="0" dirty="0">
              <a:latin typeface="+mj-lt"/>
              <a:ea typeface="Karla" pitchFamily="2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753448" y="6776016"/>
            <a:ext cx="1343692" cy="96974"/>
          </a:xfrm>
          <a:prstGeom prst="rect">
            <a:avLst/>
          </a:prstGeom>
          <a:solidFill>
            <a:srgbClr val="CA4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одзаголовок 2"/>
          <p:cNvSpPr txBox="1">
            <a:spLocks/>
          </p:cNvSpPr>
          <p:nvPr/>
        </p:nvSpPr>
        <p:spPr>
          <a:xfrm>
            <a:off x="8176101" y="6430313"/>
            <a:ext cx="3360224" cy="334966"/>
          </a:xfrm>
          <a:prstGeom prst="rect">
            <a:avLst/>
          </a:prstGeom>
        </p:spPr>
        <p:txBody>
          <a:bodyPr vert="horz" lIns="91440" tIns="45720" rIns="91440" bIns="45720" numCol="1" spcCol="180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chemeClr val="tx1"/>
                </a:solidFill>
                <a:latin typeface="Karla" pitchFamily="2" charset="0"/>
                <a:ea typeface="Karla" pitchFamily="2" charset="0"/>
                <a:cs typeface="Poppins" panose="02000000000000000000" pitchFamily="2" charset="0"/>
              </a:rPr>
              <a:t>COMPANY</a:t>
            </a:r>
            <a:r>
              <a:rPr lang="en-US" sz="800" baseline="0" dirty="0">
                <a:solidFill>
                  <a:schemeClr val="tx1"/>
                </a:solidFill>
                <a:latin typeface="Karla" pitchFamily="2" charset="0"/>
                <a:ea typeface="Karla" pitchFamily="2" charset="0"/>
                <a:cs typeface="Poppins" panose="02000000000000000000" pitchFamily="2" charset="0"/>
              </a:rPr>
              <a:t> PRESENTATION</a:t>
            </a:r>
            <a:endParaRPr lang="en-US" sz="800" dirty="0">
              <a:solidFill>
                <a:schemeClr val="tx1"/>
              </a:solidFill>
              <a:latin typeface="Karla" pitchFamily="2" charset="0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13" name="Рисунок 8"/>
          <p:cNvSpPr>
            <a:spLocks noGrp="1"/>
          </p:cNvSpPr>
          <p:nvPr>
            <p:ph type="pic" sz="quarter" idx="10"/>
          </p:nvPr>
        </p:nvSpPr>
        <p:spPr>
          <a:xfrm>
            <a:off x="4896563" y="1254642"/>
            <a:ext cx="2418637" cy="429555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523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66358" y="6438754"/>
            <a:ext cx="31931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fld id="{149B6D55-4680-4DC5-B665-330CCBA60EFE}" type="slidenum">
              <a:rPr lang="ru-RU" sz="900" b="0" baseline="0" smtClean="0">
                <a:solidFill>
                  <a:schemeClr val="tx1"/>
                </a:solidFill>
                <a:latin typeface="+mj-lt"/>
                <a:ea typeface="Karla" pitchFamily="2" charset="0"/>
                <a:cs typeface="Poppins SemiBold" panose="02000000000000000000" pitchFamily="2" charset="0"/>
              </a:rPr>
              <a:pPr algn="ctr"/>
              <a:t>‹#›</a:t>
            </a:fld>
            <a:endParaRPr lang="ru-RU" sz="1200" b="0" baseline="0" dirty="0">
              <a:latin typeface="+mj-lt"/>
              <a:ea typeface="Karla" pitchFamily="2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53448" y="6776016"/>
            <a:ext cx="1343692" cy="96974"/>
          </a:xfrm>
          <a:prstGeom prst="rect">
            <a:avLst/>
          </a:prstGeom>
          <a:solidFill>
            <a:srgbClr val="CA4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8176101" y="6430313"/>
            <a:ext cx="3360224" cy="334966"/>
          </a:xfrm>
          <a:prstGeom prst="rect">
            <a:avLst/>
          </a:prstGeom>
        </p:spPr>
        <p:txBody>
          <a:bodyPr vert="horz" lIns="91440" tIns="45720" rIns="91440" bIns="45720" numCol="1" spcCol="180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chemeClr val="tx1"/>
                </a:solidFill>
                <a:latin typeface="Karla" pitchFamily="2" charset="0"/>
                <a:ea typeface="Karla" pitchFamily="2" charset="0"/>
                <a:cs typeface="Poppins" panose="02000000000000000000" pitchFamily="2" charset="0"/>
              </a:rPr>
              <a:t>COMPANY</a:t>
            </a:r>
            <a:r>
              <a:rPr lang="en-US" sz="800" baseline="0" dirty="0">
                <a:solidFill>
                  <a:schemeClr val="tx1"/>
                </a:solidFill>
                <a:latin typeface="Karla" pitchFamily="2" charset="0"/>
                <a:ea typeface="Karla" pitchFamily="2" charset="0"/>
                <a:cs typeface="Poppins" panose="02000000000000000000" pitchFamily="2" charset="0"/>
              </a:rPr>
              <a:t> PRESENTATION</a:t>
            </a:r>
            <a:endParaRPr lang="en-US" sz="800" dirty="0">
              <a:solidFill>
                <a:schemeClr val="tx1"/>
              </a:solidFill>
              <a:latin typeface="Karla" pitchFamily="2" charset="0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12" name="Рисунок 11"/>
          <p:cNvSpPr>
            <a:spLocks noGrp="1"/>
          </p:cNvSpPr>
          <p:nvPr>
            <p:ph type="pic" sz="quarter" idx="10"/>
          </p:nvPr>
        </p:nvSpPr>
        <p:spPr>
          <a:xfrm>
            <a:off x="4469991" y="1539996"/>
            <a:ext cx="3252019" cy="414429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413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8"/>
          <p:cNvSpPr/>
          <p:nvPr/>
        </p:nvSpPr>
        <p:spPr>
          <a:xfrm flipV="1">
            <a:off x="-217" y="2748238"/>
            <a:ext cx="12192218" cy="4124751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  <a:gd name="connsiteX0" fmla="*/ 0 w 12192000"/>
              <a:gd name="connsiteY0" fmla="*/ 0 h 4438650"/>
              <a:gd name="connsiteX1" fmla="*/ 12192000 w 12192000"/>
              <a:gd name="connsiteY1" fmla="*/ 0 h 4438650"/>
              <a:gd name="connsiteX2" fmla="*/ 12192000 w 12192000"/>
              <a:gd name="connsiteY2" fmla="*/ 4438650 h 4438650"/>
              <a:gd name="connsiteX3" fmla="*/ 21957 w 12192000"/>
              <a:gd name="connsiteY3" fmla="*/ 2509767 h 4438650"/>
              <a:gd name="connsiteX4" fmla="*/ 0 w 12192000"/>
              <a:gd name="connsiteY4" fmla="*/ 0 h 4438650"/>
              <a:gd name="connsiteX0" fmla="*/ 0 w 12205669"/>
              <a:gd name="connsiteY0" fmla="*/ 0 h 4124751"/>
              <a:gd name="connsiteX1" fmla="*/ 12192000 w 12205669"/>
              <a:gd name="connsiteY1" fmla="*/ 0 h 4124751"/>
              <a:gd name="connsiteX2" fmla="*/ 12205669 w 12205669"/>
              <a:gd name="connsiteY2" fmla="*/ 4124751 h 4124751"/>
              <a:gd name="connsiteX3" fmla="*/ 21957 w 12205669"/>
              <a:gd name="connsiteY3" fmla="*/ 2509767 h 4124751"/>
              <a:gd name="connsiteX4" fmla="*/ 0 w 12205669"/>
              <a:gd name="connsiteY4" fmla="*/ 0 h 4124751"/>
              <a:gd name="connsiteX0" fmla="*/ 0 w 12205669"/>
              <a:gd name="connsiteY0" fmla="*/ 0 h 4124751"/>
              <a:gd name="connsiteX1" fmla="*/ 12192000 w 12205669"/>
              <a:gd name="connsiteY1" fmla="*/ 0 h 4124751"/>
              <a:gd name="connsiteX2" fmla="*/ 12205669 w 12205669"/>
              <a:gd name="connsiteY2" fmla="*/ 4124751 h 4124751"/>
              <a:gd name="connsiteX3" fmla="*/ 8288 w 12205669"/>
              <a:gd name="connsiteY3" fmla="*/ 2223164 h 4124751"/>
              <a:gd name="connsiteX4" fmla="*/ 0 w 12205669"/>
              <a:gd name="connsiteY4" fmla="*/ 0 h 4124751"/>
              <a:gd name="connsiteX0" fmla="*/ 19267 w 12224936"/>
              <a:gd name="connsiteY0" fmla="*/ 0 h 4124751"/>
              <a:gd name="connsiteX1" fmla="*/ 12211267 w 12224936"/>
              <a:gd name="connsiteY1" fmla="*/ 0 h 4124751"/>
              <a:gd name="connsiteX2" fmla="*/ 12224936 w 12224936"/>
              <a:gd name="connsiteY2" fmla="*/ 4124751 h 4124751"/>
              <a:gd name="connsiteX3" fmla="*/ 217 w 12224936"/>
              <a:gd name="connsiteY3" fmla="*/ 2182220 h 4124751"/>
              <a:gd name="connsiteX4" fmla="*/ 19267 w 12224936"/>
              <a:gd name="connsiteY4" fmla="*/ 0 h 412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24936" h="4124751">
                <a:moveTo>
                  <a:pt x="19267" y="0"/>
                </a:moveTo>
                <a:lnTo>
                  <a:pt x="12211267" y="0"/>
                </a:lnTo>
                <a:cubicBezTo>
                  <a:pt x="12215823" y="1374917"/>
                  <a:pt x="12220380" y="2749834"/>
                  <a:pt x="12224936" y="4124751"/>
                </a:cubicBezTo>
                <a:lnTo>
                  <a:pt x="217" y="2182220"/>
                </a:lnTo>
                <a:cubicBezTo>
                  <a:pt x="-2546" y="1441165"/>
                  <a:pt x="22030" y="741055"/>
                  <a:pt x="1926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666358" y="6438754"/>
            <a:ext cx="31931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fld id="{149B6D55-4680-4DC5-B665-330CCBA60EFE}" type="slidenum">
              <a:rPr lang="ru-RU" sz="900" b="0" baseline="0" smtClean="0">
                <a:solidFill>
                  <a:schemeClr val="tx1"/>
                </a:solidFill>
                <a:latin typeface="+mj-lt"/>
                <a:ea typeface="Karla" pitchFamily="2" charset="0"/>
                <a:cs typeface="Poppins SemiBold" panose="02000000000000000000" pitchFamily="2" charset="0"/>
              </a:rPr>
              <a:pPr algn="ctr"/>
              <a:t>‹#›</a:t>
            </a:fld>
            <a:endParaRPr lang="ru-RU" sz="1200" b="0" baseline="0" dirty="0">
              <a:latin typeface="+mj-lt"/>
              <a:ea typeface="Karla" pitchFamily="2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753448" y="6776016"/>
            <a:ext cx="1343692" cy="96974"/>
          </a:xfrm>
          <a:prstGeom prst="rect">
            <a:avLst/>
          </a:prstGeom>
          <a:solidFill>
            <a:srgbClr val="CA4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одзаголовок 2"/>
          <p:cNvSpPr txBox="1">
            <a:spLocks/>
          </p:cNvSpPr>
          <p:nvPr/>
        </p:nvSpPr>
        <p:spPr>
          <a:xfrm>
            <a:off x="8176101" y="6430313"/>
            <a:ext cx="3360224" cy="334966"/>
          </a:xfrm>
          <a:prstGeom prst="rect">
            <a:avLst/>
          </a:prstGeom>
        </p:spPr>
        <p:txBody>
          <a:bodyPr vert="horz" lIns="91440" tIns="45720" rIns="91440" bIns="45720" numCol="1" spcCol="180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chemeClr val="tx1"/>
                </a:solidFill>
                <a:latin typeface="Karla" pitchFamily="2" charset="0"/>
                <a:ea typeface="Karla" pitchFamily="2" charset="0"/>
                <a:cs typeface="Poppins" panose="02000000000000000000" pitchFamily="2" charset="0"/>
              </a:rPr>
              <a:t>COMPANY</a:t>
            </a:r>
            <a:r>
              <a:rPr lang="en-US" sz="800" baseline="0" dirty="0">
                <a:solidFill>
                  <a:schemeClr val="tx1"/>
                </a:solidFill>
                <a:latin typeface="Karla" pitchFamily="2" charset="0"/>
                <a:ea typeface="Karla" pitchFamily="2" charset="0"/>
                <a:cs typeface="Poppins" panose="02000000000000000000" pitchFamily="2" charset="0"/>
              </a:rPr>
              <a:t> PRESENTATION</a:t>
            </a:r>
            <a:endParaRPr lang="en-US" sz="800" dirty="0">
              <a:solidFill>
                <a:schemeClr val="tx1"/>
              </a:solidFill>
              <a:latin typeface="Karla" pitchFamily="2" charset="0"/>
              <a:ea typeface="Karla" pitchFamily="2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95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8"/>
          <p:cNvSpPr/>
          <p:nvPr/>
        </p:nvSpPr>
        <p:spPr>
          <a:xfrm flipV="1">
            <a:off x="-217" y="2748238"/>
            <a:ext cx="12192218" cy="4124751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  <a:gd name="connsiteX0" fmla="*/ 0 w 12192000"/>
              <a:gd name="connsiteY0" fmla="*/ 0 h 4438650"/>
              <a:gd name="connsiteX1" fmla="*/ 12192000 w 12192000"/>
              <a:gd name="connsiteY1" fmla="*/ 0 h 4438650"/>
              <a:gd name="connsiteX2" fmla="*/ 12192000 w 12192000"/>
              <a:gd name="connsiteY2" fmla="*/ 4438650 h 4438650"/>
              <a:gd name="connsiteX3" fmla="*/ 21957 w 12192000"/>
              <a:gd name="connsiteY3" fmla="*/ 2509767 h 4438650"/>
              <a:gd name="connsiteX4" fmla="*/ 0 w 12192000"/>
              <a:gd name="connsiteY4" fmla="*/ 0 h 4438650"/>
              <a:gd name="connsiteX0" fmla="*/ 0 w 12205669"/>
              <a:gd name="connsiteY0" fmla="*/ 0 h 4124751"/>
              <a:gd name="connsiteX1" fmla="*/ 12192000 w 12205669"/>
              <a:gd name="connsiteY1" fmla="*/ 0 h 4124751"/>
              <a:gd name="connsiteX2" fmla="*/ 12205669 w 12205669"/>
              <a:gd name="connsiteY2" fmla="*/ 4124751 h 4124751"/>
              <a:gd name="connsiteX3" fmla="*/ 21957 w 12205669"/>
              <a:gd name="connsiteY3" fmla="*/ 2509767 h 4124751"/>
              <a:gd name="connsiteX4" fmla="*/ 0 w 12205669"/>
              <a:gd name="connsiteY4" fmla="*/ 0 h 4124751"/>
              <a:gd name="connsiteX0" fmla="*/ 0 w 12205669"/>
              <a:gd name="connsiteY0" fmla="*/ 0 h 4124751"/>
              <a:gd name="connsiteX1" fmla="*/ 12192000 w 12205669"/>
              <a:gd name="connsiteY1" fmla="*/ 0 h 4124751"/>
              <a:gd name="connsiteX2" fmla="*/ 12205669 w 12205669"/>
              <a:gd name="connsiteY2" fmla="*/ 4124751 h 4124751"/>
              <a:gd name="connsiteX3" fmla="*/ 8288 w 12205669"/>
              <a:gd name="connsiteY3" fmla="*/ 2223164 h 4124751"/>
              <a:gd name="connsiteX4" fmla="*/ 0 w 12205669"/>
              <a:gd name="connsiteY4" fmla="*/ 0 h 4124751"/>
              <a:gd name="connsiteX0" fmla="*/ 19267 w 12224936"/>
              <a:gd name="connsiteY0" fmla="*/ 0 h 4124751"/>
              <a:gd name="connsiteX1" fmla="*/ 12211267 w 12224936"/>
              <a:gd name="connsiteY1" fmla="*/ 0 h 4124751"/>
              <a:gd name="connsiteX2" fmla="*/ 12224936 w 12224936"/>
              <a:gd name="connsiteY2" fmla="*/ 4124751 h 4124751"/>
              <a:gd name="connsiteX3" fmla="*/ 217 w 12224936"/>
              <a:gd name="connsiteY3" fmla="*/ 2182220 h 4124751"/>
              <a:gd name="connsiteX4" fmla="*/ 19267 w 12224936"/>
              <a:gd name="connsiteY4" fmla="*/ 0 h 412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24936" h="4124751">
                <a:moveTo>
                  <a:pt x="19267" y="0"/>
                </a:moveTo>
                <a:lnTo>
                  <a:pt x="12211267" y="0"/>
                </a:lnTo>
                <a:cubicBezTo>
                  <a:pt x="12215823" y="1374917"/>
                  <a:pt x="12220380" y="2749834"/>
                  <a:pt x="12224936" y="4124751"/>
                </a:cubicBezTo>
                <a:lnTo>
                  <a:pt x="217" y="2182220"/>
                </a:lnTo>
                <a:cubicBezTo>
                  <a:pt x="-2546" y="1441165"/>
                  <a:pt x="22030" y="741055"/>
                  <a:pt x="1926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Рисунок 9"/>
          <p:cNvSpPr>
            <a:spLocks noGrp="1"/>
          </p:cNvSpPr>
          <p:nvPr>
            <p:ph type="pic" sz="quarter" idx="11"/>
          </p:nvPr>
        </p:nvSpPr>
        <p:spPr>
          <a:xfrm>
            <a:off x="1282274" y="3982037"/>
            <a:ext cx="1460500" cy="1448217"/>
          </a:xfrm>
          <a:prstGeom prst="ellipse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ru-RU" dirty="0"/>
          </a:p>
        </p:txBody>
      </p:sp>
      <p:sp>
        <p:nvSpPr>
          <p:cNvPr id="4" name="Рисунок 9"/>
          <p:cNvSpPr>
            <a:spLocks noGrp="1"/>
          </p:cNvSpPr>
          <p:nvPr>
            <p:ph type="pic" sz="quarter" idx="12"/>
          </p:nvPr>
        </p:nvSpPr>
        <p:spPr>
          <a:xfrm>
            <a:off x="3331712" y="2533820"/>
            <a:ext cx="1460500" cy="1448217"/>
          </a:xfrm>
          <a:prstGeom prst="ellipse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ru-RU" dirty="0"/>
          </a:p>
        </p:txBody>
      </p:sp>
      <p:sp>
        <p:nvSpPr>
          <p:cNvPr id="5" name="Рисунок 9"/>
          <p:cNvSpPr>
            <a:spLocks noGrp="1"/>
          </p:cNvSpPr>
          <p:nvPr>
            <p:ph type="pic" sz="quarter" idx="13"/>
          </p:nvPr>
        </p:nvSpPr>
        <p:spPr>
          <a:xfrm>
            <a:off x="5381150" y="3982037"/>
            <a:ext cx="1460500" cy="1448217"/>
          </a:xfrm>
          <a:prstGeom prst="ellipse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ru-RU" dirty="0"/>
          </a:p>
        </p:txBody>
      </p:sp>
      <p:sp>
        <p:nvSpPr>
          <p:cNvPr id="6" name="Рисунок 9"/>
          <p:cNvSpPr>
            <a:spLocks noGrp="1"/>
          </p:cNvSpPr>
          <p:nvPr>
            <p:ph type="pic" sz="quarter" idx="14"/>
          </p:nvPr>
        </p:nvSpPr>
        <p:spPr>
          <a:xfrm>
            <a:off x="7430588" y="2533820"/>
            <a:ext cx="1460500" cy="1448217"/>
          </a:xfrm>
          <a:prstGeom prst="ellipse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ru-RU" dirty="0"/>
          </a:p>
        </p:txBody>
      </p:sp>
      <p:sp>
        <p:nvSpPr>
          <p:cNvPr id="7" name="Рисунок 9"/>
          <p:cNvSpPr>
            <a:spLocks noGrp="1"/>
          </p:cNvSpPr>
          <p:nvPr>
            <p:ph type="pic" sz="quarter" idx="15"/>
          </p:nvPr>
        </p:nvSpPr>
        <p:spPr>
          <a:xfrm>
            <a:off x="9480026" y="3982037"/>
            <a:ext cx="1460500" cy="1448217"/>
          </a:xfrm>
          <a:prstGeom prst="ellipse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66358" y="6438754"/>
            <a:ext cx="31931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fld id="{149B6D55-4680-4DC5-B665-330CCBA60EFE}" type="slidenum">
              <a:rPr lang="ru-RU" sz="900" b="0" baseline="0" smtClean="0">
                <a:solidFill>
                  <a:schemeClr val="tx1"/>
                </a:solidFill>
                <a:latin typeface="+mj-lt"/>
                <a:ea typeface="Karla" pitchFamily="2" charset="0"/>
                <a:cs typeface="Poppins SemiBold" panose="02000000000000000000" pitchFamily="2" charset="0"/>
              </a:rPr>
              <a:pPr algn="ctr"/>
              <a:t>‹#›</a:t>
            </a:fld>
            <a:endParaRPr lang="ru-RU" sz="1200" b="0" baseline="0" dirty="0">
              <a:latin typeface="+mj-lt"/>
              <a:ea typeface="Karla" pitchFamily="2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753448" y="6776016"/>
            <a:ext cx="1343692" cy="96974"/>
          </a:xfrm>
          <a:prstGeom prst="rect">
            <a:avLst/>
          </a:prstGeom>
          <a:solidFill>
            <a:srgbClr val="CA4E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Подзаголовок 2"/>
          <p:cNvSpPr txBox="1">
            <a:spLocks/>
          </p:cNvSpPr>
          <p:nvPr/>
        </p:nvSpPr>
        <p:spPr>
          <a:xfrm>
            <a:off x="8176101" y="6430313"/>
            <a:ext cx="3360224" cy="334966"/>
          </a:xfrm>
          <a:prstGeom prst="rect">
            <a:avLst/>
          </a:prstGeom>
        </p:spPr>
        <p:txBody>
          <a:bodyPr vert="horz" lIns="91440" tIns="45720" rIns="91440" bIns="45720" numCol="1" spcCol="180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chemeClr val="tx1"/>
                </a:solidFill>
                <a:latin typeface="Karla" pitchFamily="2" charset="0"/>
                <a:ea typeface="Karla" pitchFamily="2" charset="0"/>
                <a:cs typeface="Poppins" panose="02000000000000000000" pitchFamily="2" charset="0"/>
              </a:rPr>
              <a:t>COMPANY</a:t>
            </a:r>
            <a:r>
              <a:rPr lang="en-US" sz="800" baseline="0" dirty="0">
                <a:solidFill>
                  <a:schemeClr val="tx1"/>
                </a:solidFill>
                <a:latin typeface="Karla" pitchFamily="2" charset="0"/>
                <a:ea typeface="Karla" pitchFamily="2" charset="0"/>
                <a:cs typeface="Poppins" panose="02000000000000000000" pitchFamily="2" charset="0"/>
              </a:rPr>
              <a:t> PRESENTATION</a:t>
            </a:r>
            <a:endParaRPr lang="en-US" sz="800" dirty="0">
              <a:solidFill>
                <a:schemeClr val="tx1"/>
              </a:solidFill>
              <a:latin typeface="Karla" pitchFamily="2" charset="0"/>
              <a:ea typeface="Karla" pitchFamily="2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337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8"/>
          <p:cNvSpPr/>
          <p:nvPr/>
        </p:nvSpPr>
        <p:spPr>
          <a:xfrm flipV="1">
            <a:off x="-217" y="2748238"/>
            <a:ext cx="12192218" cy="4124751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  <a:gd name="connsiteX0" fmla="*/ 0 w 12192000"/>
              <a:gd name="connsiteY0" fmla="*/ 0 h 4438650"/>
              <a:gd name="connsiteX1" fmla="*/ 12192000 w 12192000"/>
              <a:gd name="connsiteY1" fmla="*/ 0 h 4438650"/>
              <a:gd name="connsiteX2" fmla="*/ 12192000 w 12192000"/>
              <a:gd name="connsiteY2" fmla="*/ 4438650 h 4438650"/>
              <a:gd name="connsiteX3" fmla="*/ 21957 w 12192000"/>
              <a:gd name="connsiteY3" fmla="*/ 2509767 h 4438650"/>
              <a:gd name="connsiteX4" fmla="*/ 0 w 12192000"/>
              <a:gd name="connsiteY4" fmla="*/ 0 h 4438650"/>
              <a:gd name="connsiteX0" fmla="*/ 0 w 12205669"/>
              <a:gd name="connsiteY0" fmla="*/ 0 h 4124751"/>
              <a:gd name="connsiteX1" fmla="*/ 12192000 w 12205669"/>
              <a:gd name="connsiteY1" fmla="*/ 0 h 4124751"/>
              <a:gd name="connsiteX2" fmla="*/ 12205669 w 12205669"/>
              <a:gd name="connsiteY2" fmla="*/ 4124751 h 4124751"/>
              <a:gd name="connsiteX3" fmla="*/ 21957 w 12205669"/>
              <a:gd name="connsiteY3" fmla="*/ 2509767 h 4124751"/>
              <a:gd name="connsiteX4" fmla="*/ 0 w 12205669"/>
              <a:gd name="connsiteY4" fmla="*/ 0 h 4124751"/>
              <a:gd name="connsiteX0" fmla="*/ 0 w 12205669"/>
              <a:gd name="connsiteY0" fmla="*/ 0 h 4124751"/>
              <a:gd name="connsiteX1" fmla="*/ 12192000 w 12205669"/>
              <a:gd name="connsiteY1" fmla="*/ 0 h 4124751"/>
              <a:gd name="connsiteX2" fmla="*/ 12205669 w 12205669"/>
              <a:gd name="connsiteY2" fmla="*/ 4124751 h 4124751"/>
              <a:gd name="connsiteX3" fmla="*/ 8288 w 12205669"/>
              <a:gd name="connsiteY3" fmla="*/ 2223164 h 4124751"/>
              <a:gd name="connsiteX4" fmla="*/ 0 w 12205669"/>
              <a:gd name="connsiteY4" fmla="*/ 0 h 4124751"/>
              <a:gd name="connsiteX0" fmla="*/ 19267 w 12224936"/>
              <a:gd name="connsiteY0" fmla="*/ 0 h 4124751"/>
              <a:gd name="connsiteX1" fmla="*/ 12211267 w 12224936"/>
              <a:gd name="connsiteY1" fmla="*/ 0 h 4124751"/>
              <a:gd name="connsiteX2" fmla="*/ 12224936 w 12224936"/>
              <a:gd name="connsiteY2" fmla="*/ 4124751 h 4124751"/>
              <a:gd name="connsiteX3" fmla="*/ 217 w 12224936"/>
              <a:gd name="connsiteY3" fmla="*/ 2182220 h 4124751"/>
              <a:gd name="connsiteX4" fmla="*/ 19267 w 12224936"/>
              <a:gd name="connsiteY4" fmla="*/ 0 h 412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24936" h="4124751">
                <a:moveTo>
                  <a:pt x="19267" y="0"/>
                </a:moveTo>
                <a:lnTo>
                  <a:pt x="12211267" y="0"/>
                </a:lnTo>
                <a:cubicBezTo>
                  <a:pt x="12215823" y="1374917"/>
                  <a:pt x="12220380" y="2749834"/>
                  <a:pt x="12224936" y="4124751"/>
                </a:cubicBezTo>
                <a:lnTo>
                  <a:pt x="217" y="2182220"/>
                </a:lnTo>
                <a:cubicBezTo>
                  <a:pt x="-2546" y="1441165"/>
                  <a:pt x="22030" y="741055"/>
                  <a:pt x="1926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0"/>
          </p:nvPr>
        </p:nvSpPr>
        <p:spPr>
          <a:xfrm>
            <a:off x="7099300" y="1925638"/>
            <a:ext cx="3476625" cy="493236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552680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7734300" y="0"/>
            <a:ext cx="44577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9964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5120892" y="4790744"/>
            <a:ext cx="7071108" cy="206725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ru-RU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1"/>
          </p:nvPr>
        </p:nvSpPr>
        <p:spPr>
          <a:xfrm>
            <a:off x="1190625" y="2800350"/>
            <a:ext cx="3476625" cy="40576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37610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012C90-8BA5-47A1-9362-C36AECE88A4B}" type="datetimeFigureOut">
              <a:rPr lang="ru-RU" smtClean="0"/>
              <a:t>24.03.2026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1A00573-9034-4B74-8DBA-9BB668AC38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26394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012C90-8BA5-47A1-9362-C36AECE88A4B}" type="datetimeFigureOut">
              <a:rPr lang="ru-RU" smtClean="0"/>
              <a:t>24.03.2026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1A00573-9034-4B74-8DBA-9BB668AC38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944800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012C90-8BA5-47A1-9362-C36AECE88A4B}" type="datetimeFigureOut">
              <a:rPr lang="ru-RU" smtClean="0"/>
              <a:t>24.03.2026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1A00573-9034-4B74-8DBA-9BB668AC38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259744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012C90-8BA5-47A1-9362-C36AECE88A4B}" type="datetimeFigureOut">
              <a:rPr lang="ru-RU" smtClean="0"/>
              <a:t>24.03.2026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1A00573-9034-4B74-8DBA-9BB668AC38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868338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8"/>
          <p:cNvSpPr>
            <a:spLocks noGrp="1"/>
          </p:cNvSpPr>
          <p:nvPr>
            <p:ph type="pic" sz="quarter" idx="10"/>
          </p:nvPr>
        </p:nvSpPr>
        <p:spPr>
          <a:xfrm>
            <a:off x="0" y="2069432"/>
            <a:ext cx="12192000" cy="283945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82314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preserve="1">
  <p:cSld name="Титульный слайд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-19050" y="0"/>
            <a:ext cx="12211050" cy="4438650"/>
          </a:xfrm>
          <a:custGeom>
            <a:avLst/>
            <a:gdLst/>
            <a:ahLst/>
            <a:cxnLst/>
            <a:rect l="l" t="t" r="r" b="b"/>
            <a:pathLst>
              <a:path w="12211050" h="4438650" extrusionOk="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rgbClr val="1716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1085850" y="1238250"/>
            <a:ext cx="10020300" cy="52768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>
            <a:spLocks noGrp="1"/>
          </p:cNvSpPr>
          <p:nvPr>
            <p:ph type="pic" idx="2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9550224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Пользовательский макет" preserve="1">
  <p:cSld name="1_Пользовательский макет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 rot="10800000" flipH="1">
            <a:off x="-217" y="2748238"/>
            <a:ext cx="12192218" cy="4124751"/>
          </a:xfrm>
          <a:custGeom>
            <a:avLst/>
            <a:gdLst/>
            <a:ahLst/>
            <a:cxnLst/>
            <a:rect l="l" t="t" r="r" b="b"/>
            <a:pathLst>
              <a:path w="12224936" h="4124751" extrusionOk="0">
                <a:moveTo>
                  <a:pt x="19267" y="0"/>
                </a:moveTo>
                <a:lnTo>
                  <a:pt x="12211267" y="0"/>
                </a:lnTo>
                <a:cubicBezTo>
                  <a:pt x="12215823" y="1374917"/>
                  <a:pt x="12220380" y="2749834"/>
                  <a:pt x="12224936" y="4124751"/>
                </a:cubicBezTo>
                <a:lnTo>
                  <a:pt x="217" y="2182220"/>
                </a:lnTo>
                <a:cubicBezTo>
                  <a:pt x="-2546" y="1441165"/>
                  <a:pt x="22030" y="741055"/>
                  <a:pt x="19267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>
            <a:spLocks noGrp="1"/>
          </p:cNvSpPr>
          <p:nvPr>
            <p:ph type="pic" idx="2"/>
          </p:nvPr>
        </p:nvSpPr>
        <p:spPr>
          <a:xfrm>
            <a:off x="7099300" y="1925638"/>
            <a:ext cx="3476625" cy="4932362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4168337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Пользовательский макет" preserve="1">
  <p:cSld name="7_Пользовательский макет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>
            <a:spLocks noGrp="1"/>
          </p:cNvSpPr>
          <p:nvPr>
            <p:ph type="pic" idx="2"/>
          </p:nvPr>
        </p:nvSpPr>
        <p:spPr>
          <a:xfrm>
            <a:off x="0" y="2069432"/>
            <a:ext cx="12192000" cy="2839452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645225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preserve="1">
  <p:cSld name="Заголовок и объект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8"/>
          <p:cNvSpPr>
            <a:spLocks noGrp="1"/>
          </p:cNvSpPr>
          <p:nvPr>
            <p:ph type="pic" idx="3"/>
          </p:nvPr>
        </p:nvSpPr>
        <p:spPr>
          <a:xfrm>
            <a:off x="3476403" y="1571625"/>
            <a:ext cx="1104900" cy="1104900"/>
          </a:xfrm>
          <a:prstGeom prst="ellipse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5620546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льзовательский макет" preserve="1">
  <p:cSld name="Пользовательский макет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9"/>
          <p:cNvSpPr>
            <a:spLocks noGrp="1"/>
          </p:cNvSpPr>
          <p:nvPr>
            <p:ph type="pic" idx="3"/>
          </p:nvPr>
        </p:nvSpPr>
        <p:spPr>
          <a:xfrm>
            <a:off x="1560129" y="2876550"/>
            <a:ext cx="1104900" cy="1104900"/>
          </a:xfrm>
          <a:prstGeom prst="ellipse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221019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preserve="1">
  <p:cSld name="Два объекта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 rot="10800000" flipH="1">
            <a:off x="-217" y="2748238"/>
            <a:ext cx="12192218" cy="4124751"/>
          </a:xfrm>
          <a:custGeom>
            <a:avLst/>
            <a:gdLst/>
            <a:ahLst/>
            <a:cxnLst/>
            <a:rect l="l" t="t" r="r" b="b"/>
            <a:pathLst>
              <a:path w="12224936" h="4124751" extrusionOk="0">
                <a:moveTo>
                  <a:pt x="19267" y="0"/>
                </a:moveTo>
                <a:lnTo>
                  <a:pt x="12211267" y="0"/>
                </a:lnTo>
                <a:cubicBezTo>
                  <a:pt x="12215823" y="1374917"/>
                  <a:pt x="12220380" y="2749834"/>
                  <a:pt x="12224936" y="4124751"/>
                </a:cubicBezTo>
                <a:lnTo>
                  <a:pt x="217" y="2182220"/>
                </a:lnTo>
                <a:cubicBezTo>
                  <a:pt x="-2546" y="1441165"/>
                  <a:pt x="22030" y="741055"/>
                  <a:pt x="19267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0"/>
          <p:cNvSpPr/>
          <p:nvPr/>
        </p:nvSpPr>
        <p:spPr>
          <a:xfrm>
            <a:off x="666358" y="6438754"/>
            <a:ext cx="31931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0"/>
          <p:cNvSpPr/>
          <p:nvPr/>
        </p:nvSpPr>
        <p:spPr>
          <a:xfrm>
            <a:off x="753448" y="6776016"/>
            <a:ext cx="1343692" cy="96974"/>
          </a:xfrm>
          <a:prstGeom prst="rect">
            <a:avLst/>
          </a:prstGeom>
          <a:solidFill>
            <a:srgbClr val="CA4E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0"/>
          <p:cNvSpPr txBox="1"/>
          <p:nvPr/>
        </p:nvSpPr>
        <p:spPr>
          <a:xfrm>
            <a:off x="8176101" y="6430313"/>
            <a:ext cx="3360224" cy="33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800" dirty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COMPANY PRESENTATION</a:t>
            </a:r>
            <a:endParaRPr sz="800" dirty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0" name="Google Shape;40;p10"/>
          <p:cNvSpPr>
            <a:spLocks noGrp="1"/>
          </p:cNvSpPr>
          <p:nvPr>
            <p:ph type="pic" idx="2"/>
          </p:nvPr>
        </p:nvSpPr>
        <p:spPr>
          <a:xfrm>
            <a:off x="4896563" y="1254642"/>
            <a:ext cx="2418637" cy="4295553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2545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Пользовательский макет" preserve="1">
  <p:cSld name="3_Пользовательский макет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/>
          <p:nvPr/>
        </p:nvSpPr>
        <p:spPr>
          <a:xfrm>
            <a:off x="666358" y="6438754"/>
            <a:ext cx="31931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1"/>
          <p:cNvSpPr/>
          <p:nvPr/>
        </p:nvSpPr>
        <p:spPr>
          <a:xfrm>
            <a:off x="753448" y="6776016"/>
            <a:ext cx="1343692" cy="96974"/>
          </a:xfrm>
          <a:prstGeom prst="rect">
            <a:avLst/>
          </a:prstGeom>
          <a:solidFill>
            <a:srgbClr val="CA4E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1"/>
          <p:cNvSpPr txBox="1"/>
          <p:nvPr/>
        </p:nvSpPr>
        <p:spPr>
          <a:xfrm>
            <a:off x="8176101" y="6430313"/>
            <a:ext cx="3360224" cy="33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800" dirty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COMPANY PRESENTATION</a:t>
            </a:r>
            <a:endParaRPr sz="800" dirty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45;p11"/>
          <p:cNvSpPr>
            <a:spLocks noGrp="1"/>
          </p:cNvSpPr>
          <p:nvPr>
            <p:ph type="pic" idx="2"/>
          </p:nvPr>
        </p:nvSpPr>
        <p:spPr>
          <a:xfrm>
            <a:off x="4469991" y="1539996"/>
            <a:ext cx="3252019" cy="4144296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70747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preserve="1">
  <p:cSld name="Сравнение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/>
          <p:nvPr/>
        </p:nvSpPr>
        <p:spPr>
          <a:xfrm rot="10800000" flipH="1">
            <a:off x="-217" y="2748238"/>
            <a:ext cx="12192218" cy="4124751"/>
          </a:xfrm>
          <a:custGeom>
            <a:avLst/>
            <a:gdLst/>
            <a:ahLst/>
            <a:cxnLst/>
            <a:rect l="l" t="t" r="r" b="b"/>
            <a:pathLst>
              <a:path w="12224936" h="4124751" extrusionOk="0">
                <a:moveTo>
                  <a:pt x="19267" y="0"/>
                </a:moveTo>
                <a:lnTo>
                  <a:pt x="12211267" y="0"/>
                </a:lnTo>
                <a:cubicBezTo>
                  <a:pt x="12215823" y="1374917"/>
                  <a:pt x="12220380" y="2749834"/>
                  <a:pt x="12224936" y="4124751"/>
                </a:cubicBezTo>
                <a:lnTo>
                  <a:pt x="217" y="2182220"/>
                </a:lnTo>
                <a:cubicBezTo>
                  <a:pt x="-2546" y="1441165"/>
                  <a:pt x="22030" y="741055"/>
                  <a:pt x="19267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2"/>
          <p:cNvSpPr/>
          <p:nvPr/>
        </p:nvSpPr>
        <p:spPr>
          <a:xfrm>
            <a:off x="666358" y="6438754"/>
            <a:ext cx="31931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2"/>
          <p:cNvSpPr/>
          <p:nvPr/>
        </p:nvSpPr>
        <p:spPr>
          <a:xfrm>
            <a:off x="753448" y="6776016"/>
            <a:ext cx="1343692" cy="96974"/>
          </a:xfrm>
          <a:prstGeom prst="rect">
            <a:avLst/>
          </a:prstGeom>
          <a:solidFill>
            <a:srgbClr val="CA4E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2"/>
          <p:cNvSpPr txBox="1"/>
          <p:nvPr/>
        </p:nvSpPr>
        <p:spPr>
          <a:xfrm>
            <a:off x="8176101" y="6430313"/>
            <a:ext cx="3360224" cy="33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800" dirty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COMPANY PRESENTATION</a:t>
            </a:r>
            <a:endParaRPr sz="800" dirty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  <p:extLst>
      <p:ext uri="{BB962C8B-B14F-4D97-AF65-F5344CB8AC3E}">
        <p14:creationId xmlns:p14="http://schemas.microsoft.com/office/powerpoint/2010/main" val="254346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Пользовательский макет" preserve="1">
  <p:cSld name="2_Пользовательский макет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 rot="10800000" flipH="1">
            <a:off x="-217" y="2748238"/>
            <a:ext cx="12192218" cy="4124751"/>
          </a:xfrm>
          <a:custGeom>
            <a:avLst/>
            <a:gdLst/>
            <a:ahLst/>
            <a:cxnLst/>
            <a:rect l="l" t="t" r="r" b="b"/>
            <a:pathLst>
              <a:path w="12224936" h="4124751" extrusionOk="0">
                <a:moveTo>
                  <a:pt x="19267" y="0"/>
                </a:moveTo>
                <a:lnTo>
                  <a:pt x="12211267" y="0"/>
                </a:lnTo>
                <a:cubicBezTo>
                  <a:pt x="12215823" y="1374917"/>
                  <a:pt x="12220380" y="2749834"/>
                  <a:pt x="12224936" y="4124751"/>
                </a:cubicBezTo>
                <a:lnTo>
                  <a:pt x="217" y="2182220"/>
                </a:lnTo>
                <a:cubicBezTo>
                  <a:pt x="-2546" y="1441165"/>
                  <a:pt x="22030" y="741055"/>
                  <a:pt x="19267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3"/>
          <p:cNvSpPr>
            <a:spLocks noGrp="1"/>
          </p:cNvSpPr>
          <p:nvPr>
            <p:ph type="pic" idx="2"/>
          </p:nvPr>
        </p:nvSpPr>
        <p:spPr>
          <a:xfrm>
            <a:off x="1282274" y="3982037"/>
            <a:ext cx="1460500" cy="1448217"/>
          </a:xfrm>
          <a:prstGeom prst="ellipse">
            <a:avLst/>
          </a:prstGeom>
          <a:noFill/>
          <a:ln>
            <a:noFill/>
          </a:ln>
        </p:spPr>
      </p:sp>
      <p:sp>
        <p:nvSpPr>
          <p:cNvPr id="54" name="Google Shape;54;p13"/>
          <p:cNvSpPr>
            <a:spLocks noGrp="1"/>
          </p:cNvSpPr>
          <p:nvPr>
            <p:ph type="pic" idx="3"/>
          </p:nvPr>
        </p:nvSpPr>
        <p:spPr>
          <a:xfrm>
            <a:off x="3331712" y="2533820"/>
            <a:ext cx="1460500" cy="1448217"/>
          </a:xfrm>
          <a:prstGeom prst="ellipse">
            <a:avLst/>
          </a:prstGeom>
          <a:noFill/>
          <a:ln>
            <a:noFill/>
          </a:ln>
        </p:spPr>
      </p:sp>
      <p:sp>
        <p:nvSpPr>
          <p:cNvPr id="55" name="Google Shape;55;p13"/>
          <p:cNvSpPr>
            <a:spLocks noGrp="1"/>
          </p:cNvSpPr>
          <p:nvPr>
            <p:ph type="pic" idx="4"/>
          </p:nvPr>
        </p:nvSpPr>
        <p:spPr>
          <a:xfrm>
            <a:off x="5381150" y="3982037"/>
            <a:ext cx="1460500" cy="1448217"/>
          </a:xfrm>
          <a:prstGeom prst="ellipse">
            <a:avLst/>
          </a:prstGeom>
          <a:noFill/>
          <a:ln>
            <a:noFill/>
          </a:ln>
        </p:spPr>
      </p:sp>
      <p:sp>
        <p:nvSpPr>
          <p:cNvPr id="56" name="Google Shape;56;p13"/>
          <p:cNvSpPr>
            <a:spLocks noGrp="1"/>
          </p:cNvSpPr>
          <p:nvPr>
            <p:ph type="pic" idx="5"/>
          </p:nvPr>
        </p:nvSpPr>
        <p:spPr>
          <a:xfrm>
            <a:off x="7430588" y="2533820"/>
            <a:ext cx="1460500" cy="1448217"/>
          </a:xfrm>
          <a:prstGeom prst="ellipse">
            <a:avLst/>
          </a:prstGeom>
          <a:noFill/>
          <a:ln>
            <a:noFill/>
          </a:ln>
        </p:spPr>
      </p:sp>
      <p:sp>
        <p:nvSpPr>
          <p:cNvPr id="57" name="Google Shape;57;p13"/>
          <p:cNvSpPr>
            <a:spLocks noGrp="1"/>
          </p:cNvSpPr>
          <p:nvPr>
            <p:ph type="pic" idx="6"/>
          </p:nvPr>
        </p:nvSpPr>
        <p:spPr>
          <a:xfrm>
            <a:off x="9480026" y="3982037"/>
            <a:ext cx="1460500" cy="1448217"/>
          </a:xfrm>
          <a:prstGeom prst="ellipse">
            <a:avLst/>
          </a:prstGeom>
          <a:noFill/>
          <a:ln>
            <a:noFill/>
          </a:ln>
        </p:spPr>
      </p:sp>
      <p:sp>
        <p:nvSpPr>
          <p:cNvPr id="58" name="Google Shape;58;p13"/>
          <p:cNvSpPr/>
          <p:nvPr/>
        </p:nvSpPr>
        <p:spPr>
          <a:xfrm>
            <a:off x="666358" y="6438754"/>
            <a:ext cx="31931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753448" y="6776016"/>
            <a:ext cx="1343692" cy="96974"/>
          </a:xfrm>
          <a:prstGeom prst="rect">
            <a:avLst/>
          </a:prstGeom>
          <a:solidFill>
            <a:srgbClr val="CA4E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8176101" y="6430313"/>
            <a:ext cx="3360224" cy="33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US" sz="800" dirty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COMPANY PRESENTATION</a:t>
            </a:r>
            <a:endParaRPr sz="800" dirty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  <p:extLst>
      <p:ext uri="{BB962C8B-B14F-4D97-AF65-F5344CB8AC3E}">
        <p14:creationId xmlns:p14="http://schemas.microsoft.com/office/powerpoint/2010/main" val="254441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preserve="1">
  <p:cSld name="Пустой слайд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>
            <a:spLocks noGrp="1"/>
          </p:cNvSpPr>
          <p:nvPr>
            <p:ph type="pic" idx="2"/>
          </p:nvPr>
        </p:nvSpPr>
        <p:spPr>
          <a:xfrm>
            <a:off x="5120892" y="4790744"/>
            <a:ext cx="7071108" cy="2067256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>
            <a:spLocks noGrp="1"/>
          </p:cNvSpPr>
          <p:nvPr>
            <p:ph type="pic" idx="3"/>
          </p:nvPr>
        </p:nvSpPr>
        <p:spPr>
          <a:xfrm>
            <a:off x="1190625" y="2800350"/>
            <a:ext cx="3476625" cy="405765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950615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 preserve="1">
  <p:cSld name="Объект с подписью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455768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 preserve="1">
  <p:cSld name="Рисунок с подписью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73" name="Google Shape;7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687084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 preserve="1">
  <p:cSld name="Заголовок и вертикальный текст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747648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 preserve="1">
  <p:cSld name="Вертикальный заголовок и текст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476945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7734300" y="0"/>
            <a:ext cx="44577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25517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7"/>
          <p:cNvSpPr>
            <a:spLocks noGrp="1"/>
          </p:cNvSpPr>
          <p:nvPr>
            <p:ph type="pic" sz="quarter" idx="10"/>
          </p:nvPr>
        </p:nvSpPr>
        <p:spPr>
          <a:xfrm>
            <a:off x="5237269" y="1967431"/>
            <a:ext cx="1717462" cy="1717465"/>
          </a:xfrm>
          <a:prstGeom prst="ellipse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8821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83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  <p:sldLayoutId id="2147483729" r:id="rId27"/>
    <p:sldLayoutId id="2147483730" r:id="rId28"/>
    <p:sldLayoutId id="2147483731" r:id="rId29"/>
    <p:sldLayoutId id="2147483732" r:id="rId30"/>
    <p:sldLayoutId id="2147483737" r:id="rId31"/>
    <p:sldLayoutId id="2147483661" r:id="rId32"/>
    <p:sldLayoutId id="2147483696" r:id="rId33"/>
    <p:sldLayoutId id="2147483697" r:id="rId34"/>
    <p:sldLayoutId id="2147483698" r:id="rId35"/>
    <p:sldLayoutId id="2147483700" r:id="rId36"/>
    <p:sldLayoutId id="2147483701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723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462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hyperlink" Target="https://www.microsoft.com/en-us/accessibility" TargetMode="Externa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icrosoft.com/en-us/accessibility" TargetMode="External"/><Relationship Id="rId3" Type="http://schemas.openxmlformats.org/officeDocument/2006/relationships/image" Target="../media/image59.png"/><Relationship Id="rId7" Type="http://schemas.openxmlformats.org/officeDocument/2006/relationships/hyperlink" Target="https://techcommunity.microsoft.com/t5/windows-server/ct-p/WindowsServer" TargetMode="Externa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9.xml"/><Relationship Id="rId6" Type="http://schemas.openxmlformats.org/officeDocument/2006/relationships/hyperlink" Target="https://learn.microsoft.com/en-us/virtualization/hyper-v" TargetMode="External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hyperlink" Target="https://support.microsoft.com/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B61F9-E9E8-48C2-C2FD-515288E59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2038DCE-8420-29B7-0CA1-B537F61318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50" r="25141" b="1368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06499C3A-B6AE-ECB2-D766-9C727AA1E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900" y="180814"/>
            <a:ext cx="2272818" cy="6328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50A055-CEE4-C4A9-4877-BA072B704E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r="57700"/>
          <a:stretch/>
        </p:blipFill>
        <p:spPr>
          <a:xfrm>
            <a:off x="278845" y="180814"/>
            <a:ext cx="3974177" cy="6328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B339D9B-9A45-A5F5-DFD7-F19BDABF2F98}"/>
              </a:ext>
            </a:extLst>
          </p:cNvPr>
          <p:cNvSpPr/>
          <p:nvPr/>
        </p:nvSpPr>
        <p:spPr>
          <a:xfrm>
            <a:off x="0" y="1250595"/>
            <a:ext cx="7241628" cy="5255312"/>
          </a:xfrm>
          <a:prstGeom prst="rect">
            <a:avLst/>
          </a:prstGeom>
          <a:solidFill>
            <a:schemeClr val="tx1">
              <a:lumMod val="75000"/>
              <a:lumOff val="25000"/>
              <a:alpha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44F9B6-0B31-2747-61D1-FCA9D84BFBEC}"/>
              </a:ext>
            </a:extLst>
          </p:cNvPr>
          <p:cNvSpPr txBox="1"/>
          <p:nvPr/>
        </p:nvSpPr>
        <p:spPr>
          <a:xfrm>
            <a:off x="221249" y="1250595"/>
            <a:ext cx="6625865" cy="3177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099"/>
              </a:lnSpc>
            </a:pPr>
            <a:r>
              <a:rPr lang="en-US" sz="4800" b="1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Slab" pitchFamily="2" charset="0"/>
                <a:ea typeface="Roboto Slab" pitchFamily="2" charset="0"/>
                <a:cs typeface="Aldhabi" panose="020B0604020202020204" pitchFamily="2" charset="-78"/>
              </a:rPr>
              <a:t>Standard Operating Procedure for Activating Hyper-V on Windows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93EDB3-D127-DD4F-B19F-2781D3987E15}"/>
              </a:ext>
            </a:extLst>
          </p:cNvPr>
          <p:cNvSpPr txBox="1"/>
          <p:nvPr/>
        </p:nvSpPr>
        <p:spPr>
          <a:xfrm>
            <a:off x="221249" y="5242335"/>
            <a:ext cx="36034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Open Sans Light" panose="020B0306030504020204" pitchFamily="34" charset="0"/>
              </a:rPr>
              <a:t>Created by </a:t>
            </a:r>
            <a:br>
              <a:rPr lang="en-US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Open Sans Light" panose="020B0306030504020204" pitchFamily="34" charset="0"/>
              </a:rPr>
            </a:br>
            <a:r>
              <a:rPr lang="en-US" sz="24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Open Sans Light" panose="020B0306030504020204" pitchFamily="34" charset="0"/>
              </a:rPr>
              <a:t>Jordan C</a:t>
            </a:r>
          </a:p>
          <a:p>
            <a:r>
              <a:rPr lang="en-US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Open Sans Light" panose="020B0306030504020204" pitchFamily="34" charset="0"/>
              </a:rPr>
              <a:t>Technical Lead</a:t>
            </a:r>
            <a:endParaRPr lang="en-IN" dirty="0">
              <a:solidFill>
                <a:schemeClr val="bg1"/>
              </a:solidFill>
              <a:latin typeface="Roboto Slab" pitchFamily="2" charset="0"/>
              <a:ea typeface="Roboto Slab" pitchFamily="2" charset="0"/>
              <a:cs typeface="Open Sans Light" panose="020B03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20987-4DB0-DDE8-9BCB-600A8E1C5C5E}"/>
              </a:ext>
            </a:extLst>
          </p:cNvPr>
          <p:cNvSpPr txBox="1"/>
          <p:nvPr/>
        </p:nvSpPr>
        <p:spPr>
          <a:xfrm>
            <a:off x="221249" y="4369240"/>
            <a:ext cx="6424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  <a:cs typeface="Open Sans Light" panose="020B0306030504020204" pitchFamily="34" charset="0"/>
              </a:rPr>
              <a:t>A comprehensive technical guide for enabling and conﬁguring Microsoft's virtualization platform</a:t>
            </a:r>
            <a:endParaRPr lang="en-IN" sz="2800" b="1" dirty="0">
              <a:solidFill>
                <a:schemeClr val="bg1"/>
              </a:solidFill>
              <a:latin typeface="Roboto Slab" pitchFamily="2" charset="0"/>
              <a:ea typeface="Roboto Slab" pitchFamily="2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55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6ECAD-D385-1731-4F00-1DF61BC85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5587158-5FB2-F43A-F807-50FB63A82C8A}"/>
              </a:ext>
            </a:extLst>
          </p:cNvPr>
          <p:cNvGrpSpPr/>
          <p:nvPr/>
        </p:nvGrpSpPr>
        <p:grpSpPr>
          <a:xfrm>
            <a:off x="231304" y="205261"/>
            <a:ext cx="11721956" cy="641092"/>
            <a:chOff x="231304" y="205261"/>
            <a:chExt cx="11721956" cy="641092"/>
          </a:xfrm>
        </p:grpSpPr>
        <p:grpSp>
          <p:nvGrpSpPr>
            <p:cNvPr id="7" name="Graphic 6">
              <a:extLst>
                <a:ext uri="{FF2B5EF4-FFF2-40B4-BE49-F238E27FC236}">
                  <a16:creationId xmlns:a16="http://schemas.microsoft.com/office/drawing/2014/main" id="{B3F9F453-EACE-A567-1F10-FEC04152D05A}"/>
                </a:ext>
              </a:extLst>
            </p:cNvPr>
            <p:cNvGrpSpPr/>
            <p:nvPr/>
          </p:nvGrpSpPr>
          <p:grpSpPr>
            <a:xfrm>
              <a:off x="9664040" y="214747"/>
              <a:ext cx="2289220" cy="631606"/>
              <a:chOff x="8823238" y="98156"/>
              <a:chExt cx="2289220" cy="631606"/>
            </a:xfrm>
          </p:grpSpPr>
          <p:sp>
            <p:nvSpPr>
              <p:cNvPr id="101" name="Freeform 212">
                <a:extLst>
                  <a:ext uri="{FF2B5EF4-FFF2-40B4-BE49-F238E27FC236}">
                    <a16:creationId xmlns:a16="http://schemas.microsoft.com/office/drawing/2014/main" id="{9F072F0C-D8BA-06A2-5B3D-7C4360630C66}"/>
                  </a:ext>
                </a:extLst>
              </p:cNvPr>
              <p:cNvSpPr/>
              <p:nvPr/>
            </p:nvSpPr>
            <p:spPr>
              <a:xfrm>
                <a:off x="10380520" y="639207"/>
                <a:ext cx="722373" cy="90554"/>
              </a:xfrm>
              <a:custGeom>
                <a:avLst/>
                <a:gdLst>
                  <a:gd name="connsiteX0" fmla="*/ 29179 w 722373"/>
                  <a:gd name="connsiteY0" fmla="*/ 4738 h 90554"/>
                  <a:gd name="connsiteX1" fmla="*/ 45523 w 722373"/>
                  <a:gd name="connsiteY1" fmla="*/ 9175 h 90554"/>
                  <a:gd name="connsiteX2" fmla="*/ 51395 w 722373"/>
                  <a:gd name="connsiteY2" fmla="*/ 22549 h 90554"/>
                  <a:gd name="connsiteX3" fmla="*/ 48610 w 722373"/>
                  <a:gd name="connsiteY3" fmla="*/ 30405 h 90554"/>
                  <a:gd name="connsiteX4" fmla="*/ 41165 w 722373"/>
                  <a:gd name="connsiteY4" fmla="*/ 35562 h 90554"/>
                  <a:gd name="connsiteX5" fmla="*/ 50608 w 722373"/>
                  <a:gd name="connsiteY5" fmla="*/ 41379 h 90554"/>
                  <a:gd name="connsiteX6" fmla="*/ 54059 w 722373"/>
                  <a:gd name="connsiteY6" fmla="*/ 52054 h 90554"/>
                  <a:gd name="connsiteX7" fmla="*/ 48126 w 722373"/>
                  <a:gd name="connsiteY7" fmla="*/ 65907 h 90554"/>
                  <a:gd name="connsiteX8" fmla="*/ 32024 w 722373"/>
                  <a:gd name="connsiteY8" fmla="*/ 70705 h 90554"/>
                  <a:gd name="connsiteX9" fmla="*/ 0 w 722373"/>
                  <a:gd name="connsiteY9" fmla="*/ 70705 h 90554"/>
                  <a:gd name="connsiteX10" fmla="*/ 0 w 722373"/>
                  <a:gd name="connsiteY10" fmla="*/ 65008 h 90554"/>
                  <a:gd name="connsiteX11" fmla="*/ 7446 w 722373"/>
                  <a:gd name="connsiteY11" fmla="*/ 63748 h 90554"/>
                  <a:gd name="connsiteX12" fmla="*/ 7446 w 722373"/>
                  <a:gd name="connsiteY12" fmla="*/ 11754 h 90554"/>
                  <a:gd name="connsiteX13" fmla="*/ 0 w 722373"/>
                  <a:gd name="connsiteY13" fmla="*/ 10495 h 90554"/>
                  <a:gd name="connsiteX14" fmla="*/ 0 w 722373"/>
                  <a:gd name="connsiteY14" fmla="*/ 4738 h 90554"/>
                  <a:gd name="connsiteX15" fmla="*/ 29179 w 722373"/>
                  <a:gd name="connsiteY15" fmla="*/ 4738 h 90554"/>
                  <a:gd name="connsiteX16" fmla="*/ 16466 w 722373"/>
                  <a:gd name="connsiteY16" fmla="*/ 39760 h 90554"/>
                  <a:gd name="connsiteX17" fmla="*/ 16466 w 722373"/>
                  <a:gd name="connsiteY17" fmla="*/ 63748 h 90554"/>
                  <a:gd name="connsiteX18" fmla="*/ 32024 w 722373"/>
                  <a:gd name="connsiteY18" fmla="*/ 63748 h 90554"/>
                  <a:gd name="connsiteX19" fmla="*/ 41588 w 722373"/>
                  <a:gd name="connsiteY19" fmla="*/ 60750 h 90554"/>
                  <a:gd name="connsiteX20" fmla="*/ 44978 w 722373"/>
                  <a:gd name="connsiteY20" fmla="*/ 52174 h 90554"/>
                  <a:gd name="connsiteX21" fmla="*/ 42133 w 722373"/>
                  <a:gd name="connsiteY21" fmla="*/ 43059 h 90554"/>
                  <a:gd name="connsiteX22" fmla="*/ 33355 w 722373"/>
                  <a:gd name="connsiteY22" fmla="*/ 39760 h 90554"/>
                  <a:gd name="connsiteX23" fmla="*/ 16406 w 722373"/>
                  <a:gd name="connsiteY23" fmla="*/ 39760 h 90554"/>
                  <a:gd name="connsiteX24" fmla="*/ 16466 w 722373"/>
                  <a:gd name="connsiteY24" fmla="*/ 32804 h 90554"/>
                  <a:gd name="connsiteX25" fmla="*/ 31540 w 722373"/>
                  <a:gd name="connsiteY25" fmla="*/ 32804 h 90554"/>
                  <a:gd name="connsiteX26" fmla="*/ 39348 w 722373"/>
                  <a:gd name="connsiteY26" fmla="*/ 29925 h 90554"/>
                  <a:gd name="connsiteX27" fmla="*/ 42314 w 722373"/>
                  <a:gd name="connsiteY27" fmla="*/ 22429 h 90554"/>
                  <a:gd name="connsiteX28" fmla="*/ 38925 w 722373"/>
                  <a:gd name="connsiteY28" fmla="*/ 14453 h 90554"/>
                  <a:gd name="connsiteX29" fmla="*/ 29118 w 722373"/>
                  <a:gd name="connsiteY29" fmla="*/ 11814 h 90554"/>
                  <a:gd name="connsiteX30" fmla="*/ 16406 w 722373"/>
                  <a:gd name="connsiteY30" fmla="*/ 11814 h 90554"/>
                  <a:gd name="connsiteX31" fmla="*/ 16406 w 722373"/>
                  <a:gd name="connsiteY31" fmla="*/ 32864 h 90554"/>
                  <a:gd name="connsiteX32" fmla="*/ 16406 w 722373"/>
                  <a:gd name="connsiteY32" fmla="*/ 32864 h 90554"/>
                  <a:gd name="connsiteX33" fmla="*/ 469637 w 722373"/>
                  <a:gd name="connsiteY33" fmla="*/ 67466 h 90554"/>
                  <a:gd name="connsiteX34" fmla="*/ 467397 w 722373"/>
                  <a:gd name="connsiteY34" fmla="*/ 76762 h 90554"/>
                  <a:gd name="connsiteX35" fmla="*/ 461403 w 722373"/>
                  <a:gd name="connsiteY35" fmla="*/ 84798 h 90554"/>
                  <a:gd name="connsiteX36" fmla="*/ 456319 w 722373"/>
                  <a:gd name="connsiteY36" fmla="*/ 81440 h 90554"/>
                  <a:gd name="connsiteX37" fmla="*/ 459588 w 722373"/>
                  <a:gd name="connsiteY37" fmla="*/ 74783 h 90554"/>
                  <a:gd name="connsiteX38" fmla="*/ 460677 w 722373"/>
                  <a:gd name="connsiteY38" fmla="*/ 67586 h 90554"/>
                  <a:gd name="connsiteX39" fmla="*/ 460677 w 722373"/>
                  <a:gd name="connsiteY39" fmla="*/ 60690 h 90554"/>
                  <a:gd name="connsiteX40" fmla="*/ 469697 w 722373"/>
                  <a:gd name="connsiteY40" fmla="*/ 60690 h 90554"/>
                  <a:gd name="connsiteX41" fmla="*/ 469697 w 722373"/>
                  <a:gd name="connsiteY41" fmla="*/ 67466 h 90554"/>
                  <a:gd name="connsiteX42" fmla="*/ 469697 w 722373"/>
                  <a:gd name="connsiteY42" fmla="*/ 67466 h 90554"/>
                  <a:gd name="connsiteX43" fmla="*/ 500207 w 722373"/>
                  <a:gd name="connsiteY43" fmla="*/ 10495 h 90554"/>
                  <a:gd name="connsiteX44" fmla="*/ 500207 w 722373"/>
                  <a:gd name="connsiteY44" fmla="*/ 4738 h 90554"/>
                  <a:gd name="connsiteX45" fmla="*/ 524119 w 722373"/>
                  <a:gd name="connsiteY45" fmla="*/ 4738 h 90554"/>
                  <a:gd name="connsiteX46" fmla="*/ 524119 w 722373"/>
                  <a:gd name="connsiteY46" fmla="*/ 10495 h 90554"/>
                  <a:gd name="connsiteX47" fmla="*/ 516673 w 722373"/>
                  <a:gd name="connsiteY47" fmla="*/ 11754 h 90554"/>
                  <a:gd name="connsiteX48" fmla="*/ 516673 w 722373"/>
                  <a:gd name="connsiteY48" fmla="*/ 63748 h 90554"/>
                  <a:gd name="connsiteX49" fmla="*/ 524119 w 722373"/>
                  <a:gd name="connsiteY49" fmla="*/ 65008 h 90554"/>
                  <a:gd name="connsiteX50" fmla="*/ 524119 w 722373"/>
                  <a:gd name="connsiteY50" fmla="*/ 70705 h 90554"/>
                  <a:gd name="connsiteX51" fmla="*/ 500207 w 722373"/>
                  <a:gd name="connsiteY51" fmla="*/ 70705 h 90554"/>
                  <a:gd name="connsiteX52" fmla="*/ 500207 w 722373"/>
                  <a:gd name="connsiteY52" fmla="*/ 65008 h 90554"/>
                  <a:gd name="connsiteX53" fmla="*/ 507713 w 722373"/>
                  <a:gd name="connsiteY53" fmla="*/ 63748 h 90554"/>
                  <a:gd name="connsiteX54" fmla="*/ 507713 w 722373"/>
                  <a:gd name="connsiteY54" fmla="*/ 11754 h 90554"/>
                  <a:gd name="connsiteX55" fmla="*/ 500207 w 722373"/>
                  <a:gd name="connsiteY55" fmla="*/ 10495 h 90554"/>
                  <a:gd name="connsiteX56" fmla="*/ 500207 w 722373"/>
                  <a:gd name="connsiteY56" fmla="*/ 10495 h 90554"/>
                  <a:gd name="connsiteX57" fmla="*/ 530051 w 722373"/>
                  <a:gd name="connsiteY57" fmla="*/ 65008 h 90554"/>
                  <a:gd name="connsiteX58" fmla="*/ 537497 w 722373"/>
                  <a:gd name="connsiteY58" fmla="*/ 63748 h 90554"/>
                  <a:gd name="connsiteX59" fmla="*/ 537497 w 722373"/>
                  <a:gd name="connsiteY59" fmla="*/ 28726 h 90554"/>
                  <a:gd name="connsiteX60" fmla="*/ 530051 w 722373"/>
                  <a:gd name="connsiteY60" fmla="*/ 27466 h 90554"/>
                  <a:gd name="connsiteX61" fmla="*/ 530051 w 722373"/>
                  <a:gd name="connsiteY61" fmla="*/ 21709 h 90554"/>
                  <a:gd name="connsiteX62" fmla="*/ 545548 w 722373"/>
                  <a:gd name="connsiteY62" fmla="*/ 21709 h 90554"/>
                  <a:gd name="connsiteX63" fmla="*/ 546214 w 722373"/>
                  <a:gd name="connsiteY63" fmla="*/ 29026 h 90554"/>
                  <a:gd name="connsiteX64" fmla="*/ 552449 w 722373"/>
                  <a:gd name="connsiteY64" fmla="*/ 22969 h 90554"/>
                  <a:gd name="connsiteX65" fmla="*/ 560925 w 722373"/>
                  <a:gd name="connsiteY65" fmla="*/ 20810 h 90554"/>
                  <a:gd name="connsiteX66" fmla="*/ 573335 w 722373"/>
                  <a:gd name="connsiteY66" fmla="*/ 25487 h 90554"/>
                  <a:gd name="connsiteX67" fmla="*/ 577754 w 722373"/>
                  <a:gd name="connsiteY67" fmla="*/ 39820 h 90554"/>
                  <a:gd name="connsiteX68" fmla="*/ 577754 w 722373"/>
                  <a:gd name="connsiteY68" fmla="*/ 63808 h 90554"/>
                  <a:gd name="connsiteX69" fmla="*/ 585199 w 722373"/>
                  <a:gd name="connsiteY69" fmla="*/ 65068 h 90554"/>
                  <a:gd name="connsiteX70" fmla="*/ 585199 w 722373"/>
                  <a:gd name="connsiteY70" fmla="*/ 70765 h 90554"/>
                  <a:gd name="connsiteX71" fmla="*/ 561287 w 722373"/>
                  <a:gd name="connsiteY71" fmla="*/ 70765 h 90554"/>
                  <a:gd name="connsiteX72" fmla="*/ 561287 w 722373"/>
                  <a:gd name="connsiteY72" fmla="*/ 65068 h 90554"/>
                  <a:gd name="connsiteX73" fmla="*/ 568734 w 722373"/>
                  <a:gd name="connsiteY73" fmla="*/ 63808 h 90554"/>
                  <a:gd name="connsiteX74" fmla="*/ 568734 w 722373"/>
                  <a:gd name="connsiteY74" fmla="*/ 40000 h 90554"/>
                  <a:gd name="connsiteX75" fmla="*/ 566131 w 722373"/>
                  <a:gd name="connsiteY75" fmla="*/ 30825 h 90554"/>
                  <a:gd name="connsiteX76" fmla="*/ 558261 w 722373"/>
                  <a:gd name="connsiteY76" fmla="*/ 28126 h 90554"/>
                  <a:gd name="connsiteX77" fmla="*/ 551360 w 722373"/>
                  <a:gd name="connsiteY77" fmla="*/ 29985 h 90554"/>
                  <a:gd name="connsiteX78" fmla="*/ 546578 w 722373"/>
                  <a:gd name="connsiteY78" fmla="*/ 35083 h 90554"/>
                  <a:gd name="connsiteX79" fmla="*/ 546578 w 722373"/>
                  <a:gd name="connsiteY79" fmla="*/ 63868 h 90554"/>
                  <a:gd name="connsiteX80" fmla="*/ 554023 w 722373"/>
                  <a:gd name="connsiteY80" fmla="*/ 65128 h 90554"/>
                  <a:gd name="connsiteX81" fmla="*/ 554023 w 722373"/>
                  <a:gd name="connsiteY81" fmla="*/ 70825 h 90554"/>
                  <a:gd name="connsiteX82" fmla="*/ 530112 w 722373"/>
                  <a:gd name="connsiteY82" fmla="*/ 70825 h 90554"/>
                  <a:gd name="connsiteX83" fmla="*/ 530112 w 722373"/>
                  <a:gd name="connsiteY83" fmla="*/ 65128 h 90554"/>
                  <a:gd name="connsiteX84" fmla="*/ 530112 w 722373"/>
                  <a:gd name="connsiteY84" fmla="*/ 65128 h 90554"/>
                  <a:gd name="connsiteX85" fmla="*/ 624548 w 722373"/>
                  <a:gd name="connsiteY85" fmla="*/ 64888 h 90554"/>
                  <a:gd name="connsiteX86" fmla="*/ 618615 w 722373"/>
                  <a:gd name="connsiteY86" fmla="*/ 69925 h 90554"/>
                  <a:gd name="connsiteX87" fmla="*/ 610503 w 722373"/>
                  <a:gd name="connsiteY87" fmla="*/ 71664 h 90554"/>
                  <a:gd name="connsiteX88" fmla="*/ 596338 w 722373"/>
                  <a:gd name="connsiteY88" fmla="*/ 65128 h 90554"/>
                  <a:gd name="connsiteX89" fmla="*/ 591253 w 722373"/>
                  <a:gd name="connsiteY89" fmla="*/ 48036 h 90554"/>
                  <a:gd name="connsiteX90" fmla="*/ 591253 w 722373"/>
                  <a:gd name="connsiteY90" fmla="*/ 47077 h 90554"/>
                  <a:gd name="connsiteX91" fmla="*/ 596338 w 722373"/>
                  <a:gd name="connsiteY91" fmla="*/ 28006 h 90554"/>
                  <a:gd name="connsiteX92" fmla="*/ 610564 w 722373"/>
                  <a:gd name="connsiteY92" fmla="*/ 20750 h 90554"/>
                  <a:gd name="connsiteX93" fmla="*/ 618312 w 722373"/>
                  <a:gd name="connsiteY93" fmla="*/ 22369 h 90554"/>
                  <a:gd name="connsiteX94" fmla="*/ 624003 w 722373"/>
                  <a:gd name="connsiteY94" fmla="*/ 27047 h 90554"/>
                  <a:gd name="connsiteX95" fmla="*/ 624003 w 722373"/>
                  <a:gd name="connsiteY95" fmla="*/ 7017 h 90554"/>
                  <a:gd name="connsiteX96" fmla="*/ 616557 w 722373"/>
                  <a:gd name="connsiteY96" fmla="*/ 5757 h 90554"/>
                  <a:gd name="connsiteX97" fmla="*/ 616557 w 722373"/>
                  <a:gd name="connsiteY97" fmla="*/ 0 h 90554"/>
                  <a:gd name="connsiteX98" fmla="*/ 633023 w 722373"/>
                  <a:gd name="connsiteY98" fmla="*/ 0 h 90554"/>
                  <a:gd name="connsiteX99" fmla="*/ 633023 w 722373"/>
                  <a:gd name="connsiteY99" fmla="*/ 63748 h 90554"/>
                  <a:gd name="connsiteX100" fmla="*/ 640469 w 722373"/>
                  <a:gd name="connsiteY100" fmla="*/ 65008 h 90554"/>
                  <a:gd name="connsiteX101" fmla="*/ 640469 w 722373"/>
                  <a:gd name="connsiteY101" fmla="*/ 70705 h 90554"/>
                  <a:gd name="connsiteX102" fmla="*/ 625153 w 722373"/>
                  <a:gd name="connsiteY102" fmla="*/ 70705 h 90554"/>
                  <a:gd name="connsiteX103" fmla="*/ 624426 w 722373"/>
                  <a:gd name="connsiteY103" fmla="*/ 64828 h 90554"/>
                  <a:gd name="connsiteX104" fmla="*/ 624426 w 722373"/>
                  <a:gd name="connsiteY104" fmla="*/ 64828 h 90554"/>
                  <a:gd name="connsiteX105" fmla="*/ 600212 w 722373"/>
                  <a:gd name="connsiteY105" fmla="*/ 48036 h 90554"/>
                  <a:gd name="connsiteX106" fmla="*/ 603239 w 722373"/>
                  <a:gd name="connsiteY106" fmla="*/ 59910 h 90554"/>
                  <a:gd name="connsiteX107" fmla="*/ 612743 w 722373"/>
                  <a:gd name="connsiteY107" fmla="*/ 64408 h 90554"/>
                  <a:gd name="connsiteX108" fmla="*/ 619523 w 722373"/>
                  <a:gd name="connsiteY108" fmla="*/ 62609 h 90554"/>
                  <a:gd name="connsiteX109" fmla="*/ 624063 w 722373"/>
                  <a:gd name="connsiteY109" fmla="*/ 57511 h 90554"/>
                  <a:gd name="connsiteX110" fmla="*/ 624063 w 722373"/>
                  <a:gd name="connsiteY110" fmla="*/ 34783 h 90554"/>
                  <a:gd name="connsiteX111" fmla="*/ 619523 w 722373"/>
                  <a:gd name="connsiteY111" fmla="*/ 29865 h 90554"/>
                  <a:gd name="connsiteX112" fmla="*/ 612864 w 722373"/>
                  <a:gd name="connsiteY112" fmla="*/ 28066 h 90554"/>
                  <a:gd name="connsiteX113" fmla="*/ 603360 w 722373"/>
                  <a:gd name="connsiteY113" fmla="*/ 33343 h 90554"/>
                  <a:gd name="connsiteX114" fmla="*/ 600273 w 722373"/>
                  <a:gd name="connsiteY114" fmla="*/ 47137 h 90554"/>
                  <a:gd name="connsiteX115" fmla="*/ 600273 w 722373"/>
                  <a:gd name="connsiteY115" fmla="*/ 48096 h 90554"/>
                  <a:gd name="connsiteX116" fmla="*/ 600273 w 722373"/>
                  <a:gd name="connsiteY116" fmla="*/ 48096 h 90554"/>
                  <a:gd name="connsiteX117" fmla="*/ 647370 w 722373"/>
                  <a:gd name="connsiteY117" fmla="*/ 65008 h 90554"/>
                  <a:gd name="connsiteX118" fmla="*/ 654816 w 722373"/>
                  <a:gd name="connsiteY118" fmla="*/ 63748 h 90554"/>
                  <a:gd name="connsiteX119" fmla="*/ 654816 w 722373"/>
                  <a:gd name="connsiteY119" fmla="*/ 28726 h 90554"/>
                  <a:gd name="connsiteX120" fmla="*/ 647370 w 722373"/>
                  <a:gd name="connsiteY120" fmla="*/ 27466 h 90554"/>
                  <a:gd name="connsiteX121" fmla="*/ 647370 w 722373"/>
                  <a:gd name="connsiteY121" fmla="*/ 21709 h 90554"/>
                  <a:gd name="connsiteX122" fmla="*/ 663835 w 722373"/>
                  <a:gd name="connsiteY122" fmla="*/ 21709 h 90554"/>
                  <a:gd name="connsiteX123" fmla="*/ 663835 w 722373"/>
                  <a:gd name="connsiteY123" fmla="*/ 63748 h 90554"/>
                  <a:gd name="connsiteX124" fmla="*/ 671281 w 722373"/>
                  <a:gd name="connsiteY124" fmla="*/ 65008 h 90554"/>
                  <a:gd name="connsiteX125" fmla="*/ 671281 w 722373"/>
                  <a:gd name="connsiteY125" fmla="*/ 70705 h 90554"/>
                  <a:gd name="connsiteX126" fmla="*/ 647370 w 722373"/>
                  <a:gd name="connsiteY126" fmla="*/ 70705 h 90554"/>
                  <a:gd name="connsiteX127" fmla="*/ 647370 w 722373"/>
                  <a:gd name="connsiteY127" fmla="*/ 65008 h 90554"/>
                  <a:gd name="connsiteX128" fmla="*/ 647370 w 722373"/>
                  <a:gd name="connsiteY128" fmla="*/ 65008 h 90554"/>
                  <a:gd name="connsiteX129" fmla="*/ 663835 w 722373"/>
                  <a:gd name="connsiteY129" fmla="*/ 9115 h 90554"/>
                  <a:gd name="connsiteX130" fmla="*/ 654816 w 722373"/>
                  <a:gd name="connsiteY130" fmla="*/ 9115 h 90554"/>
                  <a:gd name="connsiteX131" fmla="*/ 654816 w 722373"/>
                  <a:gd name="connsiteY131" fmla="*/ 0 h 90554"/>
                  <a:gd name="connsiteX132" fmla="*/ 663835 w 722373"/>
                  <a:gd name="connsiteY132" fmla="*/ 0 h 90554"/>
                  <a:gd name="connsiteX133" fmla="*/ 663835 w 722373"/>
                  <a:gd name="connsiteY133" fmla="*/ 9115 h 90554"/>
                  <a:gd name="connsiteX134" fmla="*/ 663835 w 722373"/>
                  <a:gd name="connsiteY134" fmla="*/ 9115 h 90554"/>
                  <a:gd name="connsiteX135" fmla="*/ 710508 w 722373"/>
                  <a:gd name="connsiteY135" fmla="*/ 70705 h 90554"/>
                  <a:gd name="connsiteX136" fmla="*/ 709903 w 722373"/>
                  <a:gd name="connsiteY136" fmla="*/ 67107 h 90554"/>
                  <a:gd name="connsiteX137" fmla="*/ 709600 w 722373"/>
                  <a:gd name="connsiteY137" fmla="*/ 63928 h 90554"/>
                  <a:gd name="connsiteX138" fmla="*/ 703062 w 722373"/>
                  <a:gd name="connsiteY138" fmla="*/ 69445 h 90554"/>
                  <a:gd name="connsiteX139" fmla="*/ 694708 w 722373"/>
                  <a:gd name="connsiteY139" fmla="*/ 71664 h 90554"/>
                  <a:gd name="connsiteX140" fmla="*/ 682965 w 722373"/>
                  <a:gd name="connsiteY140" fmla="*/ 67946 h 90554"/>
                  <a:gd name="connsiteX141" fmla="*/ 678909 w 722373"/>
                  <a:gd name="connsiteY141" fmla="*/ 57391 h 90554"/>
                  <a:gd name="connsiteX142" fmla="*/ 684599 w 722373"/>
                  <a:gd name="connsiteY142" fmla="*/ 46657 h 90554"/>
                  <a:gd name="connsiteX143" fmla="*/ 700217 w 722373"/>
                  <a:gd name="connsiteY143" fmla="*/ 42879 h 90554"/>
                  <a:gd name="connsiteX144" fmla="*/ 709540 w 722373"/>
                  <a:gd name="connsiteY144" fmla="*/ 42879 h 90554"/>
                  <a:gd name="connsiteX145" fmla="*/ 709540 w 722373"/>
                  <a:gd name="connsiteY145" fmla="*/ 37182 h 90554"/>
                  <a:gd name="connsiteX146" fmla="*/ 706816 w 722373"/>
                  <a:gd name="connsiteY146" fmla="*/ 30345 h 90554"/>
                  <a:gd name="connsiteX147" fmla="*/ 699188 w 722373"/>
                  <a:gd name="connsiteY147" fmla="*/ 27826 h 90554"/>
                  <a:gd name="connsiteX148" fmla="*/ 693195 w 722373"/>
                  <a:gd name="connsiteY148" fmla="*/ 28666 h 90554"/>
                  <a:gd name="connsiteX149" fmla="*/ 689018 w 722373"/>
                  <a:gd name="connsiteY149" fmla="*/ 31005 h 90554"/>
                  <a:gd name="connsiteX150" fmla="*/ 688110 w 722373"/>
                  <a:gd name="connsiteY150" fmla="*/ 36162 h 90554"/>
                  <a:gd name="connsiteX151" fmla="*/ 681148 w 722373"/>
                  <a:gd name="connsiteY151" fmla="*/ 36162 h 90554"/>
                  <a:gd name="connsiteX152" fmla="*/ 681148 w 722373"/>
                  <a:gd name="connsiteY152" fmla="*/ 26627 h 90554"/>
                  <a:gd name="connsiteX153" fmla="*/ 689381 w 722373"/>
                  <a:gd name="connsiteY153" fmla="*/ 22309 h 90554"/>
                  <a:gd name="connsiteX154" fmla="*/ 699793 w 722373"/>
                  <a:gd name="connsiteY154" fmla="*/ 20690 h 90554"/>
                  <a:gd name="connsiteX155" fmla="*/ 713414 w 722373"/>
                  <a:gd name="connsiteY155" fmla="*/ 24948 h 90554"/>
                  <a:gd name="connsiteX156" fmla="*/ 718620 w 722373"/>
                  <a:gd name="connsiteY156" fmla="*/ 37122 h 90554"/>
                  <a:gd name="connsiteX157" fmla="*/ 718620 w 722373"/>
                  <a:gd name="connsiteY157" fmla="*/ 62549 h 90554"/>
                  <a:gd name="connsiteX158" fmla="*/ 718741 w 722373"/>
                  <a:gd name="connsiteY158" fmla="*/ 64348 h 90554"/>
                  <a:gd name="connsiteX159" fmla="*/ 722374 w 722373"/>
                  <a:gd name="connsiteY159" fmla="*/ 64888 h 90554"/>
                  <a:gd name="connsiteX160" fmla="*/ 722374 w 722373"/>
                  <a:gd name="connsiteY160" fmla="*/ 70585 h 90554"/>
                  <a:gd name="connsiteX161" fmla="*/ 710569 w 722373"/>
                  <a:gd name="connsiteY161" fmla="*/ 70585 h 90554"/>
                  <a:gd name="connsiteX162" fmla="*/ 695979 w 722373"/>
                  <a:gd name="connsiteY162" fmla="*/ 64228 h 90554"/>
                  <a:gd name="connsiteX163" fmla="*/ 704213 w 722373"/>
                  <a:gd name="connsiteY163" fmla="*/ 62069 h 90554"/>
                  <a:gd name="connsiteX164" fmla="*/ 709540 w 722373"/>
                  <a:gd name="connsiteY164" fmla="*/ 56972 h 90554"/>
                  <a:gd name="connsiteX165" fmla="*/ 709540 w 722373"/>
                  <a:gd name="connsiteY165" fmla="*/ 48936 h 90554"/>
                  <a:gd name="connsiteX166" fmla="*/ 699914 w 722373"/>
                  <a:gd name="connsiteY166" fmla="*/ 48936 h 90554"/>
                  <a:gd name="connsiteX167" fmla="*/ 691137 w 722373"/>
                  <a:gd name="connsiteY167" fmla="*/ 51454 h 90554"/>
                  <a:gd name="connsiteX168" fmla="*/ 687928 w 722373"/>
                  <a:gd name="connsiteY168" fmla="*/ 57571 h 90554"/>
                  <a:gd name="connsiteX169" fmla="*/ 689926 w 722373"/>
                  <a:gd name="connsiteY169" fmla="*/ 62489 h 90554"/>
                  <a:gd name="connsiteX170" fmla="*/ 695979 w 722373"/>
                  <a:gd name="connsiteY170" fmla="*/ 64228 h 90554"/>
                  <a:gd name="connsiteX171" fmla="*/ 695979 w 722373"/>
                  <a:gd name="connsiteY171" fmla="*/ 64228 h 90554"/>
                  <a:gd name="connsiteX172" fmla="*/ 84932 w 722373"/>
                  <a:gd name="connsiteY172" fmla="*/ 71664 h 90554"/>
                  <a:gd name="connsiteX173" fmla="*/ 68527 w 722373"/>
                  <a:gd name="connsiteY173" fmla="*/ 64828 h 90554"/>
                  <a:gd name="connsiteX174" fmla="*/ 62413 w 722373"/>
                  <a:gd name="connsiteY174" fmla="*/ 47137 h 90554"/>
                  <a:gd name="connsiteX175" fmla="*/ 62413 w 722373"/>
                  <a:gd name="connsiteY175" fmla="*/ 45158 h 90554"/>
                  <a:gd name="connsiteX176" fmla="*/ 68708 w 722373"/>
                  <a:gd name="connsiteY176" fmla="*/ 27706 h 90554"/>
                  <a:gd name="connsiteX177" fmla="*/ 83600 w 722373"/>
                  <a:gd name="connsiteY177" fmla="*/ 20750 h 90554"/>
                  <a:gd name="connsiteX178" fmla="*/ 98734 w 722373"/>
                  <a:gd name="connsiteY178" fmla="*/ 26747 h 90554"/>
                  <a:gd name="connsiteX179" fmla="*/ 103880 w 722373"/>
                  <a:gd name="connsiteY179" fmla="*/ 42699 h 90554"/>
                  <a:gd name="connsiteX180" fmla="*/ 103880 w 722373"/>
                  <a:gd name="connsiteY180" fmla="*/ 48276 h 90554"/>
                  <a:gd name="connsiteX181" fmla="*/ 71735 w 722373"/>
                  <a:gd name="connsiteY181" fmla="*/ 48276 h 90554"/>
                  <a:gd name="connsiteX182" fmla="*/ 71614 w 722373"/>
                  <a:gd name="connsiteY182" fmla="*/ 48516 h 90554"/>
                  <a:gd name="connsiteX183" fmla="*/ 75246 w 722373"/>
                  <a:gd name="connsiteY183" fmla="*/ 60150 h 90554"/>
                  <a:gd name="connsiteX184" fmla="*/ 84992 w 722373"/>
                  <a:gd name="connsiteY184" fmla="*/ 64708 h 90554"/>
                  <a:gd name="connsiteX185" fmla="*/ 93043 w 722373"/>
                  <a:gd name="connsiteY185" fmla="*/ 63388 h 90554"/>
                  <a:gd name="connsiteX186" fmla="*/ 98976 w 722373"/>
                  <a:gd name="connsiteY186" fmla="*/ 59850 h 90554"/>
                  <a:gd name="connsiteX187" fmla="*/ 102487 w 722373"/>
                  <a:gd name="connsiteY187" fmla="*/ 65667 h 90554"/>
                  <a:gd name="connsiteX188" fmla="*/ 95465 w 722373"/>
                  <a:gd name="connsiteY188" fmla="*/ 69985 h 90554"/>
                  <a:gd name="connsiteX189" fmla="*/ 84992 w 722373"/>
                  <a:gd name="connsiteY189" fmla="*/ 71724 h 90554"/>
                  <a:gd name="connsiteX190" fmla="*/ 84992 w 722373"/>
                  <a:gd name="connsiteY190" fmla="*/ 71724 h 90554"/>
                  <a:gd name="connsiteX191" fmla="*/ 83600 w 722373"/>
                  <a:gd name="connsiteY191" fmla="*/ 27826 h 90554"/>
                  <a:gd name="connsiteX192" fmla="*/ 75851 w 722373"/>
                  <a:gd name="connsiteY192" fmla="*/ 31604 h 90554"/>
                  <a:gd name="connsiteX193" fmla="*/ 71917 w 722373"/>
                  <a:gd name="connsiteY193" fmla="*/ 41080 h 90554"/>
                  <a:gd name="connsiteX194" fmla="*/ 72038 w 722373"/>
                  <a:gd name="connsiteY194" fmla="*/ 41319 h 90554"/>
                  <a:gd name="connsiteX195" fmla="*/ 94860 w 722373"/>
                  <a:gd name="connsiteY195" fmla="*/ 41319 h 90554"/>
                  <a:gd name="connsiteX196" fmla="*/ 94860 w 722373"/>
                  <a:gd name="connsiteY196" fmla="*/ 40120 h 90554"/>
                  <a:gd name="connsiteX197" fmla="*/ 92015 w 722373"/>
                  <a:gd name="connsiteY197" fmla="*/ 31304 h 90554"/>
                  <a:gd name="connsiteX198" fmla="*/ 83600 w 722373"/>
                  <a:gd name="connsiteY198" fmla="*/ 27766 h 90554"/>
                  <a:gd name="connsiteX199" fmla="*/ 83600 w 722373"/>
                  <a:gd name="connsiteY199" fmla="*/ 27766 h 90554"/>
                  <a:gd name="connsiteX200" fmla="*/ 111386 w 722373"/>
                  <a:gd name="connsiteY200" fmla="*/ 65008 h 90554"/>
                  <a:gd name="connsiteX201" fmla="*/ 118832 w 722373"/>
                  <a:gd name="connsiteY201" fmla="*/ 63748 h 90554"/>
                  <a:gd name="connsiteX202" fmla="*/ 118832 w 722373"/>
                  <a:gd name="connsiteY202" fmla="*/ 28726 h 90554"/>
                  <a:gd name="connsiteX203" fmla="*/ 111386 w 722373"/>
                  <a:gd name="connsiteY203" fmla="*/ 27466 h 90554"/>
                  <a:gd name="connsiteX204" fmla="*/ 111386 w 722373"/>
                  <a:gd name="connsiteY204" fmla="*/ 21709 h 90554"/>
                  <a:gd name="connsiteX205" fmla="*/ 126883 w 722373"/>
                  <a:gd name="connsiteY205" fmla="*/ 21709 h 90554"/>
                  <a:gd name="connsiteX206" fmla="*/ 127549 w 722373"/>
                  <a:gd name="connsiteY206" fmla="*/ 29026 h 90554"/>
                  <a:gd name="connsiteX207" fmla="*/ 133784 w 722373"/>
                  <a:gd name="connsiteY207" fmla="*/ 22969 h 90554"/>
                  <a:gd name="connsiteX208" fmla="*/ 142259 w 722373"/>
                  <a:gd name="connsiteY208" fmla="*/ 20810 h 90554"/>
                  <a:gd name="connsiteX209" fmla="*/ 154669 w 722373"/>
                  <a:gd name="connsiteY209" fmla="*/ 25487 h 90554"/>
                  <a:gd name="connsiteX210" fmla="*/ 159088 w 722373"/>
                  <a:gd name="connsiteY210" fmla="*/ 39820 h 90554"/>
                  <a:gd name="connsiteX211" fmla="*/ 159088 w 722373"/>
                  <a:gd name="connsiteY211" fmla="*/ 63808 h 90554"/>
                  <a:gd name="connsiteX212" fmla="*/ 166534 w 722373"/>
                  <a:gd name="connsiteY212" fmla="*/ 65068 h 90554"/>
                  <a:gd name="connsiteX213" fmla="*/ 166534 w 722373"/>
                  <a:gd name="connsiteY213" fmla="*/ 70765 h 90554"/>
                  <a:gd name="connsiteX214" fmla="*/ 142623 w 722373"/>
                  <a:gd name="connsiteY214" fmla="*/ 70765 h 90554"/>
                  <a:gd name="connsiteX215" fmla="*/ 142623 w 722373"/>
                  <a:gd name="connsiteY215" fmla="*/ 65068 h 90554"/>
                  <a:gd name="connsiteX216" fmla="*/ 150068 w 722373"/>
                  <a:gd name="connsiteY216" fmla="*/ 63808 h 90554"/>
                  <a:gd name="connsiteX217" fmla="*/ 150068 w 722373"/>
                  <a:gd name="connsiteY217" fmla="*/ 40000 h 90554"/>
                  <a:gd name="connsiteX218" fmla="*/ 147465 w 722373"/>
                  <a:gd name="connsiteY218" fmla="*/ 30825 h 90554"/>
                  <a:gd name="connsiteX219" fmla="*/ 139596 w 722373"/>
                  <a:gd name="connsiteY219" fmla="*/ 28126 h 90554"/>
                  <a:gd name="connsiteX220" fmla="*/ 132695 w 722373"/>
                  <a:gd name="connsiteY220" fmla="*/ 29985 h 90554"/>
                  <a:gd name="connsiteX221" fmla="*/ 127912 w 722373"/>
                  <a:gd name="connsiteY221" fmla="*/ 35083 h 90554"/>
                  <a:gd name="connsiteX222" fmla="*/ 127912 w 722373"/>
                  <a:gd name="connsiteY222" fmla="*/ 63868 h 90554"/>
                  <a:gd name="connsiteX223" fmla="*/ 135358 w 722373"/>
                  <a:gd name="connsiteY223" fmla="*/ 65128 h 90554"/>
                  <a:gd name="connsiteX224" fmla="*/ 135358 w 722373"/>
                  <a:gd name="connsiteY224" fmla="*/ 70825 h 90554"/>
                  <a:gd name="connsiteX225" fmla="*/ 111447 w 722373"/>
                  <a:gd name="connsiteY225" fmla="*/ 70825 h 90554"/>
                  <a:gd name="connsiteX226" fmla="*/ 111447 w 722373"/>
                  <a:gd name="connsiteY226" fmla="*/ 65128 h 90554"/>
                  <a:gd name="connsiteX227" fmla="*/ 111447 w 722373"/>
                  <a:gd name="connsiteY227" fmla="*/ 65128 h 90554"/>
                  <a:gd name="connsiteX228" fmla="*/ 172588 w 722373"/>
                  <a:gd name="connsiteY228" fmla="*/ 47137 h 90554"/>
                  <a:gd name="connsiteX229" fmla="*/ 177793 w 722373"/>
                  <a:gd name="connsiteY229" fmla="*/ 28066 h 90554"/>
                  <a:gd name="connsiteX230" fmla="*/ 192201 w 722373"/>
                  <a:gd name="connsiteY230" fmla="*/ 20810 h 90554"/>
                  <a:gd name="connsiteX231" fmla="*/ 200373 w 722373"/>
                  <a:gd name="connsiteY231" fmla="*/ 22609 h 90554"/>
                  <a:gd name="connsiteX232" fmla="*/ 206246 w 722373"/>
                  <a:gd name="connsiteY232" fmla="*/ 27886 h 90554"/>
                  <a:gd name="connsiteX233" fmla="*/ 207093 w 722373"/>
                  <a:gd name="connsiteY233" fmla="*/ 21709 h 90554"/>
                  <a:gd name="connsiteX234" fmla="*/ 214720 w 722373"/>
                  <a:gd name="connsiteY234" fmla="*/ 21709 h 90554"/>
                  <a:gd name="connsiteX235" fmla="*/ 214720 w 722373"/>
                  <a:gd name="connsiteY235" fmla="*/ 70105 h 90554"/>
                  <a:gd name="connsiteX236" fmla="*/ 209333 w 722373"/>
                  <a:gd name="connsiteY236" fmla="*/ 85098 h 90554"/>
                  <a:gd name="connsiteX237" fmla="*/ 194078 w 722373"/>
                  <a:gd name="connsiteY237" fmla="*/ 90555 h 90554"/>
                  <a:gd name="connsiteX238" fmla="*/ 186329 w 722373"/>
                  <a:gd name="connsiteY238" fmla="*/ 89595 h 90554"/>
                  <a:gd name="connsiteX239" fmla="*/ 179005 w 722373"/>
                  <a:gd name="connsiteY239" fmla="*/ 86957 h 90554"/>
                  <a:gd name="connsiteX240" fmla="*/ 181366 w 722373"/>
                  <a:gd name="connsiteY240" fmla="*/ 80000 h 90554"/>
                  <a:gd name="connsiteX241" fmla="*/ 187298 w 722373"/>
                  <a:gd name="connsiteY241" fmla="*/ 82159 h 90554"/>
                  <a:gd name="connsiteX242" fmla="*/ 193957 w 722373"/>
                  <a:gd name="connsiteY242" fmla="*/ 82999 h 90554"/>
                  <a:gd name="connsiteX243" fmla="*/ 202795 w 722373"/>
                  <a:gd name="connsiteY243" fmla="*/ 79640 h 90554"/>
                  <a:gd name="connsiteX244" fmla="*/ 205640 w 722373"/>
                  <a:gd name="connsiteY244" fmla="*/ 70105 h 90554"/>
                  <a:gd name="connsiteX245" fmla="*/ 205640 w 722373"/>
                  <a:gd name="connsiteY245" fmla="*/ 65427 h 90554"/>
                  <a:gd name="connsiteX246" fmla="*/ 199829 w 722373"/>
                  <a:gd name="connsiteY246" fmla="*/ 70105 h 90554"/>
                  <a:gd name="connsiteX247" fmla="*/ 192080 w 722373"/>
                  <a:gd name="connsiteY247" fmla="*/ 71664 h 90554"/>
                  <a:gd name="connsiteX248" fmla="*/ 177733 w 722373"/>
                  <a:gd name="connsiteY248" fmla="*/ 65128 h 90554"/>
                  <a:gd name="connsiteX249" fmla="*/ 172527 w 722373"/>
                  <a:gd name="connsiteY249" fmla="*/ 48036 h 90554"/>
                  <a:gd name="connsiteX250" fmla="*/ 172527 w 722373"/>
                  <a:gd name="connsiteY250" fmla="*/ 47077 h 90554"/>
                  <a:gd name="connsiteX251" fmla="*/ 172527 w 722373"/>
                  <a:gd name="connsiteY251" fmla="*/ 47077 h 90554"/>
                  <a:gd name="connsiteX252" fmla="*/ 181607 w 722373"/>
                  <a:gd name="connsiteY252" fmla="*/ 48036 h 90554"/>
                  <a:gd name="connsiteX253" fmla="*/ 184755 w 722373"/>
                  <a:gd name="connsiteY253" fmla="*/ 59910 h 90554"/>
                  <a:gd name="connsiteX254" fmla="*/ 194380 w 722373"/>
                  <a:gd name="connsiteY254" fmla="*/ 64408 h 90554"/>
                  <a:gd name="connsiteX255" fmla="*/ 201221 w 722373"/>
                  <a:gd name="connsiteY255" fmla="*/ 62549 h 90554"/>
                  <a:gd name="connsiteX256" fmla="*/ 205761 w 722373"/>
                  <a:gd name="connsiteY256" fmla="*/ 57391 h 90554"/>
                  <a:gd name="connsiteX257" fmla="*/ 205761 w 722373"/>
                  <a:gd name="connsiteY257" fmla="*/ 34843 h 90554"/>
                  <a:gd name="connsiteX258" fmla="*/ 201221 w 722373"/>
                  <a:gd name="connsiteY258" fmla="*/ 29865 h 90554"/>
                  <a:gd name="connsiteX259" fmla="*/ 194501 w 722373"/>
                  <a:gd name="connsiteY259" fmla="*/ 28006 h 90554"/>
                  <a:gd name="connsiteX260" fmla="*/ 184876 w 722373"/>
                  <a:gd name="connsiteY260" fmla="*/ 33343 h 90554"/>
                  <a:gd name="connsiteX261" fmla="*/ 181668 w 722373"/>
                  <a:gd name="connsiteY261" fmla="*/ 47077 h 90554"/>
                  <a:gd name="connsiteX262" fmla="*/ 181668 w 722373"/>
                  <a:gd name="connsiteY262" fmla="*/ 48036 h 90554"/>
                  <a:gd name="connsiteX263" fmla="*/ 181668 w 722373"/>
                  <a:gd name="connsiteY263" fmla="*/ 48036 h 90554"/>
                  <a:gd name="connsiteX264" fmla="*/ 257882 w 722373"/>
                  <a:gd name="connsiteY264" fmla="*/ 70705 h 90554"/>
                  <a:gd name="connsiteX265" fmla="*/ 257216 w 722373"/>
                  <a:gd name="connsiteY265" fmla="*/ 67107 h 90554"/>
                  <a:gd name="connsiteX266" fmla="*/ 256914 w 722373"/>
                  <a:gd name="connsiteY266" fmla="*/ 63928 h 90554"/>
                  <a:gd name="connsiteX267" fmla="*/ 250376 w 722373"/>
                  <a:gd name="connsiteY267" fmla="*/ 69445 h 90554"/>
                  <a:gd name="connsiteX268" fmla="*/ 242022 w 722373"/>
                  <a:gd name="connsiteY268" fmla="*/ 71664 h 90554"/>
                  <a:gd name="connsiteX269" fmla="*/ 230278 w 722373"/>
                  <a:gd name="connsiteY269" fmla="*/ 67946 h 90554"/>
                  <a:gd name="connsiteX270" fmla="*/ 226222 w 722373"/>
                  <a:gd name="connsiteY270" fmla="*/ 57391 h 90554"/>
                  <a:gd name="connsiteX271" fmla="*/ 231913 w 722373"/>
                  <a:gd name="connsiteY271" fmla="*/ 46657 h 90554"/>
                  <a:gd name="connsiteX272" fmla="*/ 247531 w 722373"/>
                  <a:gd name="connsiteY272" fmla="*/ 42879 h 90554"/>
                  <a:gd name="connsiteX273" fmla="*/ 256793 w 722373"/>
                  <a:gd name="connsiteY273" fmla="*/ 42879 h 90554"/>
                  <a:gd name="connsiteX274" fmla="*/ 256793 w 722373"/>
                  <a:gd name="connsiteY274" fmla="*/ 37182 h 90554"/>
                  <a:gd name="connsiteX275" fmla="*/ 254068 w 722373"/>
                  <a:gd name="connsiteY275" fmla="*/ 30345 h 90554"/>
                  <a:gd name="connsiteX276" fmla="*/ 246442 w 722373"/>
                  <a:gd name="connsiteY276" fmla="*/ 27826 h 90554"/>
                  <a:gd name="connsiteX277" fmla="*/ 240448 w 722373"/>
                  <a:gd name="connsiteY277" fmla="*/ 28666 h 90554"/>
                  <a:gd name="connsiteX278" fmla="*/ 236271 w 722373"/>
                  <a:gd name="connsiteY278" fmla="*/ 31005 h 90554"/>
                  <a:gd name="connsiteX279" fmla="*/ 235302 w 722373"/>
                  <a:gd name="connsiteY279" fmla="*/ 36162 h 90554"/>
                  <a:gd name="connsiteX280" fmla="*/ 228341 w 722373"/>
                  <a:gd name="connsiteY280" fmla="*/ 36162 h 90554"/>
                  <a:gd name="connsiteX281" fmla="*/ 228341 w 722373"/>
                  <a:gd name="connsiteY281" fmla="*/ 26627 h 90554"/>
                  <a:gd name="connsiteX282" fmla="*/ 236514 w 722373"/>
                  <a:gd name="connsiteY282" fmla="*/ 22309 h 90554"/>
                  <a:gd name="connsiteX283" fmla="*/ 246926 w 722373"/>
                  <a:gd name="connsiteY283" fmla="*/ 20690 h 90554"/>
                  <a:gd name="connsiteX284" fmla="*/ 260546 w 722373"/>
                  <a:gd name="connsiteY284" fmla="*/ 24948 h 90554"/>
                  <a:gd name="connsiteX285" fmla="*/ 265752 w 722373"/>
                  <a:gd name="connsiteY285" fmla="*/ 37122 h 90554"/>
                  <a:gd name="connsiteX286" fmla="*/ 265752 w 722373"/>
                  <a:gd name="connsiteY286" fmla="*/ 60750 h 90554"/>
                  <a:gd name="connsiteX287" fmla="*/ 265752 w 722373"/>
                  <a:gd name="connsiteY287" fmla="*/ 62609 h 90554"/>
                  <a:gd name="connsiteX288" fmla="*/ 265873 w 722373"/>
                  <a:gd name="connsiteY288" fmla="*/ 64408 h 90554"/>
                  <a:gd name="connsiteX289" fmla="*/ 269505 w 722373"/>
                  <a:gd name="connsiteY289" fmla="*/ 64948 h 90554"/>
                  <a:gd name="connsiteX290" fmla="*/ 269505 w 722373"/>
                  <a:gd name="connsiteY290" fmla="*/ 70645 h 90554"/>
                  <a:gd name="connsiteX291" fmla="*/ 257701 w 722373"/>
                  <a:gd name="connsiteY291" fmla="*/ 70645 h 90554"/>
                  <a:gd name="connsiteX292" fmla="*/ 243415 w 722373"/>
                  <a:gd name="connsiteY292" fmla="*/ 64228 h 90554"/>
                  <a:gd name="connsiteX293" fmla="*/ 251587 w 722373"/>
                  <a:gd name="connsiteY293" fmla="*/ 62069 h 90554"/>
                  <a:gd name="connsiteX294" fmla="*/ 256914 w 722373"/>
                  <a:gd name="connsiteY294" fmla="*/ 56972 h 90554"/>
                  <a:gd name="connsiteX295" fmla="*/ 256914 w 722373"/>
                  <a:gd name="connsiteY295" fmla="*/ 48936 h 90554"/>
                  <a:gd name="connsiteX296" fmla="*/ 247288 w 722373"/>
                  <a:gd name="connsiteY296" fmla="*/ 48936 h 90554"/>
                  <a:gd name="connsiteX297" fmla="*/ 238511 w 722373"/>
                  <a:gd name="connsiteY297" fmla="*/ 51454 h 90554"/>
                  <a:gd name="connsiteX298" fmla="*/ 235302 w 722373"/>
                  <a:gd name="connsiteY298" fmla="*/ 57571 h 90554"/>
                  <a:gd name="connsiteX299" fmla="*/ 237301 w 722373"/>
                  <a:gd name="connsiteY299" fmla="*/ 62489 h 90554"/>
                  <a:gd name="connsiteX300" fmla="*/ 243354 w 722373"/>
                  <a:gd name="connsiteY300" fmla="*/ 64228 h 90554"/>
                  <a:gd name="connsiteX301" fmla="*/ 243354 w 722373"/>
                  <a:gd name="connsiteY301" fmla="*/ 64228 h 90554"/>
                  <a:gd name="connsiteX302" fmla="*/ 275982 w 722373"/>
                  <a:gd name="connsiteY302" fmla="*/ 5757 h 90554"/>
                  <a:gd name="connsiteX303" fmla="*/ 275982 w 722373"/>
                  <a:gd name="connsiteY303" fmla="*/ 0 h 90554"/>
                  <a:gd name="connsiteX304" fmla="*/ 292449 w 722373"/>
                  <a:gd name="connsiteY304" fmla="*/ 0 h 90554"/>
                  <a:gd name="connsiteX305" fmla="*/ 292449 w 722373"/>
                  <a:gd name="connsiteY305" fmla="*/ 63748 h 90554"/>
                  <a:gd name="connsiteX306" fmla="*/ 299894 w 722373"/>
                  <a:gd name="connsiteY306" fmla="*/ 65008 h 90554"/>
                  <a:gd name="connsiteX307" fmla="*/ 299894 w 722373"/>
                  <a:gd name="connsiteY307" fmla="*/ 70705 h 90554"/>
                  <a:gd name="connsiteX308" fmla="*/ 275982 w 722373"/>
                  <a:gd name="connsiteY308" fmla="*/ 70705 h 90554"/>
                  <a:gd name="connsiteX309" fmla="*/ 275982 w 722373"/>
                  <a:gd name="connsiteY309" fmla="*/ 65008 h 90554"/>
                  <a:gd name="connsiteX310" fmla="*/ 283429 w 722373"/>
                  <a:gd name="connsiteY310" fmla="*/ 63748 h 90554"/>
                  <a:gd name="connsiteX311" fmla="*/ 283429 w 722373"/>
                  <a:gd name="connsiteY311" fmla="*/ 7076 h 90554"/>
                  <a:gd name="connsiteX312" fmla="*/ 275982 w 722373"/>
                  <a:gd name="connsiteY312" fmla="*/ 5817 h 90554"/>
                  <a:gd name="connsiteX313" fmla="*/ 275982 w 722373"/>
                  <a:gd name="connsiteY313" fmla="*/ 5817 h 90554"/>
                  <a:gd name="connsiteX314" fmla="*/ 342088 w 722373"/>
                  <a:gd name="connsiteY314" fmla="*/ 63448 h 90554"/>
                  <a:gd name="connsiteX315" fmla="*/ 336095 w 722373"/>
                  <a:gd name="connsiteY315" fmla="*/ 69505 h 90554"/>
                  <a:gd name="connsiteX316" fmla="*/ 327619 w 722373"/>
                  <a:gd name="connsiteY316" fmla="*/ 71664 h 90554"/>
                  <a:gd name="connsiteX317" fmla="*/ 315028 w 722373"/>
                  <a:gd name="connsiteY317" fmla="*/ 66507 h 90554"/>
                  <a:gd name="connsiteX318" fmla="*/ 310488 w 722373"/>
                  <a:gd name="connsiteY318" fmla="*/ 50555 h 90554"/>
                  <a:gd name="connsiteX319" fmla="*/ 310488 w 722373"/>
                  <a:gd name="connsiteY319" fmla="*/ 28666 h 90554"/>
                  <a:gd name="connsiteX320" fmla="*/ 304797 w 722373"/>
                  <a:gd name="connsiteY320" fmla="*/ 27406 h 90554"/>
                  <a:gd name="connsiteX321" fmla="*/ 304797 w 722373"/>
                  <a:gd name="connsiteY321" fmla="*/ 21649 h 90554"/>
                  <a:gd name="connsiteX322" fmla="*/ 319508 w 722373"/>
                  <a:gd name="connsiteY322" fmla="*/ 21649 h 90554"/>
                  <a:gd name="connsiteX323" fmla="*/ 319508 w 722373"/>
                  <a:gd name="connsiteY323" fmla="*/ 50675 h 90554"/>
                  <a:gd name="connsiteX324" fmla="*/ 321808 w 722373"/>
                  <a:gd name="connsiteY324" fmla="*/ 61469 h 90554"/>
                  <a:gd name="connsiteX325" fmla="*/ 329072 w 722373"/>
                  <a:gd name="connsiteY325" fmla="*/ 64408 h 90554"/>
                  <a:gd name="connsiteX326" fmla="*/ 337003 w 722373"/>
                  <a:gd name="connsiteY326" fmla="*/ 62489 h 90554"/>
                  <a:gd name="connsiteX327" fmla="*/ 341725 w 722373"/>
                  <a:gd name="connsiteY327" fmla="*/ 57032 h 90554"/>
                  <a:gd name="connsiteX328" fmla="*/ 341725 w 722373"/>
                  <a:gd name="connsiteY328" fmla="*/ 28726 h 90554"/>
                  <a:gd name="connsiteX329" fmla="*/ 335065 w 722373"/>
                  <a:gd name="connsiteY329" fmla="*/ 27466 h 90554"/>
                  <a:gd name="connsiteX330" fmla="*/ 335065 w 722373"/>
                  <a:gd name="connsiteY330" fmla="*/ 21709 h 90554"/>
                  <a:gd name="connsiteX331" fmla="*/ 350684 w 722373"/>
                  <a:gd name="connsiteY331" fmla="*/ 21709 h 90554"/>
                  <a:gd name="connsiteX332" fmla="*/ 350684 w 722373"/>
                  <a:gd name="connsiteY332" fmla="*/ 63748 h 90554"/>
                  <a:gd name="connsiteX333" fmla="*/ 356374 w 722373"/>
                  <a:gd name="connsiteY333" fmla="*/ 65008 h 90554"/>
                  <a:gd name="connsiteX334" fmla="*/ 356374 w 722373"/>
                  <a:gd name="connsiteY334" fmla="*/ 70705 h 90554"/>
                  <a:gd name="connsiteX335" fmla="*/ 342632 w 722373"/>
                  <a:gd name="connsiteY335" fmla="*/ 70705 h 90554"/>
                  <a:gd name="connsiteX336" fmla="*/ 342027 w 722373"/>
                  <a:gd name="connsiteY336" fmla="*/ 63448 h 90554"/>
                  <a:gd name="connsiteX337" fmla="*/ 342027 w 722373"/>
                  <a:gd name="connsiteY337" fmla="*/ 63448 h 90554"/>
                  <a:gd name="connsiteX338" fmla="*/ 363639 w 722373"/>
                  <a:gd name="connsiteY338" fmla="*/ 27466 h 90554"/>
                  <a:gd name="connsiteX339" fmla="*/ 363639 w 722373"/>
                  <a:gd name="connsiteY339" fmla="*/ 21709 h 90554"/>
                  <a:gd name="connsiteX340" fmla="*/ 379135 w 722373"/>
                  <a:gd name="connsiteY340" fmla="*/ 21709 h 90554"/>
                  <a:gd name="connsiteX341" fmla="*/ 379983 w 722373"/>
                  <a:gd name="connsiteY341" fmla="*/ 28846 h 90554"/>
                  <a:gd name="connsiteX342" fmla="*/ 385189 w 722373"/>
                  <a:gd name="connsiteY342" fmla="*/ 22969 h 90554"/>
                  <a:gd name="connsiteX343" fmla="*/ 392272 w 722373"/>
                  <a:gd name="connsiteY343" fmla="*/ 20810 h 90554"/>
                  <a:gd name="connsiteX344" fmla="*/ 394451 w 722373"/>
                  <a:gd name="connsiteY344" fmla="*/ 20990 h 90554"/>
                  <a:gd name="connsiteX345" fmla="*/ 396146 w 722373"/>
                  <a:gd name="connsiteY345" fmla="*/ 21349 h 90554"/>
                  <a:gd name="connsiteX346" fmla="*/ 394935 w 722373"/>
                  <a:gd name="connsiteY346" fmla="*/ 29625 h 90554"/>
                  <a:gd name="connsiteX347" fmla="*/ 389850 w 722373"/>
                  <a:gd name="connsiteY347" fmla="*/ 29325 h 90554"/>
                  <a:gd name="connsiteX348" fmla="*/ 383857 w 722373"/>
                  <a:gd name="connsiteY348" fmla="*/ 31005 h 90554"/>
                  <a:gd name="connsiteX349" fmla="*/ 380104 w 722373"/>
                  <a:gd name="connsiteY349" fmla="*/ 35682 h 90554"/>
                  <a:gd name="connsiteX350" fmla="*/ 380104 w 722373"/>
                  <a:gd name="connsiteY350" fmla="*/ 63808 h 90554"/>
                  <a:gd name="connsiteX351" fmla="*/ 387550 w 722373"/>
                  <a:gd name="connsiteY351" fmla="*/ 65068 h 90554"/>
                  <a:gd name="connsiteX352" fmla="*/ 387550 w 722373"/>
                  <a:gd name="connsiteY352" fmla="*/ 70765 h 90554"/>
                  <a:gd name="connsiteX353" fmla="*/ 363639 w 722373"/>
                  <a:gd name="connsiteY353" fmla="*/ 70765 h 90554"/>
                  <a:gd name="connsiteX354" fmla="*/ 363639 w 722373"/>
                  <a:gd name="connsiteY354" fmla="*/ 65068 h 90554"/>
                  <a:gd name="connsiteX355" fmla="*/ 371084 w 722373"/>
                  <a:gd name="connsiteY355" fmla="*/ 63808 h 90554"/>
                  <a:gd name="connsiteX356" fmla="*/ 371084 w 722373"/>
                  <a:gd name="connsiteY356" fmla="*/ 28786 h 90554"/>
                  <a:gd name="connsiteX357" fmla="*/ 363639 w 722373"/>
                  <a:gd name="connsiteY357" fmla="*/ 27526 h 90554"/>
                  <a:gd name="connsiteX358" fmla="*/ 363639 w 722373"/>
                  <a:gd name="connsiteY358" fmla="*/ 27526 h 90554"/>
                  <a:gd name="connsiteX359" fmla="*/ 437795 w 722373"/>
                  <a:gd name="connsiteY359" fmla="*/ 63448 h 90554"/>
                  <a:gd name="connsiteX360" fmla="*/ 431741 w 722373"/>
                  <a:gd name="connsiteY360" fmla="*/ 69505 h 90554"/>
                  <a:gd name="connsiteX361" fmla="*/ 423266 w 722373"/>
                  <a:gd name="connsiteY361" fmla="*/ 71664 h 90554"/>
                  <a:gd name="connsiteX362" fmla="*/ 410674 w 722373"/>
                  <a:gd name="connsiteY362" fmla="*/ 66507 h 90554"/>
                  <a:gd name="connsiteX363" fmla="*/ 406134 w 722373"/>
                  <a:gd name="connsiteY363" fmla="*/ 50555 h 90554"/>
                  <a:gd name="connsiteX364" fmla="*/ 406134 w 722373"/>
                  <a:gd name="connsiteY364" fmla="*/ 28666 h 90554"/>
                  <a:gd name="connsiteX365" fmla="*/ 400444 w 722373"/>
                  <a:gd name="connsiteY365" fmla="*/ 27406 h 90554"/>
                  <a:gd name="connsiteX366" fmla="*/ 400444 w 722373"/>
                  <a:gd name="connsiteY366" fmla="*/ 21649 h 90554"/>
                  <a:gd name="connsiteX367" fmla="*/ 415155 w 722373"/>
                  <a:gd name="connsiteY367" fmla="*/ 21649 h 90554"/>
                  <a:gd name="connsiteX368" fmla="*/ 415155 w 722373"/>
                  <a:gd name="connsiteY368" fmla="*/ 50675 h 90554"/>
                  <a:gd name="connsiteX369" fmla="*/ 417455 w 722373"/>
                  <a:gd name="connsiteY369" fmla="*/ 61469 h 90554"/>
                  <a:gd name="connsiteX370" fmla="*/ 424719 w 722373"/>
                  <a:gd name="connsiteY370" fmla="*/ 64408 h 90554"/>
                  <a:gd name="connsiteX371" fmla="*/ 432649 w 722373"/>
                  <a:gd name="connsiteY371" fmla="*/ 62489 h 90554"/>
                  <a:gd name="connsiteX372" fmla="*/ 437371 w 722373"/>
                  <a:gd name="connsiteY372" fmla="*/ 57032 h 90554"/>
                  <a:gd name="connsiteX373" fmla="*/ 437371 w 722373"/>
                  <a:gd name="connsiteY373" fmla="*/ 28726 h 90554"/>
                  <a:gd name="connsiteX374" fmla="*/ 430712 w 722373"/>
                  <a:gd name="connsiteY374" fmla="*/ 27466 h 90554"/>
                  <a:gd name="connsiteX375" fmla="*/ 430712 w 722373"/>
                  <a:gd name="connsiteY375" fmla="*/ 21709 h 90554"/>
                  <a:gd name="connsiteX376" fmla="*/ 446330 w 722373"/>
                  <a:gd name="connsiteY376" fmla="*/ 21709 h 90554"/>
                  <a:gd name="connsiteX377" fmla="*/ 446330 w 722373"/>
                  <a:gd name="connsiteY377" fmla="*/ 63748 h 90554"/>
                  <a:gd name="connsiteX378" fmla="*/ 452021 w 722373"/>
                  <a:gd name="connsiteY378" fmla="*/ 65008 h 90554"/>
                  <a:gd name="connsiteX379" fmla="*/ 452021 w 722373"/>
                  <a:gd name="connsiteY379" fmla="*/ 70705 h 90554"/>
                  <a:gd name="connsiteX380" fmla="*/ 438279 w 722373"/>
                  <a:gd name="connsiteY380" fmla="*/ 70705 h 90554"/>
                  <a:gd name="connsiteX381" fmla="*/ 437674 w 722373"/>
                  <a:gd name="connsiteY381" fmla="*/ 63448 h 90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</a:cxnLst>
                <a:rect l="l" t="t" r="r" b="b"/>
                <a:pathLst>
                  <a:path w="722373" h="90554">
                    <a:moveTo>
                      <a:pt x="29179" y="4738"/>
                    </a:moveTo>
                    <a:cubicBezTo>
                      <a:pt x="36140" y="4738"/>
                      <a:pt x="41588" y="6237"/>
                      <a:pt x="45523" y="9175"/>
                    </a:cubicBezTo>
                    <a:cubicBezTo>
                      <a:pt x="49458" y="12174"/>
                      <a:pt x="51395" y="16612"/>
                      <a:pt x="51395" y="22549"/>
                    </a:cubicBezTo>
                    <a:cubicBezTo>
                      <a:pt x="51395" y="25487"/>
                      <a:pt x="50487" y="28126"/>
                      <a:pt x="48610" y="30405"/>
                    </a:cubicBezTo>
                    <a:cubicBezTo>
                      <a:pt x="46733" y="32684"/>
                      <a:pt x="44252" y="34423"/>
                      <a:pt x="41165" y="35562"/>
                    </a:cubicBezTo>
                    <a:cubicBezTo>
                      <a:pt x="45160" y="36402"/>
                      <a:pt x="48307" y="38321"/>
                      <a:pt x="50608" y="41379"/>
                    </a:cubicBezTo>
                    <a:cubicBezTo>
                      <a:pt x="52969" y="44438"/>
                      <a:pt x="54059" y="47976"/>
                      <a:pt x="54059" y="52054"/>
                    </a:cubicBezTo>
                    <a:cubicBezTo>
                      <a:pt x="54059" y="58111"/>
                      <a:pt x="52061" y="62729"/>
                      <a:pt x="48126" y="65907"/>
                    </a:cubicBezTo>
                    <a:cubicBezTo>
                      <a:pt x="44191" y="69086"/>
                      <a:pt x="38804" y="70705"/>
                      <a:pt x="32024" y="70705"/>
                    </a:cubicBezTo>
                    <a:lnTo>
                      <a:pt x="0" y="70705"/>
                    </a:lnTo>
                    <a:lnTo>
                      <a:pt x="0" y="65008"/>
                    </a:lnTo>
                    <a:lnTo>
                      <a:pt x="7446" y="63748"/>
                    </a:lnTo>
                    <a:lnTo>
                      <a:pt x="7446" y="11754"/>
                    </a:lnTo>
                    <a:lnTo>
                      <a:pt x="0" y="10495"/>
                    </a:lnTo>
                    <a:lnTo>
                      <a:pt x="0" y="4738"/>
                    </a:lnTo>
                    <a:lnTo>
                      <a:pt x="29179" y="4738"/>
                    </a:lnTo>
                    <a:close/>
                    <a:moveTo>
                      <a:pt x="16466" y="39760"/>
                    </a:moveTo>
                    <a:lnTo>
                      <a:pt x="16466" y="63748"/>
                    </a:lnTo>
                    <a:lnTo>
                      <a:pt x="32024" y="63748"/>
                    </a:lnTo>
                    <a:cubicBezTo>
                      <a:pt x="36140" y="63748"/>
                      <a:pt x="39348" y="62729"/>
                      <a:pt x="41588" y="60750"/>
                    </a:cubicBezTo>
                    <a:cubicBezTo>
                      <a:pt x="43828" y="58711"/>
                      <a:pt x="44978" y="55892"/>
                      <a:pt x="44978" y="52174"/>
                    </a:cubicBezTo>
                    <a:cubicBezTo>
                      <a:pt x="44978" y="48276"/>
                      <a:pt x="44010" y="45277"/>
                      <a:pt x="42133" y="43059"/>
                    </a:cubicBezTo>
                    <a:cubicBezTo>
                      <a:pt x="40256" y="40840"/>
                      <a:pt x="37290" y="39760"/>
                      <a:pt x="33355" y="39760"/>
                    </a:cubicBezTo>
                    <a:lnTo>
                      <a:pt x="16406" y="39760"/>
                    </a:lnTo>
                    <a:close/>
                    <a:moveTo>
                      <a:pt x="16466" y="32804"/>
                    </a:moveTo>
                    <a:lnTo>
                      <a:pt x="31540" y="32804"/>
                    </a:lnTo>
                    <a:cubicBezTo>
                      <a:pt x="34808" y="32744"/>
                      <a:pt x="37411" y="31724"/>
                      <a:pt x="39348" y="29925"/>
                    </a:cubicBezTo>
                    <a:cubicBezTo>
                      <a:pt x="41346" y="28126"/>
                      <a:pt x="42314" y="25607"/>
                      <a:pt x="42314" y="22429"/>
                    </a:cubicBezTo>
                    <a:cubicBezTo>
                      <a:pt x="42314" y="18891"/>
                      <a:pt x="41165" y="16192"/>
                      <a:pt x="38925" y="14453"/>
                    </a:cubicBezTo>
                    <a:cubicBezTo>
                      <a:pt x="36685" y="12654"/>
                      <a:pt x="33416" y="11814"/>
                      <a:pt x="29118" y="11814"/>
                    </a:cubicBezTo>
                    <a:lnTo>
                      <a:pt x="16406" y="11814"/>
                    </a:lnTo>
                    <a:lnTo>
                      <a:pt x="16406" y="32864"/>
                    </a:lnTo>
                    <a:lnTo>
                      <a:pt x="16406" y="32864"/>
                    </a:lnTo>
                    <a:close/>
                    <a:moveTo>
                      <a:pt x="469637" y="67466"/>
                    </a:moveTo>
                    <a:cubicBezTo>
                      <a:pt x="469637" y="70405"/>
                      <a:pt x="468910" y="73523"/>
                      <a:pt x="467397" y="76762"/>
                    </a:cubicBezTo>
                    <a:cubicBezTo>
                      <a:pt x="465944" y="80000"/>
                      <a:pt x="463886" y="82699"/>
                      <a:pt x="461403" y="84798"/>
                    </a:cubicBezTo>
                    <a:lnTo>
                      <a:pt x="456319" y="81440"/>
                    </a:lnTo>
                    <a:cubicBezTo>
                      <a:pt x="457771" y="79281"/>
                      <a:pt x="458861" y="77062"/>
                      <a:pt x="459588" y="74783"/>
                    </a:cubicBezTo>
                    <a:cubicBezTo>
                      <a:pt x="460314" y="72504"/>
                      <a:pt x="460677" y="70105"/>
                      <a:pt x="460677" y="67586"/>
                    </a:cubicBezTo>
                    <a:lnTo>
                      <a:pt x="460677" y="60690"/>
                    </a:lnTo>
                    <a:lnTo>
                      <a:pt x="469697" y="60690"/>
                    </a:lnTo>
                    <a:lnTo>
                      <a:pt x="469697" y="67466"/>
                    </a:lnTo>
                    <a:lnTo>
                      <a:pt x="469697" y="67466"/>
                    </a:lnTo>
                    <a:close/>
                    <a:moveTo>
                      <a:pt x="500207" y="10495"/>
                    </a:moveTo>
                    <a:lnTo>
                      <a:pt x="500207" y="4738"/>
                    </a:lnTo>
                    <a:lnTo>
                      <a:pt x="524119" y="4738"/>
                    </a:lnTo>
                    <a:lnTo>
                      <a:pt x="524119" y="10495"/>
                    </a:lnTo>
                    <a:lnTo>
                      <a:pt x="516673" y="11754"/>
                    </a:lnTo>
                    <a:lnTo>
                      <a:pt x="516673" y="63748"/>
                    </a:lnTo>
                    <a:lnTo>
                      <a:pt x="524119" y="65008"/>
                    </a:lnTo>
                    <a:lnTo>
                      <a:pt x="524119" y="70705"/>
                    </a:lnTo>
                    <a:lnTo>
                      <a:pt x="500207" y="70705"/>
                    </a:lnTo>
                    <a:lnTo>
                      <a:pt x="500207" y="65008"/>
                    </a:lnTo>
                    <a:lnTo>
                      <a:pt x="507713" y="63748"/>
                    </a:lnTo>
                    <a:lnTo>
                      <a:pt x="507713" y="11754"/>
                    </a:lnTo>
                    <a:lnTo>
                      <a:pt x="500207" y="10495"/>
                    </a:lnTo>
                    <a:lnTo>
                      <a:pt x="500207" y="10495"/>
                    </a:lnTo>
                    <a:close/>
                    <a:moveTo>
                      <a:pt x="530051" y="65008"/>
                    </a:moveTo>
                    <a:lnTo>
                      <a:pt x="537497" y="63748"/>
                    </a:lnTo>
                    <a:lnTo>
                      <a:pt x="537497" y="28726"/>
                    </a:lnTo>
                    <a:lnTo>
                      <a:pt x="530051" y="27466"/>
                    </a:lnTo>
                    <a:lnTo>
                      <a:pt x="530051" y="21709"/>
                    </a:lnTo>
                    <a:lnTo>
                      <a:pt x="545548" y="21709"/>
                    </a:lnTo>
                    <a:lnTo>
                      <a:pt x="546214" y="29026"/>
                    </a:lnTo>
                    <a:cubicBezTo>
                      <a:pt x="547849" y="26447"/>
                      <a:pt x="549907" y="24408"/>
                      <a:pt x="552449" y="22969"/>
                    </a:cubicBezTo>
                    <a:cubicBezTo>
                      <a:pt x="554932" y="21529"/>
                      <a:pt x="557777" y="20810"/>
                      <a:pt x="560925" y="20810"/>
                    </a:cubicBezTo>
                    <a:cubicBezTo>
                      <a:pt x="566312" y="20810"/>
                      <a:pt x="570428" y="22369"/>
                      <a:pt x="573335" y="25487"/>
                    </a:cubicBezTo>
                    <a:cubicBezTo>
                      <a:pt x="576301" y="28606"/>
                      <a:pt x="577754" y="33343"/>
                      <a:pt x="577754" y="39820"/>
                    </a:cubicBezTo>
                    <a:lnTo>
                      <a:pt x="577754" y="63808"/>
                    </a:lnTo>
                    <a:lnTo>
                      <a:pt x="585199" y="65068"/>
                    </a:lnTo>
                    <a:lnTo>
                      <a:pt x="585199" y="70765"/>
                    </a:lnTo>
                    <a:lnTo>
                      <a:pt x="561287" y="70765"/>
                    </a:lnTo>
                    <a:lnTo>
                      <a:pt x="561287" y="65068"/>
                    </a:lnTo>
                    <a:lnTo>
                      <a:pt x="568734" y="63808"/>
                    </a:lnTo>
                    <a:lnTo>
                      <a:pt x="568734" y="40000"/>
                    </a:lnTo>
                    <a:cubicBezTo>
                      <a:pt x="568734" y="35682"/>
                      <a:pt x="567886" y="32624"/>
                      <a:pt x="566131" y="30825"/>
                    </a:cubicBezTo>
                    <a:cubicBezTo>
                      <a:pt x="564435" y="29026"/>
                      <a:pt x="561772" y="28126"/>
                      <a:pt x="558261" y="28126"/>
                    </a:cubicBezTo>
                    <a:cubicBezTo>
                      <a:pt x="555658" y="28126"/>
                      <a:pt x="553358" y="28726"/>
                      <a:pt x="551360" y="29985"/>
                    </a:cubicBezTo>
                    <a:cubicBezTo>
                      <a:pt x="549362" y="31244"/>
                      <a:pt x="547788" y="32924"/>
                      <a:pt x="546578" y="35083"/>
                    </a:cubicBezTo>
                    <a:lnTo>
                      <a:pt x="546578" y="63868"/>
                    </a:lnTo>
                    <a:lnTo>
                      <a:pt x="554023" y="65128"/>
                    </a:lnTo>
                    <a:lnTo>
                      <a:pt x="554023" y="70825"/>
                    </a:lnTo>
                    <a:lnTo>
                      <a:pt x="530112" y="70825"/>
                    </a:lnTo>
                    <a:lnTo>
                      <a:pt x="530112" y="65128"/>
                    </a:lnTo>
                    <a:lnTo>
                      <a:pt x="530112" y="65128"/>
                    </a:lnTo>
                    <a:close/>
                    <a:moveTo>
                      <a:pt x="624548" y="64888"/>
                    </a:moveTo>
                    <a:cubicBezTo>
                      <a:pt x="622913" y="67107"/>
                      <a:pt x="620916" y="68786"/>
                      <a:pt x="618615" y="69925"/>
                    </a:cubicBezTo>
                    <a:cubicBezTo>
                      <a:pt x="616315" y="71065"/>
                      <a:pt x="613590" y="71664"/>
                      <a:pt x="610503" y="71664"/>
                    </a:cubicBezTo>
                    <a:cubicBezTo>
                      <a:pt x="604449" y="71664"/>
                      <a:pt x="599728" y="69505"/>
                      <a:pt x="596338" y="65128"/>
                    </a:cubicBezTo>
                    <a:cubicBezTo>
                      <a:pt x="592948" y="60810"/>
                      <a:pt x="591253" y="55113"/>
                      <a:pt x="591253" y="48036"/>
                    </a:cubicBezTo>
                    <a:lnTo>
                      <a:pt x="591253" y="47077"/>
                    </a:lnTo>
                    <a:cubicBezTo>
                      <a:pt x="591253" y="39161"/>
                      <a:pt x="592948" y="32804"/>
                      <a:pt x="596338" y="28006"/>
                    </a:cubicBezTo>
                    <a:cubicBezTo>
                      <a:pt x="599728" y="23148"/>
                      <a:pt x="604510" y="20750"/>
                      <a:pt x="610564" y="20750"/>
                    </a:cubicBezTo>
                    <a:cubicBezTo>
                      <a:pt x="613469" y="20750"/>
                      <a:pt x="616073" y="21289"/>
                      <a:pt x="618312" y="22369"/>
                    </a:cubicBezTo>
                    <a:cubicBezTo>
                      <a:pt x="620552" y="23448"/>
                      <a:pt x="622429" y="25008"/>
                      <a:pt x="624003" y="27047"/>
                    </a:cubicBezTo>
                    <a:lnTo>
                      <a:pt x="624003" y="7017"/>
                    </a:lnTo>
                    <a:lnTo>
                      <a:pt x="616557" y="5757"/>
                    </a:lnTo>
                    <a:lnTo>
                      <a:pt x="616557" y="0"/>
                    </a:lnTo>
                    <a:lnTo>
                      <a:pt x="633023" y="0"/>
                    </a:lnTo>
                    <a:lnTo>
                      <a:pt x="633023" y="63748"/>
                    </a:lnTo>
                    <a:lnTo>
                      <a:pt x="640469" y="65008"/>
                    </a:lnTo>
                    <a:lnTo>
                      <a:pt x="640469" y="70705"/>
                    </a:lnTo>
                    <a:lnTo>
                      <a:pt x="625153" y="70705"/>
                    </a:lnTo>
                    <a:lnTo>
                      <a:pt x="624426" y="64828"/>
                    </a:lnTo>
                    <a:lnTo>
                      <a:pt x="624426" y="64828"/>
                    </a:lnTo>
                    <a:close/>
                    <a:moveTo>
                      <a:pt x="600212" y="48036"/>
                    </a:moveTo>
                    <a:cubicBezTo>
                      <a:pt x="600212" y="52954"/>
                      <a:pt x="601242" y="56912"/>
                      <a:pt x="603239" y="59910"/>
                    </a:cubicBezTo>
                    <a:cubicBezTo>
                      <a:pt x="605297" y="62909"/>
                      <a:pt x="608445" y="64408"/>
                      <a:pt x="612743" y="64408"/>
                    </a:cubicBezTo>
                    <a:cubicBezTo>
                      <a:pt x="615407" y="64408"/>
                      <a:pt x="617707" y="63808"/>
                      <a:pt x="619523" y="62609"/>
                    </a:cubicBezTo>
                    <a:cubicBezTo>
                      <a:pt x="621339" y="61409"/>
                      <a:pt x="622852" y="59670"/>
                      <a:pt x="624063" y="57511"/>
                    </a:cubicBezTo>
                    <a:lnTo>
                      <a:pt x="624063" y="34783"/>
                    </a:lnTo>
                    <a:cubicBezTo>
                      <a:pt x="622913" y="32744"/>
                      <a:pt x="621400" y="31065"/>
                      <a:pt x="619523" y="29865"/>
                    </a:cubicBezTo>
                    <a:cubicBezTo>
                      <a:pt x="617647" y="28666"/>
                      <a:pt x="615467" y="28066"/>
                      <a:pt x="612864" y="28066"/>
                    </a:cubicBezTo>
                    <a:cubicBezTo>
                      <a:pt x="608566" y="28066"/>
                      <a:pt x="605358" y="29865"/>
                      <a:pt x="603360" y="33343"/>
                    </a:cubicBezTo>
                    <a:cubicBezTo>
                      <a:pt x="601302" y="36882"/>
                      <a:pt x="600273" y="41439"/>
                      <a:pt x="600273" y="47137"/>
                    </a:cubicBezTo>
                    <a:lnTo>
                      <a:pt x="600273" y="48096"/>
                    </a:lnTo>
                    <a:lnTo>
                      <a:pt x="600273" y="48096"/>
                    </a:lnTo>
                    <a:close/>
                    <a:moveTo>
                      <a:pt x="647370" y="65008"/>
                    </a:moveTo>
                    <a:lnTo>
                      <a:pt x="654816" y="63748"/>
                    </a:lnTo>
                    <a:lnTo>
                      <a:pt x="654816" y="28726"/>
                    </a:lnTo>
                    <a:lnTo>
                      <a:pt x="647370" y="27466"/>
                    </a:lnTo>
                    <a:lnTo>
                      <a:pt x="647370" y="21709"/>
                    </a:lnTo>
                    <a:lnTo>
                      <a:pt x="663835" y="21709"/>
                    </a:lnTo>
                    <a:lnTo>
                      <a:pt x="663835" y="63748"/>
                    </a:lnTo>
                    <a:lnTo>
                      <a:pt x="671281" y="65008"/>
                    </a:lnTo>
                    <a:lnTo>
                      <a:pt x="671281" y="70705"/>
                    </a:lnTo>
                    <a:lnTo>
                      <a:pt x="647370" y="70705"/>
                    </a:lnTo>
                    <a:lnTo>
                      <a:pt x="647370" y="65008"/>
                    </a:lnTo>
                    <a:lnTo>
                      <a:pt x="647370" y="65008"/>
                    </a:lnTo>
                    <a:close/>
                    <a:moveTo>
                      <a:pt x="663835" y="9115"/>
                    </a:moveTo>
                    <a:lnTo>
                      <a:pt x="654816" y="9115"/>
                    </a:lnTo>
                    <a:lnTo>
                      <a:pt x="654816" y="0"/>
                    </a:lnTo>
                    <a:lnTo>
                      <a:pt x="663835" y="0"/>
                    </a:lnTo>
                    <a:lnTo>
                      <a:pt x="663835" y="9115"/>
                    </a:lnTo>
                    <a:lnTo>
                      <a:pt x="663835" y="9115"/>
                    </a:lnTo>
                    <a:close/>
                    <a:moveTo>
                      <a:pt x="710508" y="70705"/>
                    </a:moveTo>
                    <a:cubicBezTo>
                      <a:pt x="710267" y="69386"/>
                      <a:pt x="710024" y="68186"/>
                      <a:pt x="709903" y="67107"/>
                    </a:cubicBezTo>
                    <a:cubicBezTo>
                      <a:pt x="709721" y="66027"/>
                      <a:pt x="709661" y="65008"/>
                      <a:pt x="709600" y="63928"/>
                    </a:cubicBezTo>
                    <a:cubicBezTo>
                      <a:pt x="707845" y="66147"/>
                      <a:pt x="705666" y="68006"/>
                      <a:pt x="703062" y="69445"/>
                    </a:cubicBezTo>
                    <a:cubicBezTo>
                      <a:pt x="700460" y="70945"/>
                      <a:pt x="697675" y="71604"/>
                      <a:pt x="694708" y="71664"/>
                    </a:cubicBezTo>
                    <a:cubicBezTo>
                      <a:pt x="689563" y="71664"/>
                      <a:pt x="685628" y="70405"/>
                      <a:pt x="682965" y="67946"/>
                    </a:cubicBezTo>
                    <a:cubicBezTo>
                      <a:pt x="680301" y="65427"/>
                      <a:pt x="678909" y="61949"/>
                      <a:pt x="678909" y="57391"/>
                    </a:cubicBezTo>
                    <a:cubicBezTo>
                      <a:pt x="678909" y="52834"/>
                      <a:pt x="680786" y="49176"/>
                      <a:pt x="684599" y="46657"/>
                    </a:cubicBezTo>
                    <a:cubicBezTo>
                      <a:pt x="688412" y="44138"/>
                      <a:pt x="693619" y="42879"/>
                      <a:pt x="700217" y="42879"/>
                    </a:cubicBezTo>
                    <a:lnTo>
                      <a:pt x="709540" y="42879"/>
                    </a:lnTo>
                    <a:lnTo>
                      <a:pt x="709540" y="37182"/>
                    </a:lnTo>
                    <a:cubicBezTo>
                      <a:pt x="709540" y="34303"/>
                      <a:pt x="708632" y="32024"/>
                      <a:pt x="706816" y="30345"/>
                    </a:cubicBezTo>
                    <a:cubicBezTo>
                      <a:pt x="705000" y="28666"/>
                      <a:pt x="702457" y="27826"/>
                      <a:pt x="699188" y="27826"/>
                    </a:cubicBezTo>
                    <a:cubicBezTo>
                      <a:pt x="696948" y="27826"/>
                      <a:pt x="694951" y="28066"/>
                      <a:pt x="693195" y="28666"/>
                    </a:cubicBezTo>
                    <a:cubicBezTo>
                      <a:pt x="691500" y="29205"/>
                      <a:pt x="690108" y="30045"/>
                      <a:pt x="689018" y="31005"/>
                    </a:cubicBezTo>
                    <a:lnTo>
                      <a:pt x="688110" y="36162"/>
                    </a:lnTo>
                    <a:lnTo>
                      <a:pt x="681148" y="36162"/>
                    </a:lnTo>
                    <a:lnTo>
                      <a:pt x="681148" y="26627"/>
                    </a:lnTo>
                    <a:cubicBezTo>
                      <a:pt x="683388" y="24828"/>
                      <a:pt x="686173" y="23448"/>
                      <a:pt x="689381" y="22309"/>
                    </a:cubicBezTo>
                    <a:cubicBezTo>
                      <a:pt x="692590" y="21229"/>
                      <a:pt x="696040" y="20690"/>
                      <a:pt x="699793" y="20690"/>
                    </a:cubicBezTo>
                    <a:cubicBezTo>
                      <a:pt x="705363" y="20690"/>
                      <a:pt x="709964" y="22129"/>
                      <a:pt x="713414" y="24948"/>
                    </a:cubicBezTo>
                    <a:cubicBezTo>
                      <a:pt x="716865" y="27766"/>
                      <a:pt x="718620" y="31844"/>
                      <a:pt x="718620" y="37122"/>
                    </a:cubicBezTo>
                    <a:lnTo>
                      <a:pt x="718620" y="62549"/>
                    </a:lnTo>
                    <a:cubicBezTo>
                      <a:pt x="718620" y="63149"/>
                      <a:pt x="718680" y="63748"/>
                      <a:pt x="718741" y="64348"/>
                    </a:cubicBezTo>
                    <a:lnTo>
                      <a:pt x="722374" y="64888"/>
                    </a:lnTo>
                    <a:lnTo>
                      <a:pt x="722374" y="70585"/>
                    </a:lnTo>
                    <a:lnTo>
                      <a:pt x="710569" y="70585"/>
                    </a:lnTo>
                    <a:close/>
                    <a:moveTo>
                      <a:pt x="695979" y="64228"/>
                    </a:moveTo>
                    <a:cubicBezTo>
                      <a:pt x="699006" y="64228"/>
                      <a:pt x="701731" y="63508"/>
                      <a:pt x="704213" y="62069"/>
                    </a:cubicBezTo>
                    <a:cubicBezTo>
                      <a:pt x="706694" y="60630"/>
                      <a:pt x="708450" y="58951"/>
                      <a:pt x="709540" y="56972"/>
                    </a:cubicBezTo>
                    <a:lnTo>
                      <a:pt x="709540" y="48936"/>
                    </a:lnTo>
                    <a:lnTo>
                      <a:pt x="699914" y="48936"/>
                    </a:lnTo>
                    <a:cubicBezTo>
                      <a:pt x="696222" y="48936"/>
                      <a:pt x="693316" y="49775"/>
                      <a:pt x="691137" y="51454"/>
                    </a:cubicBezTo>
                    <a:cubicBezTo>
                      <a:pt x="689018" y="53134"/>
                      <a:pt x="687928" y="55173"/>
                      <a:pt x="687928" y="57571"/>
                    </a:cubicBezTo>
                    <a:cubicBezTo>
                      <a:pt x="687928" y="59730"/>
                      <a:pt x="688594" y="61349"/>
                      <a:pt x="689926" y="62489"/>
                    </a:cubicBezTo>
                    <a:cubicBezTo>
                      <a:pt x="691258" y="63628"/>
                      <a:pt x="693316" y="64228"/>
                      <a:pt x="695979" y="64228"/>
                    </a:cubicBezTo>
                    <a:lnTo>
                      <a:pt x="695979" y="64228"/>
                    </a:lnTo>
                    <a:close/>
                    <a:moveTo>
                      <a:pt x="84932" y="71664"/>
                    </a:moveTo>
                    <a:cubicBezTo>
                      <a:pt x="78031" y="71664"/>
                      <a:pt x="72582" y="69386"/>
                      <a:pt x="68527" y="64828"/>
                    </a:cubicBezTo>
                    <a:cubicBezTo>
                      <a:pt x="64471" y="60270"/>
                      <a:pt x="62413" y="54333"/>
                      <a:pt x="62413" y="47137"/>
                    </a:cubicBezTo>
                    <a:lnTo>
                      <a:pt x="62413" y="45158"/>
                    </a:lnTo>
                    <a:cubicBezTo>
                      <a:pt x="62413" y="38141"/>
                      <a:pt x="64471" y="32384"/>
                      <a:pt x="68708" y="27706"/>
                    </a:cubicBezTo>
                    <a:cubicBezTo>
                      <a:pt x="72885" y="23029"/>
                      <a:pt x="77849" y="20750"/>
                      <a:pt x="83600" y="20750"/>
                    </a:cubicBezTo>
                    <a:cubicBezTo>
                      <a:pt x="90259" y="20750"/>
                      <a:pt x="95283" y="22729"/>
                      <a:pt x="98734" y="26747"/>
                    </a:cubicBezTo>
                    <a:cubicBezTo>
                      <a:pt x="102184" y="30765"/>
                      <a:pt x="103880" y="36042"/>
                      <a:pt x="103880" y="42699"/>
                    </a:cubicBezTo>
                    <a:lnTo>
                      <a:pt x="103880" y="48276"/>
                    </a:lnTo>
                    <a:lnTo>
                      <a:pt x="71735" y="48276"/>
                    </a:lnTo>
                    <a:lnTo>
                      <a:pt x="71614" y="48516"/>
                    </a:lnTo>
                    <a:cubicBezTo>
                      <a:pt x="71674" y="53254"/>
                      <a:pt x="72885" y="57092"/>
                      <a:pt x="75246" y="60150"/>
                    </a:cubicBezTo>
                    <a:cubicBezTo>
                      <a:pt x="77547" y="63209"/>
                      <a:pt x="80815" y="64708"/>
                      <a:pt x="84992" y="64708"/>
                    </a:cubicBezTo>
                    <a:cubicBezTo>
                      <a:pt x="88019" y="64708"/>
                      <a:pt x="90743" y="64288"/>
                      <a:pt x="93043" y="63388"/>
                    </a:cubicBezTo>
                    <a:cubicBezTo>
                      <a:pt x="95344" y="62549"/>
                      <a:pt x="97342" y="61349"/>
                      <a:pt x="98976" y="59850"/>
                    </a:cubicBezTo>
                    <a:lnTo>
                      <a:pt x="102487" y="65667"/>
                    </a:lnTo>
                    <a:cubicBezTo>
                      <a:pt x="100732" y="67347"/>
                      <a:pt x="98371" y="68786"/>
                      <a:pt x="95465" y="69985"/>
                    </a:cubicBezTo>
                    <a:cubicBezTo>
                      <a:pt x="92559" y="71125"/>
                      <a:pt x="89049" y="71724"/>
                      <a:pt x="84992" y="71724"/>
                    </a:cubicBezTo>
                    <a:lnTo>
                      <a:pt x="84992" y="71724"/>
                    </a:lnTo>
                    <a:close/>
                    <a:moveTo>
                      <a:pt x="83600" y="27826"/>
                    </a:moveTo>
                    <a:cubicBezTo>
                      <a:pt x="80573" y="27826"/>
                      <a:pt x="78031" y="29086"/>
                      <a:pt x="75851" y="31604"/>
                    </a:cubicBezTo>
                    <a:cubicBezTo>
                      <a:pt x="73733" y="34123"/>
                      <a:pt x="72401" y="37301"/>
                      <a:pt x="71917" y="41080"/>
                    </a:cubicBezTo>
                    <a:lnTo>
                      <a:pt x="72038" y="41319"/>
                    </a:lnTo>
                    <a:lnTo>
                      <a:pt x="94860" y="41319"/>
                    </a:lnTo>
                    <a:lnTo>
                      <a:pt x="94860" y="40120"/>
                    </a:lnTo>
                    <a:cubicBezTo>
                      <a:pt x="94860" y="36642"/>
                      <a:pt x="93891" y="33703"/>
                      <a:pt x="92015" y="31304"/>
                    </a:cubicBezTo>
                    <a:cubicBezTo>
                      <a:pt x="90138" y="28966"/>
                      <a:pt x="87293" y="27766"/>
                      <a:pt x="83600" y="27766"/>
                    </a:cubicBezTo>
                    <a:lnTo>
                      <a:pt x="83600" y="27766"/>
                    </a:lnTo>
                    <a:close/>
                    <a:moveTo>
                      <a:pt x="111386" y="65008"/>
                    </a:moveTo>
                    <a:lnTo>
                      <a:pt x="118832" y="63748"/>
                    </a:lnTo>
                    <a:lnTo>
                      <a:pt x="118832" y="28726"/>
                    </a:lnTo>
                    <a:lnTo>
                      <a:pt x="111386" y="27466"/>
                    </a:lnTo>
                    <a:lnTo>
                      <a:pt x="111386" y="21709"/>
                    </a:lnTo>
                    <a:lnTo>
                      <a:pt x="126883" y="21709"/>
                    </a:lnTo>
                    <a:lnTo>
                      <a:pt x="127549" y="29026"/>
                    </a:lnTo>
                    <a:cubicBezTo>
                      <a:pt x="129183" y="26447"/>
                      <a:pt x="131302" y="24408"/>
                      <a:pt x="133784" y="22969"/>
                    </a:cubicBezTo>
                    <a:cubicBezTo>
                      <a:pt x="136266" y="21529"/>
                      <a:pt x="139111" y="20810"/>
                      <a:pt x="142259" y="20810"/>
                    </a:cubicBezTo>
                    <a:cubicBezTo>
                      <a:pt x="147586" y="20810"/>
                      <a:pt x="151764" y="22369"/>
                      <a:pt x="154669" y="25487"/>
                    </a:cubicBezTo>
                    <a:cubicBezTo>
                      <a:pt x="157575" y="28606"/>
                      <a:pt x="159088" y="33343"/>
                      <a:pt x="159088" y="39820"/>
                    </a:cubicBezTo>
                    <a:lnTo>
                      <a:pt x="159088" y="63808"/>
                    </a:lnTo>
                    <a:lnTo>
                      <a:pt x="166534" y="65068"/>
                    </a:lnTo>
                    <a:lnTo>
                      <a:pt x="166534" y="70765"/>
                    </a:lnTo>
                    <a:lnTo>
                      <a:pt x="142623" y="70765"/>
                    </a:lnTo>
                    <a:lnTo>
                      <a:pt x="142623" y="65068"/>
                    </a:lnTo>
                    <a:lnTo>
                      <a:pt x="150068" y="63808"/>
                    </a:lnTo>
                    <a:lnTo>
                      <a:pt x="150068" y="40000"/>
                    </a:lnTo>
                    <a:cubicBezTo>
                      <a:pt x="150068" y="35682"/>
                      <a:pt x="149221" y="32624"/>
                      <a:pt x="147465" y="30825"/>
                    </a:cubicBezTo>
                    <a:cubicBezTo>
                      <a:pt x="145710" y="29026"/>
                      <a:pt x="143107" y="28126"/>
                      <a:pt x="139596" y="28126"/>
                    </a:cubicBezTo>
                    <a:cubicBezTo>
                      <a:pt x="136992" y="28126"/>
                      <a:pt x="134692" y="28726"/>
                      <a:pt x="132695" y="29985"/>
                    </a:cubicBezTo>
                    <a:cubicBezTo>
                      <a:pt x="130696" y="31244"/>
                      <a:pt x="129123" y="32924"/>
                      <a:pt x="127912" y="35083"/>
                    </a:cubicBezTo>
                    <a:lnTo>
                      <a:pt x="127912" y="63868"/>
                    </a:lnTo>
                    <a:lnTo>
                      <a:pt x="135358" y="65128"/>
                    </a:lnTo>
                    <a:lnTo>
                      <a:pt x="135358" y="70825"/>
                    </a:lnTo>
                    <a:lnTo>
                      <a:pt x="111447" y="70825"/>
                    </a:lnTo>
                    <a:lnTo>
                      <a:pt x="111447" y="65128"/>
                    </a:lnTo>
                    <a:lnTo>
                      <a:pt x="111447" y="65128"/>
                    </a:lnTo>
                    <a:close/>
                    <a:moveTo>
                      <a:pt x="172588" y="47137"/>
                    </a:moveTo>
                    <a:cubicBezTo>
                      <a:pt x="172588" y="39221"/>
                      <a:pt x="174343" y="32864"/>
                      <a:pt x="177793" y="28066"/>
                    </a:cubicBezTo>
                    <a:cubicBezTo>
                      <a:pt x="181244" y="23208"/>
                      <a:pt x="186087" y="20810"/>
                      <a:pt x="192201" y="20810"/>
                    </a:cubicBezTo>
                    <a:cubicBezTo>
                      <a:pt x="195288" y="20810"/>
                      <a:pt x="198013" y="21409"/>
                      <a:pt x="200373" y="22609"/>
                    </a:cubicBezTo>
                    <a:cubicBezTo>
                      <a:pt x="202734" y="23808"/>
                      <a:pt x="204672" y="25547"/>
                      <a:pt x="206246" y="27886"/>
                    </a:cubicBezTo>
                    <a:lnTo>
                      <a:pt x="207093" y="21709"/>
                    </a:lnTo>
                    <a:lnTo>
                      <a:pt x="214720" y="21709"/>
                    </a:lnTo>
                    <a:lnTo>
                      <a:pt x="214720" y="70105"/>
                    </a:lnTo>
                    <a:cubicBezTo>
                      <a:pt x="214720" y="76462"/>
                      <a:pt x="212905" y="81440"/>
                      <a:pt x="209333" y="85098"/>
                    </a:cubicBezTo>
                    <a:cubicBezTo>
                      <a:pt x="205761" y="88756"/>
                      <a:pt x="200676" y="90555"/>
                      <a:pt x="194078" y="90555"/>
                    </a:cubicBezTo>
                    <a:cubicBezTo>
                      <a:pt x="191656" y="90555"/>
                      <a:pt x="189114" y="90255"/>
                      <a:pt x="186329" y="89595"/>
                    </a:cubicBezTo>
                    <a:cubicBezTo>
                      <a:pt x="183545" y="88936"/>
                      <a:pt x="181123" y="88036"/>
                      <a:pt x="179005" y="86957"/>
                    </a:cubicBezTo>
                    <a:lnTo>
                      <a:pt x="181366" y="80000"/>
                    </a:lnTo>
                    <a:cubicBezTo>
                      <a:pt x="183060" y="80900"/>
                      <a:pt x="184998" y="81559"/>
                      <a:pt x="187298" y="82159"/>
                    </a:cubicBezTo>
                    <a:cubicBezTo>
                      <a:pt x="189598" y="82699"/>
                      <a:pt x="191838" y="82999"/>
                      <a:pt x="193957" y="82999"/>
                    </a:cubicBezTo>
                    <a:cubicBezTo>
                      <a:pt x="198013" y="82999"/>
                      <a:pt x="200979" y="81859"/>
                      <a:pt x="202795" y="79640"/>
                    </a:cubicBezTo>
                    <a:cubicBezTo>
                      <a:pt x="204672" y="77421"/>
                      <a:pt x="205640" y="74243"/>
                      <a:pt x="205640" y="70105"/>
                    </a:cubicBezTo>
                    <a:lnTo>
                      <a:pt x="205640" y="65427"/>
                    </a:lnTo>
                    <a:cubicBezTo>
                      <a:pt x="204006" y="67466"/>
                      <a:pt x="202068" y="69026"/>
                      <a:pt x="199829" y="70105"/>
                    </a:cubicBezTo>
                    <a:cubicBezTo>
                      <a:pt x="197589" y="71185"/>
                      <a:pt x="194986" y="71664"/>
                      <a:pt x="192080" y="71664"/>
                    </a:cubicBezTo>
                    <a:cubicBezTo>
                      <a:pt x="186026" y="71664"/>
                      <a:pt x="181244" y="69505"/>
                      <a:pt x="177733" y="65128"/>
                    </a:cubicBezTo>
                    <a:cubicBezTo>
                      <a:pt x="174283" y="60750"/>
                      <a:pt x="172527" y="55053"/>
                      <a:pt x="172527" y="48036"/>
                    </a:cubicBezTo>
                    <a:lnTo>
                      <a:pt x="172527" y="47077"/>
                    </a:lnTo>
                    <a:lnTo>
                      <a:pt x="172527" y="47077"/>
                    </a:lnTo>
                    <a:close/>
                    <a:moveTo>
                      <a:pt x="181607" y="48036"/>
                    </a:moveTo>
                    <a:cubicBezTo>
                      <a:pt x="181607" y="52954"/>
                      <a:pt x="182637" y="56912"/>
                      <a:pt x="184755" y="59910"/>
                    </a:cubicBezTo>
                    <a:cubicBezTo>
                      <a:pt x="186874" y="62909"/>
                      <a:pt x="190082" y="64408"/>
                      <a:pt x="194380" y="64408"/>
                    </a:cubicBezTo>
                    <a:cubicBezTo>
                      <a:pt x="197105" y="64408"/>
                      <a:pt x="199405" y="63808"/>
                      <a:pt x="201221" y="62549"/>
                    </a:cubicBezTo>
                    <a:cubicBezTo>
                      <a:pt x="203037" y="61349"/>
                      <a:pt x="204551" y="59610"/>
                      <a:pt x="205761" y="57391"/>
                    </a:cubicBezTo>
                    <a:lnTo>
                      <a:pt x="205761" y="34843"/>
                    </a:lnTo>
                    <a:cubicBezTo>
                      <a:pt x="204611" y="32744"/>
                      <a:pt x="203098" y="31125"/>
                      <a:pt x="201221" y="29865"/>
                    </a:cubicBezTo>
                    <a:cubicBezTo>
                      <a:pt x="199345" y="28666"/>
                      <a:pt x="197105" y="28006"/>
                      <a:pt x="194501" y="28006"/>
                    </a:cubicBezTo>
                    <a:cubicBezTo>
                      <a:pt x="190204" y="28006"/>
                      <a:pt x="186995" y="29805"/>
                      <a:pt x="184876" y="33343"/>
                    </a:cubicBezTo>
                    <a:cubicBezTo>
                      <a:pt x="182758" y="36882"/>
                      <a:pt x="181668" y="41499"/>
                      <a:pt x="181668" y="47077"/>
                    </a:cubicBezTo>
                    <a:lnTo>
                      <a:pt x="181668" y="48036"/>
                    </a:lnTo>
                    <a:lnTo>
                      <a:pt x="181668" y="48036"/>
                    </a:lnTo>
                    <a:close/>
                    <a:moveTo>
                      <a:pt x="257882" y="70705"/>
                    </a:moveTo>
                    <a:cubicBezTo>
                      <a:pt x="257641" y="69386"/>
                      <a:pt x="257398" y="68186"/>
                      <a:pt x="257216" y="67107"/>
                    </a:cubicBezTo>
                    <a:cubicBezTo>
                      <a:pt x="257095" y="66027"/>
                      <a:pt x="256975" y="65008"/>
                      <a:pt x="256914" y="63928"/>
                    </a:cubicBezTo>
                    <a:cubicBezTo>
                      <a:pt x="255158" y="66147"/>
                      <a:pt x="252979" y="68006"/>
                      <a:pt x="250376" y="69445"/>
                    </a:cubicBezTo>
                    <a:cubicBezTo>
                      <a:pt x="247773" y="70945"/>
                      <a:pt x="244988" y="71604"/>
                      <a:pt x="242022" y="71664"/>
                    </a:cubicBezTo>
                    <a:cubicBezTo>
                      <a:pt x="236876" y="71664"/>
                      <a:pt x="232941" y="70405"/>
                      <a:pt x="230278" y="67946"/>
                    </a:cubicBezTo>
                    <a:cubicBezTo>
                      <a:pt x="227614" y="65427"/>
                      <a:pt x="226222" y="61949"/>
                      <a:pt x="226222" y="57391"/>
                    </a:cubicBezTo>
                    <a:cubicBezTo>
                      <a:pt x="226222" y="52834"/>
                      <a:pt x="228099" y="49176"/>
                      <a:pt x="231913" y="46657"/>
                    </a:cubicBezTo>
                    <a:cubicBezTo>
                      <a:pt x="235727" y="44138"/>
                      <a:pt x="240933" y="42879"/>
                      <a:pt x="247531" y="42879"/>
                    </a:cubicBezTo>
                    <a:lnTo>
                      <a:pt x="256793" y="42879"/>
                    </a:lnTo>
                    <a:lnTo>
                      <a:pt x="256793" y="37182"/>
                    </a:lnTo>
                    <a:cubicBezTo>
                      <a:pt x="256793" y="34303"/>
                      <a:pt x="255885" y="32024"/>
                      <a:pt x="254068" y="30345"/>
                    </a:cubicBezTo>
                    <a:cubicBezTo>
                      <a:pt x="252253" y="28666"/>
                      <a:pt x="249710" y="27826"/>
                      <a:pt x="246442" y="27826"/>
                    </a:cubicBezTo>
                    <a:cubicBezTo>
                      <a:pt x="244201" y="27826"/>
                      <a:pt x="242204" y="28066"/>
                      <a:pt x="240448" y="28666"/>
                    </a:cubicBezTo>
                    <a:cubicBezTo>
                      <a:pt x="238753" y="29205"/>
                      <a:pt x="237361" y="30045"/>
                      <a:pt x="236271" y="31005"/>
                    </a:cubicBezTo>
                    <a:lnTo>
                      <a:pt x="235302" y="36162"/>
                    </a:lnTo>
                    <a:lnTo>
                      <a:pt x="228341" y="36162"/>
                    </a:lnTo>
                    <a:lnTo>
                      <a:pt x="228341" y="26627"/>
                    </a:lnTo>
                    <a:cubicBezTo>
                      <a:pt x="230580" y="24828"/>
                      <a:pt x="233305" y="23448"/>
                      <a:pt x="236514" y="22309"/>
                    </a:cubicBezTo>
                    <a:cubicBezTo>
                      <a:pt x="239721" y="21229"/>
                      <a:pt x="243172" y="20690"/>
                      <a:pt x="246926" y="20690"/>
                    </a:cubicBezTo>
                    <a:cubicBezTo>
                      <a:pt x="252555" y="20690"/>
                      <a:pt x="257095" y="22129"/>
                      <a:pt x="260546" y="24948"/>
                    </a:cubicBezTo>
                    <a:cubicBezTo>
                      <a:pt x="264057" y="27766"/>
                      <a:pt x="265752" y="31844"/>
                      <a:pt x="265752" y="37122"/>
                    </a:cubicBezTo>
                    <a:lnTo>
                      <a:pt x="265752" y="60750"/>
                    </a:lnTo>
                    <a:cubicBezTo>
                      <a:pt x="265752" y="61349"/>
                      <a:pt x="265752" y="62009"/>
                      <a:pt x="265752" y="62609"/>
                    </a:cubicBezTo>
                    <a:cubicBezTo>
                      <a:pt x="265752" y="63209"/>
                      <a:pt x="265752" y="63808"/>
                      <a:pt x="265873" y="64408"/>
                    </a:cubicBezTo>
                    <a:lnTo>
                      <a:pt x="269505" y="64948"/>
                    </a:lnTo>
                    <a:lnTo>
                      <a:pt x="269505" y="70645"/>
                    </a:lnTo>
                    <a:lnTo>
                      <a:pt x="257701" y="70645"/>
                    </a:lnTo>
                    <a:close/>
                    <a:moveTo>
                      <a:pt x="243415" y="64228"/>
                    </a:moveTo>
                    <a:cubicBezTo>
                      <a:pt x="246381" y="64228"/>
                      <a:pt x="249105" y="63508"/>
                      <a:pt x="251587" y="62069"/>
                    </a:cubicBezTo>
                    <a:cubicBezTo>
                      <a:pt x="254068" y="60630"/>
                      <a:pt x="255824" y="58951"/>
                      <a:pt x="256914" y="56972"/>
                    </a:cubicBezTo>
                    <a:lnTo>
                      <a:pt x="256914" y="48936"/>
                    </a:lnTo>
                    <a:lnTo>
                      <a:pt x="247288" y="48936"/>
                    </a:lnTo>
                    <a:cubicBezTo>
                      <a:pt x="243596" y="48936"/>
                      <a:pt x="240690" y="49775"/>
                      <a:pt x="238511" y="51454"/>
                    </a:cubicBezTo>
                    <a:cubicBezTo>
                      <a:pt x="236392" y="53134"/>
                      <a:pt x="235302" y="55173"/>
                      <a:pt x="235302" y="57571"/>
                    </a:cubicBezTo>
                    <a:cubicBezTo>
                      <a:pt x="235302" y="59730"/>
                      <a:pt x="235968" y="61349"/>
                      <a:pt x="237301" y="62489"/>
                    </a:cubicBezTo>
                    <a:cubicBezTo>
                      <a:pt x="238632" y="63628"/>
                      <a:pt x="240690" y="64228"/>
                      <a:pt x="243354" y="64228"/>
                    </a:cubicBezTo>
                    <a:lnTo>
                      <a:pt x="243354" y="64228"/>
                    </a:lnTo>
                    <a:close/>
                    <a:moveTo>
                      <a:pt x="275982" y="5757"/>
                    </a:moveTo>
                    <a:lnTo>
                      <a:pt x="275982" y="0"/>
                    </a:lnTo>
                    <a:lnTo>
                      <a:pt x="292449" y="0"/>
                    </a:lnTo>
                    <a:lnTo>
                      <a:pt x="292449" y="63748"/>
                    </a:lnTo>
                    <a:lnTo>
                      <a:pt x="299894" y="65008"/>
                    </a:lnTo>
                    <a:lnTo>
                      <a:pt x="299894" y="70705"/>
                    </a:lnTo>
                    <a:lnTo>
                      <a:pt x="275982" y="70705"/>
                    </a:lnTo>
                    <a:lnTo>
                      <a:pt x="275982" y="65008"/>
                    </a:lnTo>
                    <a:lnTo>
                      <a:pt x="283429" y="63748"/>
                    </a:lnTo>
                    <a:lnTo>
                      <a:pt x="283429" y="7076"/>
                    </a:lnTo>
                    <a:lnTo>
                      <a:pt x="275982" y="5817"/>
                    </a:lnTo>
                    <a:lnTo>
                      <a:pt x="275982" y="5817"/>
                    </a:lnTo>
                    <a:close/>
                    <a:moveTo>
                      <a:pt x="342088" y="63448"/>
                    </a:moveTo>
                    <a:cubicBezTo>
                      <a:pt x="340574" y="66087"/>
                      <a:pt x="338516" y="68126"/>
                      <a:pt x="336095" y="69505"/>
                    </a:cubicBezTo>
                    <a:cubicBezTo>
                      <a:pt x="333673" y="70945"/>
                      <a:pt x="330828" y="71604"/>
                      <a:pt x="327619" y="71664"/>
                    </a:cubicBezTo>
                    <a:cubicBezTo>
                      <a:pt x="322232" y="71664"/>
                      <a:pt x="318055" y="69925"/>
                      <a:pt x="315028" y="66507"/>
                    </a:cubicBezTo>
                    <a:cubicBezTo>
                      <a:pt x="312002" y="63089"/>
                      <a:pt x="310488" y="57751"/>
                      <a:pt x="310488" y="50555"/>
                    </a:cubicBezTo>
                    <a:lnTo>
                      <a:pt x="310488" y="28666"/>
                    </a:lnTo>
                    <a:lnTo>
                      <a:pt x="304797" y="27406"/>
                    </a:lnTo>
                    <a:lnTo>
                      <a:pt x="304797" y="21649"/>
                    </a:lnTo>
                    <a:lnTo>
                      <a:pt x="319508" y="21649"/>
                    </a:lnTo>
                    <a:lnTo>
                      <a:pt x="319508" y="50675"/>
                    </a:lnTo>
                    <a:cubicBezTo>
                      <a:pt x="319508" y="55892"/>
                      <a:pt x="320295" y="59490"/>
                      <a:pt x="321808" y="61469"/>
                    </a:cubicBezTo>
                    <a:cubicBezTo>
                      <a:pt x="323382" y="63448"/>
                      <a:pt x="325804" y="64408"/>
                      <a:pt x="329072" y="64408"/>
                    </a:cubicBezTo>
                    <a:cubicBezTo>
                      <a:pt x="332341" y="64408"/>
                      <a:pt x="334945" y="63748"/>
                      <a:pt x="337003" y="62489"/>
                    </a:cubicBezTo>
                    <a:cubicBezTo>
                      <a:pt x="339061" y="61230"/>
                      <a:pt x="340635" y="59430"/>
                      <a:pt x="341725" y="57032"/>
                    </a:cubicBezTo>
                    <a:lnTo>
                      <a:pt x="341725" y="28726"/>
                    </a:lnTo>
                    <a:lnTo>
                      <a:pt x="335065" y="27466"/>
                    </a:lnTo>
                    <a:lnTo>
                      <a:pt x="335065" y="21709"/>
                    </a:lnTo>
                    <a:lnTo>
                      <a:pt x="350684" y="21709"/>
                    </a:lnTo>
                    <a:lnTo>
                      <a:pt x="350684" y="63748"/>
                    </a:lnTo>
                    <a:lnTo>
                      <a:pt x="356374" y="65008"/>
                    </a:lnTo>
                    <a:lnTo>
                      <a:pt x="356374" y="70705"/>
                    </a:lnTo>
                    <a:lnTo>
                      <a:pt x="342632" y="70705"/>
                    </a:lnTo>
                    <a:lnTo>
                      <a:pt x="342027" y="63448"/>
                    </a:lnTo>
                    <a:lnTo>
                      <a:pt x="342027" y="63448"/>
                    </a:lnTo>
                    <a:close/>
                    <a:moveTo>
                      <a:pt x="363639" y="27466"/>
                    </a:moveTo>
                    <a:lnTo>
                      <a:pt x="363639" y="21709"/>
                    </a:lnTo>
                    <a:lnTo>
                      <a:pt x="379135" y="21709"/>
                    </a:lnTo>
                    <a:lnTo>
                      <a:pt x="379983" y="28846"/>
                    </a:lnTo>
                    <a:cubicBezTo>
                      <a:pt x="381375" y="26327"/>
                      <a:pt x="383131" y="24348"/>
                      <a:pt x="385189" y="22969"/>
                    </a:cubicBezTo>
                    <a:cubicBezTo>
                      <a:pt x="387247" y="21529"/>
                      <a:pt x="389608" y="20810"/>
                      <a:pt x="392272" y="20810"/>
                    </a:cubicBezTo>
                    <a:cubicBezTo>
                      <a:pt x="392998" y="20810"/>
                      <a:pt x="393664" y="20870"/>
                      <a:pt x="394451" y="20990"/>
                    </a:cubicBezTo>
                    <a:cubicBezTo>
                      <a:pt x="395178" y="21109"/>
                      <a:pt x="395783" y="21229"/>
                      <a:pt x="396146" y="21349"/>
                    </a:cubicBezTo>
                    <a:lnTo>
                      <a:pt x="394935" y="29625"/>
                    </a:lnTo>
                    <a:lnTo>
                      <a:pt x="389850" y="29325"/>
                    </a:lnTo>
                    <a:cubicBezTo>
                      <a:pt x="387489" y="29325"/>
                      <a:pt x="385431" y="29865"/>
                      <a:pt x="383857" y="31005"/>
                    </a:cubicBezTo>
                    <a:cubicBezTo>
                      <a:pt x="382223" y="32084"/>
                      <a:pt x="381012" y="33643"/>
                      <a:pt x="380104" y="35682"/>
                    </a:cubicBezTo>
                    <a:lnTo>
                      <a:pt x="380104" y="63808"/>
                    </a:lnTo>
                    <a:lnTo>
                      <a:pt x="387550" y="65068"/>
                    </a:lnTo>
                    <a:lnTo>
                      <a:pt x="387550" y="70765"/>
                    </a:lnTo>
                    <a:lnTo>
                      <a:pt x="363639" y="70765"/>
                    </a:lnTo>
                    <a:lnTo>
                      <a:pt x="363639" y="65068"/>
                    </a:lnTo>
                    <a:lnTo>
                      <a:pt x="371084" y="63808"/>
                    </a:lnTo>
                    <a:lnTo>
                      <a:pt x="371084" y="28786"/>
                    </a:lnTo>
                    <a:lnTo>
                      <a:pt x="363639" y="27526"/>
                    </a:lnTo>
                    <a:lnTo>
                      <a:pt x="363639" y="27526"/>
                    </a:lnTo>
                    <a:close/>
                    <a:moveTo>
                      <a:pt x="437795" y="63448"/>
                    </a:moveTo>
                    <a:cubicBezTo>
                      <a:pt x="436221" y="66087"/>
                      <a:pt x="434223" y="68126"/>
                      <a:pt x="431741" y="69505"/>
                    </a:cubicBezTo>
                    <a:cubicBezTo>
                      <a:pt x="429320" y="70945"/>
                      <a:pt x="426475" y="71604"/>
                      <a:pt x="423266" y="71664"/>
                    </a:cubicBezTo>
                    <a:cubicBezTo>
                      <a:pt x="417879" y="71664"/>
                      <a:pt x="413701" y="69925"/>
                      <a:pt x="410674" y="66507"/>
                    </a:cubicBezTo>
                    <a:cubicBezTo>
                      <a:pt x="407708" y="63089"/>
                      <a:pt x="406134" y="57751"/>
                      <a:pt x="406134" y="50555"/>
                    </a:cubicBezTo>
                    <a:lnTo>
                      <a:pt x="406134" y="28666"/>
                    </a:lnTo>
                    <a:lnTo>
                      <a:pt x="400444" y="27406"/>
                    </a:lnTo>
                    <a:lnTo>
                      <a:pt x="400444" y="21649"/>
                    </a:lnTo>
                    <a:lnTo>
                      <a:pt x="415155" y="21649"/>
                    </a:lnTo>
                    <a:lnTo>
                      <a:pt x="415155" y="50675"/>
                    </a:lnTo>
                    <a:cubicBezTo>
                      <a:pt x="415155" y="55892"/>
                      <a:pt x="415942" y="59490"/>
                      <a:pt x="417455" y="61469"/>
                    </a:cubicBezTo>
                    <a:cubicBezTo>
                      <a:pt x="419028" y="63448"/>
                      <a:pt x="421450" y="64408"/>
                      <a:pt x="424719" y="64408"/>
                    </a:cubicBezTo>
                    <a:cubicBezTo>
                      <a:pt x="427988" y="64408"/>
                      <a:pt x="430591" y="63748"/>
                      <a:pt x="432649" y="62489"/>
                    </a:cubicBezTo>
                    <a:cubicBezTo>
                      <a:pt x="434708" y="61230"/>
                      <a:pt x="436342" y="59430"/>
                      <a:pt x="437371" y="57032"/>
                    </a:cubicBezTo>
                    <a:lnTo>
                      <a:pt x="437371" y="28726"/>
                    </a:lnTo>
                    <a:lnTo>
                      <a:pt x="430712" y="27466"/>
                    </a:lnTo>
                    <a:lnTo>
                      <a:pt x="430712" y="21709"/>
                    </a:lnTo>
                    <a:lnTo>
                      <a:pt x="446330" y="21709"/>
                    </a:lnTo>
                    <a:lnTo>
                      <a:pt x="446330" y="63748"/>
                    </a:lnTo>
                    <a:lnTo>
                      <a:pt x="452021" y="65008"/>
                    </a:lnTo>
                    <a:lnTo>
                      <a:pt x="452021" y="70705"/>
                    </a:lnTo>
                    <a:lnTo>
                      <a:pt x="438279" y="70705"/>
                    </a:lnTo>
                    <a:lnTo>
                      <a:pt x="437674" y="63448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 213">
                <a:extLst>
                  <a:ext uri="{FF2B5EF4-FFF2-40B4-BE49-F238E27FC236}">
                    <a16:creationId xmlns:a16="http://schemas.microsoft.com/office/drawing/2014/main" id="{86EFB3AD-A7E8-E22B-1DEF-7122FDC10CB5}"/>
                  </a:ext>
                </a:extLst>
              </p:cNvPr>
              <p:cNvSpPr/>
              <p:nvPr/>
            </p:nvSpPr>
            <p:spPr>
              <a:xfrm>
                <a:off x="8823238" y="257316"/>
                <a:ext cx="170287" cy="147646"/>
              </a:xfrm>
              <a:custGeom>
                <a:avLst/>
                <a:gdLst>
                  <a:gd name="connsiteX0" fmla="*/ 0 w 170287"/>
                  <a:gd name="connsiteY0" fmla="*/ 73823 h 147646"/>
                  <a:gd name="connsiteX1" fmla="*/ 74459 w 170287"/>
                  <a:gd name="connsiteY1" fmla="*/ 147647 h 147646"/>
                  <a:gd name="connsiteX2" fmla="*/ 170287 w 170287"/>
                  <a:gd name="connsiteY2" fmla="*/ 52774 h 147646"/>
                  <a:gd name="connsiteX3" fmla="*/ 148978 w 170287"/>
                  <a:gd name="connsiteY3" fmla="*/ 31664 h 147646"/>
                  <a:gd name="connsiteX4" fmla="*/ 74459 w 170287"/>
                  <a:gd name="connsiteY4" fmla="*/ 105428 h 147646"/>
                  <a:gd name="connsiteX5" fmla="*/ 42557 w 170287"/>
                  <a:gd name="connsiteY5" fmla="*/ 73823 h 147646"/>
                  <a:gd name="connsiteX6" fmla="*/ 74459 w 170287"/>
                  <a:gd name="connsiteY6" fmla="*/ 42159 h 147646"/>
                  <a:gd name="connsiteX7" fmla="*/ 95768 w 170287"/>
                  <a:gd name="connsiteY7" fmla="*/ 63269 h 147646"/>
                  <a:gd name="connsiteX8" fmla="*/ 117016 w 170287"/>
                  <a:gd name="connsiteY8" fmla="*/ 42159 h 147646"/>
                  <a:gd name="connsiteX9" fmla="*/ 74459 w 170287"/>
                  <a:gd name="connsiteY9" fmla="*/ 0 h 147646"/>
                  <a:gd name="connsiteX10" fmla="*/ 0 w 170287"/>
                  <a:gd name="connsiteY10" fmla="*/ 73823 h 1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0287" h="147646">
                    <a:moveTo>
                      <a:pt x="0" y="73823"/>
                    </a:moveTo>
                    <a:lnTo>
                      <a:pt x="74459" y="147647"/>
                    </a:lnTo>
                    <a:lnTo>
                      <a:pt x="170287" y="52774"/>
                    </a:lnTo>
                    <a:lnTo>
                      <a:pt x="148978" y="31664"/>
                    </a:lnTo>
                    <a:lnTo>
                      <a:pt x="74459" y="105428"/>
                    </a:lnTo>
                    <a:lnTo>
                      <a:pt x="42557" y="73823"/>
                    </a:lnTo>
                    <a:lnTo>
                      <a:pt x="74459" y="42159"/>
                    </a:lnTo>
                    <a:lnTo>
                      <a:pt x="95768" y="63269"/>
                    </a:lnTo>
                    <a:lnTo>
                      <a:pt x="117016" y="42159"/>
                    </a:lnTo>
                    <a:lnTo>
                      <a:pt x="74459" y="0"/>
                    </a:lnTo>
                    <a:lnTo>
                      <a:pt x="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 214">
                <a:extLst>
                  <a:ext uri="{FF2B5EF4-FFF2-40B4-BE49-F238E27FC236}">
                    <a16:creationId xmlns:a16="http://schemas.microsoft.com/office/drawing/2014/main" id="{779703CA-0120-AE4A-44EA-E443DDB9C1E5}"/>
                  </a:ext>
                </a:extLst>
              </p:cNvPr>
              <p:cNvSpPr/>
              <p:nvPr/>
            </p:nvSpPr>
            <p:spPr>
              <a:xfrm>
                <a:off x="9121195" y="257436"/>
                <a:ext cx="170287" cy="147586"/>
              </a:xfrm>
              <a:custGeom>
                <a:avLst/>
                <a:gdLst>
                  <a:gd name="connsiteX0" fmla="*/ 170287 w 170287"/>
                  <a:gd name="connsiteY0" fmla="*/ 73763 h 147586"/>
                  <a:gd name="connsiteX1" fmla="*/ 95829 w 170287"/>
                  <a:gd name="connsiteY1" fmla="*/ 147587 h 147586"/>
                  <a:gd name="connsiteX2" fmla="*/ 53211 w 170287"/>
                  <a:gd name="connsiteY2" fmla="*/ 105428 h 147586"/>
                  <a:gd name="connsiteX3" fmla="*/ 74459 w 170287"/>
                  <a:gd name="connsiteY3" fmla="*/ 84378 h 147586"/>
                  <a:gd name="connsiteX4" fmla="*/ 95829 w 170287"/>
                  <a:gd name="connsiteY4" fmla="*/ 105428 h 147586"/>
                  <a:gd name="connsiteX5" fmla="*/ 127731 w 170287"/>
                  <a:gd name="connsiteY5" fmla="*/ 73763 h 147586"/>
                  <a:gd name="connsiteX6" fmla="*/ 95829 w 170287"/>
                  <a:gd name="connsiteY6" fmla="*/ 42159 h 147586"/>
                  <a:gd name="connsiteX7" fmla="*/ 21309 w 170287"/>
                  <a:gd name="connsiteY7" fmla="*/ 115982 h 147586"/>
                  <a:gd name="connsiteX8" fmla="*/ 0 w 170287"/>
                  <a:gd name="connsiteY8" fmla="*/ 94873 h 147586"/>
                  <a:gd name="connsiteX9" fmla="*/ 95829 w 170287"/>
                  <a:gd name="connsiteY9" fmla="*/ 0 h 147586"/>
                  <a:gd name="connsiteX10" fmla="*/ 170287 w 170287"/>
                  <a:gd name="connsiteY10" fmla="*/ 73763 h 147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0287" h="147586">
                    <a:moveTo>
                      <a:pt x="170287" y="73763"/>
                    </a:moveTo>
                    <a:lnTo>
                      <a:pt x="95829" y="147587"/>
                    </a:lnTo>
                    <a:lnTo>
                      <a:pt x="53211" y="105428"/>
                    </a:lnTo>
                    <a:lnTo>
                      <a:pt x="74459" y="84378"/>
                    </a:lnTo>
                    <a:lnTo>
                      <a:pt x="95829" y="105428"/>
                    </a:lnTo>
                    <a:lnTo>
                      <a:pt x="127731" y="73763"/>
                    </a:lnTo>
                    <a:lnTo>
                      <a:pt x="95829" y="42159"/>
                    </a:lnTo>
                    <a:lnTo>
                      <a:pt x="21309" y="115982"/>
                    </a:lnTo>
                    <a:lnTo>
                      <a:pt x="0" y="94873"/>
                    </a:lnTo>
                    <a:lnTo>
                      <a:pt x="95829" y="0"/>
                    </a:lnTo>
                    <a:lnTo>
                      <a:pt x="170287" y="7376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 215">
                <a:extLst>
                  <a:ext uri="{FF2B5EF4-FFF2-40B4-BE49-F238E27FC236}">
                    <a16:creationId xmlns:a16="http://schemas.microsoft.com/office/drawing/2014/main" id="{E9A170F9-8366-6E48-EB4B-14D19F45D0F7}"/>
                  </a:ext>
                </a:extLst>
              </p:cNvPr>
              <p:cNvSpPr/>
              <p:nvPr/>
            </p:nvSpPr>
            <p:spPr>
              <a:xfrm>
                <a:off x="8929660" y="151889"/>
                <a:ext cx="117075" cy="168696"/>
              </a:xfrm>
              <a:custGeom>
                <a:avLst/>
                <a:gdLst>
                  <a:gd name="connsiteX0" fmla="*/ 0 w 117075"/>
                  <a:gd name="connsiteY0" fmla="*/ 73823 h 168696"/>
                  <a:gd name="connsiteX1" fmla="*/ 74459 w 117075"/>
                  <a:gd name="connsiteY1" fmla="*/ 0 h 168696"/>
                  <a:gd name="connsiteX2" fmla="*/ 117076 w 117075"/>
                  <a:gd name="connsiteY2" fmla="*/ 42219 h 168696"/>
                  <a:gd name="connsiteX3" fmla="*/ 95707 w 117075"/>
                  <a:gd name="connsiteY3" fmla="*/ 63329 h 168696"/>
                  <a:gd name="connsiteX4" fmla="*/ 74459 w 117075"/>
                  <a:gd name="connsiteY4" fmla="*/ 42219 h 168696"/>
                  <a:gd name="connsiteX5" fmla="*/ 42556 w 117075"/>
                  <a:gd name="connsiteY5" fmla="*/ 73823 h 168696"/>
                  <a:gd name="connsiteX6" fmla="*/ 117076 w 117075"/>
                  <a:gd name="connsiteY6" fmla="*/ 147587 h 168696"/>
                  <a:gd name="connsiteX7" fmla="*/ 95707 w 117075"/>
                  <a:gd name="connsiteY7" fmla="*/ 168696 h 168696"/>
                  <a:gd name="connsiteX8" fmla="*/ 0 w 117075"/>
                  <a:gd name="connsiteY8" fmla="*/ 73823 h 168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075" h="168696">
                    <a:moveTo>
                      <a:pt x="0" y="73823"/>
                    </a:moveTo>
                    <a:lnTo>
                      <a:pt x="74459" y="0"/>
                    </a:lnTo>
                    <a:lnTo>
                      <a:pt x="117076" y="42219"/>
                    </a:lnTo>
                    <a:lnTo>
                      <a:pt x="95707" y="63329"/>
                    </a:lnTo>
                    <a:lnTo>
                      <a:pt x="74459" y="42219"/>
                    </a:lnTo>
                    <a:lnTo>
                      <a:pt x="42556" y="73823"/>
                    </a:lnTo>
                    <a:lnTo>
                      <a:pt x="117076" y="147587"/>
                    </a:lnTo>
                    <a:lnTo>
                      <a:pt x="95707" y="168696"/>
                    </a:lnTo>
                    <a:lnTo>
                      <a:pt x="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 216">
                <a:extLst>
                  <a:ext uri="{FF2B5EF4-FFF2-40B4-BE49-F238E27FC236}">
                    <a16:creationId xmlns:a16="http://schemas.microsoft.com/office/drawing/2014/main" id="{194CF89D-5B53-AFA4-AFBB-F6D5E48AA7BD}"/>
                  </a:ext>
                </a:extLst>
              </p:cNvPr>
              <p:cNvSpPr/>
              <p:nvPr/>
            </p:nvSpPr>
            <p:spPr>
              <a:xfrm>
                <a:off x="9067984" y="341694"/>
                <a:ext cx="117075" cy="168636"/>
              </a:xfrm>
              <a:custGeom>
                <a:avLst/>
                <a:gdLst>
                  <a:gd name="connsiteX0" fmla="*/ 117076 w 117075"/>
                  <a:gd name="connsiteY0" fmla="*/ 94873 h 168636"/>
                  <a:gd name="connsiteX1" fmla="*/ 42557 w 117075"/>
                  <a:gd name="connsiteY1" fmla="*/ 168636 h 168636"/>
                  <a:gd name="connsiteX2" fmla="*/ 0 w 117075"/>
                  <a:gd name="connsiteY2" fmla="*/ 126477 h 168636"/>
                  <a:gd name="connsiteX3" fmla="*/ 21248 w 117075"/>
                  <a:gd name="connsiteY3" fmla="*/ 105428 h 168636"/>
                  <a:gd name="connsiteX4" fmla="*/ 42557 w 117075"/>
                  <a:gd name="connsiteY4" fmla="*/ 126477 h 168636"/>
                  <a:gd name="connsiteX5" fmla="*/ 74519 w 117075"/>
                  <a:gd name="connsiteY5" fmla="*/ 94873 h 168636"/>
                  <a:gd name="connsiteX6" fmla="*/ 0 w 117075"/>
                  <a:gd name="connsiteY6" fmla="*/ 21050 h 168636"/>
                  <a:gd name="connsiteX7" fmla="*/ 21248 w 117075"/>
                  <a:gd name="connsiteY7" fmla="*/ 0 h 168636"/>
                  <a:gd name="connsiteX8" fmla="*/ 117076 w 117075"/>
                  <a:gd name="connsiteY8" fmla="*/ 94873 h 16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075" h="168636">
                    <a:moveTo>
                      <a:pt x="117076" y="94873"/>
                    </a:moveTo>
                    <a:lnTo>
                      <a:pt x="42557" y="168636"/>
                    </a:lnTo>
                    <a:lnTo>
                      <a:pt x="0" y="126477"/>
                    </a:lnTo>
                    <a:lnTo>
                      <a:pt x="21248" y="105428"/>
                    </a:lnTo>
                    <a:lnTo>
                      <a:pt x="42557" y="126477"/>
                    </a:lnTo>
                    <a:lnTo>
                      <a:pt x="74519" y="94873"/>
                    </a:lnTo>
                    <a:lnTo>
                      <a:pt x="0" y="21050"/>
                    </a:lnTo>
                    <a:lnTo>
                      <a:pt x="21248" y="0"/>
                    </a:lnTo>
                    <a:lnTo>
                      <a:pt x="117076" y="9487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 217">
                <a:extLst>
                  <a:ext uri="{FF2B5EF4-FFF2-40B4-BE49-F238E27FC236}">
                    <a16:creationId xmlns:a16="http://schemas.microsoft.com/office/drawing/2014/main" id="{E4EEF057-CEA1-D828-2FA8-881839CFD01A}"/>
                  </a:ext>
                </a:extLst>
              </p:cNvPr>
              <p:cNvSpPr/>
              <p:nvPr/>
            </p:nvSpPr>
            <p:spPr>
              <a:xfrm>
                <a:off x="9014773" y="151889"/>
                <a:ext cx="170287" cy="168696"/>
              </a:xfrm>
              <a:custGeom>
                <a:avLst/>
                <a:gdLst>
                  <a:gd name="connsiteX0" fmla="*/ 0 w 170287"/>
                  <a:gd name="connsiteY0" fmla="*/ 94873 h 168696"/>
                  <a:gd name="connsiteX1" fmla="*/ 21309 w 170287"/>
                  <a:gd name="connsiteY1" fmla="*/ 115982 h 168696"/>
                  <a:gd name="connsiteX2" fmla="*/ 42557 w 170287"/>
                  <a:gd name="connsiteY2" fmla="*/ 94873 h 168696"/>
                  <a:gd name="connsiteX3" fmla="*/ 117076 w 170287"/>
                  <a:gd name="connsiteY3" fmla="*/ 168696 h 168696"/>
                  <a:gd name="connsiteX4" fmla="*/ 138263 w 170287"/>
                  <a:gd name="connsiteY4" fmla="*/ 147587 h 168696"/>
                  <a:gd name="connsiteX5" fmla="*/ 63926 w 170287"/>
                  <a:gd name="connsiteY5" fmla="*/ 73823 h 168696"/>
                  <a:gd name="connsiteX6" fmla="*/ 95768 w 170287"/>
                  <a:gd name="connsiteY6" fmla="*/ 42219 h 168696"/>
                  <a:gd name="connsiteX7" fmla="*/ 127730 w 170287"/>
                  <a:gd name="connsiteY7" fmla="*/ 73823 h 168696"/>
                  <a:gd name="connsiteX8" fmla="*/ 106422 w 170287"/>
                  <a:gd name="connsiteY8" fmla="*/ 94873 h 168696"/>
                  <a:gd name="connsiteX9" fmla="*/ 127730 w 170287"/>
                  <a:gd name="connsiteY9" fmla="*/ 115982 h 168696"/>
                  <a:gd name="connsiteX10" fmla="*/ 170287 w 170287"/>
                  <a:gd name="connsiteY10" fmla="*/ 73823 h 168696"/>
                  <a:gd name="connsiteX11" fmla="*/ 95768 w 170287"/>
                  <a:gd name="connsiteY11" fmla="*/ 0 h 168696"/>
                  <a:gd name="connsiteX12" fmla="*/ 0 w 170287"/>
                  <a:gd name="connsiteY12" fmla="*/ 94873 h 168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287" h="168696">
                    <a:moveTo>
                      <a:pt x="0" y="94873"/>
                    </a:moveTo>
                    <a:lnTo>
                      <a:pt x="21309" y="115982"/>
                    </a:lnTo>
                    <a:lnTo>
                      <a:pt x="42557" y="94873"/>
                    </a:lnTo>
                    <a:lnTo>
                      <a:pt x="117076" y="168696"/>
                    </a:lnTo>
                    <a:lnTo>
                      <a:pt x="138263" y="147587"/>
                    </a:lnTo>
                    <a:lnTo>
                      <a:pt x="63926" y="73823"/>
                    </a:lnTo>
                    <a:lnTo>
                      <a:pt x="95768" y="42219"/>
                    </a:lnTo>
                    <a:lnTo>
                      <a:pt x="127730" y="73823"/>
                    </a:lnTo>
                    <a:lnTo>
                      <a:pt x="106422" y="94873"/>
                    </a:lnTo>
                    <a:lnTo>
                      <a:pt x="127730" y="115982"/>
                    </a:lnTo>
                    <a:lnTo>
                      <a:pt x="170287" y="73823"/>
                    </a:lnTo>
                    <a:lnTo>
                      <a:pt x="95768" y="0"/>
                    </a:lnTo>
                    <a:lnTo>
                      <a:pt x="0" y="9487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 218">
                <a:extLst>
                  <a:ext uri="{FF2B5EF4-FFF2-40B4-BE49-F238E27FC236}">
                    <a16:creationId xmlns:a16="http://schemas.microsoft.com/office/drawing/2014/main" id="{6AB113BA-50B6-F891-62B1-0B57B7DD7618}"/>
                  </a:ext>
                </a:extLst>
              </p:cNvPr>
              <p:cNvSpPr/>
              <p:nvPr/>
            </p:nvSpPr>
            <p:spPr>
              <a:xfrm>
                <a:off x="8929660" y="341694"/>
                <a:ext cx="170226" cy="168636"/>
              </a:xfrm>
              <a:custGeom>
                <a:avLst/>
                <a:gdLst>
                  <a:gd name="connsiteX0" fmla="*/ 127670 w 170226"/>
                  <a:gd name="connsiteY0" fmla="*/ 73823 h 168636"/>
                  <a:gd name="connsiteX1" fmla="*/ 53210 w 170226"/>
                  <a:gd name="connsiteY1" fmla="*/ 0 h 168636"/>
                  <a:gd name="connsiteX2" fmla="*/ 31962 w 170226"/>
                  <a:gd name="connsiteY2" fmla="*/ 20990 h 168636"/>
                  <a:gd name="connsiteX3" fmla="*/ 106422 w 170226"/>
                  <a:gd name="connsiteY3" fmla="*/ 94873 h 168636"/>
                  <a:gd name="connsiteX4" fmla="*/ 74459 w 170226"/>
                  <a:gd name="connsiteY4" fmla="*/ 126477 h 168636"/>
                  <a:gd name="connsiteX5" fmla="*/ 42556 w 170226"/>
                  <a:gd name="connsiteY5" fmla="*/ 94873 h 168636"/>
                  <a:gd name="connsiteX6" fmla="*/ 63804 w 170226"/>
                  <a:gd name="connsiteY6" fmla="*/ 73823 h 168636"/>
                  <a:gd name="connsiteX7" fmla="*/ 42556 w 170226"/>
                  <a:gd name="connsiteY7" fmla="*/ 52714 h 168636"/>
                  <a:gd name="connsiteX8" fmla="*/ 0 w 170226"/>
                  <a:gd name="connsiteY8" fmla="*/ 94873 h 168636"/>
                  <a:gd name="connsiteX9" fmla="*/ 74459 w 170226"/>
                  <a:gd name="connsiteY9" fmla="*/ 168636 h 168636"/>
                  <a:gd name="connsiteX10" fmla="*/ 170227 w 170226"/>
                  <a:gd name="connsiteY10" fmla="*/ 73823 h 168636"/>
                  <a:gd name="connsiteX11" fmla="*/ 148978 w 170226"/>
                  <a:gd name="connsiteY11" fmla="*/ 52714 h 168636"/>
                  <a:gd name="connsiteX12" fmla="*/ 127670 w 170226"/>
                  <a:gd name="connsiteY12" fmla="*/ 73823 h 16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226" h="168636">
                    <a:moveTo>
                      <a:pt x="127670" y="73823"/>
                    </a:moveTo>
                    <a:lnTo>
                      <a:pt x="53210" y="0"/>
                    </a:lnTo>
                    <a:lnTo>
                      <a:pt x="31962" y="20990"/>
                    </a:lnTo>
                    <a:lnTo>
                      <a:pt x="106422" y="94873"/>
                    </a:lnTo>
                    <a:lnTo>
                      <a:pt x="74459" y="126477"/>
                    </a:lnTo>
                    <a:lnTo>
                      <a:pt x="42556" y="94873"/>
                    </a:lnTo>
                    <a:lnTo>
                      <a:pt x="63804" y="73823"/>
                    </a:lnTo>
                    <a:lnTo>
                      <a:pt x="42556" y="52714"/>
                    </a:lnTo>
                    <a:lnTo>
                      <a:pt x="0" y="94873"/>
                    </a:lnTo>
                    <a:lnTo>
                      <a:pt x="74459" y="168636"/>
                    </a:lnTo>
                    <a:lnTo>
                      <a:pt x="170227" y="73823"/>
                    </a:lnTo>
                    <a:lnTo>
                      <a:pt x="148978" y="52714"/>
                    </a:lnTo>
                    <a:lnTo>
                      <a:pt x="12767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 219">
                <a:extLst>
                  <a:ext uri="{FF2B5EF4-FFF2-40B4-BE49-F238E27FC236}">
                    <a16:creationId xmlns:a16="http://schemas.microsoft.com/office/drawing/2014/main" id="{E88F831F-30A3-34E4-99B9-7DB133410141}"/>
                  </a:ext>
                </a:extLst>
              </p:cNvPr>
              <p:cNvSpPr/>
              <p:nvPr/>
            </p:nvSpPr>
            <p:spPr>
              <a:xfrm rot="-2698799">
                <a:off x="9011910" y="315847"/>
                <a:ext cx="90319" cy="29805"/>
              </a:xfrm>
              <a:custGeom>
                <a:avLst/>
                <a:gdLst>
                  <a:gd name="connsiteX0" fmla="*/ 0 w 90319"/>
                  <a:gd name="connsiteY0" fmla="*/ 0 h 29805"/>
                  <a:gd name="connsiteX1" fmla="*/ 90319 w 90319"/>
                  <a:gd name="connsiteY1" fmla="*/ 0 h 29805"/>
                  <a:gd name="connsiteX2" fmla="*/ 90319 w 90319"/>
                  <a:gd name="connsiteY2" fmla="*/ 29805 h 29805"/>
                  <a:gd name="connsiteX3" fmla="*/ 0 w 90319"/>
                  <a:gd name="connsiteY3" fmla="*/ 29805 h 29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319" h="29805">
                    <a:moveTo>
                      <a:pt x="0" y="0"/>
                    </a:moveTo>
                    <a:lnTo>
                      <a:pt x="90319" y="0"/>
                    </a:lnTo>
                    <a:lnTo>
                      <a:pt x="90319" y="29805"/>
                    </a:lnTo>
                    <a:lnTo>
                      <a:pt x="0" y="29805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 220">
                <a:extLst>
                  <a:ext uri="{FF2B5EF4-FFF2-40B4-BE49-F238E27FC236}">
                    <a16:creationId xmlns:a16="http://schemas.microsoft.com/office/drawing/2014/main" id="{D9E888CF-990F-62AE-9823-B5D1DB858D1E}"/>
                  </a:ext>
                </a:extLst>
              </p:cNvPr>
              <p:cNvSpPr/>
              <p:nvPr/>
            </p:nvSpPr>
            <p:spPr>
              <a:xfrm rot="-2698799">
                <a:off x="9034776" y="108470"/>
                <a:ext cx="45159" cy="44737"/>
              </a:xfrm>
              <a:custGeom>
                <a:avLst/>
                <a:gdLst>
                  <a:gd name="connsiteX0" fmla="*/ 0 w 45159"/>
                  <a:gd name="connsiteY0" fmla="*/ 0 h 44737"/>
                  <a:gd name="connsiteX1" fmla="*/ 45160 w 45159"/>
                  <a:gd name="connsiteY1" fmla="*/ 0 h 44737"/>
                  <a:gd name="connsiteX2" fmla="*/ 45160 w 45159"/>
                  <a:gd name="connsiteY2" fmla="*/ 44738 h 44737"/>
                  <a:gd name="connsiteX3" fmla="*/ 0 w 45159"/>
                  <a:gd name="connsiteY3" fmla="*/ 44738 h 4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159" h="44737">
                    <a:moveTo>
                      <a:pt x="0" y="0"/>
                    </a:moveTo>
                    <a:lnTo>
                      <a:pt x="45160" y="0"/>
                    </a:lnTo>
                    <a:lnTo>
                      <a:pt x="45160" y="44738"/>
                    </a:lnTo>
                    <a:lnTo>
                      <a:pt x="0" y="44738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 221">
                <a:extLst>
                  <a:ext uri="{FF2B5EF4-FFF2-40B4-BE49-F238E27FC236}">
                    <a16:creationId xmlns:a16="http://schemas.microsoft.com/office/drawing/2014/main" id="{2A1D5F9E-B6C5-1086-6EA6-E06638D088FF}"/>
                  </a:ext>
                </a:extLst>
              </p:cNvPr>
              <p:cNvSpPr/>
              <p:nvPr/>
            </p:nvSpPr>
            <p:spPr>
              <a:xfrm>
                <a:off x="9025428" y="499836"/>
                <a:ext cx="63804" cy="63268"/>
              </a:xfrm>
              <a:custGeom>
                <a:avLst/>
                <a:gdLst>
                  <a:gd name="connsiteX0" fmla="*/ 0 w 63804"/>
                  <a:gd name="connsiteY0" fmla="*/ 31604 h 63268"/>
                  <a:gd name="connsiteX1" fmla="*/ 31902 w 63804"/>
                  <a:gd name="connsiteY1" fmla="*/ 63269 h 63268"/>
                  <a:gd name="connsiteX2" fmla="*/ 63805 w 63804"/>
                  <a:gd name="connsiteY2" fmla="*/ 31604 h 63268"/>
                  <a:gd name="connsiteX3" fmla="*/ 31902 w 63804"/>
                  <a:gd name="connsiteY3" fmla="*/ 0 h 63268"/>
                  <a:gd name="connsiteX4" fmla="*/ 0 w 63804"/>
                  <a:gd name="connsiteY4" fmla="*/ 31604 h 63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804" h="63268">
                    <a:moveTo>
                      <a:pt x="0" y="31604"/>
                    </a:moveTo>
                    <a:lnTo>
                      <a:pt x="31902" y="63269"/>
                    </a:lnTo>
                    <a:lnTo>
                      <a:pt x="63805" y="31604"/>
                    </a:lnTo>
                    <a:lnTo>
                      <a:pt x="31902" y="0"/>
                    </a:lnTo>
                    <a:lnTo>
                      <a:pt x="0" y="31604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 222">
                <a:extLst>
                  <a:ext uri="{FF2B5EF4-FFF2-40B4-BE49-F238E27FC236}">
                    <a16:creationId xmlns:a16="http://schemas.microsoft.com/office/drawing/2014/main" id="{0EE43B6C-3549-86C2-2EE6-5F0A579B9079}"/>
                  </a:ext>
                </a:extLst>
              </p:cNvPr>
              <p:cNvSpPr/>
              <p:nvPr/>
            </p:nvSpPr>
            <p:spPr>
              <a:xfrm>
                <a:off x="9455171" y="99235"/>
                <a:ext cx="209877" cy="228846"/>
              </a:xfrm>
              <a:custGeom>
                <a:avLst/>
                <a:gdLst>
                  <a:gd name="connsiteX0" fmla="*/ 183424 w 209877"/>
                  <a:gd name="connsiteY0" fmla="*/ 197182 h 228846"/>
                  <a:gd name="connsiteX1" fmla="*/ 209878 w 209877"/>
                  <a:gd name="connsiteY1" fmla="*/ 197182 h 228846"/>
                  <a:gd name="connsiteX2" fmla="*/ 209878 w 209877"/>
                  <a:gd name="connsiteY2" fmla="*/ 228846 h 228846"/>
                  <a:gd name="connsiteX3" fmla="*/ 176462 w 209877"/>
                  <a:gd name="connsiteY3" fmla="*/ 228846 h 228846"/>
                  <a:gd name="connsiteX4" fmla="*/ 153761 w 209877"/>
                  <a:gd name="connsiteY4" fmla="*/ 222669 h 228846"/>
                  <a:gd name="connsiteX5" fmla="*/ 144862 w 209877"/>
                  <a:gd name="connsiteY5" fmla="*/ 163779 h 228846"/>
                  <a:gd name="connsiteX6" fmla="*/ 137598 w 209877"/>
                  <a:gd name="connsiteY6" fmla="*/ 135293 h 228846"/>
                  <a:gd name="connsiteX7" fmla="*/ 115139 w 209877"/>
                  <a:gd name="connsiteY7" fmla="*/ 129056 h 228846"/>
                  <a:gd name="connsiteX8" fmla="*/ 66286 w 209877"/>
                  <a:gd name="connsiteY8" fmla="*/ 129056 h 228846"/>
                  <a:gd name="connsiteX9" fmla="*/ 66286 w 209877"/>
                  <a:gd name="connsiteY9" fmla="*/ 197782 h 228846"/>
                  <a:gd name="connsiteX10" fmla="*/ 98008 w 209877"/>
                  <a:gd name="connsiteY10" fmla="*/ 197782 h 228846"/>
                  <a:gd name="connsiteX11" fmla="*/ 98008 w 209877"/>
                  <a:gd name="connsiteY11" fmla="*/ 228846 h 228846"/>
                  <a:gd name="connsiteX12" fmla="*/ 0 w 209877"/>
                  <a:gd name="connsiteY12" fmla="*/ 228846 h 228846"/>
                  <a:gd name="connsiteX13" fmla="*/ 0 w 209877"/>
                  <a:gd name="connsiteY13" fmla="*/ 197782 h 228846"/>
                  <a:gd name="connsiteX14" fmla="*/ 30994 w 209877"/>
                  <a:gd name="connsiteY14" fmla="*/ 197782 h 228846"/>
                  <a:gd name="connsiteX15" fmla="*/ 30994 w 209877"/>
                  <a:gd name="connsiteY15" fmla="*/ 31065 h 228846"/>
                  <a:gd name="connsiteX16" fmla="*/ 0 w 209877"/>
                  <a:gd name="connsiteY16" fmla="*/ 31065 h 228846"/>
                  <a:gd name="connsiteX17" fmla="*/ 0 w 209877"/>
                  <a:gd name="connsiteY17" fmla="*/ 0 h 228846"/>
                  <a:gd name="connsiteX18" fmla="*/ 140201 w 209877"/>
                  <a:gd name="connsiteY18" fmla="*/ 0 h 228846"/>
                  <a:gd name="connsiteX19" fmla="*/ 172588 w 209877"/>
                  <a:gd name="connsiteY19" fmla="*/ 9415 h 228846"/>
                  <a:gd name="connsiteX20" fmla="*/ 185118 w 209877"/>
                  <a:gd name="connsiteY20" fmla="*/ 63748 h 228846"/>
                  <a:gd name="connsiteX21" fmla="*/ 149160 w 209877"/>
                  <a:gd name="connsiteY21" fmla="*/ 115682 h 228846"/>
                  <a:gd name="connsiteX22" fmla="*/ 149160 w 209877"/>
                  <a:gd name="connsiteY22" fmla="*/ 116282 h 228846"/>
                  <a:gd name="connsiteX23" fmla="*/ 181850 w 209877"/>
                  <a:gd name="connsiteY23" fmla="*/ 163419 h 228846"/>
                  <a:gd name="connsiteX24" fmla="*/ 183484 w 209877"/>
                  <a:gd name="connsiteY24" fmla="*/ 197122 h 228846"/>
                  <a:gd name="connsiteX25" fmla="*/ 183484 w 209877"/>
                  <a:gd name="connsiteY25" fmla="*/ 197122 h 228846"/>
                  <a:gd name="connsiteX26" fmla="*/ 128760 w 209877"/>
                  <a:gd name="connsiteY26" fmla="*/ 99730 h 228846"/>
                  <a:gd name="connsiteX27" fmla="*/ 143167 w 209877"/>
                  <a:gd name="connsiteY27" fmla="*/ 97152 h 228846"/>
                  <a:gd name="connsiteX28" fmla="*/ 147465 w 209877"/>
                  <a:gd name="connsiteY28" fmla="*/ 65727 h 228846"/>
                  <a:gd name="connsiteX29" fmla="*/ 143167 w 209877"/>
                  <a:gd name="connsiteY29" fmla="*/ 33703 h 228846"/>
                  <a:gd name="connsiteX30" fmla="*/ 128760 w 209877"/>
                  <a:gd name="connsiteY30" fmla="*/ 31065 h 228846"/>
                  <a:gd name="connsiteX31" fmla="*/ 66286 w 209877"/>
                  <a:gd name="connsiteY31" fmla="*/ 31065 h 228846"/>
                  <a:gd name="connsiteX32" fmla="*/ 66286 w 209877"/>
                  <a:gd name="connsiteY32" fmla="*/ 99730 h 228846"/>
                  <a:gd name="connsiteX33" fmla="*/ 128760 w 209877"/>
                  <a:gd name="connsiteY33" fmla="*/ 99730 h 228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09877" h="228846">
                    <a:moveTo>
                      <a:pt x="183424" y="197182"/>
                    </a:moveTo>
                    <a:lnTo>
                      <a:pt x="209878" y="197182"/>
                    </a:lnTo>
                    <a:lnTo>
                      <a:pt x="209878" y="228846"/>
                    </a:lnTo>
                    <a:lnTo>
                      <a:pt x="176462" y="228846"/>
                    </a:lnTo>
                    <a:cubicBezTo>
                      <a:pt x="162660" y="228846"/>
                      <a:pt x="157696" y="226567"/>
                      <a:pt x="153761" y="222669"/>
                    </a:cubicBezTo>
                    <a:cubicBezTo>
                      <a:pt x="148797" y="217752"/>
                      <a:pt x="146194" y="208936"/>
                      <a:pt x="144862" y="163779"/>
                    </a:cubicBezTo>
                    <a:cubicBezTo>
                      <a:pt x="144256" y="145428"/>
                      <a:pt x="141956" y="139551"/>
                      <a:pt x="137598" y="135293"/>
                    </a:cubicBezTo>
                    <a:cubicBezTo>
                      <a:pt x="132270" y="130075"/>
                      <a:pt x="126702" y="129056"/>
                      <a:pt x="115139" y="129056"/>
                    </a:cubicBezTo>
                    <a:lnTo>
                      <a:pt x="66286" y="129056"/>
                    </a:lnTo>
                    <a:lnTo>
                      <a:pt x="66286" y="197782"/>
                    </a:lnTo>
                    <a:lnTo>
                      <a:pt x="98008" y="197782"/>
                    </a:lnTo>
                    <a:lnTo>
                      <a:pt x="98008" y="228846"/>
                    </a:lnTo>
                    <a:lnTo>
                      <a:pt x="0" y="228846"/>
                    </a:lnTo>
                    <a:lnTo>
                      <a:pt x="0" y="197782"/>
                    </a:lnTo>
                    <a:lnTo>
                      <a:pt x="30994" y="197782"/>
                    </a:lnTo>
                    <a:lnTo>
                      <a:pt x="30994" y="31065"/>
                    </a:lnTo>
                    <a:lnTo>
                      <a:pt x="0" y="31065"/>
                    </a:lnTo>
                    <a:lnTo>
                      <a:pt x="0" y="0"/>
                    </a:lnTo>
                    <a:lnTo>
                      <a:pt x="140201" y="0"/>
                    </a:lnTo>
                    <a:cubicBezTo>
                      <a:pt x="155396" y="0"/>
                      <a:pt x="165626" y="2639"/>
                      <a:pt x="172588" y="9415"/>
                    </a:cubicBezTo>
                    <a:cubicBezTo>
                      <a:pt x="181486" y="18291"/>
                      <a:pt x="185118" y="29385"/>
                      <a:pt x="185118" y="63748"/>
                    </a:cubicBezTo>
                    <a:cubicBezTo>
                      <a:pt x="185118" y="103988"/>
                      <a:pt x="175554" y="112084"/>
                      <a:pt x="149160" y="115682"/>
                    </a:cubicBezTo>
                    <a:lnTo>
                      <a:pt x="149160" y="116282"/>
                    </a:lnTo>
                    <a:cubicBezTo>
                      <a:pt x="173617" y="120900"/>
                      <a:pt x="180457" y="130075"/>
                      <a:pt x="181850" y="163419"/>
                    </a:cubicBezTo>
                    <a:cubicBezTo>
                      <a:pt x="182152" y="173494"/>
                      <a:pt x="182818" y="186987"/>
                      <a:pt x="183484" y="197122"/>
                    </a:cubicBezTo>
                    <a:lnTo>
                      <a:pt x="183484" y="197122"/>
                    </a:lnTo>
                    <a:close/>
                    <a:moveTo>
                      <a:pt x="128760" y="99730"/>
                    </a:moveTo>
                    <a:cubicBezTo>
                      <a:pt x="138263" y="99730"/>
                      <a:pt x="141533" y="98711"/>
                      <a:pt x="143167" y="97152"/>
                    </a:cubicBezTo>
                    <a:cubicBezTo>
                      <a:pt x="146194" y="94153"/>
                      <a:pt x="147465" y="89296"/>
                      <a:pt x="147465" y="65727"/>
                    </a:cubicBezTo>
                    <a:cubicBezTo>
                      <a:pt x="147465" y="42159"/>
                      <a:pt x="146194" y="36642"/>
                      <a:pt x="143167" y="33703"/>
                    </a:cubicBezTo>
                    <a:cubicBezTo>
                      <a:pt x="141593" y="32084"/>
                      <a:pt x="138263" y="31065"/>
                      <a:pt x="128760" y="31065"/>
                    </a:cubicBezTo>
                    <a:lnTo>
                      <a:pt x="66286" y="31065"/>
                    </a:lnTo>
                    <a:lnTo>
                      <a:pt x="66286" y="99730"/>
                    </a:lnTo>
                    <a:lnTo>
                      <a:pt x="128760" y="99730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 223">
                <a:extLst>
                  <a:ext uri="{FF2B5EF4-FFF2-40B4-BE49-F238E27FC236}">
                    <a16:creationId xmlns:a16="http://schemas.microsoft.com/office/drawing/2014/main" id="{408F7F0B-2607-8DBF-3893-F03DBCD80A23}"/>
                  </a:ext>
                </a:extLst>
              </p:cNvPr>
              <p:cNvSpPr/>
              <p:nvPr/>
            </p:nvSpPr>
            <p:spPr>
              <a:xfrm>
                <a:off x="9691200" y="99235"/>
                <a:ext cx="183363" cy="228846"/>
              </a:xfrm>
              <a:custGeom>
                <a:avLst/>
                <a:gdLst>
                  <a:gd name="connsiteX0" fmla="*/ 0 w 183363"/>
                  <a:gd name="connsiteY0" fmla="*/ 0 h 228846"/>
                  <a:gd name="connsiteX1" fmla="*/ 0 w 183363"/>
                  <a:gd name="connsiteY1" fmla="*/ 31065 h 228846"/>
                  <a:gd name="connsiteX2" fmla="*/ 30873 w 183363"/>
                  <a:gd name="connsiteY2" fmla="*/ 31065 h 228846"/>
                  <a:gd name="connsiteX3" fmla="*/ 30873 w 183363"/>
                  <a:gd name="connsiteY3" fmla="*/ 197782 h 228846"/>
                  <a:gd name="connsiteX4" fmla="*/ 0 w 183363"/>
                  <a:gd name="connsiteY4" fmla="*/ 197782 h 228846"/>
                  <a:gd name="connsiteX5" fmla="*/ 0 w 183363"/>
                  <a:gd name="connsiteY5" fmla="*/ 228846 h 228846"/>
                  <a:gd name="connsiteX6" fmla="*/ 183363 w 183363"/>
                  <a:gd name="connsiteY6" fmla="*/ 228846 h 228846"/>
                  <a:gd name="connsiteX7" fmla="*/ 183363 w 183363"/>
                  <a:gd name="connsiteY7" fmla="*/ 155023 h 228846"/>
                  <a:gd name="connsiteX8" fmla="*/ 148797 w 183363"/>
                  <a:gd name="connsiteY8" fmla="*/ 155023 h 228846"/>
                  <a:gd name="connsiteX9" fmla="*/ 148797 w 183363"/>
                  <a:gd name="connsiteY9" fmla="*/ 197782 h 228846"/>
                  <a:gd name="connsiteX10" fmla="*/ 66227 w 183363"/>
                  <a:gd name="connsiteY10" fmla="*/ 197782 h 228846"/>
                  <a:gd name="connsiteX11" fmla="*/ 66227 w 183363"/>
                  <a:gd name="connsiteY11" fmla="*/ 125158 h 228846"/>
                  <a:gd name="connsiteX12" fmla="*/ 128336 w 183363"/>
                  <a:gd name="connsiteY12" fmla="*/ 125158 h 228846"/>
                  <a:gd name="connsiteX13" fmla="*/ 128336 w 183363"/>
                  <a:gd name="connsiteY13" fmla="*/ 95173 h 228846"/>
                  <a:gd name="connsiteX14" fmla="*/ 66227 w 183363"/>
                  <a:gd name="connsiteY14" fmla="*/ 95173 h 228846"/>
                  <a:gd name="connsiteX15" fmla="*/ 66227 w 183363"/>
                  <a:gd name="connsiteY15" fmla="*/ 31065 h 228846"/>
                  <a:gd name="connsiteX16" fmla="*/ 146133 w 183363"/>
                  <a:gd name="connsiteY16" fmla="*/ 31065 h 228846"/>
                  <a:gd name="connsiteX17" fmla="*/ 146133 w 183363"/>
                  <a:gd name="connsiteY17" fmla="*/ 68966 h 228846"/>
                  <a:gd name="connsiteX18" fmla="*/ 180760 w 183363"/>
                  <a:gd name="connsiteY18" fmla="*/ 68966 h 228846"/>
                  <a:gd name="connsiteX19" fmla="*/ 180760 w 183363"/>
                  <a:gd name="connsiteY19" fmla="*/ 0 h 228846"/>
                  <a:gd name="connsiteX20" fmla="*/ 0 w 183363"/>
                  <a:gd name="connsiteY20" fmla="*/ 0 h 228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3363" h="228846">
                    <a:moveTo>
                      <a:pt x="0" y="0"/>
                    </a:moveTo>
                    <a:lnTo>
                      <a:pt x="0" y="31065"/>
                    </a:lnTo>
                    <a:lnTo>
                      <a:pt x="30873" y="31065"/>
                    </a:lnTo>
                    <a:lnTo>
                      <a:pt x="30873" y="197782"/>
                    </a:lnTo>
                    <a:lnTo>
                      <a:pt x="0" y="197782"/>
                    </a:lnTo>
                    <a:lnTo>
                      <a:pt x="0" y="228846"/>
                    </a:lnTo>
                    <a:lnTo>
                      <a:pt x="183363" y="228846"/>
                    </a:lnTo>
                    <a:lnTo>
                      <a:pt x="183363" y="155023"/>
                    </a:lnTo>
                    <a:lnTo>
                      <a:pt x="148797" y="155023"/>
                    </a:lnTo>
                    <a:lnTo>
                      <a:pt x="148797" y="197782"/>
                    </a:lnTo>
                    <a:lnTo>
                      <a:pt x="66227" y="197782"/>
                    </a:lnTo>
                    <a:lnTo>
                      <a:pt x="66227" y="125158"/>
                    </a:lnTo>
                    <a:lnTo>
                      <a:pt x="128336" y="125158"/>
                    </a:lnTo>
                    <a:lnTo>
                      <a:pt x="128336" y="95173"/>
                    </a:lnTo>
                    <a:lnTo>
                      <a:pt x="66227" y="95173"/>
                    </a:lnTo>
                    <a:lnTo>
                      <a:pt x="66227" y="31065"/>
                    </a:lnTo>
                    <a:lnTo>
                      <a:pt x="146133" y="31065"/>
                    </a:lnTo>
                    <a:lnTo>
                      <a:pt x="146133" y="68966"/>
                    </a:lnTo>
                    <a:lnTo>
                      <a:pt x="180760" y="68966"/>
                    </a:lnTo>
                    <a:lnTo>
                      <a:pt x="1807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 224">
                <a:extLst>
                  <a:ext uri="{FF2B5EF4-FFF2-40B4-BE49-F238E27FC236}">
                    <a16:creationId xmlns:a16="http://schemas.microsoft.com/office/drawing/2014/main" id="{9F1794E6-C342-84B9-DE84-9DA375033C79}"/>
                  </a:ext>
                </a:extLst>
              </p:cNvPr>
              <p:cNvSpPr/>
              <p:nvPr/>
            </p:nvSpPr>
            <p:spPr>
              <a:xfrm>
                <a:off x="9898474" y="99235"/>
                <a:ext cx="227554" cy="229865"/>
              </a:xfrm>
              <a:custGeom>
                <a:avLst/>
                <a:gdLst>
                  <a:gd name="connsiteX0" fmla="*/ 0 w 227554"/>
                  <a:gd name="connsiteY0" fmla="*/ 31065 h 229865"/>
                  <a:gd name="connsiteX1" fmla="*/ 0 w 227554"/>
                  <a:gd name="connsiteY1" fmla="*/ 0 h 229865"/>
                  <a:gd name="connsiteX2" fmla="*/ 96131 w 227554"/>
                  <a:gd name="connsiteY2" fmla="*/ 0 h 229865"/>
                  <a:gd name="connsiteX3" fmla="*/ 96131 w 227554"/>
                  <a:gd name="connsiteY3" fmla="*/ 31005 h 229865"/>
                  <a:gd name="connsiteX4" fmla="*/ 64834 w 227554"/>
                  <a:gd name="connsiteY4" fmla="*/ 31005 h 229865"/>
                  <a:gd name="connsiteX5" fmla="*/ 113021 w 227554"/>
                  <a:gd name="connsiteY5" fmla="*/ 194903 h 229865"/>
                  <a:gd name="connsiteX6" fmla="*/ 117924 w 227554"/>
                  <a:gd name="connsiteY6" fmla="*/ 194903 h 229865"/>
                  <a:gd name="connsiteX7" fmla="*/ 166473 w 227554"/>
                  <a:gd name="connsiteY7" fmla="*/ 31005 h 229865"/>
                  <a:gd name="connsiteX8" fmla="*/ 135116 w 227554"/>
                  <a:gd name="connsiteY8" fmla="*/ 31005 h 229865"/>
                  <a:gd name="connsiteX9" fmla="*/ 135116 w 227554"/>
                  <a:gd name="connsiteY9" fmla="*/ 0 h 229865"/>
                  <a:gd name="connsiteX10" fmla="*/ 227554 w 227554"/>
                  <a:gd name="connsiteY10" fmla="*/ 0 h 229865"/>
                  <a:gd name="connsiteX11" fmla="*/ 227554 w 227554"/>
                  <a:gd name="connsiteY11" fmla="*/ 31005 h 229865"/>
                  <a:gd name="connsiteX12" fmla="*/ 202190 w 227554"/>
                  <a:gd name="connsiteY12" fmla="*/ 31005 h 229865"/>
                  <a:gd name="connsiteX13" fmla="*/ 142744 w 227554"/>
                  <a:gd name="connsiteY13" fmla="*/ 218711 h 229865"/>
                  <a:gd name="connsiteX14" fmla="*/ 126883 w 227554"/>
                  <a:gd name="connsiteY14" fmla="*/ 229866 h 229865"/>
                  <a:gd name="connsiteX15" fmla="*/ 100853 w 227554"/>
                  <a:gd name="connsiteY15" fmla="*/ 229866 h 229865"/>
                  <a:gd name="connsiteX16" fmla="*/ 84932 w 227554"/>
                  <a:gd name="connsiteY16" fmla="*/ 218711 h 229865"/>
                  <a:gd name="connsiteX17" fmla="*/ 25546 w 227554"/>
                  <a:gd name="connsiteY17" fmla="*/ 31005 h 229865"/>
                  <a:gd name="connsiteX18" fmla="*/ 61 w 227554"/>
                  <a:gd name="connsiteY18" fmla="*/ 31005 h 229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27554" h="229865">
                    <a:moveTo>
                      <a:pt x="0" y="31065"/>
                    </a:moveTo>
                    <a:lnTo>
                      <a:pt x="0" y="0"/>
                    </a:lnTo>
                    <a:lnTo>
                      <a:pt x="96131" y="0"/>
                    </a:lnTo>
                    <a:lnTo>
                      <a:pt x="96131" y="31005"/>
                    </a:lnTo>
                    <a:lnTo>
                      <a:pt x="64834" y="31005"/>
                    </a:lnTo>
                    <a:lnTo>
                      <a:pt x="113021" y="194903"/>
                    </a:lnTo>
                    <a:lnTo>
                      <a:pt x="117924" y="194903"/>
                    </a:lnTo>
                    <a:lnTo>
                      <a:pt x="166473" y="31005"/>
                    </a:lnTo>
                    <a:lnTo>
                      <a:pt x="135116" y="31005"/>
                    </a:lnTo>
                    <a:lnTo>
                      <a:pt x="135116" y="0"/>
                    </a:lnTo>
                    <a:lnTo>
                      <a:pt x="227554" y="0"/>
                    </a:lnTo>
                    <a:lnTo>
                      <a:pt x="227554" y="31005"/>
                    </a:lnTo>
                    <a:lnTo>
                      <a:pt x="202190" y="31005"/>
                    </a:lnTo>
                    <a:lnTo>
                      <a:pt x="142744" y="218711"/>
                    </a:lnTo>
                    <a:cubicBezTo>
                      <a:pt x="139717" y="227887"/>
                      <a:pt x="136751" y="229866"/>
                      <a:pt x="126883" y="229866"/>
                    </a:cubicBezTo>
                    <a:lnTo>
                      <a:pt x="100853" y="229866"/>
                    </a:lnTo>
                    <a:cubicBezTo>
                      <a:pt x="90925" y="229866"/>
                      <a:pt x="87898" y="227887"/>
                      <a:pt x="84932" y="218711"/>
                    </a:cubicBezTo>
                    <a:lnTo>
                      <a:pt x="25546" y="31005"/>
                    </a:lnTo>
                    <a:lnTo>
                      <a:pt x="61" y="31005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 225">
                <a:extLst>
                  <a:ext uri="{FF2B5EF4-FFF2-40B4-BE49-F238E27FC236}">
                    <a16:creationId xmlns:a16="http://schemas.microsoft.com/office/drawing/2014/main" id="{06D3BE07-B6AF-094C-7CC8-6BAF5B54EBC0}"/>
                  </a:ext>
                </a:extLst>
              </p:cNvPr>
              <p:cNvSpPr/>
              <p:nvPr/>
            </p:nvSpPr>
            <p:spPr>
              <a:xfrm>
                <a:off x="10101390" y="98156"/>
                <a:ext cx="229188" cy="229925"/>
              </a:xfrm>
              <a:custGeom>
                <a:avLst/>
                <a:gdLst>
                  <a:gd name="connsiteX0" fmla="*/ 61 w 229188"/>
                  <a:gd name="connsiteY0" fmla="*/ 229926 h 229925"/>
                  <a:gd name="connsiteX1" fmla="*/ 61 w 229188"/>
                  <a:gd name="connsiteY1" fmla="*/ 198801 h 229925"/>
                  <a:gd name="connsiteX2" fmla="*/ 25183 w 229188"/>
                  <a:gd name="connsiteY2" fmla="*/ 198801 h 229925"/>
                  <a:gd name="connsiteX3" fmla="*/ 84871 w 229188"/>
                  <a:gd name="connsiteY3" fmla="*/ 11094 h 229925"/>
                  <a:gd name="connsiteX4" fmla="*/ 100732 w 229188"/>
                  <a:gd name="connsiteY4" fmla="*/ 0 h 229925"/>
                  <a:gd name="connsiteX5" fmla="*/ 128396 w 229188"/>
                  <a:gd name="connsiteY5" fmla="*/ 0 h 229925"/>
                  <a:gd name="connsiteX6" fmla="*/ 144256 w 229188"/>
                  <a:gd name="connsiteY6" fmla="*/ 11094 h 229925"/>
                  <a:gd name="connsiteX7" fmla="*/ 204066 w 229188"/>
                  <a:gd name="connsiteY7" fmla="*/ 198801 h 229925"/>
                  <a:gd name="connsiteX8" fmla="*/ 229188 w 229188"/>
                  <a:gd name="connsiteY8" fmla="*/ 198801 h 229925"/>
                  <a:gd name="connsiteX9" fmla="*/ 229188 w 229188"/>
                  <a:gd name="connsiteY9" fmla="*/ 229926 h 229925"/>
                  <a:gd name="connsiteX10" fmla="*/ 133421 w 229188"/>
                  <a:gd name="connsiteY10" fmla="*/ 229926 h 229925"/>
                  <a:gd name="connsiteX11" fmla="*/ 133421 w 229188"/>
                  <a:gd name="connsiteY11" fmla="*/ 198801 h 229925"/>
                  <a:gd name="connsiteX12" fmla="*/ 165081 w 229188"/>
                  <a:gd name="connsiteY12" fmla="*/ 198801 h 229925"/>
                  <a:gd name="connsiteX13" fmla="*/ 152913 w 229188"/>
                  <a:gd name="connsiteY13" fmla="*/ 157961 h 229925"/>
                  <a:gd name="connsiteX14" fmla="*/ 72643 w 229188"/>
                  <a:gd name="connsiteY14" fmla="*/ 158261 h 229925"/>
                  <a:gd name="connsiteX15" fmla="*/ 60415 w 229188"/>
                  <a:gd name="connsiteY15" fmla="*/ 198801 h 229925"/>
                  <a:gd name="connsiteX16" fmla="*/ 92135 w 229188"/>
                  <a:gd name="connsiteY16" fmla="*/ 198801 h 229925"/>
                  <a:gd name="connsiteX17" fmla="*/ 92135 w 229188"/>
                  <a:gd name="connsiteY17" fmla="*/ 229926 h 229925"/>
                  <a:gd name="connsiteX18" fmla="*/ 0 w 229188"/>
                  <a:gd name="connsiteY18" fmla="*/ 229926 h 229925"/>
                  <a:gd name="connsiteX19" fmla="*/ 81300 w 229188"/>
                  <a:gd name="connsiteY19" fmla="*/ 128576 h 229925"/>
                  <a:gd name="connsiteX20" fmla="*/ 143954 w 229188"/>
                  <a:gd name="connsiteY20" fmla="*/ 128576 h 229925"/>
                  <a:gd name="connsiteX21" fmla="*/ 115260 w 229188"/>
                  <a:gd name="connsiteY21" fmla="*/ 32084 h 229925"/>
                  <a:gd name="connsiteX22" fmla="*/ 110296 w 229188"/>
                  <a:gd name="connsiteY22" fmla="*/ 32084 h 229925"/>
                  <a:gd name="connsiteX23" fmla="*/ 81300 w 229188"/>
                  <a:gd name="connsiteY23" fmla="*/ 128576 h 229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9188" h="229925">
                    <a:moveTo>
                      <a:pt x="61" y="229926"/>
                    </a:moveTo>
                    <a:lnTo>
                      <a:pt x="61" y="198801"/>
                    </a:lnTo>
                    <a:lnTo>
                      <a:pt x="25183" y="198801"/>
                    </a:lnTo>
                    <a:lnTo>
                      <a:pt x="84871" y="11094"/>
                    </a:lnTo>
                    <a:cubicBezTo>
                      <a:pt x="87898" y="1919"/>
                      <a:pt x="90804" y="0"/>
                      <a:pt x="100732" y="0"/>
                    </a:cubicBezTo>
                    <a:lnTo>
                      <a:pt x="128396" y="0"/>
                    </a:lnTo>
                    <a:cubicBezTo>
                      <a:pt x="138324" y="0"/>
                      <a:pt x="141290" y="1919"/>
                      <a:pt x="144256" y="11094"/>
                    </a:cubicBezTo>
                    <a:lnTo>
                      <a:pt x="204066" y="198801"/>
                    </a:lnTo>
                    <a:lnTo>
                      <a:pt x="229188" y="198801"/>
                    </a:lnTo>
                    <a:lnTo>
                      <a:pt x="229188" y="229926"/>
                    </a:lnTo>
                    <a:lnTo>
                      <a:pt x="133421" y="229926"/>
                    </a:lnTo>
                    <a:lnTo>
                      <a:pt x="133421" y="198801"/>
                    </a:lnTo>
                    <a:lnTo>
                      <a:pt x="165081" y="198801"/>
                    </a:lnTo>
                    <a:lnTo>
                      <a:pt x="152913" y="157961"/>
                    </a:lnTo>
                    <a:cubicBezTo>
                      <a:pt x="132755" y="157961"/>
                      <a:pt x="93830" y="158261"/>
                      <a:pt x="72643" y="158261"/>
                    </a:cubicBezTo>
                    <a:lnTo>
                      <a:pt x="60415" y="198801"/>
                    </a:lnTo>
                    <a:lnTo>
                      <a:pt x="92135" y="198801"/>
                    </a:lnTo>
                    <a:lnTo>
                      <a:pt x="92135" y="229926"/>
                    </a:lnTo>
                    <a:lnTo>
                      <a:pt x="0" y="229926"/>
                    </a:lnTo>
                    <a:close/>
                    <a:moveTo>
                      <a:pt x="81300" y="128576"/>
                    </a:moveTo>
                    <a:lnTo>
                      <a:pt x="143954" y="128576"/>
                    </a:lnTo>
                    <a:lnTo>
                      <a:pt x="115260" y="32084"/>
                    </a:lnTo>
                    <a:lnTo>
                      <a:pt x="110296" y="32084"/>
                    </a:lnTo>
                    <a:lnTo>
                      <a:pt x="81300" y="128576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 226">
                <a:extLst>
                  <a:ext uri="{FF2B5EF4-FFF2-40B4-BE49-F238E27FC236}">
                    <a16:creationId xmlns:a16="http://schemas.microsoft.com/office/drawing/2014/main" id="{A1998366-31DE-0DD4-B6AB-40696ABD77BC}"/>
                  </a:ext>
                </a:extLst>
              </p:cNvPr>
              <p:cNvSpPr/>
              <p:nvPr/>
            </p:nvSpPr>
            <p:spPr>
              <a:xfrm>
                <a:off x="9455110" y="377077"/>
                <a:ext cx="183060" cy="183748"/>
              </a:xfrm>
              <a:custGeom>
                <a:avLst/>
                <a:gdLst>
                  <a:gd name="connsiteX0" fmla="*/ 114716 w 183060"/>
                  <a:gd name="connsiteY0" fmla="*/ 14573 h 183748"/>
                  <a:gd name="connsiteX1" fmla="*/ 114716 w 183060"/>
                  <a:gd name="connsiteY1" fmla="*/ 0 h 183748"/>
                  <a:gd name="connsiteX2" fmla="*/ 183060 w 183060"/>
                  <a:gd name="connsiteY2" fmla="*/ 0 h 183748"/>
                  <a:gd name="connsiteX3" fmla="*/ 183060 w 183060"/>
                  <a:gd name="connsiteY3" fmla="*/ 14573 h 183748"/>
                  <a:gd name="connsiteX4" fmla="*/ 157393 w 183060"/>
                  <a:gd name="connsiteY4" fmla="*/ 14573 h 183748"/>
                  <a:gd name="connsiteX5" fmla="*/ 157393 w 183060"/>
                  <a:gd name="connsiteY5" fmla="*/ 109985 h 183748"/>
                  <a:gd name="connsiteX6" fmla="*/ 144681 w 183060"/>
                  <a:gd name="connsiteY6" fmla="*/ 175653 h 183748"/>
                  <a:gd name="connsiteX7" fmla="*/ 111507 w 183060"/>
                  <a:gd name="connsiteY7" fmla="*/ 183749 h 183748"/>
                  <a:gd name="connsiteX8" fmla="*/ 70464 w 183060"/>
                  <a:gd name="connsiteY8" fmla="*/ 183749 h 183748"/>
                  <a:gd name="connsiteX9" fmla="*/ 38138 w 183060"/>
                  <a:gd name="connsiteY9" fmla="*/ 175653 h 183748"/>
                  <a:gd name="connsiteX10" fmla="*/ 25485 w 183060"/>
                  <a:gd name="connsiteY10" fmla="*/ 109985 h 183748"/>
                  <a:gd name="connsiteX11" fmla="*/ 25485 w 183060"/>
                  <a:gd name="connsiteY11" fmla="*/ 14573 h 183748"/>
                  <a:gd name="connsiteX12" fmla="*/ 0 w 183060"/>
                  <a:gd name="connsiteY12" fmla="*/ 14573 h 183748"/>
                  <a:gd name="connsiteX13" fmla="*/ 0 w 183060"/>
                  <a:gd name="connsiteY13" fmla="*/ 0 h 183748"/>
                  <a:gd name="connsiteX14" fmla="*/ 68285 w 183060"/>
                  <a:gd name="connsiteY14" fmla="*/ 0 h 183748"/>
                  <a:gd name="connsiteX15" fmla="*/ 68285 w 183060"/>
                  <a:gd name="connsiteY15" fmla="*/ 14573 h 183748"/>
                  <a:gd name="connsiteX16" fmla="*/ 40196 w 183060"/>
                  <a:gd name="connsiteY16" fmla="*/ 14573 h 183748"/>
                  <a:gd name="connsiteX17" fmla="*/ 40196 w 183060"/>
                  <a:gd name="connsiteY17" fmla="*/ 111005 h 183748"/>
                  <a:gd name="connsiteX18" fmla="*/ 49397 w 183060"/>
                  <a:gd name="connsiteY18" fmla="*/ 163599 h 183748"/>
                  <a:gd name="connsiteX19" fmla="*/ 73490 w 183060"/>
                  <a:gd name="connsiteY19" fmla="*/ 169116 h 183748"/>
                  <a:gd name="connsiteX20" fmla="*/ 109509 w 183060"/>
                  <a:gd name="connsiteY20" fmla="*/ 169116 h 183748"/>
                  <a:gd name="connsiteX21" fmla="*/ 133360 w 183060"/>
                  <a:gd name="connsiteY21" fmla="*/ 163599 h 183748"/>
                  <a:gd name="connsiteX22" fmla="*/ 142562 w 183060"/>
                  <a:gd name="connsiteY22" fmla="*/ 111005 h 183748"/>
                  <a:gd name="connsiteX23" fmla="*/ 142562 w 183060"/>
                  <a:gd name="connsiteY23" fmla="*/ 14573 h 183748"/>
                  <a:gd name="connsiteX24" fmla="*/ 114655 w 183060"/>
                  <a:gd name="connsiteY24" fmla="*/ 14573 h 183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3060" h="183748">
                    <a:moveTo>
                      <a:pt x="114716" y="14573"/>
                    </a:moveTo>
                    <a:lnTo>
                      <a:pt x="114716" y="0"/>
                    </a:lnTo>
                    <a:lnTo>
                      <a:pt x="183060" y="0"/>
                    </a:lnTo>
                    <a:lnTo>
                      <a:pt x="183060" y="14573"/>
                    </a:lnTo>
                    <a:lnTo>
                      <a:pt x="157393" y="14573"/>
                    </a:lnTo>
                    <a:lnTo>
                      <a:pt x="157393" y="109985"/>
                    </a:lnTo>
                    <a:cubicBezTo>
                      <a:pt x="157393" y="152744"/>
                      <a:pt x="153700" y="166657"/>
                      <a:pt x="144681" y="175653"/>
                    </a:cubicBezTo>
                    <a:cubicBezTo>
                      <a:pt x="138627" y="181410"/>
                      <a:pt x="129789" y="183749"/>
                      <a:pt x="111507" y="183749"/>
                    </a:cubicBezTo>
                    <a:lnTo>
                      <a:pt x="70464" y="183749"/>
                    </a:lnTo>
                    <a:cubicBezTo>
                      <a:pt x="52182" y="183749"/>
                      <a:pt x="44010" y="181410"/>
                      <a:pt x="38138" y="175653"/>
                    </a:cubicBezTo>
                    <a:cubicBezTo>
                      <a:pt x="29118" y="166657"/>
                      <a:pt x="25485" y="153044"/>
                      <a:pt x="25485" y="109985"/>
                    </a:cubicBezTo>
                    <a:lnTo>
                      <a:pt x="25485" y="14573"/>
                    </a:lnTo>
                    <a:lnTo>
                      <a:pt x="0" y="14573"/>
                    </a:lnTo>
                    <a:lnTo>
                      <a:pt x="0" y="0"/>
                    </a:lnTo>
                    <a:lnTo>
                      <a:pt x="68285" y="0"/>
                    </a:lnTo>
                    <a:lnTo>
                      <a:pt x="68285" y="14573"/>
                    </a:lnTo>
                    <a:lnTo>
                      <a:pt x="40196" y="14573"/>
                    </a:lnTo>
                    <a:lnTo>
                      <a:pt x="40196" y="111005"/>
                    </a:lnTo>
                    <a:cubicBezTo>
                      <a:pt x="40196" y="149326"/>
                      <a:pt x="43888" y="158081"/>
                      <a:pt x="49397" y="163599"/>
                    </a:cubicBezTo>
                    <a:cubicBezTo>
                      <a:pt x="52908" y="167017"/>
                      <a:pt x="57691" y="169116"/>
                      <a:pt x="73490" y="169116"/>
                    </a:cubicBezTo>
                    <a:lnTo>
                      <a:pt x="109509" y="169116"/>
                    </a:lnTo>
                    <a:cubicBezTo>
                      <a:pt x="125430" y="169116"/>
                      <a:pt x="129909" y="167017"/>
                      <a:pt x="133360" y="163599"/>
                    </a:cubicBezTo>
                    <a:cubicBezTo>
                      <a:pt x="139172" y="157902"/>
                      <a:pt x="142562" y="149386"/>
                      <a:pt x="142562" y="111005"/>
                    </a:cubicBezTo>
                    <a:lnTo>
                      <a:pt x="142562" y="14573"/>
                    </a:lnTo>
                    <a:lnTo>
                      <a:pt x="114655" y="1457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 227">
                <a:extLst>
                  <a:ext uri="{FF2B5EF4-FFF2-40B4-BE49-F238E27FC236}">
                    <a16:creationId xmlns:a16="http://schemas.microsoft.com/office/drawing/2014/main" id="{C5EA7A19-4E06-2CAF-53CA-F63DA4D44F12}"/>
                  </a:ext>
                </a:extLst>
              </p:cNvPr>
              <p:cNvSpPr/>
              <p:nvPr/>
            </p:nvSpPr>
            <p:spPr>
              <a:xfrm>
                <a:off x="9654031" y="377017"/>
                <a:ext cx="178762" cy="183988"/>
              </a:xfrm>
              <a:custGeom>
                <a:avLst/>
                <a:gdLst>
                  <a:gd name="connsiteX0" fmla="*/ 139837 w 178762"/>
                  <a:gd name="connsiteY0" fmla="*/ 14633 h 183988"/>
                  <a:gd name="connsiteX1" fmla="*/ 111507 w 178762"/>
                  <a:gd name="connsiteY1" fmla="*/ 14633 h 183988"/>
                  <a:gd name="connsiteX2" fmla="*/ 111507 w 178762"/>
                  <a:gd name="connsiteY2" fmla="*/ 60 h 183988"/>
                  <a:gd name="connsiteX3" fmla="*/ 178762 w 178762"/>
                  <a:gd name="connsiteY3" fmla="*/ 60 h 183988"/>
                  <a:gd name="connsiteX4" fmla="*/ 178762 w 178762"/>
                  <a:gd name="connsiteY4" fmla="*/ 14633 h 183988"/>
                  <a:gd name="connsiteX5" fmla="*/ 154669 w 178762"/>
                  <a:gd name="connsiteY5" fmla="*/ 14633 h 183988"/>
                  <a:gd name="connsiteX6" fmla="*/ 154669 w 178762"/>
                  <a:gd name="connsiteY6" fmla="*/ 183989 h 183988"/>
                  <a:gd name="connsiteX7" fmla="*/ 137477 w 178762"/>
                  <a:gd name="connsiteY7" fmla="*/ 183989 h 183988"/>
                  <a:gd name="connsiteX8" fmla="*/ 127125 w 178762"/>
                  <a:gd name="connsiteY8" fmla="*/ 177752 h 183988"/>
                  <a:gd name="connsiteX9" fmla="*/ 42133 w 178762"/>
                  <a:gd name="connsiteY9" fmla="*/ 13913 h 183988"/>
                  <a:gd name="connsiteX10" fmla="*/ 39469 w 178762"/>
                  <a:gd name="connsiteY10" fmla="*/ 13913 h 183988"/>
                  <a:gd name="connsiteX11" fmla="*/ 39469 w 178762"/>
                  <a:gd name="connsiteY11" fmla="*/ 172234 h 183988"/>
                  <a:gd name="connsiteX12" fmla="*/ 68042 w 178762"/>
                  <a:gd name="connsiteY12" fmla="*/ 172234 h 183988"/>
                  <a:gd name="connsiteX13" fmla="*/ 68042 w 178762"/>
                  <a:gd name="connsiteY13" fmla="*/ 183749 h 183988"/>
                  <a:gd name="connsiteX14" fmla="*/ 0 w 178762"/>
                  <a:gd name="connsiteY14" fmla="*/ 183749 h 183988"/>
                  <a:gd name="connsiteX15" fmla="*/ 0 w 178762"/>
                  <a:gd name="connsiteY15" fmla="*/ 172234 h 183988"/>
                  <a:gd name="connsiteX16" fmla="*/ 24880 w 178762"/>
                  <a:gd name="connsiteY16" fmla="*/ 172234 h 183988"/>
                  <a:gd name="connsiteX17" fmla="*/ 24880 w 178762"/>
                  <a:gd name="connsiteY17" fmla="*/ 14573 h 183988"/>
                  <a:gd name="connsiteX18" fmla="*/ 0 w 178762"/>
                  <a:gd name="connsiteY18" fmla="*/ 14573 h 183988"/>
                  <a:gd name="connsiteX19" fmla="*/ 0 w 178762"/>
                  <a:gd name="connsiteY19" fmla="*/ 0 h 183988"/>
                  <a:gd name="connsiteX20" fmla="*/ 44373 w 178762"/>
                  <a:gd name="connsiteY20" fmla="*/ 0 h 183988"/>
                  <a:gd name="connsiteX21" fmla="*/ 54725 w 178762"/>
                  <a:gd name="connsiteY21" fmla="*/ 6237 h 183988"/>
                  <a:gd name="connsiteX22" fmla="*/ 138930 w 178762"/>
                  <a:gd name="connsiteY22" fmla="*/ 168216 h 183988"/>
                  <a:gd name="connsiteX23" fmla="*/ 139898 w 178762"/>
                  <a:gd name="connsiteY23" fmla="*/ 168216 h 183988"/>
                  <a:gd name="connsiteX24" fmla="*/ 139898 w 178762"/>
                  <a:gd name="connsiteY24" fmla="*/ 14513 h 183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8762" h="183988">
                    <a:moveTo>
                      <a:pt x="139837" y="14633"/>
                    </a:moveTo>
                    <a:lnTo>
                      <a:pt x="111507" y="14633"/>
                    </a:lnTo>
                    <a:lnTo>
                      <a:pt x="111507" y="60"/>
                    </a:lnTo>
                    <a:lnTo>
                      <a:pt x="178762" y="60"/>
                    </a:lnTo>
                    <a:lnTo>
                      <a:pt x="178762" y="14633"/>
                    </a:lnTo>
                    <a:lnTo>
                      <a:pt x="154669" y="14633"/>
                    </a:lnTo>
                    <a:lnTo>
                      <a:pt x="154669" y="183989"/>
                    </a:lnTo>
                    <a:lnTo>
                      <a:pt x="137477" y="183989"/>
                    </a:lnTo>
                    <a:cubicBezTo>
                      <a:pt x="131665" y="183989"/>
                      <a:pt x="129486" y="182489"/>
                      <a:pt x="127125" y="177752"/>
                    </a:cubicBezTo>
                    <a:lnTo>
                      <a:pt x="42133" y="13913"/>
                    </a:lnTo>
                    <a:lnTo>
                      <a:pt x="39469" y="13913"/>
                    </a:lnTo>
                    <a:lnTo>
                      <a:pt x="39469" y="172234"/>
                    </a:lnTo>
                    <a:lnTo>
                      <a:pt x="68042" y="172234"/>
                    </a:lnTo>
                    <a:lnTo>
                      <a:pt x="68042" y="183749"/>
                    </a:lnTo>
                    <a:lnTo>
                      <a:pt x="0" y="183749"/>
                    </a:lnTo>
                    <a:lnTo>
                      <a:pt x="0" y="172234"/>
                    </a:lnTo>
                    <a:lnTo>
                      <a:pt x="24880" y="172234"/>
                    </a:lnTo>
                    <a:lnTo>
                      <a:pt x="24880" y="14573"/>
                    </a:lnTo>
                    <a:lnTo>
                      <a:pt x="0" y="14573"/>
                    </a:lnTo>
                    <a:lnTo>
                      <a:pt x="0" y="0"/>
                    </a:lnTo>
                    <a:lnTo>
                      <a:pt x="44373" y="0"/>
                    </a:lnTo>
                    <a:cubicBezTo>
                      <a:pt x="50184" y="0"/>
                      <a:pt x="52242" y="1319"/>
                      <a:pt x="54725" y="6237"/>
                    </a:cubicBezTo>
                    <a:lnTo>
                      <a:pt x="138930" y="168216"/>
                    </a:lnTo>
                    <a:lnTo>
                      <a:pt x="139898" y="168216"/>
                    </a:lnTo>
                    <a:lnTo>
                      <a:pt x="139898" y="1451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 228">
                <a:extLst>
                  <a:ext uri="{FF2B5EF4-FFF2-40B4-BE49-F238E27FC236}">
                    <a16:creationId xmlns:a16="http://schemas.microsoft.com/office/drawing/2014/main" id="{CD863139-FD26-FB22-FE78-4D01D7AC3C16}"/>
                  </a:ext>
                </a:extLst>
              </p:cNvPr>
              <p:cNvSpPr/>
              <p:nvPr/>
            </p:nvSpPr>
            <p:spPr>
              <a:xfrm>
                <a:off x="9852104" y="377077"/>
                <a:ext cx="69131" cy="183688"/>
              </a:xfrm>
              <a:custGeom>
                <a:avLst/>
                <a:gdLst>
                  <a:gd name="connsiteX0" fmla="*/ 0 w 69131"/>
                  <a:gd name="connsiteY0" fmla="*/ 0 h 183688"/>
                  <a:gd name="connsiteX1" fmla="*/ 0 w 69131"/>
                  <a:gd name="connsiteY1" fmla="*/ 14573 h 183688"/>
                  <a:gd name="connsiteX2" fmla="*/ 27301 w 69131"/>
                  <a:gd name="connsiteY2" fmla="*/ 14573 h 183688"/>
                  <a:gd name="connsiteX3" fmla="*/ 27301 w 69131"/>
                  <a:gd name="connsiteY3" fmla="*/ 169116 h 183688"/>
                  <a:gd name="connsiteX4" fmla="*/ 0 w 69131"/>
                  <a:gd name="connsiteY4" fmla="*/ 169116 h 183688"/>
                  <a:gd name="connsiteX5" fmla="*/ 0 w 69131"/>
                  <a:gd name="connsiteY5" fmla="*/ 183689 h 183688"/>
                  <a:gd name="connsiteX6" fmla="*/ 69131 w 69131"/>
                  <a:gd name="connsiteY6" fmla="*/ 183689 h 183688"/>
                  <a:gd name="connsiteX7" fmla="*/ 69131 w 69131"/>
                  <a:gd name="connsiteY7" fmla="*/ 169116 h 183688"/>
                  <a:gd name="connsiteX8" fmla="*/ 42193 w 69131"/>
                  <a:gd name="connsiteY8" fmla="*/ 169116 h 183688"/>
                  <a:gd name="connsiteX9" fmla="*/ 42193 w 69131"/>
                  <a:gd name="connsiteY9" fmla="*/ 14573 h 183688"/>
                  <a:gd name="connsiteX10" fmla="*/ 69131 w 69131"/>
                  <a:gd name="connsiteY10" fmla="*/ 14573 h 183688"/>
                  <a:gd name="connsiteX11" fmla="*/ 69131 w 69131"/>
                  <a:gd name="connsiteY11" fmla="*/ 0 h 183688"/>
                  <a:gd name="connsiteX12" fmla="*/ 0 w 69131"/>
                  <a:gd name="connsiteY1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1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7301" y="14573"/>
                    </a:lnTo>
                    <a:lnTo>
                      <a:pt x="27301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69131" y="183689"/>
                    </a:lnTo>
                    <a:lnTo>
                      <a:pt x="69131" y="169116"/>
                    </a:lnTo>
                    <a:lnTo>
                      <a:pt x="42193" y="169116"/>
                    </a:lnTo>
                    <a:lnTo>
                      <a:pt x="42193" y="14573"/>
                    </a:lnTo>
                    <a:lnTo>
                      <a:pt x="69131" y="14573"/>
                    </a:lnTo>
                    <a:lnTo>
                      <a:pt x="6913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 229">
                <a:extLst>
                  <a:ext uri="{FF2B5EF4-FFF2-40B4-BE49-F238E27FC236}">
                    <a16:creationId xmlns:a16="http://schemas.microsoft.com/office/drawing/2014/main" id="{13EA5C9D-48B0-4EC6-3EBE-C5AF442F44F1}"/>
                  </a:ext>
                </a:extLst>
              </p:cNvPr>
              <p:cNvSpPr/>
              <p:nvPr/>
            </p:nvSpPr>
            <p:spPr>
              <a:xfrm>
                <a:off x="9939154" y="377077"/>
                <a:ext cx="182939" cy="184768"/>
              </a:xfrm>
              <a:custGeom>
                <a:avLst/>
                <a:gdLst>
                  <a:gd name="connsiteX0" fmla="*/ 121 w 182939"/>
                  <a:gd name="connsiteY0" fmla="*/ 14573 h 184768"/>
                  <a:gd name="connsiteX1" fmla="*/ 121 w 182939"/>
                  <a:gd name="connsiteY1" fmla="*/ 0 h 184768"/>
                  <a:gd name="connsiteX2" fmla="*/ 66105 w 182939"/>
                  <a:gd name="connsiteY2" fmla="*/ 0 h 184768"/>
                  <a:gd name="connsiteX3" fmla="*/ 66105 w 182939"/>
                  <a:gd name="connsiteY3" fmla="*/ 14573 h 184768"/>
                  <a:gd name="connsiteX4" fmla="*/ 40559 w 182939"/>
                  <a:gd name="connsiteY4" fmla="*/ 14573 h 184768"/>
                  <a:gd name="connsiteX5" fmla="*/ 88927 w 182939"/>
                  <a:gd name="connsiteY5" fmla="*/ 169176 h 184768"/>
                  <a:gd name="connsiteX6" fmla="*/ 93952 w 182939"/>
                  <a:gd name="connsiteY6" fmla="*/ 169176 h 184768"/>
                  <a:gd name="connsiteX7" fmla="*/ 142562 w 182939"/>
                  <a:gd name="connsiteY7" fmla="*/ 14573 h 184768"/>
                  <a:gd name="connsiteX8" fmla="*/ 117985 w 182939"/>
                  <a:gd name="connsiteY8" fmla="*/ 14573 h 184768"/>
                  <a:gd name="connsiteX9" fmla="*/ 117985 w 182939"/>
                  <a:gd name="connsiteY9" fmla="*/ 0 h 184768"/>
                  <a:gd name="connsiteX10" fmla="*/ 182940 w 182939"/>
                  <a:gd name="connsiteY10" fmla="*/ 0 h 184768"/>
                  <a:gd name="connsiteX11" fmla="*/ 182940 w 182939"/>
                  <a:gd name="connsiteY11" fmla="*/ 14573 h 184768"/>
                  <a:gd name="connsiteX12" fmla="*/ 159028 w 182939"/>
                  <a:gd name="connsiteY12" fmla="*/ 14573 h 184768"/>
                  <a:gd name="connsiteX13" fmla="*/ 105454 w 182939"/>
                  <a:gd name="connsiteY13" fmla="*/ 177692 h 184768"/>
                  <a:gd name="connsiteX14" fmla="*/ 94860 w 182939"/>
                  <a:gd name="connsiteY14" fmla="*/ 184768 h 184768"/>
                  <a:gd name="connsiteX15" fmla="*/ 87717 w 182939"/>
                  <a:gd name="connsiteY15" fmla="*/ 184768 h 184768"/>
                  <a:gd name="connsiteX16" fmla="*/ 77123 w 182939"/>
                  <a:gd name="connsiteY16" fmla="*/ 177692 h 184768"/>
                  <a:gd name="connsiteX17" fmla="*/ 23851 w 182939"/>
                  <a:gd name="connsiteY17" fmla="*/ 14573 h 184768"/>
                  <a:gd name="connsiteX18" fmla="*/ 0 w 182939"/>
                  <a:gd name="connsiteY18" fmla="*/ 14573 h 18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2939" h="184768">
                    <a:moveTo>
                      <a:pt x="121" y="14573"/>
                    </a:moveTo>
                    <a:lnTo>
                      <a:pt x="121" y="0"/>
                    </a:lnTo>
                    <a:lnTo>
                      <a:pt x="66105" y="0"/>
                    </a:lnTo>
                    <a:lnTo>
                      <a:pt x="66105" y="14573"/>
                    </a:lnTo>
                    <a:lnTo>
                      <a:pt x="40559" y="14573"/>
                    </a:lnTo>
                    <a:lnTo>
                      <a:pt x="88927" y="169176"/>
                    </a:lnTo>
                    <a:lnTo>
                      <a:pt x="93952" y="169176"/>
                    </a:lnTo>
                    <a:lnTo>
                      <a:pt x="142562" y="14573"/>
                    </a:lnTo>
                    <a:lnTo>
                      <a:pt x="117985" y="14573"/>
                    </a:lnTo>
                    <a:lnTo>
                      <a:pt x="117985" y="0"/>
                    </a:lnTo>
                    <a:lnTo>
                      <a:pt x="182940" y="0"/>
                    </a:lnTo>
                    <a:lnTo>
                      <a:pt x="182940" y="14573"/>
                    </a:lnTo>
                    <a:lnTo>
                      <a:pt x="159028" y="14573"/>
                    </a:lnTo>
                    <a:lnTo>
                      <a:pt x="105454" y="177692"/>
                    </a:lnTo>
                    <a:cubicBezTo>
                      <a:pt x="103093" y="184288"/>
                      <a:pt x="102064" y="184768"/>
                      <a:pt x="94860" y="184768"/>
                    </a:cubicBezTo>
                    <a:lnTo>
                      <a:pt x="87717" y="184768"/>
                    </a:lnTo>
                    <a:cubicBezTo>
                      <a:pt x="80876" y="184768"/>
                      <a:pt x="78939" y="183209"/>
                      <a:pt x="77123" y="177692"/>
                    </a:cubicBezTo>
                    <a:lnTo>
                      <a:pt x="23851" y="14573"/>
                    </a:lnTo>
                    <a:lnTo>
                      <a:pt x="0" y="1457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 230">
                <a:extLst>
                  <a:ext uri="{FF2B5EF4-FFF2-40B4-BE49-F238E27FC236}">
                    <a16:creationId xmlns:a16="http://schemas.microsoft.com/office/drawing/2014/main" id="{51CB90C3-A529-DC31-C766-B1E6006CB31F}"/>
                  </a:ext>
                </a:extLst>
              </p:cNvPr>
              <p:cNvSpPr/>
              <p:nvPr/>
            </p:nvSpPr>
            <p:spPr>
              <a:xfrm>
                <a:off x="10140315" y="377077"/>
                <a:ext cx="141047" cy="183688"/>
              </a:xfrm>
              <a:custGeom>
                <a:avLst/>
                <a:gdLst>
                  <a:gd name="connsiteX0" fmla="*/ 0 w 141047"/>
                  <a:gd name="connsiteY0" fmla="*/ 0 h 183688"/>
                  <a:gd name="connsiteX1" fmla="*/ 0 w 141047"/>
                  <a:gd name="connsiteY1" fmla="*/ 14573 h 183688"/>
                  <a:gd name="connsiteX2" fmla="*/ 25062 w 141047"/>
                  <a:gd name="connsiteY2" fmla="*/ 14573 h 183688"/>
                  <a:gd name="connsiteX3" fmla="*/ 25062 w 141047"/>
                  <a:gd name="connsiteY3" fmla="*/ 169116 h 183688"/>
                  <a:gd name="connsiteX4" fmla="*/ 0 w 141047"/>
                  <a:gd name="connsiteY4" fmla="*/ 169116 h 183688"/>
                  <a:gd name="connsiteX5" fmla="*/ 0 w 141047"/>
                  <a:gd name="connsiteY5" fmla="*/ 183689 h 183688"/>
                  <a:gd name="connsiteX6" fmla="*/ 141048 w 141047"/>
                  <a:gd name="connsiteY6" fmla="*/ 183689 h 183688"/>
                  <a:gd name="connsiteX7" fmla="*/ 141048 w 141047"/>
                  <a:gd name="connsiteY7" fmla="*/ 144708 h 183688"/>
                  <a:gd name="connsiteX8" fmla="*/ 126399 w 141047"/>
                  <a:gd name="connsiteY8" fmla="*/ 144708 h 183688"/>
                  <a:gd name="connsiteX9" fmla="*/ 126399 w 141047"/>
                  <a:gd name="connsiteY9" fmla="*/ 169116 h 183688"/>
                  <a:gd name="connsiteX10" fmla="*/ 40014 w 141047"/>
                  <a:gd name="connsiteY10" fmla="*/ 169116 h 183688"/>
                  <a:gd name="connsiteX11" fmla="*/ 40014 w 141047"/>
                  <a:gd name="connsiteY11" fmla="*/ 95712 h 183688"/>
                  <a:gd name="connsiteX12" fmla="*/ 104848 w 141047"/>
                  <a:gd name="connsiteY12" fmla="*/ 95712 h 183688"/>
                  <a:gd name="connsiteX13" fmla="*/ 104848 w 141047"/>
                  <a:gd name="connsiteY13" fmla="*/ 81140 h 183688"/>
                  <a:gd name="connsiteX14" fmla="*/ 40014 w 141047"/>
                  <a:gd name="connsiteY14" fmla="*/ 81140 h 183688"/>
                  <a:gd name="connsiteX15" fmla="*/ 40014 w 141047"/>
                  <a:gd name="connsiteY15" fmla="*/ 14573 h 183688"/>
                  <a:gd name="connsiteX16" fmla="*/ 126399 w 141047"/>
                  <a:gd name="connsiteY16" fmla="*/ 14573 h 183688"/>
                  <a:gd name="connsiteX17" fmla="*/ 126399 w 141047"/>
                  <a:gd name="connsiteY17" fmla="*/ 38141 h 183688"/>
                  <a:gd name="connsiteX18" fmla="*/ 141048 w 141047"/>
                  <a:gd name="connsiteY18" fmla="*/ 38141 h 183688"/>
                  <a:gd name="connsiteX19" fmla="*/ 141048 w 141047"/>
                  <a:gd name="connsiteY19" fmla="*/ 0 h 183688"/>
                  <a:gd name="connsiteX20" fmla="*/ 0 w 141047"/>
                  <a:gd name="connsiteY20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1047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5062" y="14573"/>
                    </a:lnTo>
                    <a:lnTo>
                      <a:pt x="25062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141048" y="183689"/>
                    </a:lnTo>
                    <a:lnTo>
                      <a:pt x="141048" y="144708"/>
                    </a:lnTo>
                    <a:lnTo>
                      <a:pt x="126399" y="144708"/>
                    </a:lnTo>
                    <a:lnTo>
                      <a:pt x="126399" y="169116"/>
                    </a:lnTo>
                    <a:lnTo>
                      <a:pt x="40014" y="169116"/>
                    </a:lnTo>
                    <a:lnTo>
                      <a:pt x="40014" y="95712"/>
                    </a:lnTo>
                    <a:lnTo>
                      <a:pt x="104848" y="95712"/>
                    </a:lnTo>
                    <a:lnTo>
                      <a:pt x="104848" y="81140"/>
                    </a:lnTo>
                    <a:lnTo>
                      <a:pt x="40014" y="81140"/>
                    </a:lnTo>
                    <a:lnTo>
                      <a:pt x="40014" y="14573"/>
                    </a:lnTo>
                    <a:lnTo>
                      <a:pt x="126399" y="14573"/>
                    </a:lnTo>
                    <a:lnTo>
                      <a:pt x="126399" y="38141"/>
                    </a:lnTo>
                    <a:lnTo>
                      <a:pt x="141048" y="38141"/>
                    </a:lnTo>
                    <a:lnTo>
                      <a:pt x="14104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 231">
                <a:extLst>
                  <a:ext uri="{FF2B5EF4-FFF2-40B4-BE49-F238E27FC236}">
                    <a16:creationId xmlns:a16="http://schemas.microsoft.com/office/drawing/2014/main" id="{0EAD2B4F-460F-1DB6-4428-17A573E7F7C6}"/>
                  </a:ext>
                </a:extLst>
              </p:cNvPr>
              <p:cNvSpPr/>
              <p:nvPr/>
            </p:nvSpPr>
            <p:spPr>
              <a:xfrm>
                <a:off x="10310360" y="377137"/>
                <a:ext cx="169016" cy="183628"/>
              </a:xfrm>
              <a:custGeom>
                <a:avLst/>
                <a:gdLst>
                  <a:gd name="connsiteX0" fmla="*/ 142501 w 169016"/>
                  <a:gd name="connsiteY0" fmla="*/ 169056 h 183628"/>
                  <a:gd name="connsiteX1" fmla="*/ 169016 w 169016"/>
                  <a:gd name="connsiteY1" fmla="*/ 169056 h 183628"/>
                  <a:gd name="connsiteX2" fmla="*/ 169016 w 169016"/>
                  <a:gd name="connsiteY2" fmla="*/ 183629 h 183628"/>
                  <a:gd name="connsiteX3" fmla="*/ 140624 w 169016"/>
                  <a:gd name="connsiteY3" fmla="*/ 183629 h 183628"/>
                  <a:gd name="connsiteX4" fmla="*/ 130818 w 169016"/>
                  <a:gd name="connsiteY4" fmla="*/ 180990 h 183628"/>
                  <a:gd name="connsiteX5" fmla="*/ 125793 w 169016"/>
                  <a:gd name="connsiteY5" fmla="*/ 136672 h 183628"/>
                  <a:gd name="connsiteX6" fmla="*/ 118650 w 169016"/>
                  <a:gd name="connsiteY6" fmla="*/ 105667 h 183628"/>
                  <a:gd name="connsiteX7" fmla="*/ 97160 w 169016"/>
                  <a:gd name="connsiteY7" fmla="*/ 100810 h 183628"/>
                  <a:gd name="connsiteX8" fmla="*/ 40014 w 169016"/>
                  <a:gd name="connsiteY8" fmla="*/ 100810 h 183628"/>
                  <a:gd name="connsiteX9" fmla="*/ 40014 w 169016"/>
                  <a:gd name="connsiteY9" fmla="*/ 169056 h 183628"/>
                  <a:gd name="connsiteX10" fmla="*/ 68345 w 169016"/>
                  <a:gd name="connsiteY10" fmla="*/ 169056 h 183628"/>
                  <a:gd name="connsiteX11" fmla="*/ 68345 w 169016"/>
                  <a:gd name="connsiteY11" fmla="*/ 183629 h 183628"/>
                  <a:gd name="connsiteX12" fmla="*/ 0 w 169016"/>
                  <a:gd name="connsiteY12" fmla="*/ 183629 h 183628"/>
                  <a:gd name="connsiteX13" fmla="*/ 0 w 169016"/>
                  <a:gd name="connsiteY13" fmla="*/ 169056 h 183628"/>
                  <a:gd name="connsiteX14" fmla="*/ 25364 w 169016"/>
                  <a:gd name="connsiteY14" fmla="*/ 169056 h 183628"/>
                  <a:gd name="connsiteX15" fmla="*/ 25364 w 169016"/>
                  <a:gd name="connsiteY15" fmla="*/ 14513 h 183628"/>
                  <a:gd name="connsiteX16" fmla="*/ 0 w 169016"/>
                  <a:gd name="connsiteY16" fmla="*/ 14513 h 183628"/>
                  <a:gd name="connsiteX17" fmla="*/ 0 w 169016"/>
                  <a:gd name="connsiteY17" fmla="*/ 0 h 183628"/>
                  <a:gd name="connsiteX18" fmla="*/ 102184 w 169016"/>
                  <a:gd name="connsiteY18" fmla="*/ 0 h 183628"/>
                  <a:gd name="connsiteX19" fmla="*/ 129547 w 169016"/>
                  <a:gd name="connsiteY19" fmla="*/ 7856 h 183628"/>
                  <a:gd name="connsiteX20" fmla="*/ 140927 w 169016"/>
                  <a:gd name="connsiteY20" fmla="*/ 49595 h 183628"/>
                  <a:gd name="connsiteX21" fmla="*/ 115441 w 169016"/>
                  <a:gd name="connsiteY21" fmla="*/ 93973 h 183628"/>
                  <a:gd name="connsiteX22" fmla="*/ 119437 w 169016"/>
                  <a:gd name="connsiteY22" fmla="*/ 94513 h 183628"/>
                  <a:gd name="connsiteX23" fmla="*/ 140382 w 169016"/>
                  <a:gd name="connsiteY23" fmla="*/ 136492 h 183628"/>
                  <a:gd name="connsiteX24" fmla="*/ 142501 w 169016"/>
                  <a:gd name="connsiteY24" fmla="*/ 169116 h 183628"/>
                  <a:gd name="connsiteX25" fmla="*/ 142501 w 169016"/>
                  <a:gd name="connsiteY25" fmla="*/ 169116 h 183628"/>
                  <a:gd name="connsiteX26" fmla="*/ 97887 w 169016"/>
                  <a:gd name="connsiteY26" fmla="*/ 86237 h 183628"/>
                  <a:gd name="connsiteX27" fmla="*/ 117621 w 169016"/>
                  <a:gd name="connsiteY27" fmla="*/ 81080 h 183628"/>
                  <a:gd name="connsiteX28" fmla="*/ 125975 w 169016"/>
                  <a:gd name="connsiteY28" fmla="*/ 49775 h 183628"/>
                  <a:gd name="connsiteX29" fmla="*/ 117984 w 169016"/>
                  <a:gd name="connsiteY29" fmla="*/ 19250 h 183628"/>
                  <a:gd name="connsiteX30" fmla="*/ 98371 w 169016"/>
                  <a:gd name="connsiteY30" fmla="*/ 14513 h 183628"/>
                  <a:gd name="connsiteX31" fmla="*/ 39953 w 169016"/>
                  <a:gd name="connsiteY31" fmla="*/ 14513 h 183628"/>
                  <a:gd name="connsiteX32" fmla="*/ 39953 w 169016"/>
                  <a:gd name="connsiteY32" fmla="*/ 86237 h 183628"/>
                  <a:gd name="connsiteX33" fmla="*/ 97826 w 169016"/>
                  <a:gd name="connsiteY33" fmla="*/ 86237 h 18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69016" h="183628">
                    <a:moveTo>
                      <a:pt x="142501" y="169056"/>
                    </a:moveTo>
                    <a:lnTo>
                      <a:pt x="169016" y="169056"/>
                    </a:lnTo>
                    <a:lnTo>
                      <a:pt x="169016" y="183629"/>
                    </a:lnTo>
                    <a:lnTo>
                      <a:pt x="140624" y="183629"/>
                    </a:lnTo>
                    <a:cubicBezTo>
                      <a:pt x="135358" y="183629"/>
                      <a:pt x="132695" y="182849"/>
                      <a:pt x="130818" y="180990"/>
                    </a:cubicBezTo>
                    <a:cubicBezTo>
                      <a:pt x="127912" y="178051"/>
                      <a:pt x="126822" y="174213"/>
                      <a:pt x="125793" y="136672"/>
                    </a:cubicBezTo>
                    <a:cubicBezTo>
                      <a:pt x="125006" y="115623"/>
                      <a:pt x="122585" y="109626"/>
                      <a:pt x="118650" y="105667"/>
                    </a:cubicBezTo>
                    <a:cubicBezTo>
                      <a:pt x="114413" y="101170"/>
                      <a:pt x="108540" y="100810"/>
                      <a:pt x="97160" y="100810"/>
                    </a:cubicBezTo>
                    <a:lnTo>
                      <a:pt x="40014" y="100810"/>
                    </a:lnTo>
                    <a:lnTo>
                      <a:pt x="40014" y="169056"/>
                    </a:lnTo>
                    <a:lnTo>
                      <a:pt x="68345" y="169056"/>
                    </a:lnTo>
                    <a:lnTo>
                      <a:pt x="68345" y="183629"/>
                    </a:lnTo>
                    <a:lnTo>
                      <a:pt x="0" y="183629"/>
                    </a:lnTo>
                    <a:lnTo>
                      <a:pt x="0" y="169056"/>
                    </a:lnTo>
                    <a:lnTo>
                      <a:pt x="25364" y="169056"/>
                    </a:lnTo>
                    <a:lnTo>
                      <a:pt x="25364" y="14513"/>
                    </a:lnTo>
                    <a:lnTo>
                      <a:pt x="0" y="14513"/>
                    </a:lnTo>
                    <a:lnTo>
                      <a:pt x="0" y="0"/>
                    </a:lnTo>
                    <a:lnTo>
                      <a:pt x="102184" y="0"/>
                    </a:lnTo>
                    <a:cubicBezTo>
                      <a:pt x="115805" y="0"/>
                      <a:pt x="123735" y="1799"/>
                      <a:pt x="129547" y="7856"/>
                    </a:cubicBezTo>
                    <a:cubicBezTo>
                      <a:pt x="136750" y="14933"/>
                      <a:pt x="140927" y="23328"/>
                      <a:pt x="140927" y="49595"/>
                    </a:cubicBezTo>
                    <a:cubicBezTo>
                      <a:pt x="140927" y="81140"/>
                      <a:pt x="131908" y="89775"/>
                      <a:pt x="115441" y="93973"/>
                    </a:cubicBezTo>
                    <a:lnTo>
                      <a:pt x="119437" y="94513"/>
                    </a:lnTo>
                    <a:cubicBezTo>
                      <a:pt x="136629" y="97931"/>
                      <a:pt x="139050" y="104948"/>
                      <a:pt x="140382" y="136492"/>
                    </a:cubicBezTo>
                    <a:cubicBezTo>
                      <a:pt x="141411" y="160600"/>
                      <a:pt x="141714" y="162759"/>
                      <a:pt x="142501" y="169116"/>
                    </a:cubicBezTo>
                    <a:lnTo>
                      <a:pt x="142501" y="169116"/>
                    </a:lnTo>
                    <a:close/>
                    <a:moveTo>
                      <a:pt x="97887" y="86237"/>
                    </a:moveTo>
                    <a:cubicBezTo>
                      <a:pt x="108722" y="86237"/>
                      <a:pt x="113989" y="84738"/>
                      <a:pt x="117621" y="81080"/>
                    </a:cubicBezTo>
                    <a:cubicBezTo>
                      <a:pt x="121314" y="77362"/>
                      <a:pt x="125975" y="72144"/>
                      <a:pt x="125975" y="49775"/>
                    </a:cubicBezTo>
                    <a:cubicBezTo>
                      <a:pt x="125975" y="27406"/>
                      <a:pt x="122040" y="23208"/>
                      <a:pt x="117984" y="19250"/>
                    </a:cubicBezTo>
                    <a:cubicBezTo>
                      <a:pt x="114292" y="15592"/>
                      <a:pt x="108480" y="14513"/>
                      <a:pt x="98371" y="14513"/>
                    </a:cubicBezTo>
                    <a:lnTo>
                      <a:pt x="39953" y="14513"/>
                    </a:lnTo>
                    <a:lnTo>
                      <a:pt x="39953" y="86237"/>
                    </a:lnTo>
                    <a:lnTo>
                      <a:pt x="97826" y="86237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 232">
                <a:extLst>
                  <a:ext uri="{FF2B5EF4-FFF2-40B4-BE49-F238E27FC236}">
                    <a16:creationId xmlns:a16="http://schemas.microsoft.com/office/drawing/2014/main" id="{172907C7-688B-E26E-6AA9-B1291CB691FD}"/>
                  </a:ext>
                </a:extLst>
              </p:cNvPr>
              <p:cNvSpPr/>
              <p:nvPr/>
            </p:nvSpPr>
            <p:spPr>
              <a:xfrm>
                <a:off x="10505345" y="376957"/>
                <a:ext cx="131968" cy="183808"/>
              </a:xfrm>
              <a:custGeom>
                <a:avLst/>
                <a:gdLst>
                  <a:gd name="connsiteX0" fmla="*/ 121072 w 131968"/>
                  <a:gd name="connsiteY0" fmla="*/ 175953 h 183808"/>
                  <a:gd name="connsiteX1" fmla="*/ 95102 w 131968"/>
                  <a:gd name="connsiteY1" fmla="*/ 183809 h 183808"/>
                  <a:gd name="connsiteX2" fmla="*/ 35474 w 131968"/>
                  <a:gd name="connsiteY2" fmla="*/ 183809 h 183808"/>
                  <a:gd name="connsiteX3" fmla="*/ 9565 w 131968"/>
                  <a:gd name="connsiteY3" fmla="*/ 176492 h 183808"/>
                  <a:gd name="connsiteX4" fmla="*/ 0 w 131968"/>
                  <a:gd name="connsiteY4" fmla="*/ 130255 h 183808"/>
                  <a:gd name="connsiteX5" fmla="*/ 14589 w 131968"/>
                  <a:gd name="connsiteY5" fmla="*/ 130255 h 183808"/>
                  <a:gd name="connsiteX6" fmla="*/ 20764 w 131968"/>
                  <a:gd name="connsiteY6" fmla="*/ 164198 h 183808"/>
                  <a:gd name="connsiteX7" fmla="*/ 38259 w 131968"/>
                  <a:gd name="connsiteY7" fmla="*/ 169236 h 183808"/>
                  <a:gd name="connsiteX8" fmla="*/ 93709 w 131968"/>
                  <a:gd name="connsiteY8" fmla="*/ 169236 h 183808"/>
                  <a:gd name="connsiteX9" fmla="*/ 111750 w 131968"/>
                  <a:gd name="connsiteY9" fmla="*/ 163959 h 183808"/>
                  <a:gd name="connsiteX10" fmla="*/ 116350 w 131968"/>
                  <a:gd name="connsiteY10" fmla="*/ 135233 h 183808"/>
                  <a:gd name="connsiteX11" fmla="*/ 112294 w 131968"/>
                  <a:gd name="connsiteY11" fmla="*/ 109386 h 183808"/>
                  <a:gd name="connsiteX12" fmla="*/ 92196 w 131968"/>
                  <a:gd name="connsiteY12" fmla="*/ 103509 h 183808"/>
                  <a:gd name="connsiteX13" fmla="*/ 38804 w 131968"/>
                  <a:gd name="connsiteY13" fmla="*/ 97452 h 183808"/>
                  <a:gd name="connsiteX14" fmla="*/ 11139 w 131968"/>
                  <a:gd name="connsiteY14" fmla="*/ 85877 h 183808"/>
                  <a:gd name="connsiteX15" fmla="*/ 2603 w 131968"/>
                  <a:gd name="connsiteY15" fmla="*/ 48276 h 183808"/>
                  <a:gd name="connsiteX16" fmla="*/ 13137 w 131968"/>
                  <a:gd name="connsiteY16" fmla="*/ 7856 h 183808"/>
                  <a:gd name="connsiteX17" fmla="*/ 38925 w 131968"/>
                  <a:gd name="connsiteY17" fmla="*/ 0 h 183808"/>
                  <a:gd name="connsiteX18" fmla="*/ 92741 w 131968"/>
                  <a:gd name="connsiteY18" fmla="*/ 0 h 183808"/>
                  <a:gd name="connsiteX19" fmla="*/ 118711 w 131968"/>
                  <a:gd name="connsiteY19" fmla="*/ 7376 h 183808"/>
                  <a:gd name="connsiteX20" fmla="*/ 128154 w 131968"/>
                  <a:gd name="connsiteY20" fmla="*/ 51994 h 183808"/>
                  <a:gd name="connsiteX21" fmla="*/ 113383 w 131968"/>
                  <a:gd name="connsiteY21" fmla="*/ 51994 h 183808"/>
                  <a:gd name="connsiteX22" fmla="*/ 107269 w 131968"/>
                  <a:gd name="connsiteY22" fmla="*/ 19550 h 183808"/>
                  <a:gd name="connsiteX23" fmla="*/ 89775 w 131968"/>
                  <a:gd name="connsiteY23" fmla="*/ 14573 h 183808"/>
                  <a:gd name="connsiteX24" fmla="*/ 42375 w 131968"/>
                  <a:gd name="connsiteY24" fmla="*/ 14573 h 183808"/>
                  <a:gd name="connsiteX25" fmla="*/ 24335 w 131968"/>
                  <a:gd name="connsiteY25" fmla="*/ 19790 h 183808"/>
                  <a:gd name="connsiteX26" fmla="*/ 17919 w 131968"/>
                  <a:gd name="connsiteY26" fmla="*/ 48036 h 183808"/>
                  <a:gd name="connsiteX27" fmla="*/ 23730 w 131968"/>
                  <a:gd name="connsiteY27" fmla="*/ 76162 h 183808"/>
                  <a:gd name="connsiteX28" fmla="*/ 43949 w 131968"/>
                  <a:gd name="connsiteY28" fmla="*/ 81859 h 183808"/>
                  <a:gd name="connsiteX29" fmla="*/ 95647 w 131968"/>
                  <a:gd name="connsiteY29" fmla="*/ 87137 h 183808"/>
                  <a:gd name="connsiteX30" fmla="*/ 123251 w 131968"/>
                  <a:gd name="connsiteY30" fmla="*/ 96072 h 183808"/>
                  <a:gd name="connsiteX31" fmla="*/ 131968 w 131968"/>
                  <a:gd name="connsiteY31" fmla="*/ 135233 h 183808"/>
                  <a:gd name="connsiteX32" fmla="*/ 121072 w 131968"/>
                  <a:gd name="connsiteY32" fmla="*/ 175893 h 183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31968" h="183808">
                    <a:moveTo>
                      <a:pt x="121072" y="175953"/>
                    </a:moveTo>
                    <a:cubicBezTo>
                      <a:pt x="116290" y="180990"/>
                      <a:pt x="108904" y="183809"/>
                      <a:pt x="95102" y="183809"/>
                    </a:cubicBezTo>
                    <a:lnTo>
                      <a:pt x="35474" y="183809"/>
                    </a:lnTo>
                    <a:cubicBezTo>
                      <a:pt x="22277" y="183809"/>
                      <a:pt x="15134" y="181710"/>
                      <a:pt x="9565" y="176492"/>
                    </a:cubicBezTo>
                    <a:cubicBezTo>
                      <a:pt x="2966" y="169596"/>
                      <a:pt x="0" y="163599"/>
                      <a:pt x="0" y="130255"/>
                    </a:cubicBezTo>
                    <a:lnTo>
                      <a:pt x="14589" y="130255"/>
                    </a:lnTo>
                    <a:cubicBezTo>
                      <a:pt x="14892" y="158621"/>
                      <a:pt x="16769" y="160240"/>
                      <a:pt x="20764" y="164198"/>
                    </a:cubicBezTo>
                    <a:cubicBezTo>
                      <a:pt x="24457" y="167917"/>
                      <a:pt x="29239" y="169236"/>
                      <a:pt x="38259" y="169236"/>
                    </a:cubicBezTo>
                    <a:lnTo>
                      <a:pt x="93709" y="169236"/>
                    </a:lnTo>
                    <a:cubicBezTo>
                      <a:pt x="103274" y="169236"/>
                      <a:pt x="108056" y="167677"/>
                      <a:pt x="111750" y="163959"/>
                    </a:cubicBezTo>
                    <a:cubicBezTo>
                      <a:pt x="116229" y="159761"/>
                      <a:pt x="116350" y="154663"/>
                      <a:pt x="116350" y="135233"/>
                    </a:cubicBezTo>
                    <a:cubicBezTo>
                      <a:pt x="116350" y="115802"/>
                      <a:pt x="117077" y="114123"/>
                      <a:pt x="112294" y="109386"/>
                    </a:cubicBezTo>
                    <a:cubicBezTo>
                      <a:pt x="108843" y="105967"/>
                      <a:pt x="104848" y="105368"/>
                      <a:pt x="92196" y="103509"/>
                    </a:cubicBezTo>
                    <a:lnTo>
                      <a:pt x="38804" y="97452"/>
                    </a:lnTo>
                    <a:cubicBezTo>
                      <a:pt x="22640" y="95772"/>
                      <a:pt x="15860" y="90555"/>
                      <a:pt x="11139" y="85877"/>
                    </a:cubicBezTo>
                    <a:cubicBezTo>
                      <a:pt x="5267" y="80000"/>
                      <a:pt x="2603" y="71664"/>
                      <a:pt x="2603" y="48276"/>
                    </a:cubicBezTo>
                    <a:cubicBezTo>
                      <a:pt x="2603" y="26747"/>
                      <a:pt x="5570" y="15472"/>
                      <a:pt x="13137" y="7856"/>
                    </a:cubicBezTo>
                    <a:cubicBezTo>
                      <a:pt x="18282" y="2879"/>
                      <a:pt x="25425" y="0"/>
                      <a:pt x="38925" y="0"/>
                    </a:cubicBezTo>
                    <a:lnTo>
                      <a:pt x="92741" y="0"/>
                    </a:lnTo>
                    <a:cubicBezTo>
                      <a:pt x="105998" y="0"/>
                      <a:pt x="113202" y="2099"/>
                      <a:pt x="118711" y="7376"/>
                    </a:cubicBezTo>
                    <a:cubicBezTo>
                      <a:pt x="125854" y="14693"/>
                      <a:pt x="127973" y="22069"/>
                      <a:pt x="128154" y="51994"/>
                    </a:cubicBezTo>
                    <a:lnTo>
                      <a:pt x="113383" y="51994"/>
                    </a:lnTo>
                    <a:cubicBezTo>
                      <a:pt x="113081" y="27047"/>
                      <a:pt x="111568" y="23748"/>
                      <a:pt x="107269" y="19550"/>
                    </a:cubicBezTo>
                    <a:cubicBezTo>
                      <a:pt x="103516" y="15892"/>
                      <a:pt x="98795" y="14573"/>
                      <a:pt x="89775" y="14573"/>
                    </a:cubicBezTo>
                    <a:lnTo>
                      <a:pt x="42375" y="14573"/>
                    </a:lnTo>
                    <a:cubicBezTo>
                      <a:pt x="32750" y="14573"/>
                      <a:pt x="28028" y="16192"/>
                      <a:pt x="24335" y="19790"/>
                    </a:cubicBezTo>
                    <a:cubicBezTo>
                      <a:pt x="19492" y="24528"/>
                      <a:pt x="17919" y="30645"/>
                      <a:pt x="17919" y="48036"/>
                    </a:cubicBezTo>
                    <a:cubicBezTo>
                      <a:pt x="17919" y="67227"/>
                      <a:pt x="19492" y="71904"/>
                      <a:pt x="23730" y="76162"/>
                    </a:cubicBezTo>
                    <a:cubicBezTo>
                      <a:pt x="27180" y="79520"/>
                      <a:pt x="31781" y="80240"/>
                      <a:pt x="43949" y="81859"/>
                    </a:cubicBezTo>
                    <a:lnTo>
                      <a:pt x="95647" y="87137"/>
                    </a:lnTo>
                    <a:cubicBezTo>
                      <a:pt x="110720" y="88696"/>
                      <a:pt x="118408" y="91335"/>
                      <a:pt x="123251" y="96072"/>
                    </a:cubicBezTo>
                    <a:cubicBezTo>
                      <a:pt x="129304" y="102129"/>
                      <a:pt x="131968" y="111305"/>
                      <a:pt x="131968" y="135233"/>
                    </a:cubicBezTo>
                    <a:cubicBezTo>
                      <a:pt x="131968" y="159161"/>
                      <a:pt x="128517" y="168516"/>
                      <a:pt x="121072" y="175893"/>
                    </a:cubicBez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 233">
                <a:extLst>
                  <a:ext uri="{FF2B5EF4-FFF2-40B4-BE49-F238E27FC236}">
                    <a16:creationId xmlns:a16="http://schemas.microsoft.com/office/drawing/2014/main" id="{8872C5FC-2AE4-24A1-9EC4-D32659A7658D}"/>
                  </a:ext>
                </a:extLst>
              </p:cNvPr>
              <p:cNvSpPr/>
              <p:nvPr/>
            </p:nvSpPr>
            <p:spPr>
              <a:xfrm>
                <a:off x="10937873" y="377077"/>
                <a:ext cx="174584" cy="183688"/>
              </a:xfrm>
              <a:custGeom>
                <a:avLst/>
                <a:gdLst>
                  <a:gd name="connsiteX0" fmla="*/ 110417 w 174584"/>
                  <a:gd name="connsiteY0" fmla="*/ 0 h 183688"/>
                  <a:gd name="connsiteX1" fmla="*/ 110417 w 174584"/>
                  <a:gd name="connsiteY1" fmla="*/ 14573 h 183688"/>
                  <a:gd name="connsiteX2" fmla="*/ 137053 w 174584"/>
                  <a:gd name="connsiteY2" fmla="*/ 14573 h 183688"/>
                  <a:gd name="connsiteX3" fmla="*/ 88503 w 174584"/>
                  <a:gd name="connsiteY3" fmla="*/ 93673 h 183688"/>
                  <a:gd name="connsiteX4" fmla="*/ 87171 w 174584"/>
                  <a:gd name="connsiteY4" fmla="*/ 93673 h 183688"/>
                  <a:gd name="connsiteX5" fmla="*/ 39227 w 174584"/>
                  <a:gd name="connsiteY5" fmla="*/ 14573 h 183688"/>
                  <a:gd name="connsiteX6" fmla="*/ 65983 w 174584"/>
                  <a:gd name="connsiteY6" fmla="*/ 14573 h 183688"/>
                  <a:gd name="connsiteX7" fmla="*/ 65983 w 174584"/>
                  <a:gd name="connsiteY7" fmla="*/ 0 h 183688"/>
                  <a:gd name="connsiteX8" fmla="*/ 0 w 174584"/>
                  <a:gd name="connsiteY8" fmla="*/ 0 h 183688"/>
                  <a:gd name="connsiteX9" fmla="*/ 0 w 174584"/>
                  <a:gd name="connsiteY9" fmla="*/ 14573 h 183688"/>
                  <a:gd name="connsiteX10" fmla="*/ 21369 w 174584"/>
                  <a:gd name="connsiteY10" fmla="*/ 14573 h 183688"/>
                  <a:gd name="connsiteX11" fmla="*/ 80028 w 174584"/>
                  <a:gd name="connsiteY11" fmla="*/ 106267 h 183688"/>
                  <a:gd name="connsiteX12" fmla="*/ 80028 w 174584"/>
                  <a:gd name="connsiteY12" fmla="*/ 169116 h 183688"/>
                  <a:gd name="connsiteX13" fmla="*/ 52484 w 174584"/>
                  <a:gd name="connsiteY13" fmla="*/ 169116 h 183688"/>
                  <a:gd name="connsiteX14" fmla="*/ 52484 w 174584"/>
                  <a:gd name="connsiteY14" fmla="*/ 183689 h 183688"/>
                  <a:gd name="connsiteX15" fmla="*/ 121859 w 174584"/>
                  <a:gd name="connsiteY15" fmla="*/ 183689 h 183688"/>
                  <a:gd name="connsiteX16" fmla="*/ 121859 w 174584"/>
                  <a:gd name="connsiteY16" fmla="*/ 169116 h 183688"/>
                  <a:gd name="connsiteX17" fmla="*/ 94678 w 174584"/>
                  <a:gd name="connsiteY17" fmla="*/ 169116 h 183688"/>
                  <a:gd name="connsiteX18" fmla="*/ 94678 w 174584"/>
                  <a:gd name="connsiteY18" fmla="*/ 105967 h 183688"/>
                  <a:gd name="connsiteX19" fmla="*/ 152489 w 174584"/>
                  <a:gd name="connsiteY19" fmla="*/ 14573 h 183688"/>
                  <a:gd name="connsiteX20" fmla="*/ 174585 w 174584"/>
                  <a:gd name="connsiteY20" fmla="*/ 14573 h 183688"/>
                  <a:gd name="connsiteX21" fmla="*/ 174585 w 174584"/>
                  <a:gd name="connsiteY21" fmla="*/ 0 h 183688"/>
                  <a:gd name="connsiteX22" fmla="*/ 110417 w 174584"/>
                  <a:gd name="connsiteY2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74584" h="183688">
                    <a:moveTo>
                      <a:pt x="110417" y="0"/>
                    </a:moveTo>
                    <a:lnTo>
                      <a:pt x="110417" y="14573"/>
                    </a:lnTo>
                    <a:lnTo>
                      <a:pt x="137053" y="14573"/>
                    </a:lnTo>
                    <a:lnTo>
                      <a:pt x="88503" y="93673"/>
                    </a:lnTo>
                    <a:lnTo>
                      <a:pt x="87171" y="93673"/>
                    </a:lnTo>
                    <a:lnTo>
                      <a:pt x="39227" y="14573"/>
                    </a:lnTo>
                    <a:lnTo>
                      <a:pt x="65983" y="14573"/>
                    </a:lnTo>
                    <a:lnTo>
                      <a:pt x="65983" y="0"/>
                    </a:lnTo>
                    <a:lnTo>
                      <a:pt x="0" y="0"/>
                    </a:lnTo>
                    <a:lnTo>
                      <a:pt x="0" y="14573"/>
                    </a:lnTo>
                    <a:lnTo>
                      <a:pt x="21369" y="14573"/>
                    </a:lnTo>
                    <a:lnTo>
                      <a:pt x="80028" y="106267"/>
                    </a:lnTo>
                    <a:lnTo>
                      <a:pt x="80028" y="169116"/>
                    </a:lnTo>
                    <a:lnTo>
                      <a:pt x="52484" y="169116"/>
                    </a:lnTo>
                    <a:lnTo>
                      <a:pt x="52484" y="183689"/>
                    </a:lnTo>
                    <a:lnTo>
                      <a:pt x="121859" y="183689"/>
                    </a:lnTo>
                    <a:lnTo>
                      <a:pt x="121859" y="169116"/>
                    </a:lnTo>
                    <a:lnTo>
                      <a:pt x="94678" y="169116"/>
                    </a:lnTo>
                    <a:lnTo>
                      <a:pt x="94678" y="105967"/>
                    </a:lnTo>
                    <a:lnTo>
                      <a:pt x="152489" y="14573"/>
                    </a:lnTo>
                    <a:lnTo>
                      <a:pt x="174585" y="14573"/>
                    </a:lnTo>
                    <a:lnTo>
                      <a:pt x="174585" y="0"/>
                    </a:lnTo>
                    <a:lnTo>
                      <a:pt x="110417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 234">
                <a:extLst>
                  <a:ext uri="{FF2B5EF4-FFF2-40B4-BE49-F238E27FC236}">
                    <a16:creationId xmlns:a16="http://schemas.microsoft.com/office/drawing/2014/main" id="{3A023F7F-F568-15B8-C196-BFC7B98BB1B7}"/>
                  </a:ext>
                </a:extLst>
              </p:cNvPr>
              <p:cNvSpPr/>
              <p:nvPr/>
            </p:nvSpPr>
            <p:spPr>
              <a:xfrm>
                <a:off x="10762743" y="377077"/>
                <a:ext cx="152549" cy="183688"/>
              </a:xfrm>
              <a:custGeom>
                <a:avLst/>
                <a:gdLst>
                  <a:gd name="connsiteX0" fmla="*/ 0 w 152549"/>
                  <a:gd name="connsiteY0" fmla="*/ 0 h 183688"/>
                  <a:gd name="connsiteX1" fmla="*/ 0 w 152549"/>
                  <a:gd name="connsiteY1" fmla="*/ 48456 h 183688"/>
                  <a:gd name="connsiteX2" fmla="*/ 14650 w 152549"/>
                  <a:gd name="connsiteY2" fmla="*/ 48456 h 183688"/>
                  <a:gd name="connsiteX3" fmla="*/ 14650 w 152549"/>
                  <a:gd name="connsiteY3" fmla="*/ 11514 h 183688"/>
                  <a:gd name="connsiteX4" fmla="*/ 68950 w 152549"/>
                  <a:gd name="connsiteY4" fmla="*/ 11514 h 183688"/>
                  <a:gd name="connsiteX5" fmla="*/ 68950 w 152549"/>
                  <a:gd name="connsiteY5" fmla="*/ 169116 h 183688"/>
                  <a:gd name="connsiteX6" fmla="*/ 41527 w 152549"/>
                  <a:gd name="connsiteY6" fmla="*/ 169116 h 183688"/>
                  <a:gd name="connsiteX7" fmla="*/ 41527 w 152549"/>
                  <a:gd name="connsiteY7" fmla="*/ 183689 h 183688"/>
                  <a:gd name="connsiteX8" fmla="*/ 110902 w 152549"/>
                  <a:gd name="connsiteY8" fmla="*/ 183689 h 183688"/>
                  <a:gd name="connsiteX9" fmla="*/ 110902 w 152549"/>
                  <a:gd name="connsiteY9" fmla="*/ 169116 h 183688"/>
                  <a:gd name="connsiteX10" fmla="*/ 83600 w 152549"/>
                  <a:gd name="connsiteY10" fmla="*/ 169116 h 183688"/>
                  <a:gd name="connsiteX11" fmla="*/ 83600 w 152549"/>
                  <a:gd name="connsiteY11" fmla="*/ 11514 h 183688"/>
                  <a:gd name="connsiteX12" fmla="*/ 137840 w 152549"/>
                  <a:gd name="connsiteY12" fmla="*/ 11514 h 183688"/>
                  <a:gd name="connsiteX13" fmla="*/ 137840 w 152549"/>
                  <a:gd name="connsiteY13" fmla="*/ 48456 h 183688"/>
                  <a:gd name="connsiteX14" fmla="*/ 152550 w 152549"/>
                  <a:gd name="connsiteY14" fmla="*/ 48456 h 183688"/>
                  <a:gd name="connsiteX15" fmla="*/ 152550 w 152549"/>
                  <a:gd name="connsiteY15" fmla="*/ 0 h 183688"/>
                  <a:gd name="connsiteX16" fmla="*/ 0 w 152549"/>
                  <a:gd name="connsiteY16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2549" h="183688">
                    <a:moveTo>
                      <a:pt x="0" y="0"/>
                    </a:moveTo>
                    <a:lnTo>
                      <a:pt x="0" y="48456"/>
                    </a:lnTo>
                    <a:lnTo>
                      <a:pt x="14650" y="48456"/>
                    </a:lnTo>
                    <a:lnTo>
                      <a:pt x="14650" y="11514"/>
                    </a:lnTo>
                    <a:lnTo>
                      <a:pt x="68950" y="11514"/>
                    </a:lnTo>
                    <a:lnTo>
                      <a:pt x="68950" y="169116"/>
                    </a:lnTo>
                    <a:lnTo>
                      <a:pt x="41527" y="169116"/>
                    </a:lnTo>
                    <a:lnTo>
                      <a:pt x="41527" y="183689"/>
                    </a:lnTo>
                    <a:lnTo>
                      <a:pt x="110902" y="183689"/>
                    </a:lnTo>
                    <a:lnTo>
                      <a:pt x="110902" y="169116"/>
                    </a:lnTo>
                    <a:lnTo>
                      <a:pt x="83600" y="169116"/>
                    </a:lnTo>
                    <a:lnTo>
                      <a:pt x="83600" y="11514"/>
                    </a:lnTo>
                    <a:lnTo>
                      <a:pt x="137840" y="11514"/>
                    </a:lnTo>
                    <a:lnTo>
                      <a:pt x="137840" y="48456"/>
                    </a:lnTo>
                    <a:lnTo>
                      <a:pt x="152550" y="48456"/>
                    </a:lnTo>
                    <a:lnTo>
                      <a:pt x="1525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 235">
                <a:extLst>
                  <a:ext uri="{FF2B5EF4-FFF2-40B4-BE49-F238E27FC236}">
                    <a16:creationId xmlns:a16="http://schemas.microsoft.com/office/drawing/2014/main" id="{F4F889F6-35A9-8484-8038-05155B02D62D}"/>
                  </a:ext>
                </a:extLst>
              </p:cNvPr>
              <p:cNvSpPr/>
              <p:nvPr/>
            </p:nvSpPr>
            <p:spPr>
              <a:xfrm>
                <a:off x="10667460" y="377077"/>
                <a:ext cx="69132" cy="183688"/>
              </a:xfrm>
              <a:custGeom>
                <a:avLst/>
                <a:gdLst>
                  <a:gd name="connsiteX0" fmla="*/ 0 w 69132"/>
                  <a:gd name="connsiteY0" fmla="*/ 0 h 183688"/>
                  <a:gd name="connsiteX1" fmla="*/ 0 w 69132"/>
                  <a:gd name="connsiteY1" fmla="*/ 14573 h 183688"/>
                  <a:gd name="connsiteX2" fmla="*/ 27180 w 69132"/>
                  <a:gd name="connsiteY2" fmla="*/ 14573 h 183688"/>
                  <a:gd name="connsiteX3" fmla="*/ 27180 w 69132"/>
                  <a:gd name="connsiteY3" fmla="*/ 169116 h 183688"/>
                  <a:gd name="connsiteX4" fmla="*/ 0 w 69132"/>
                  <a:gd name="connsiteY4" fmla="*/ 169116 h 183688"/>
                  <a:gd name="connsiteX5" fmla="*/ 0 w 69132"/>
                  <a:gd name="connsiteY5" fmla="*/ 183689 h 183688"/>
                  <a:gd name="connsiteX6" fmla="*/ 69132 w 69132"/>
                  <a:gd name="connsiteY6" fmla="*/ 183689 h 183688"/>
                  <a:gd name="connsiteX7" fmla="*/ 69132 w 69132"/>
                  <a:gd name="connsiteY7" fmla="*/ 169116 h 183688"/>
                  <a:gd name="connsiteX8" fmla="*/ 42133 w 69132"/>
                  <a:gd name="connsiteY8" fmla="*/ 169116 h 183688"/>
                  <a:gd name="connsiteX9" fmla="*/ 42133 w 69132"/>
                  <a:gd name="connsiteY9" fmla="*/ 14573 h 183688"/>
                  <a:gd name="connsiteX10" fmla="*/ 69132 w 69132"/>
                  <a:gd name="connsiteY10" fmla="*/ 14573 h 183688"/>
                  <a:gd name="connsiteX11" fmla="*/ 69132 w 69132"/>
                  <a:gd name="connsiteY11" fmla="*/ 0 h 183688"/>
                  <a:gd name="connsiteX12" fmla="*/ 0 w 69132"/>
                  <a:gd name="connsiteY1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2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7180" y="14573"/>
                    </a:lnTo>
                    <a:lnTo>
                      <a:pt x="27180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69132" y="183689"/>
                    </a:lnTo>
                    <a:lnTo>
                      <a:pt x="69132" y="169116"/>
                    </a:lnTo>
                    <a:lnTo>
                      <a:pt x="42133" y="169116"/>
                    </a:lnTo>
                    <a:lnTo>
                      <a:pt x="42133" y="14573"/>
                    </a:lnTo>
                    <a:lnTo>
                      <a:pt x="69132" y="14573"/>
                    </a:lnTo>
                    <a:lnTo>
                      <a:pt x="6913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" name="Graphic 6">
              <a:extLst>
                <a:ext uri="{FF2B5EF4-FFF2-40B4-BE49-F238E27FC236}">
                  <a16:creationId xmlns:a16="http://schemas.microsoft.com/office/drawing/2014/main" id="{8C5D5C90-F201-6060-9463-C61DC2E63298}"/>
                </a:ext>
              </a:extLst>
            </p:cNvPr>
            <p:cNvGrpSpPr/>
            <p:nvPr/>
          </p:nvGrpSpPr>
          <p:grpSpPr>
            <a:xfrm>
              <a:off x="231304" y="206042"/>
              <a:ext cx="1465696" cy="522615"/>
              <a:chOff x="152400" y="206042"/>
              <a:chExt cx="1166221" cy="415833"/>
            </a:xfrm>
          </p:grpSpPr>
          <p:grpSp>
            <p:nvGrpSpPr>
              <p:cNvPr id="65" name="Graphic 6">
                <a:extLst>
                  <a:ext uri="{FF2B5EF4-FFF2-40B4-BE49-F238E27FC236}">
                    <a16:creationId xmlns:a16="http://schemas.microsoft.com/office/drawing/2014/main" id="{C9A8264F-EDBD-8097-CCF8-15F2A187EE9A}"/>
                  </a:ext>
                </a:extLst>
              </p:cNvPr>
              <p:cNvGrpSpPr/>
              <p:nvPr/>
            </p:nvGrpSpPr>
            <p:grpSpPr>
              <a:xfrm>
                <a:off x="156576" y="584634"/>
                <a:ext cx="655178" cy="37181"/>
                <a:chOff x="156576" y="584634"/>
                <a:chExt cx="655178" cy="37181"/>
              </a:xfrm>
              <a:solidFill>
                <a:srgbClr val="DF8026"/>
              </a:solidFill>
            </p:grpSpPr>
            <p:sp>
              <p:nvSpPr>
                <p:cNvPr id="81" name="Freeform 192">
                  <a:extLst>
                    <a:ext uri="{FF2B5EF4-FFF2-40B4-BE49-F238E27FC236}">
                      <a16:creationId xmlns:a16="http://schemas.microsoft.com/office/drawing/2014/main" id="{51BE0906-D960-3CFE-7BF2-473535570559}"/>
                    </a:ext>
                  </a:extLst>
                </p:cNvPr>
                <p:cNvSpPr/>
                <p:nvPr/>
              </p:nvSpPr>
              <p:spPr>
                <a:xfrm>
                  <a:off x="156576" y="584994"/>
                  <a:ext cx="34021" cy="36461"/>
                </a:xfrm>
                <a:custGeom>
                  <a:avLst/>
                  <a:gdLst>
                    <a:gd name="connsiteX0" fmla="*/ 15073 w 34021"/>
                    <a:gd name="connsiteY0" fmla="*/ 0 h 36461"/>
                    <a:gd name="connsiteX1" fmla="*/ 19008 w 34021"/>
                    <a:gd name="connsiteY1" fmla="*/ 0 h 36461"/>
                    <a:gd name="connsiteX2" fmla="*/ 34021 w 34021"/>
                    <a:gd name="connsiteY2" fmla="*/ 36462 h 36461"/>
                    <a:gd name="connsiteX3" fmla="*/ 29057 w 34021"/>
                    <a:gd name="connsiteY3" fmla="*/ 36462 h 36461"/>
                    <a:gd name="connsiteX4" fmla="*/ 24699 w 34021"/>
                    <a:gd name="connsiteY4" fmla="*/ 25787 h 36461"/>
                    <a:gd name="connsiteX5" fmla="*/ 9262 w 34021"/>
                    <a:gd name="connsiteY5" fmla="*/ 25787 h 36461"/>
                    <a:gd name="connsiteX6" fmla="*/ 4964 w 34021"/>
                    <a:gd name="connsiteY6" fmla="*/ 36462 h 36461"/>
                    <a:gd name="connsiteX7" fmla="*/ 0 w 34021"/>
                    <a:gd name="connsiteY7" fmla="*/ 36462 h 36461"/>
                    <a:gd name="connsiteX8" fmla="*/ 15073 w 34021"/>
                    <a:gd name="connsiteY8" fmla="*/ 0 h 36461"/>
                    <a:gd name="connsiteX9" fmla="*/ 23669 w 34021"/>
                    <a:gd name="connsiteY9" fmla="*/ 22189 h 36461"/>
                    <a:gd name="connsiteX10" fmla="*/ 17011 w 34021"/>
                    <a:gd name="connsiteY10" fmla="*/ 5337 h 36461"/>
                    <a:gd name="connsiteX11" fmla="*/ 10170 w 34021"/>
                    <a:gd name="connsiteY11" fmla="*/ 22189 h 36461"/>
                    <a:gd name="connsiteX12" fmla="*/ 23669 w 34021"/>
                    <a:gd name="connsiteY12" fmla="*/ 22189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4021" h="36461">
                      <a:moveTo>
                        <a:pt x="15073" y="0"/>
                      </a:moveTo>
                      <a:lnTo>
                        <a:pt x="19008" y="0"/>
                      </a:lnTo>
                      <a:lnTo>
                        <a:pt x="34021" y="36462"/>
                      </a:lnTo>
                      <a:lnTo>
                        <a:pt x="29057" y="36462"/>
                      </a:lnTo>
                      <a:lnTo>
                        <a:pt x="24699" y="25787"/>
                      </a:lnTo>
                      <a:lnTo>
                        <a:pt x="9262" y="25787"/>
                      </a:lnTo>
                      <a:lnTo>
                        <a:pt x="4964" y="36462"/>
                      </a:lnTo>
                      <a:lnTo>
                        <a:pt x="0" y="36462"/>
                      </a:lnTo>
                      <a:lnTo>
                        <a:pt x="15073" y="0"/>
                      </a:lnTo>
                      <a:close/>
                      <a:moveTo>
                        <a:pt x="23669" y="22189"/>
                      </a:moveTo>
                      <a:lnTo>
                        <a:pt x="17011" y="5337"/>
                      </a:lnTo>
                      <a:lnTo>
                        <a:pt x="10170" y="22189"/>
                      </a:lnTo>
                      <a:lnTo>
                        <a:pt x="23669" y="22189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" name="Freeform 193">
                  <a:extLst>
                    <a:ext uri="{FF2B5EF4-FFF2-40B4-BE49-F238E27FC236}">
                      <a16:creationId xmlns:a16="http://schemas.microsoft.com/office/drawing/2014/main" id="{6300172C-DEDE-78F1-C9AE-E08806FF5003}"/>
                    </a:ext>
                  </a:extLst>
                </p:cNvPr>
                <p:cNvSpPr/>
                <p:nvPr/>
              </p:nvSpPr>
              <p:spPr>
                <a:xfrm>
                  <a:off x="191687" y="584754"/>
                  <a:ext cx="31902" cy="36941"/>
                </a:xfrm>
                <a:custGeom>
                  <a:avLst/>
                  <a:gdLst>
                    <a:gd name="connsiteX0" fmla="*/ 121 w 31902"/>
                    <a:gd name="connsiteY0" fmla="*/ 18231 h 36941"/>
                    <a:gd name="connsiteX1" fmla="*/ 1271 w 31902"/>
                    <a:gd name="connsiteY1" fmla="*/ 11694 h 36941"/>
                    <a:gd name="connsiteX2" fmla="*/ 4722 w 31902"/>
                    <a:gd name="connsiteY2" fmla="*/ 5817 h 36941"/>
                    <a:gd name="connsiteX3" fmla="*/ 10231 w 31902"/>
                    <a:gd name="connsiteY3" fmla="*/ 1619 h 36941"/>
                    <a:gd name="connsiteX4" fmla="*/ 17616 w 31902"/>
                    <a:gd name="connsiteY4" fmla="*/ 0 h 36941"/>
                    <a:gd name="connsiteX5" fmla="*/ 26091 w 31902"/>
                    <a:gd name="connsiteY5" fmla="*/ 2219 h 36941"/>
                    <a:gd name="connsiteX6" fmla="*/ 31358 w 31902"/>
                    <a:gd name="connsiteY6" fmla="*/ 7976 h 36941"/>
                    <a:gd name="connsiteX7" fmla="*/ 27665 w 31902"/>
                    <a:gd name="connsiteY7" fmla="*/ 10315 h 36941"/>
                    <a:gd name="connsiteX8" fmla="*/ 25667 w 31902"/>
                    <a:gd name="connsiteY8" fmla="*/ 7376 h 36941"/>
                    <a:gd name="connsiteX9" fmla="*/ 23125 w 31902"/>
                    <a:gd name="connsiteY9" fmla="*/ 5457 h 36941"/>
                    <a:gd name="connsiteX10" fmla="*/ 20279 w 31902"/>
                    <a:gd name="connsiteY10" fmla="*/ 4438 h 36941"/>
                    <a:gd name="connsiteX11" fmla="*/ 17434 w 31902"/>
                    <a:gd name="connsiteY11" fmla="*/ 4138 h 36941"/>
                    <a:gd name="connsiteX12" fmla="*/ 11986 w 31902"/>
                    <a:gd name="connsiteY12" fmla="*/ 5397 h 36941"/>
                    <a:gd name="connsiteX13" fmla="*/ 7991 w 31902"/>
                    <a:gd name="connsiteY13" fmla="*/ 8696 h 36941"/>
                    <a:gd name="connsiteX14" fmla="*/ 5569 w 31902"/>
                    <a:gd name="connsiteY14" fmla="*/ 13253 h 36941"/>
                    <a:gd name="connsiteX15" fmla="*/ 4782 w 31902"/>
                    <a:gd name="connsiteY15" fmla="*/ 18351 h 36941"/>
                    <a:gd name="connsiteX16" fmla="*/ 5751 w 31902"/>
                    <a:gd name="connsiteY16" fmla="*/ 23808 h 36941"/>
                    <a:gd name="connsiteX17" fmla="*/ 8414 w 31902"/>
                    <a:gd name="connsiteY17" fmla="*/ 28426 h 36941"/>
                    <a:gd name="connsiteX18" fmla="*/ 12470 w 31902"/>
                    <a:gd name="connsiteY18" fmla="*/ 31604 h 36941"/>
                    <a:gd name="connsiteX19" fmla="*/ 17555 w 31902"/>
                    <a:gd name="connsiteY19" fmla="*/ 32804 h 36941"/>
                    <a:gd name="connsiteX20" fmla="*/ 20522 w 31902"/>
                    <a:gd name="connsiteY20" fmla="*/ 32444 h 36941"/>
                    <a:gd name="connsiteX21" fmla="*/ 23427 w 31902"/>
                    <a:gd name="connsiteY21" fmla="*/ 31304 h 36941"/>
                    <a:gd name="connsiteX22" fmla="*/ 26030 w 31902"/>
                    <a:gd name="connsiteY22" fmla="*/ 29325 h 36941"/>
                    <a:gd name="connsiteX23" fmla="*/ 28028 w 31902"/>
                    <a:gd name="connsiteY23" fmla="*/ 26447 h 36941"/>
                    <a:gd name="connsiteX24" fmla="*/ 31902 w 31902"/>
                    <a:gd name="connsiteY24" fmla="*/ 28546 h 36941"/>
                    <a:gd name="connsiteX25" fmla="*/ 29420 w 31902"/>
                    <a:gd name="connsiteY25" fmla="*/ 32144 h 36941"/>
                    <a:gd name="connsiteX26" fmla="*/ 25849 w 31902"/>
                    <a:gd name="connsiteY26" fmla="*/ 34783 h 36941"/>
                    <a:gd name="connsiteX27" fmla="*/ 21611 w 31902"/>
                    <a:gd name="connsiteY27" fmla="*/ 36402 h 36941"/>
                    <a:gd name="connsiteX28" fmla="*/ 17253 w 31902"/>
                    <a:gd name="connsiteY28" fmla="*/ 36942 h 36941"/>
                    <a:gd name="connsiteX29" fmla="*/ 10291 w 31902"/>
                    <a:gd name="connsiteY29" fmla="*/ 35322 h 36941"/>
                    <a:gd name="connsiteX30" fmla="*/ 4843 w 31902"/>
                    <a:gd name="connsiteY30" fmla="*/ 31065 h 36941"/>
                    <a:gd name="connsiteX31" fmla="*/ 1271 w 31902"/>
                    <a:gd name="connsiteY31" fmla="*/ 25068 h 36941"/>
                    <a:gd name="connsiteX32" fmla="*/ 0 w 31902"/>
                    <a:gd name="connsiteY32" fmla="*/ 18231 h 36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1902" h="36941">
                      <a:moveTo>
                        <a:pt x="121" y="18231"/>
                      </a:moveTo>
                      <a:cubicBezTo>
                        <a:pt x="121" y="16012"/>
                        <a:pt x="484" y="13853"/>
                        <a:pt x="1271" y="11694"/>
                      </a:cubicBezTo>
                      <a:cubicBezTo>
                        <a:pt x="2058" y="9535"/>
                        <a:pt x="3208" y="7556"/>
                        <a:pt x="4722" y="5817"/>
                      </a:cubicBezTo>
                      <a:cubicBezTo>
                        <a:pt x="6235" y="4078"/>
                        <a:pt x="8051" y="2699"/>
                        <a:pt x="10231" y="1619"/>
                      </a:cubicBezTo>
                      <a:cubicBezTo>
                        <a:pt x="12410" y="540"/>
                        <a:pt x="14892" y="0"/>
                        <a:pt x="17616" y="0"/>
                      </a:cubicBezTo>
                      <a:cubicBezTo>
                        <a:pt x="20885" y="0"/>
                        <a:pt x="23730" y="720"/>
                        <a:pt x="26091" y="2219"/>
                      </a:cubicBezTo>
                      <a:cubicBezTo>
                        <a:pt x="28452" y="3718"/>
                        <a:pt x="30207" y="5637"/>
                        <a:pt x="31358" y="7976"/>
                      </a:cubicBezTo>
                      <a:lnTo>
                        <a:pt x="27665" y="10315"/>
                      </a:lnTo>
                      <a:cubicBezTo>
                        <a:pt x="27120" y="9175"/>
                        <a:pt x="26454" y="8156"/>
                        <a:pt x="25667" y="7376"/>
                      </a:cubicBezTo>
                      <a:cubicBezTo>
                        <a:pt x="24880" y="6597"/>
                        <a:pt x="24033" y="5937"/>
                        <a:pt x="23125" y="5457"/>
                      </a:cubicBezTo>
                      <a:cubicBezTo>
                        <a:pt x="22217" y="4978"/>
                        <a:pt x="21248" y="4618"/>
                        <a:pt x="20279" y="4438"/>
                      </a:cubicBezTo>
                      <a:cubicBezTo>
                        <a:pt x="19311" y="4258"/>
                        <a:pt x="18342" y="4138"/>
                        <a:pt x="17434" y="4138"/>
                      </a:cubicBezTo>
                      <a:cubicBezTo>
                        <a:pt x="15376" y="4138"/>
                        <a:pt x="13560" y="4558"/>
                        <a:pt x="11986" y="5397"/>
                      </a:cubicBezTo>
                      <a:cubicBezTo>
                        <a:pt x="10412" y="6237"/>
                        <a:pt x="9080" y="7316"/>
                        <a:pt x="7991" y="8696"/>
                      </a:cubicBezTo>
                      <a:cubicBezTo>
                        <a:pt x="6901" y="10075"/>
                        <a:pt x="6114" y="11574"/>
                        <a:pt x="5569" y="13253"/>
                      </a:cubicBezTo>
                      <a:cubicBezTo>
                        <a:pt x="5024" y="14933"/>
                        <a:pt x="4782" y="16672"/>
                        <a:pt x="4782" y="18351"/>
                      </a:cubicBezTo>
                      <a:cubicBezTo>
                        <a:pt x="4782" y="20270"/>
                        <a:pt x="5085" y="22069"/>
                        <a:pt x="5751" y="23808"/>
                      </a:cubicBezTo>
                      <a:cubicBezTo>
                        <a:pt x="6417" y="25547"/>
                        <a:pt x="7264" y="27047"/>
                        <a:pt x="8414" y="28426"/>
                      </a:cubicBezTo>
                      <a:cubicBezTo>
                        <a:pt x="9565" y="29745"/>
                        <a:pt x="10896" y="30825"/>
                        <a:pt x="12470" y="31604"/>
                      </a:cubicBezTo>
                      <a:cubicBezTo>
                        <a:pt x="14044" y="32384"/>
                        <a:pt x="15739" y="32804"/>
                        <a:pt x="17555" y="32804"/>
                      </a:cubicBezTo>
                      <a:cubicBezTo>
                        <a:pt x="18524" y="32804"/>
                        <a:pt x="19493" y="32684"/>
                        <a:pt x="20522" y="32444"/>
                      </a:cubicBezTo>
                      <a:cubicBezTo>
                        <a:pt x="21551" y="32204"/>
                        <a:pt x="22519" y="31844"/>
                        <a:pt x="23427" y="31304"/>
                      </a:cubicBezTo>
                      <a:cubicBezTo>
                        <a:pt x="24335" y="30765"/>
                        <a:pt x="25243" y="30105"/>
                        <a:pt x="26030" y="29325"/>
                      </a:cubicBezTo>
                      <a:cubicBezTo>
                        <a:pt x="26817" y="28546"/>
                        <a:pt x="27483" y="27526"/>
                        <a:pt x="28028" y="26447"/>
                      </a:cubicBezTo>
                      <a:lnTo>
                        <a:pt x="31902" y="28546"/>
                      </a:lnTo>
                      <a:cubicBezTo>
                        <a:pt x="31297" y="29925"/>
                        <a:pt x="30510" y="31125"/>
                        <a:pt x="29420" y="32144"/>
                      </a:cubicBezTo>
                      <a:cubicBezTo>
                        <a:pt x="28391" y="33164"/>
                        <a:pt x="27181" y="34063"/>
                        <a:pt x="25849" y="34783"/>
                      </a:cubicBezTo>
                      <a:cubicBezTo>
                        <a:pt x="24517" y="35502"/>
                        <a:pt x="23125" y="36042"/>
                        <a:pt x="21611" y="36402"/>
                      </a:cubicBezTo>
                      <a:cubicBezTo>
                        <a:pt x="20098" y="36762"/>
                        <a:pt x="18645" y="36942"/>
                        <a:pt x="17253" y="36942"/>
                      </a:cubicBezTo>
                      <a:cubicBezTo>
                        <a:pt x="14710" y="36942"/>
                        <a:pt x="12410" y="36402"/>
                        <a:pt x="10291" y="35322"/>
                      </a:cubicBezTo>
                      <a:cubicBezTo>
                        <a:pt x="8172" y="34243"/>
                        <a:pt x="6356" y="32804"/>
                        <a:pt x="4843" y="31065"/>
                      </a:cubicBezTo>
                      <a:cubicBezTo>
                        <a:pt x="3329" y="29325"/>
                        <a:pt x="2119" y="27286"/>
                        <a:pt x="1271" y="25068"/>
                      </a:cubicBezTo>
                      <a:cubicBezTo>
                        <a:pt x="424" y="22849"/>
                        <a:pt x="0" y="20570"/>
                        <a:pt x="0" y="1823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" name="Freeform 194">
                  <a:extLst>
                    <a:ext uri="{FF2B5EF4-FFF2-40B4-BE49-F238E27FC236}">
                      <a16:creationId xmlns:a16="http://schemas.microsoft.com/office/drawing/2014/main" id="{DB4708E3-9ED2-5D21-8044-1B45EA5CFC6A}"/>
                    </a:ext>
                  </a:extLst>
                </p:cNvPr>
                <p:cNvSpPr/>
                <p:nvPr/>
              </p:nvSpPr>
              <p:spPr>
                <a:xfrm>
                  <a:off x="226616" y="584754"/>
                  <a:ext cx="31902" cy="36941"/>
                </a:xfrm>
                <a:custGeom>
                  <a:avLst/>
                  <a:gdLst>
                    <a:gd name="connsiteX0" fmla="*/ 121 w 31902"/>
                    <a:gd name="connsiteY0" fmla="*/ 18231 h 36941"/>
                    <a:gd name="connsiteX1" fmla="*/ 1271 w 31902"/>
                    <a:gd name="connsiteY1" fmla="*/ 11694 h 36941"/>
                    <a:gd name="connsiteX2" fmla="*/ 4722 w 31902"/>
                    <a:gd name="connsiteY2" fmla="*/ 5817 h 36941"/>
                    <a:gd name="connsiteX3" fmla="*/ 10231 w 31902"/>
                    <a:gd name="connsiteY3" fmla="*/ 1619 h 36941"/>
                    <a:gd name="connsiteX4" fmla="*/ 17616 w 31902"/>
                    <a:gd name="connsiteY4" fmla="*/ 0 h 36941"/>
                    <a:gd name="connsiteX5" fmla="*/ 26091 w 31902"/>
                    <a:gd name="connsiteY5" fmla="*/ 2219 h 36941"/>
                    <a:gd name="connsiteX6" fmla="*/ 31358 w 31902"/>
                    <a:gd name="connsiteY6" fmla="*/ 7976 h 36941"/>
                    <a:gd name="connsiteX7" fmla="*/ 27665 w 31902"/>
                    <a:gd name="connsiteY7" fmla="*/ 10315 h 36941"/>
                    <a:gd name="connsiteX8" fmla="*/ 25667 w 31902"/>
                    <a:gd name="connsiteY8" fmla="*/ 7376 h 36941"/>
                    <a:gd name="connsiteX9" fmla="*/ 23125 w 31902"/>
                    <a:gd name="connsiteY9" fmla="*/ 5457 h 36941"/>
                    <a:gd name="connsiteX10" fmla="*/ 20279 w 31902"/>
                    <a:gd name="connsiteY10" fmla="*/ 4438 h 36941"/>
                    <a:gd name="connsiteX11" fmla="*/ 17434 w 31902"/>
                    <a:gd name="connsiteY11" fmla="*/ 4138 h 36941"/>
                    <a:gd name="connsiteX12" fmla="*/ 11986 w 31902"/>
                    <a:gd name="connsiteY12" fmla="*/ 5397 h 36941"/>
                    <a:gd name="connsiteX13" fmla="*/ 7991 w 31902"/>
                    <a:gd name="connsiteY13" fmla="*/ 8696 h 36941"/>
                    <a:gd name="connsiteX14" fmla="*/ 5569 w 31902"/>
                    <a:gd name="connsiteY14" fmla="*/ 13253 h 36941"/>
                    <a:gd name="connsiteX15" fmla="*/ 4782 w 31902"/>
                    <a:gd name="connsiteY15" fmla="*/ 18351 h 36941"/>
                    <a:gd name="connsiteX16" fmla="*/ 5751 w 31902"/>
                    <a:gd name="connsiteY16" fmla="*/ 23808 h 36941"/>
                    <a:gd name="connsiteX17" fmla="*/ 8414 w 31902"/>
                    <a:gd name="connsiteY17" fmla="*/ 28426 h 36941"/>
                    <a:gd name="connsiteX18" fmla="*/ 12470 w 31902"/>
                    <a:gd name="connsiteY18" fmla="*/ 31604 h 36941"/>
                    <a:gd name="connsiteX19" fmla="*/ 17555 w 31902"/>
                    <a:gd name="connsiteY19" fmla="*/ 32804 h 36941"/>
                    <a:gd name="connsiteX20" fmla="*/ 20522 w 31902"/>
                    <a:gd name="connsiteY20" fmla="*/ 32444 h 36941"/>
                    <a:gd name="connsiteX21" fmla="*/ 23427 w 31902"/>
                    <a:gd name="connsiteY21" fmla="*/ 31304 h 36941"/>
                    <a:gd name="connsiteX22" fmla="*/ 26030 w 31902"/>
                    <a:gd name="connsiteY22" fmla="*/ 29325 h 36941"/>
                    <a:gd name="connsiteX23" fmla="*/ 28028 w 31902"/>
                    <a:gd name="connsiteY23" fmla="*/ 26447 h 36941"/>
                    <a:gd name="connsiteX24" fmla="*/ 31902 w 31902"/>
                    <a:gd name="connsiteY24" fmla="*/ 28546 h 36941"/>
                    <a:gd name="connsiteX25" fmla="*/ 29420 w 31902"/>
                    <a:gd name="connsiteY25" fmla="*/ 32144 h 36941"/>
                    <a:gd name="connsiteX26" fmla="*/ 25849 w 31902"/>
                    <a:gd name="connsiteY26" fmla="*/ 34783 h 36941"/>
                    <a:gd name="connsiteX27" fmla="*/ 21611 w 31902"/>
                    <a:gd name="connsiteY27" fmla="*/ 36402 h 36941"/>
                    <a:gd name="connsiteX28" fmla="*/ 17253 w 31902"/>
                    <a:gd name="connsiteY28" fmla="*/ 36942 h 36941"/>
                    <a:gd name="connsiteX29" fmla="*/ 10291 w 31902"/>
                    <a:gd name="connsiteY29" fmla="*/ 35322 h 36941"/>
                    <a:gd name="connsiteX30" fmla="*/ 4843 w 31902"/>
                    <a:gd name="connsiteY30" fmla="*/ 31065 h 36941"/>
                    <a:gd name="connsiteX31" fmla="*/ 1271 w 31902"/>
                    <a:gd name="connsiteY31" fmla="*/ 25068 h 36941"/>
                    <a:gd name="connsiteX32" fmla="*/ 0 w 31902"/>
                    <a:gd name="connsiteY32" fmla="*/ 18231 h 36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1902" h="36941">
                      <a:moveTo>
                        <a:pt x="121" y="18231"/>
                      </a:moveTo>
                      <a:cubicBezTo>
                        <a:pt x="121" y="16012"/>
                        <a:pt x="484" y="13853"/>
                        <a:pt x="1271" y="11694"/>
                      </a:cubicBezTo>
                      <a:cubicBezTo>
                        <a:pt x="2058" y="9535"/>
                        <a:pt x="3208" y="7556"/>
                        <a:pt x="4722" y="5817"/>
                      </a:cubicBezTo>
                      <a:cubicBezTo>
                        <a:pt x="6235" y="4078"/>
                        <a:pt x="8051" y="2699"/>
                        <a:pt x="10231" y="1619"/>
                      </a:cubicBezTo>
                      <a:cubicBezTo>
                        <a:pt x="12410" y="540"/>
                        <a:pt x="14892" y="0"/>
                        <a:pt x="17616" y="0"/>
                      </a:cubicBezTo>
                      <a:cubicBezTo>
                        <a:pt x="20885" y="0"/>
                        <a:pt x="23730" y="720"/>
                        <a:pt x="26091" y="2219"/>
                      </a:cubicBezTo>
                      <a:cubicBezTo>
                        <a:pt x="28452" y="3718"/>
                        <a:pt x="30207" y="5637"/>
                        <a:pt x="31358" y="7976"/>
                      </a:cubicBezTo>
                      <a:lnTo>
                        <a:pt x="27665" y="10315"/>
                      </a:lnTo>
                      <a:cubicBezTo>
                        <a:pt x="27120" y="9175"/>
                        <a:pt x="26454" y="8156"/>
                        <a:pt x="25667" y="7376"/>
                      </a:cubicBezTo>
                      <a:cubicBezTo>
                        <a:pt x="24880" y="6597"/>
                        <a:pt x="24033" y="5937"/>
                        <a:pt x="23125" y="5457"/>
                      </a:cubicBezTo>
                      <a:cubicBezTo>
                        <a:pt x="22217" y="4978"/>
                        <a:pt x="21248" y="4618"/>
                        <a:pt x="20279" y="4438"/>
                      </a:cubicBezTo>
                      <a:cubicBezTo>
                        <a:pt x="19311" y="4258"/>
                        <a:pt x="18342" y="4138"/>
                        <a:pt x="17434" y="4138"/>
                      </a:cubicBezTo>
                      <a:cubicBezTo>
                        <a:pt x="15376" y="4138"/>
                        <a:pt x="13560" y="4558"/>
                        <a:pt x="11986" y="5397"/>
                      </a:cubicBezTo>
                      <a:cubicBezTo>
                        <a:pt x="10412" y="6237"/>
                        <a:pt x="9080" y="7316"/>
                        <a:pt x="7991" y="8696"/>
                      </a:cubicBezTo>
                      <a:cubicBezTo>
                        <a:pt x="6901" y="10075"/>
                        <a:pt x="6114" y="11574"/>
                        <a:pt x="5569" y="13253"/>
                      </a:cubicBezTo>
                      <a:cubicBezTo>
                        <a:pt x="5024" y="14933"/>
                        <a:pt x="4782" y="16672"/>
                        <a:pt x="4782" y="18351"/>
                      </a:cubicBezTo>
                      <a:cubicBezTo>
                        <a:pt x="4782" y="20270"/>
                        <a:pt x="5085" y="22069"/>
                        <a:pt x="5751" y="23808"/>
                      </a:cubicBezTo>
                      <a:cubicBezTo>
                        <a:pt x="6417" y="25547"/>
                        <a:pt x="7264" y="27047"/>
                        <a:pt x="8414" y="28426"/>
                      </a:cubicBezTo>
                      <a:cubicBezTo>
                        <a:pt x="9565" y="29745"/>
                        <a:pt x="10896" y="30825"/>
                        <a:pt x="12470" y="31604"/>
                      </a:cubicBezTo>
                      <a:cubicBezTo>
                        <a:pt x="14044" y="32384"/>
                        <a:pt x="15739" y="32804"/>
                        <a:pt x="17555" y="32804"/>
                      </a:cubicBezTo>
                      <a:cubicBezTo>
                        <a:pt x="18524" y="32804"/>
                        <a:pt x="19493" y="32684"/>
                        <a:pt x="20522" y="32444"/>
                      </a:cubicBezTo>
                      <a:cubicBezTo>
                        <a:pt x="21551" y="32204"/>
                        <a:pt x="22519" y="31844"/>
                        <a:pt x="23427" y="31304"/>
                      </a:cubicBezTo>
                      <a:cubicBezTo>
                        <a:pt x="24335" y="30765"/>
                        <a:pt x="25243" y="30105"/>
                        <a:pt x="26030" y="29325"/>
                      </a:cubicBezTo>
                      <a:cubicBezTo>
                        <a:pt x="26817" y="28546"/>
                        <a:pt x="27483" y="27526"/>
                        <a:pt x="28028" y="26447"/>
                      </a:cubicBezTo>
                      <a:lnTo>
                        <a:pt x="31902" y="28546"/>
                      </a:lnTo>
                      <a:cubicBezTo>
                        <a:pt x="31297" y="29925"/>
                        <a:pt x="30510" y="31125"/>
                        <a:pt x="29420" y="32144"/>
                      </a:cubicBezTo>
                      <a:cubicBezTo>
                        <a:pt x="28391" y="33164"/>
                        <a:pt x="27181" y="34063"/>
                        <a:pt x="25849" y="34783"/>
                      </a:cubicBezTo>
                      <a:cubicBezTo>
                        <a:pt x="24517" y="35502"/>
                        <a:pt x="23125" y="36042"/>
                        <a:pt x="21611" y="36402"/>
                      </a:cubicBezTo>
                      <a:cubicBezTo>
                        <a:pt x="20098" y="36762"/>
                        <a:pt x="18645" y="36942"/>
                        <a:pt x="17253" y="36942"/>
                      </a:cubicBezTo>
                      <a:cubicBezTo>
                        <a:pt x="14710" y="36942"/>
                        <a:pt x="12410" y="36402"/>
                        <a:pt x="10291" y="35322"/>
                      </a:cubicBezTo>
                      <a:cubicBezTo>
                        <a:pt x="8172" y="34243"/>
                        <a:pt x="6356" y="32804"/>
                        <a:pt x="4843" y="31065"/>
                      </a:cubicBezTo>
                      <a:cubicBezTo>
                        <a:pt x="3329" y="29325"/>
                        <a:pt x="2119" y="27286"/>
                        <a:pt x="1271" y="25068"/>
                      </a:cubicBezTo>
                      <a:cubicBezTo>
                        <a:pt x="424" y="22849"/>
                        <a:pt x="0" y="20570"/>
                        <a:pt x="0" y="1823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" name="Freeform 195">
                  <a:extLst>
                    <a:ext uri="{FF2B5EF4-FFF2-40B4-BE49-F238E27FC236}">
                      <a16:creationId xmlns:a16="http://schemas.microsoft.com/office/drawing/2014/main" id="{6613FF22-4B71-F3AA-12C4-74B2D8FF0D1E}"/>
                    </a:ext>
                  </a:extLst>
                </p:cNvPr>
                <p:cNvSpPr/>
                <p:nvPr/>
              </p:nvSpPr>
              <p:spPr>
                <a:xfrm>
                  <a:off x="264451" y="584994"/>
                  <a:ext cx="28088" cy="36521"/>
                </a:xfrm>
                <a:custGeom>
                  <a:avLst/>
                  <a:gdLst>
                    <a:gd name="connsiteX0" fmla="*/ 61 w 28088"/>
                    <a:gd name="connsiteY0" fmla="*/ 36462 h 36521"/>
                    <a:gd name="connsiteX1" fmla="*/ 61 w 28088"/>
                    <a:gd name="connsiteY1" fmla="*/ 0 h 36521"/>
                    <a:gd name="connsiteX2" fmla="*/ 15800 w 28088"/>
                    <a:gd name="connsiteY2" fmla="*/ 0 h 36521"/>
                    <a:gd name="connsiteX3" fmla="*/ 20279 w 28088"/>
                    <a:gd name="connsiteY3" fmla="*/ 1019 h 36521"/>
                    <a:gd name="connsiteX4" fmla="*/ 23791 w 28088"/>
                    <a:gd name="connsiteY4" fmla="*/ 3658 h 36521"/>
                    <a:gd name="connsiteX5" fmla="*/ 26091 w 28088"/>
                    <a:gd name="connsiteY5" fmla="*/ 7436 h 36521"/>
                    <a:gd name="connsiteX6" fmla="*/ 26938 w 28088"/>
                    <a:gd name="connsiteY6" fmla="*/ 11694 h 36521"/>
                    <a:gd name="connsiteX7" fmla="*/ 26394 w 28088"/>
                    <a:gd name="connsiteY7" fmla="*/ 15352 h 36521"/>
                    <a:gd name="connsiteX8" fmla="*/ 24820 w 28088"/>
                    <a:gd name="connsiteY8" fmla="*/ 18591 h 36521"/>
                    <a:gd name="connsiteX9" fmla="*/ 22398 w 28088"/>
                    <a:gd name="connsiteY9" fmla="*/ 21050 h 36521"/>
                    <a:gd name="connsiteX10" fmla="*/ 19190 w 28088"/>
                    <a:gd name="connsiteY10" fmla="*/ 22549 h 36521"/>
                    <a:gd name="connsiteX11" fmla="*/ 28089 w 28088"/>
                    <a:gd name="connsiteY11" fmla="*/ 36522 h 36521"/>
                    <a:gd name="connsiteX12" fmla="*/ 22822 w 28088"/>
                    <a:gd name="connsiteY12" fmla="*/ 36522 h 36521"/>
                    <a:gd name="connsiteX13" fmla="*/ 14408 w 28088"/>
                    <a:gd name="connsiteY13" fmla="*/ 23448 h 36521"/>
                    <a:gd name="connsiteX14" fmla="*/ 4661 w 28088"/>
                    <a:gd name="connsiteY14" fmla="*/ 23448 h 36521"/>
                    <a:gd name="connsiteX15" fmla="*/ 4661 w 28088"/>
                    <a:gd name="connsiteY15" fmla="*/ 36522 h 36521"/>
                    <a:gd name="connsiteX16" fmla="*/ 0 w 28088"/>
                    <a:gd name="connsiteY16" fmla="*/ 36522 h 36521"/>
                    <a:gd name="connsiteX17" fmla="*/ 4722 w 28088"/>
                    <a:gd name="connsiteY17" fmla="*/ 19310 h 36521"/>
                    <a:gd name="connsiteX18" fmla="*/ 15860 w 28088"/>
                    <a:gd name="connsiteY18" fmla="*/ 19310 h 36521"/>
                    <a:gd name="connsiteX19" fmla="*/ 18463 w 28088"/>
                    <a:gd name="connsiteY19" fmla="*/ 18711 h 36521"/>
                    <a:gd name="connsiteX20" fmla="*/ 20461 w 28088"/>
                    <a:gd name="connsiteY20" fmla="*/ 17032 h 36521"/>
                    <a:gd name="connsiteX21" fmla="*/ 21732 w 28088"/>
                    <a:gd name="connsiteY21" fmla="*/ 14573 h 36521"/>
                    <a:gd name="connsiteX22" fmla="*/ 22217 w 28088"/>
                    <a:gd name="connsiteY22" fmla="*/ 11694 h 36521"/>
                    <a:gd name="connsiteX23" fmla="*/ 21672 w 28088"/>
                    <a:gd name="connsiteY23" fmla="*/ 8816 h 36521"/>
                    <a:gd name="connsiteX24" fmla="*/ 20219 w 28088"/>
                    <a:gd name="connsiteY24" fmla="*/ 6417 h 36521"/>
                    <a:gd name="connsiteX25" fmla="*/ 18100 w 28088"/>
                    <a:gd name="connsiteY25" fmla="*/ 4798 h 36521"/>
                    <a:gd name="connsiteX26" fmla="*/ 15558 w 28088"/>
                    <a:gd name="connsiteY26" fmla="*/ 4198 h 36521"/>
                    <a:gd name="connsiteX27" fmla="*/ 4722 w 28088"/>
                    <a:gd name="connsiteY27" fmla="*/ 4198 h 36521"/>
                    <a:gd name="connsiteX28" fmla="*/ 4722 w 28088"/>
                    <a:gd name="connsiteY28" fmla="*/ 1937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8088" h="3652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5800" y="0"/>
                      </a:lnTo>
                      <a:cubicBezTo>
                        <a:pt x="17434" y="0"/>
                        <a:pt x="18887" y="360"/>
                        <a:pt x="20279" y="1019"/>
                      </a:cubicBezTo>
                      <a:cubicBezTo>
                        <a:pt x="21672" y="1679"/>
                        <a:pt x="22822" y="2579"/>
                        <a:pt x="23791" y="3658"/>
                      </a:cubicBezTo>
                      <a:cubicBezTo>
                        <a:pt x="24759" y="4798"/>
                        <a:pt x="25546" y="5997"/>
                        <a:pt x="26091" y="7436"/>
                      </a:cubicBezTo>
                      <a:cubicBezTo>
                        <a:pt x="26636" y="8816"/>
                        <a:pt x="26938" y="10255"/>
                        <a:pt x="26938" y="11694"/>
                      </a:cubicBezTo>
                      <a:cubicBezTo>
                        <a:pt x="26938" y="12954"/>
                        <a:pt x="26757" y="14213"/>
                        <a:pt x="26394" y="15352"/>
                      </a:cubicBezTo>
                      <a:cubicBezTo>
                        <a:pt x="26030" y="16552"/>
                        <a:pt x="25486" y="17631"/>
                        <a:pt x="24820" y="18591"/>
                      </a:cubicBezTo>
                      <a:cubicBezTo>
                        <a:pt x="24154" y="19550"/>
                        <a:pt x="23306" y="20390"/>
                        <a:pt x="22398" y="21050"/>
                      </a:cubicBezTo>
                      <a:cubicBezTo>
                        <a:pt x="21430" y="21709"/>
                        <a:pt x="20401" y="22249"/>
                        <a:pt x="19190" y="22549"/>
                      </a:cubicBezTo>
                      <a:lnTo>
                        <a:pt x="28089" y="36522"/>
                      </a:lnTo>
                      <a:lnTo>
                        <a:pt x="22822" y="36522"/>
                      </a:lnTo>
                      <a:lnTo>
                        <a:pt x="14408" y="23448"/>
                      </a:lnTo>
                      <a:lnTo>
                        <a:pt x="4661" y="23448"/>
                      </a:lnTo>
                      <a:lnTo>
                        <a:pt x="4661" y="36522"/>
                      </a:lnTo>
                      <a:lnTo>
                        <a:pt x="0" y="36522"/>
                      </a:lnTo>
                      <a:close/>
                      <a:moveTo>
                        <a:pt x="4722" y="19310"/>
                      </a:moveTo>
                      <a:lnTo>
                        <a:pt x="15860" y="19310"/>
                      </a:lnTo>
                      <a:cubicBezTo>
                        <a:pt x="16829" y="19310"/>
                        <a:pt x="17676" y="19131"/>
                        <a:pt x="18463" y="18711"/>
                      </a:cubicBezTo>
                      <a:cubicBezTo>
                        <a:pt x="19250" y="18291"/>
                        <a:pt x="19916" y="17751"/>
                        <a:pt x="20461" y="17032"/>
                      </a:cubicBezTo>
                      <a:cubicBezTo>
                        <a:pt x="21006" y="16312"/>
                        <a:pt x="21430" y="15532"/>
                        <a:pt x="21732" y="14573"/>
                      </a:cubicBezTo>
                      <a:cubicBezTo>
                        <a:pt x="22035" y="13673"/>
                        <a:pt x="22217" y="12714"/>
                        <a:pt x="22217" y="11694"/>
                      </a:cubicBezTo>
                      <a:cubicBezTo>
                        <a:pt x="22217" y="10675"/>
                        <a:pt x="22035" y="9715"/>
                        <a:pt x="21672" y="8816"/>
                      </a:cubicBezTo>
                      <a:cubicBezTo>
                        <a:pt x="21309" y="7916"/>
                        <a:pt x="20824" y="7136"/>
                        <a:pt x="20219" y="6417"/>
                      </a:cubicBezTo>
                      <a:cubicBezTo>
                        <a:pt x="19614" y="5697"/>
                        <a:pt x="18887" y="5157"/>
                        <a:pt x="18100" y="4798"/>
                      </a:cubicBezTo>
                      <a:cubicBezTo>
                        <a:pt x="17313" y="4438"/>
                        <a:pt x="16405" y="4198"/>
                        <a:pt x="15558" y="4198"/>
                      </a:cubicBezTo>
                      <a:lnTo>
                        <a:pt x="4722" y="4198"/>
                      </a:lnTo>
                      <a:lnTo>
                        <a:pt x="4722" y="1937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 196">
                  <a:extLst>
                    <a:ext uri="{FF2B5EF4-FFF2-40B4-BE49-F238E27FC236}">
                      <a16:creationId xmlns:a16="http://schemas.microsoft.com/office/drawing/2014/main" id="{7521D8D3-091E-5429-7E12-0F9CA663DB5D}"/>
                    </a:ext>
                  </a:extLst>
                </p:cNvPr>
                <p:cNvSpPr/>
                <p:nvPr/>
              </p:nvSpPr>
              <p:spPr>
                <a:xfrm>
                  <a:off x="298593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" name="Freeform 197">
                  <a:extLst>
                    <a:ext uri="{FF2B5EF4-FFF2-40B4-BE49-F238E27FC236}">
                      <a16:creationId xmlns:a16="http://schemas.microsoft.com/office/drawing/2014/main" id="{884F5E3E-3A7E-F55D-93EA-937BAACFC166}"/>
                    </a:ext>
                  </a:extLst>
                </p:cNvPr>
                <p:cNvSpPr/>
                <p:nvPr/>
              </p:nvSpPr>
              <p:spPr>
                <a:xfrm>
                  <a:off x="329890" y="584994"/>
                  <a:ext cx="30570" cy="36461"/>
                </a:xfrm>
                <a:custGeom>
                  <a:avLst/>
                  <a:gdLst>
                    <a:gd name="connsiteX0" fmla="*/ 61 w 30570"/>
                    <a:gd name="connsiteY0" fmla="*/ 36462 h 36461"/>
                    <a:gd name="connsiteX1" fmla="*/ 61 w 30570"/>
                    <a:gd name="connsiteY1" fmla="*/ 0 h 36461"/>
                    <a:gd name="connsiteX2" fmla="*/ 12834 w 30570"/>
                    <a:gd name="connsiteY2" fmla="*/ 0 h 36461"/>
                    <a:gd name="connsiteX3" fmla="*/ 20582 w 30570"/>
                    <a:gd name="connsiteY3" fmla="*/ 1439 h 36461"/>
                    <a:gd name="connsiteX4" fmla="*/ 26151 w 30570"/>
                    <a:gd name="connsiteY4" fmla="*/ 5337 h 36461"/>
                    <a:gd name="connsiteX5" fmla="*/ 29481 w 30570"/>
                    <a:gd name="connsiteY5" fmla="*/ 11094 h 36461"/>
                    <a:gd name="connsiteX6" fmla="*/ 30571 w 30570"/>
                    <a:gd name="connsiteY6" fmla="*/ 18171 h 36461"/>
                    <a:gd name="connsiteX7" fmla="*/ 29299 w 30570"/>
                    <a:gd name="connsiteY7" fmla="*/ 25667 h 36461"/>
                    <a:gd name="connsiteX8" fmla="*/ 25728 w 30570"/>
                    <a:gd name="connsiteY8" fmla="*/ 31424 h 36461"/>
                    <a:gd name="connsiteX9" fmla="*/ 20098 w 30570"/>
                    <a:gd name="connsiteY9" fmla="*/ 35143 h 36461"/>
                    <a:gd name="connsiteX10" fmla="*/ 12773 w 30570"/>
                    <a:gd name="connsiteY10" fmla="*/ 36462 h 36461"/>
                    <a:gd name="connsiteX11" fmla="*/ 0 w 30570"/>
                    <a:gd name="connsiteY11" fmla="*/ 36462 h 36461"/>
                    <a:gd name="connsiteX12" fmla="*/ 25849 w 30570"/>
                    <a:gd name="connsiteY12" fmla="*/ 18231 h 36461"/>
                    <a:gd name="connsiteX13" fmla="*/ 25001 w 30570"/>
                    <a:gd name="connsiteY13" fmla="*/ 12534 h 36461"/>
                    <a:gd name="connsiteX14" fmla="*/ 22459 w 30570"/>
                    <a:gd name="connsiteY14" fmla="*/ 8096 h 36461"/>
                    <a:gd name="connsiteX15" fmla="*/ 18342 w 30570"/>
                    <a:gd name="connsiteY15" fmla="*/ 5217 h 36461"/>
                    <a:gd name="connsiteX16" fmla="*/ 12773 w 30570"/>
                    <a:gd name="connsiteY16" fmla="*/ 4138 h 36461"/>
                    <a:gd name="connsiteX17" fmla="*/ 4661 w 30570"/>
                    <a:gd name="connsiteY17" fmla="*/ 4138 h 36461"/>
                    <a:gd name="connsiteX18" fmla="*/ 4661 w 30570"/>
                    <a:gd name="connsiteY18" fmla="*/ 32384 h 36461"/>
                    <a:gd name="connsiteX19" fmla="*/ 12773 w 30570"/>
                    <a:gd name="connsiteY19" fmla="*/ 32384 h 36461"/>
                    <a:gd name="connsiteX20" fmla="*/ 18403 w 30570"/>
                    <a:gd name="connsiteY20" fmla="*/ 31304 h 36461"/>
                    <a:gd name="connsiteX21" fmla="*/ 22519 w 30570"/>
                    <a:gd name="connsiteY21" fmla="*/ 28306 h 36461"/>
                    <a:gd name="connsiteX22" fmla="*/ 25001 w 30570"/>
                    <a:gd name="connsiteY22" fmla="*/ 23808 h 36461"/>
                    <a:gd name="connsiteX23" fmla="*/ 25849 w 30570"/>
                    <a:gd name="connsiteY23" fmla="*/ 18171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0570" h="3646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2834" y="0"/>
                      </a:lnTo>
                      <a:cubicBezTo>
                        <a:pt x="15800" y="0"/>
                        <a:pt x="18342" y="480"/>
                        <a:pt x="20582" y="1439"/>
                      </a:cubicBezTo>
                      <a:cubicBezTo>
                        <a:pt x="22822" y="2399"/>
                        <a:pt x="24699" y="3718"/>
                        <a:pt x="26151" y="5337"/>
                      </a:cubicBezTo>
                      <a:cubicBezTo>
                        <a:pt x="27665" y="6957"/>
                        <a:pt x="28754" y="8936"/>
                        <a:pt x="29481" y="11094"/>
                      </a:cubicBezTo>
                      <a:cubicBezTo>
                        <a:pt x="30207" y="13313"/>
                        <a:pt x="30571" y="15652"/>
                        <a:pt x="30571" y="18171"/>
                      </a:cubicBezTo>
                      <a:cubicBezTo>
                        <a:pt x="30571" y="20930"/>
                        <a:pt x="30147" y="23448"/>
                        <a:pt x="29299" y="25667"/>
                      </a:cubicBezTo>
                      <a:cubicBezTo>
                        <a:pt x="28452" y="27886"/>
                        <a:pt x="27302" y="29805"/>
                        <a:pt x="25728" y="31424"/>
                      </a:cubicBezTo>
                      <a:cubicBezTo>
                        <a:pt x="24154" y="33044"/>
                        <a:pt x="22277" y="34243"/>
                        <a:pt x="20098" y="35143"/>
                      </a:cubicBezTo>
                      <a:cubicBezTo>
                        <a:pt x="17919" y="36042"/>
                        <a:pt x="15437" y="36462"/>
                        <a:pt x="12773" y="36462"/>
                      </a:cubicBezTo>
                      <a:lnTo>
                        <a:pt x="0" y="36462"/>
                      </a:lnTo>
                      <a:close/>
                      <a:moveTo>
                        <a:pt x="25849" y="18231"/>
                      </a:moveTo>
                      <a:cubicBezTo>
                        <a:pt x="25849" y="16192"/>
                        <a:pt x="25546" y="14273"/>
                        <a:pt x="25001" y="12534"/>
                      </a:cubicBezTo>
                      <a:cubicBezTo>
                        <a:pt x="24456" y="10795"/>
                        <a:pt x="23609" y="9295"/>
                        <a:pt x="22459" y="8096"/>
                      </a:cubicBezTo>
                      <a:cubicBezTo>
                        <a:pt x="21309" y="6897"/>
                        <a:pt x="19977" y="5877"/>
                        <a:pt x="18342" y="5217"/>
                      </a:cubicBezTo>
                      <a:cubicBezTo>
                        <a:pt x="16708" y="4498"/>
                        <a:pt x="14892" y="4138"/>
                        <a:pt x="12773" y="4138"/>
                      </a:cubicBezTo>
                      <a:lnTo>
                        <a:pt x="4661" y="4138"/>
                      </a:lnTo>
                      <a:lnTo>
                        <a:pt x="4661" y="32384"/>
                      </a:lnTo>
                      <a:lnTo>
                        <a:pt x="12773" y="32384"/>
                      </a:lnTo>
                      <a:cubicBezTo>
                        <a:pt x="14892" y="32384"/>
                        <a:pt x="16768" y="32024"/>
                        <a:pt x="18403" y="31304"/>
                      </a:cubicBezTo>
                      <a:cubicBezTo>
                        <a:pt x="20037" y="30585"/>
                        <a:pt x="21430" y="29565"/>
                        <a:pt x="22519" y="28306"/>
                      </a:cubicBezTo>
                      <a:cubicBezTo>
                        <a:pt x="23609" y="27047"/>
                        <a:pt x="24456" y="25547"/>
                        <a:pt x="25001" y="23808"/>
                      </a:cubicBezTo>
                      <a:cubicBezTo>
                        <a:pt x="25546" y="22069"/>
                        <a:pt x="25849" y="20210"/>
                        <a:pt x="25849" y="1817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" name="Freeform 198">
                  <a:extLst>
                    <a:ext uri="{FF2B5EF4-FFF2-40B4-BE49-F238E27FC236}">
                      <a16:creationId xmlns:a16="http://schemas.microsoft.com/office/drawing/2014/main" id="{90407572-FFB6-76D4-53EE-7DEA70441767}"/>
                    </a:ext>
                  </a:extLst>
                </p:cNvPr>
                <p:cNvSpPr/>
                <p:nvPr/>
              </p:nvSpPr>
              <p:spPr>
                <a:xfrm>
                  <a:off x="367059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" name="Freeform 199">
                  <a:extLst>
                    <a:ext uri="{FF2B5EF4-FFF2-40B4-BE49-F238E27FC236}">
                      <a16:creationId xmlns:a16="http://schemas.microsoft.com/office/drawing/2014/main" id="{7EFFFB6C-BEE2-B19F-924D-86D11B022BFA}"/>
                    </a:ext>
                  </a:extLst>
                </p:cNvPr>
                <p:cNvSpPr/>
                <p:nvPr/>
              </p:nvSpPr>
              <p:spPr>
                <a:xfrm>
                  <a:off x="377048" y="585053"/>
                  <a:ext cx="30086" cy="36461"/>
                </a:xfrm>
                <a:custGeom>
                  <a:avLst/>
                  <a:gdLst>
                    <a:gd name="connsiteX0" fmla="*/ 30086 w 30086"/>
                    <a:gd name="connsiteY0" fmla="*/ 4078 h 36461"/>
                    <a:gd name="connsiteX1" fmla="*/ 17374 w 30086"/>
                    <a:gd name="connsiteY1" fmla="*/ 4078 h 36461"/>
                    <a:gd name="connsiteX2" fmla="*/ 17374 w 30086"/>
                    <a:gd name="connsiteY2" fmla="*/ 36462 h 36461"/>
                    <a:gd name="connsiteX3" fmla="*/ 12712 w 30086"/>
                    <a:gd name="connsiteY3" fmla="*/ 36462 h 36461"/>
                    <a:gd name="connsiteX4" fmla="*/ 12712 w 30086"/>
                    <a:gd name="connsiteY4" fmla="*/ 4078 h 36461"/>
                    <a:gd name="connsiteX5" fmla="*/ 0 w 30086"/>
                    <a:gd name="connsiteY5" fmla="*/ 4078 h 36461"/>
                    <a:gd name="connsiteX6" fmla="*/ 0 w 30086"/>
                    <a:gd name="connsiteY6" fmla="*/ 0 h 36461"/>
                    <a:gd name="connsiteX7" fmla="*/ 30086 w 30086"/>
                    <a:gd name="connsiteY7" fmla="*/ 0 h 36461"/>
                    <a:gd name="connsiteX8" fmla="*/ 30086 w 30086"/>
                    <a:gd name="connsiteY8" fmla="*/ 4078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086" h="36461">
                      <a:moveTo>
                        <a:pt x="30086" y="4078"/>
                      </a:moveTo>
                      <a:lnTo>
                        <a:pt x="17374" y="4078"/>
                      </a:lnTo>
                      <a:lnTo>
                        <a:pt x="17374" y="36462"/>
                      </a:lnTo>
                      <a:lnTo>
                        <a:pt x="12712" y="36462"/>
                      </a:lnTo>
                      <a:lnTo>
                        <a:pt x="12712" y="4078"/>
                      </a:lnTo>
                      <a:lnTo>
                        <a:pt x="0" y="4078"/>
                      </a:lnTo>
                      <a:lnTo>
                        <a:pt x="0" y="0"/>
                      </a:lnTo>
                      <a:lnTo>
                        <a:pt x="30086" y="0"/>
                      </a:lnTo>
                      <a:lnTo>
                        <a:pt x="30086" y="407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" name="Freeform 200">
                  <a:extLst>
                    <a:ext uri="{FF2B5EF4-FFF2-40B4-BE49-F238E27FC236}">
                      <a16:creationId xmlns:a16="http://schemas.microsoft.com/office/drawing/2014/main" id="{7DCE1294-CB1F-4DEB-39B1-73353EF4C066}"/>
                    </a:ext>
                  </a:extLst>
                </p:cNvPr>
                <p:cNvSpPr/>
                <p:nvPr/>
              </p:nvSpPr>
              <p:spPr>
                <a:xfrm>
                  <a:off x="412401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0" name="Freeform 201">
                  <a:extLst>
                    <a:ext uri="{FF2B5EF4-FFF2-40B4-BE49-F238E27FC236}">
                      <a16:creationId xmlns:a16="http://schemas.microsoft.com/office/drawing/2014/main" id="{A5D2B43D-511C-7E47-4BC1-52019C4B101D}"/>
                    </a:ext>
                  </a:extLst>
                </p:cNvPr>
                <p:cNvSpPr/>
                <p:nvPr/>
              </p:nvSpPr>
              <p:spPr>
                <a:xfrm>
                  <a:off x="443698" y="584994"/>
                  <a:ext cx="30570" cy="36461"/>
                </a:xfrm>
                <a:custGeom>
                  <a:avLst/>
                  <a:gdLst>
                    <a:gd name="connsiteX0" fmla="*/ 61 w 30570"/>
                    <a:gd name="connsiteY0" fmla="*/ 36462 h 36461"/>
                    <a:gd name="connsiteX1" fmla="*/ 61 w 30570"/>
                    <a:gd name="connsiteY1" fmla="*/ 0 h 36461"/>
                    <a:gd name="connsiteX2" fmla="*/ 12834 w 30570"/>
                    <a:gd name="connsiteY2" fmla="*/ 0 h 36461"/>
                    <a:gd name="connsiteX3" fmla="*/ 20582 w 30570"/>
                    <a:gd name="connsiteY3" fmla="*/ 1439 h 36461"/>
                    <a:gd name="connsiteX4" fmla="*/ 26151 w 30570"/>
                    <a:gd name="connsiteY4" fmla="*/ 5337 h 36461"/>
                    <a:gd name="connsiteX5" fmla="*/ 29481 w 30570"/>
                    <a:gd name="connsiteY5" fmla="*/ 11094 h 36461"/>
                    <a:gd name="connsiteX6" fmla="*/ 30571 w 30570"/>
                    <a:gd name="connsiteY6" fmla="*/ 18171 h 36461"/>
                    <a:gd name="connsiteX7" fmla="*/ 29299 w 30570"/>
                    <a:gd name="connsiteY7" fmla="*/ 25667 h 36461"/>
                    <a:gd name="connsiteX8" fmla="*/ 25728 w 30570"/>
                    <a:gd name="connsiteY8" fmla="*/ 31424 h 36461"/>
                    <a:gd name="connsiteX9" fmla="*/ 20098 w 30570"/>
                    <a:gd name="connsiteY9" fmla="*/ 35143 h 36461"/>
                    <a:gd name="connsiteX10" fmla="*/ 12773 w 30570"/>
                    <a:gd name="connsiteY10" fmla="*/ 36462 h 36461"/>
                    <a:gd name="connsiteX11" fmla="*/ 0 w 30570"/>
                    <a:gd name="connsiteY11" fmla="*/ 36462 h 36461"/>
                    <a:gd name="connsiteX12" fmla="*/ 25909 w 30570"/>
                    <a:gd name="connsiteY12" fmla="*/ 18231 h 36461"/>
                    <a:gd name="connsiteX13" fmla="*/ 25062 w 30570"/>
                    <a:gd name="connsiteY13" fmla="*/ 12534 h 36461"/>
                    <a:gd name="connsiteX14" fmla="*/ 22519 w 30570"/>
                    <a:gd name="connsiteY14" fmla="*/ 8096 h 36461"/>
                    <a:gd name="connsiteX15" fmla="*/ 18403 w 30570"/>
                    <a:gd name="connsiteY15" fmla="*/ 5217 h 36461"/>
                    <a:gd name="connsiteX16" fmla="*/ 12834 w 30570"/>
                    <a:gd name="connsiteY16" fmla="*/ 4138 h 36461"/>
                    <a:gd name="connsiteX17" fmla="*/ 4722 w 30570"/>
                    <a:gd name="connsiteY17" fmla="*/ 4138 h 36461"/>
                    <a:gd name="connsiteX18" fmla="*/ 4722 w 30570"/>
                    <a:gd name="connsiteY18" fmla="*/ 32384 h 36461"/>
                    <a:gd name="connsiteX19" fmla="*/ 12834 w 30570"/>
                    <a:gd name="connsiteY19" fmla="*/ 32384 h 36461"/>
                    <a:gd name="connsiteX20" fmla="*/ 18463 w 30570"/>
                    <a:gd name="connsiteY20" fmla="*/ 31304 h 36461"/>
                    <a:gd name="connsiteX21" fmla="*/ 22580 w 30570"/>
                    <a:gd name="connsiteY21" fmla="*/ 28306 h 36461"/>
                    <a:gd name="connsiteX22" fmla="*/ 25062 w 30570"/>
                    <a:gd name="connsiteY22" fmla="*/ 23808 h 36461"/>
                    <a:gd name="connsiteX23" fmla="*/ 25909 w 30570"/>
                    <a:gd name="connsiteY23" fmla="*/ 18171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0570" h="3646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2834" y="0"/>
                      </a:lnTo>
                      <a:cubicBezTo>
                        <a:pt x="15800" y="0"/>
                        <a:pt x="18342" y="480"/>
                        <a:pt x="20582" y="1439"/>
                      </a:cubicBezTo>
                      <a:cubicBezTo>
                        <a:pt x="22822" y="2399"/>
                        <a:pt x="24699" y="3718"/>
                        <a:pt x="26151" y="5337"/>
                      </a:cubicBezTo>
                      <a:cubicBezTo>
                        <a:pt x="27665" y="6957"/>
                        <a:pt x="28754" y="8936"/>
                        <a:pt x="29481" y="11094"/>
                      </a:cubicBezTo>
                      <a:cubicBezTo>
                        <a:pt x="30207" y="13313"/>
                        <a:pt x="30571" y="15652"/>
                        <a:pt x="30571" y="18171"/>
                      </a:cubicBezTo>
                      <a:cubicBezTo>
                        <a:pt x="30571" y="20930"/>
                        <a:pt x="30147" y="23448"/>
                        <a:pt x="29299" y="25667"/>
                      </a:cubicBezTo>
                      <a:cubicBezTo>
                        <a:pt x="28452" y="27886"/>
                        <a:pt x="27302" y="29805"/>
                        <a:pt x="25728" y="31424"/>
                      </a:cubicBezTo>
                      <a:cubicBezTo>
                        <a:pt x="24154" y="33044"/>
                        <a:pt x="22277" y="34243"/>
                        <a:pt x="20098" y="35143"/>
                      </a:cubicBezTo>
                      <a:cubicBezTo>
                        <a:pt x="17919" y="36042"/>
                        <a:pt x="15437" y="36462"/>
                        <a:pt x="12773" y="36462"/>
                      </a:cubicBezTo>
                      <a:lnTo>
                        <a:pt x="0" y="36462"/>
                      </a:lnTo>
                      <a:close/>
                      <a:moveTo>
                        <a:pt x="25909" y="18231"/>
                      </a:moveTo>
                      <a:cubicBezTo>
                        <a:pt x="25909" y="16192"/>
                        <a:pt x="25607" y="14273"/>
                        <a:pt x="25062" y="12534"/>
                      </a:cubicBezTo>
                      <a:cubicBezTo>
                        <a:pt x="24517" y="10795"/>
                        <a:pt x="23669" y="9295"/>
                        <a:pt x="22519" y="8096"/>
                      </a:cubicBezTo>
                      <a:cubicBezTo>
                        <a:pt x="21369" y="6897"/>
                        <a:pt x="20037" y="5877"/>
                        <a:pt x="18403" y="5217"/>
                      </a:cubicBezTo>
                      <a:cubicBezTo>
                        <a:pt x="16768" y="4498"/>
                        <a:pt x="14952" y="4138"/>
                        <a:pt x="12834" y="4138"/>
                      </a:cubicBezTo>
                      <a:lnTo>
                        <a:pt x="4722" y="4138"/>
                      </a:lnTo>
                      <a:lnTo>
                        <a:pt x="4722" y="32384"/>
                      </a:lnTo>
                      <a:lnTo>
                        <a:pt x="12834" y="32384"/>
                      </a:lnTo>
                      <a:cubicBezTo>
                        <a:pt x="14952" y="32384"/>
                        <a:pt x="16829" y="32024"/>
                        <a:pt x="18463" y="31304"/>
                      </a:cubicBezTo>
                      <a:cubicBezTo>
                        <a:pt x="20098" y="30585"/>
                        <a:pt x="21490" y="29565"/>
                        <a:pt x="22580" y="28306"/>
                      </a:cubicBezTo>
                      <a:cubicBezTo>
                        <a:pt x="23669" y="27047"/>
                        <a:pt x="24517" y="25547"/>
                        <a:pt x="25062" y="23808"/>
                      </a:cubicBezTo>
                      <a:cubicBezTo>
                        <a:pt x="25607" y="22069"/>
                        <a:pt x="25909" y="20210"/>
                        <a:pt x="25909" y="1817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1" name="Freeform 202">
                  <a:extLst>
                    <a:ext uri="{FF2B5EF4-FFF2-40B4-BE49-F238E27FC236}">
                      <a16:creationId xmlns:a16="http://schemas.microsoft.com/office/drawing/2014/main" id="{311E892C-5356-6CE7-1EF4-188B7EC32B62}"/>
                    </a:ext>
                  </a:extLst>
                </p:cNvPr>
                <p:cNvSpPr/>
                <p:nvPr/>
              </p:nvSpPr>
              <p:spPr>
                <a:xfrm>
                  <a:off x="493518" y="584874"/>
                  <a:ext cx="31357" cy="36761"/>
                </a:xfrm>
                <a:custGeom>
                  <a:avLst/>
                  <a:gdLst>
                    <a:gd name="connsiteX0" fmla="*/ 15618 w 31357"/>
                    <a:gd name="connsiteY0" fmla="*/ 32684 h 36761"/>
                    <a:gd name="connsiteX1" fmla="*/ 20945 w 31357"/>
                    <a:gd name="connsiteY1" fmla="*/ 31424 h 36761"/>
                    <a:gd name="connsiteX2" fmla="*/ 24335 w 31357"/>
                    <a:gd name="connsiteY2" fmla="*/ 28186 h 36761"/>
                    <a:gd name="connsiteX3" fmla="*/ 26151 w 31357"/>
                    <a:gd name="connsiteY3" fmla="*/ 23688 h 36761"/>
                    <a:gd name="connsiteX4" fmla="*/ 26696 w 31357"/>
                    <a:gd name="connsiteY4" fmla="*/ 18531 h 36761"/>
                    <a:gd name="connsiteX5" fmla="*/ 26696 w 31357"/>
                    <a:gd name="connsiteY5" fmla="*/ 60 h 36761"/>
                    <a:gd name="connsiteX6" fmla="*/ 31358 w 31357"/>
                    <a:gd name="connsiteY6" fmla="*/ 60 h 36761"/>
                    <a:gd name="connsiteX7" fmla="*/ 31358 w 31357"/>
                    <a:gd name="connsiteY7" fmla="*/ 18531 h 36761"/>
                    <a:gd name="connsiteX8" fmla="*/ 30510 w 31357"/>
                    <a:gd name="connsiteY8" fmla="*/ 25547 h 36761"/>
                    <a:gd name="connsiteX9" fmla="*/ 27786 w 31357"/>
                    <a:gd name="connsiteY9" fmla="*/ 31364 h 36761"/>
                    <a:gd name="connsiteX10" fmla="*/ 22943 w 31357"/>
                    <a:gd name="connsiteY10" fmla="*/ 35322 h 36761"/>
                    <a:gd name="connsiteX11" fmla="*/ 15679 w 31357"/>
                    <a:gd name="connsiteY11" fmla="*/ 36762 h 36761"/>
                    <a:gd name="connsiteX12" fmla="*/ 8293 w 31357"/>
                    <a:gd name="connsiteY12" fmla="*/ 35202 h 36761"/>
                    <a:gd name="connsiteX13" fmla="*/ 3451 w 31357"/>
                    <a:gd name="connsiteY13" fmla="*/ 31124 h 36761"/>
                    <a:gd name="connsiteX14" fmla="*/ 787 w 31357"/>
                    <a:gd name="connsiteY14" fmla="*/ 25247 h 36761"/>
                    <a:gd name="connsiteX15" fmla="*/ 0 w 31357"/>
                    <a:gd name="connsiteY15" fmla="*/ 18471 h 36761"/>
                    <a:gd name="connsiteX16" fmla="*/ 0 w 31357"/>
                    <a:gd name="connsiteY16" fmla="*/ 0 h 36761"/>
                    <a:gd name="connsiteX17" fmla="*/ 4661 w 31357"/>
                    <a:gd name="connsiteY17" fmla="*/ 0 h 36761"/>
                    <a:gd name="connsiteX18" fmla="*/ 4661 w 31357"/>
                    <a:gd name="connsiteY18" fmla="*/ 18471 h 36761"/>
                    <a:gd name="connsiteX19" fmla="*/ 5206 w 31357"/>
                    <a:gd name="connsiteY19" fmla="*/ 23748 h 36761"/>
                    <a:gd name="connsiteX20" fmla="*/ 7022 w 31357"/>
                    <a:gd name="connsiteY20" fmla="*/ 28246 h 36761"/>
                    <a:gd name="connsiteX21" fmla="*/ 10412 w 31357"/>
                    <a:gd name="connsiteY21" fmla="*/ 31424 h 36761"/>
                    <a:gd name="connsiteX22" fmla="*/ 15679 w 31357"/>
                    <a:gd name="connsiteY22" fmla="*/ 32624 h 36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1357" h="36761">
                      <a:moveTo>
                        <a:pt x="15618" y="32684"/>
                      </a:moveTo>
                      <a:cubicBezTo>
                        <a:pt x="17737" y="32684"/>
                        <a:pt x="19553" y="32264"/>
                        <a:pt x="20945" y="31424"/>
                      </a:cubicBezTo>
                      <a:cubicBezTo>
                        <a:pt x="22338" y="30585"/>
                        <a:pt x="23488" y="29505"/>
                        <a:pt x="24335" y="28186"/>
                      </a:cubicBezTo>
                      <a:cubicBezTo>
                        <a:pt x="25183" y="26867"/>
                        <a:pt x="25788" y="25367"/>
                        <a:pt x="26151" y="23688"/>
                      </a:cubicBezTo>
                      <a:cubicBezTo>
                        <a:pt x="26515" y="22009"/>
                        <a:pt x="26696" y="20270"/>
                        <a:pt x="26696" y="18531"/>
                      </a:cubicBezTo>
                      <a:lnTo>
                        <a:pt x="26696" y="60"/>
                      </a:lnTo>
                      <a:lnTo>
                        <a:pt x="31358" y="60"/>
                      </a:lnTo>
                      <a:lnTo>
                        <a:pt x="31358" y="18531"/>
                      </a:lnTo>
                      <a:cubicBezTo>
                        <a:pt x="31358" y="20990"/>
                        <a:pt x="31055" y="23328"/>
                        <a:pt x="30510" y="25547"/>
                      </a:cubicBezTo>
                      <a:cubicBezTo>
                        <a:pt x="29965" y="27766"/>
                        <a:pt x="29057" y="29685"/>
                        <a:pt x="27786" y="31364"/>
                      </a:cubicBezTo>
                      <a:cubicBezTo>
                        <a:pt x="26515" y="33044"/>
                        <a:pt x="24941" y="34363"/>
                        <a:pt x="22943" y="35322"/>
                      </a:cubicBezTo>
                      <a:cubicBezTo>
                        <a:pt x="20945" y="36282"/>
                        <a:pt x="18524" y="36762"/>
                        <a:pt x="15679" y="36762"/>
                      </a:cubicBezTo>
                      <a:cubicBezTo>
                        <a:pt x="12834" y="36762"/>
                        <a:pt x="10291" y="36222"/>
                        <a:pt x="8293" y="35202"/>
                      </a:cubicBezTo>
                      <a:cubicBezTo>
                        <a:pt x="6296" y="34183"/>
                        <a:pt x="4661" y="32804"/>
                        <a:pt x="3451" y="31124"/>
                      </a:cubicBezTo>
                      <a:cubicBezTo>
                        <a:pt x="2240" y="29445"/>
                        <a:pt x="1332" y="27466"/>
                        <a:pt x="787" y="25247"/>
                      </a:cubicBezTo>
                      <a:cubicBezTo>
                        <a:pt x="242" y="23029"/>
                        <a:pt x="0" y="20750"/>
                        <a:pt x="0" y="18471"/>
                      </a:cubicBez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18471"/>
                      </a:lnTo>
                      <a:cubicBezTo>
                        <a:pt x="4661" y="20270"/>
                        <a:pt x="4843" y="22069"/>
                        <a:pt x="5206" y="23748"/>
                      </a:cubicBezTo>
                      <a:cubicBezTo>
                        <a:pt x="5569" y="25427"/>
                        <a:pt x="6175" y="26927"/>
                        <a:pt x="7022" y="28246"/>
                      </a:cubicBezTo>
                      <a:cubicBezTo>
                        <a:pt x="7870" y="29565"/>
                        <a:pt x="9020" y="30585"/>
                        <a:pt x="10412" y="31424"/>
                      </a:cubicBezTo>
                      <a:cubicBezTo>
                        <a:pt x="11804" y="32264"/>
                        <a:pt x="13560" y="32624"/>
                        <a:pt x="15679" y="32624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" name="Freeform 203">
                  <a:extLst>
                    <a:ext uri="{FF2B5EF4-FFF2-40B4-BE49-F238E27FC236}">
                      <a16:creationId xmlns:a16="http://schemas.microsoft.com/office/drawing/2014/main" id="{FD948373-37AB-A6A7-A10C-74400889BAE6}"/>
                    </a:ext>
                  </a:extLst>
                </p:cNvPr>
                <p:cNvSpPr/>
                <p:nvPr/>
              </p:nvSpPr>
              <p:spPr>
                <a:xfrm>
                  <a:off x="535228" y="584994"/>
                  <a:ext cx="31115" cy="36461"/>
                </a:xfrm>
                <a:custGeom>
                  <a:avLst/>
                  <a:gdLst>
                    <a:gd name="connsiteX0" fmla="*/ 4661 w 31115"/>
                    <a:gd name="connsiteY0" fmla="*/ 8636 h 36461"/>
                    <a:gd name="connsiteX1" fmla="*/ 4661 w 31115"/>
                    <a:gd name="connsiteY1" fmla="*/ 36462 h 36461"/>
                    <a:gd name="connsiteX2" fmla="*/ 0 w 31115"/>
                    <a:gd name="connsiteY2" fmla="*/ 36462 h 36461"/>
                    <a:gd name="connsiteX3" fmla="*/ 0 w 31115"/>
                    <a:gd name="connsiteY3" fmla="*/ 0 h 36461"/>
                    <a:gd name="connsiteX4" fmla="*/ 3632 w 31115"/>
                    <a:gd name="connsiteY4" fmla="*/ 0 h 36461"/>
                    <a:gd name="connsiteX5" fmla="*/ 26454 w 31115"/>
                    <a:gd name="connsiteY5" fmla="*/ 28426 h 36461"/>
                    <a:gd name="connsiteX6" fmla="*/ 26454 w 31115"/>
                    <a:gd name="connsiteY6" fmla="*/ 60 h 36461"/>
                    <a:gd name="connsiteX7" fmla="*/ 31115 w 31115"/>
                    <a:gd name="connsiteY7" fmla="*/ 60 h 36461"/>
                    <a:gd name="connsiteX8" fmla="*/ 31115 w 31115"/>
                    <a:gd name="connsiteY8" fmla="*/ 36462 h 36461"/>
                    <a:gd name="connsiteX9" fmla="*/ 27181 w 31115"/>
                    <a:gd name="connsiteY9" fmla="*/ 36462 h 36461"/>
                    <a:gd name="connsiteX10" fmla="*/ 4661 w 31115"/>
                    <a:gd name="connsiteY10" fmla="*/ 8636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1115" h="36461">
                      <a:moveTo>
                        <a:pt x="4661" y="8636"/>
                      </a:moveTo>
                      <a:lnTo>
                        <a:pt x="466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3632" y="0"/>
                      </a:lnTo>
                      <a:lnTo>
                        <a:pt x="26454" y="28426"/>
                      </a:lnTo>
                      <a:lnTo>
                        <a:pt x="26454" y="60"/>
                      </a:lnTo>
                      <a:lnTo>
                        <a:pt x="31115" y="60"/>
                      </a:lnTo>
                      <a:lnTo>
                        <a:pt x="31115" y="36462"/>
                      </a:lnTo>
                      <a:lnTo>
                        <a:pt x="27181" y="36462"/>
                      </a:lnTo>
                      <a:lnTo>
                        <a:pt x="4661" y="8636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3" name="Freeform 204">
                  <a:extLst>
                    <a:ext uri="{FF2B5EF4-FFF2-40B4-BE49-F238E27FC236}">
                      <a16:creationId xmlns:a16="http://schemas.microsoft.com/office/drawing/2014/main" id="{3159A767-447E-3812-5487-5A961883B06E}"/>
                    </a:ext>
                  </a:extLst>
                </p:cNvPr>
                <p:cNvSpPr/>
                <p:nvPr/>
              </p:nvSpPr>
              <p:spPr>
                <a:xfrm>
                  <a:off x="577239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" name="Freeform 205">
                  <a:extLst>
                    <a:ext uri="{FF2B5EF4-FFF2-40B4-BE49-F238E27FC236}">
                      <a16:creationId xmlns:a16="http://schemas.microsoft.com/office/drawing/2014/main" id="{29DA00CC-8729-AC72-3D79-39873C5068FD}"/>
                    </a:ext>
                  </a:extLst>
                </p:cNvPr>
                <p:cNvSpPr/>
                <p:nvPr/>
              </p:nvSpPr>
              <p:spPr>
                <a:xfrm>
                  <a:off x="588862" y="584994"/>
                  <a:ext cx="34142" cy="36461"/>
                </a:xfrm>
                <a:custGeom>
                  <a:avLst/>
                  <a:gdLst>
                    <a:gd name="connsiteX0" fmla="*/ 4964 w 34142"/>
                    <a:gd name="connsiteY0" fmla="*/ 0 h 36461"/>
                    <a:gd name="connsiteX1" fmla="*/ 17132 w 34142"/>
                    <a:gd name="connsiteY1" fmla="*/ 30645 h 36461"/>
                    <a:gd name="connsiteX2" fmla="*/ 29239 w 34142"/>
                    <a:gd name="connsiteY2" fmla="*/ 0 h 36461"/>
                    <a:gd name="connsiteX3" fmla="*/ 34142 w 34142"/>
                    <a:gd name="connsiteY3" fmla="*/ 0 h 36461"/>
                    <a:gd name="connsiteX4" fmla="*/ 19129 w 34142"/>
                    <a:gd name="connsiteY4" fmla="*/ 36462 h 36461"/>
                    <a:gd name="connsiteX5" fmla="*/ 15073 w 34142"/>
                    <a:gd name="connsiteY5" fmla="*/ 36462 h 36461"/>
                    <a:gd name="connsiteX6" fmla="*/ 0 w 34142"/>
                    <a:gd name="connsiteY6" fmla="*/ 0 h 36461"/>
                    <a:gd name="connsiteX7" fmla="*/ 4903 w 34142"/>
                    <a:gd name="connsiteY7" fmla="*/ 0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4142" h="36461">
                      <a:moveTo>
                        <a:pt x="4964" y="0"/>
                      </a:moveTo>
                      <a:lnTo>
                        <a:pt x="17132" y="30645"/>
                      </a:lnTo>
                      <a:lnTo>
                        <a:pt x="29239" y="0"/>
                      </a:lnTo>
                      <a:lnTo>
                        <a:pt x="34142" y="0"/>
                      </a:lnTo>
                      <a:lnTo>
                        <a:pt x="19129" y="36462"/>
                      </a:lnTo>
                      <a:lnTo>
                        <a:pt x="15073" y="36462"/>
                      </a:lnTo>
                      <a:lnTo>
                        <a:pt x="0" y="0"/>
                      </a:lnTo>
                      <a:lnTo>
                        <a:pt x="4903" y="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" name="Freeform 206">
                  <a:extLst>
                    <a:ext uri="{FF2B5EF4-FFF2-40B4-BE49-F238E27FC236}">
                      <a16:creationId xmlns:a16="http://schemas.microsoft.com/office/drawing/2014/main" id="{711E1E41-4D26-0454-1223-3343F41BC322}"/>
                    </a:ext>
                  </a:extLst>
                </p:cNvPr>
                <p:cNvSpPr/>
                <p:nvPr/>
              </p:nvSpPr>
              <p:spPr>
                <a:xfrm>
                  <a:off x="630148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" name="Freeform 207">
                  <a:extLst>
                    <a:ext uri="{FF2B5EF4-FFF2-40B4-BE49-F238E27FC236}">
                      <a16:creationId xmlns:a16="http://schemas.microsoft.com/office/drawing/2014/main" id="{6868C5CE-5AE0-9329-6710-69561D99FA10}"/>
                    </a:ext>
                  </a:extLst>
                </p:cNvPr>
                <p:cNvSpPr/>
                <p:nvPr/>
              </p:nvSpPr>
              <p:spPr>
                <a:xfrm>
                  <a:off x="663503" y="584994"/>
                  <a:ext cx="28088" cy="36521"/>
                </a:xfrm>
                <a:custGeom>
                  <a:avLst/>
                  <a:gdLst>
                    <a:gd name="connsiteX0" fmla="*/ 61 w 28088"/>
                    <a:gd name="connsiteY0" fmla="*/ 36462 h 36521"/>
                    <a:gd name="connsiteX1" fmla="*/ 61 w 28088"/>
                    <a:gd name="connsiteY1" fmla="*/ 0 h 36521"/>
                    <a:gd name="connsiteX2" fmla="*/ 15800 w 28088"/>
                    <a:gd name="connsiteY2" fmla="*/ 0 h 36521"/>
                    <a:gd name="connsiteX3" fmla="*/ 20279 w 28088"/>
                    <a:gd name="connsiteY3" fmla="*/ 1019 h 36521"/>
                    <a:gd name="connsiteX4" fmla="*/ 23791 w 28088"/>
                    <a:gd name="connsiteY4" fmla="*/ 3658 h 36521"/>
                    <a:gd name="connsiteX5" fmla="*/ 26091 w 28088"/>
                    <a:gd name="connsiteY5" fmla="*/ 7436 h 36521"/>
                    <a:gd name="connsiteX6" fmla="*/ 26938 w 28088"/>
                    <a:gd name="connsiteY6" fmla="*/ 11694 h 36521"/>
                    <a:gd name="connsiteX7" fmla="*/ 26394 w 28088"/>
                    <a:gd name="connsiteY7" fmla="*/ 15352 h 36521"/>
                    <a:gd name="connsiteX8" fmla="*/ 24820 w 28088"/>
                    <a:gd name="connsiteY8" fmla="*/ 18591 h 36521"/>
                    <a:gd name="connsiteX9" fmla="*/ 22398 w 28088"/>
                    <a:gd name="connsiteY9" fmla="*/ 21050 h 36521"/>
                    <a:gd name="connsiteX10" fmla="*/ 19190 w 28088"/>
                    <a:gd name="connsiteY10" fmla="*/ 22549 h 36521"/>
                    <a:gd name="connsiteX11" fmla="*/ 28089 w 28088"/>
                    <a:gd name="connsiteY11" fmla="*/ 36522 h 36521"/>
                    <a:gd name="connsiteX12" fmla="*/ 22822 w 28088"/>
                    <a:gd name="connsiteY12" fmla="*/ 36522 h 36521"/>
                    <a:gd name="connsiteX13" fmla="*/ 14407 w 28088"/>
                    <a:gd name="connsiteY13" fmla="*/ 23448 h 36521"/>
                    <a:gd name="connsiteX14" fmla="*/ 4661 w 28088"/>
                    <a:gd name="connsiteY14" fmla="*/ 23448 h 36521"/>
                    <a:gd name="connsiteX15" fmla="*/ 4661 w 28088"/>
                    <a:gd name="connsiteY15" fmla="*/ 36522 h 36521"/>
                    <a:gd name="connsiteX16" fmla="*/ 0 w 28088"/>
                    <a:gd name="connsiteY16" fmla="*/ 36522 h 36521"/>
                    <a:gd name="connsiteX17" fmla="*/ 4722 w 28088"/>
                    <a:gd name="connsiteY17" fmla="*/ 19310 h 36521"/>
                    <a:gd name="connsiteX18" fmla="*/ 15860 w 28088"/>
                    <a:gd name="connsiteY18" fmla="*/ 19310 h 36521"/>
                    <a:gd name="connsiteX19" fmla="*/ 18463 w 28088"/>
                    <a:gd name="connsiteY19" fmla="*/ 18711 h 36521"/>
                    <a:gd name="connsiteX20" fmla="*/ 20461 w 28088"/>
                    <a:gd name="connsiteY20" fmla="*/ 17032 h 36521"/>
                    <a:gd name="connsiteX21" fmla="*/ 21732 w 28088"/>
                    <a:gd name="connsiteY21" fmla="*/ 14573 h 36521"/>
                    <a:gd name="connsiteX22" fmla="*/ 22217 w 28088"/>
                    <a:gd name="connsiteY22" fmla="*/ 11694 h 36521"/>
                    <a:gd name="connsiteX23" fmla="*/ 21672 w 28088"/>
                    <a:gd name="connsiteY23" fmla="*/ 8816 h 36521"/>
                    <a:gd name="connsiteX24" fmla="*/ 20219 w 28088"/>
                    <a:gd name="connsiteY24" fmla="*/ 6417 h 36521"/>
                    <a:gd name="connsiteX25" fmla="*/ 18100 w 28088"/>
                    <a:gd name="connsiteY25" fmla="*/ 4798 h 36521"/>
                    <a:gd name="connsiteX26" fmla="*/ 15558 w 28088"/>
                    <a:gd name="connsiteY26" fmla="*/ 4198 h 36521"/>
                    <a:gd name="connsiteX27" fmla="*/ 4722 w 28088"/>
                    <a:gd name="connsiteY27" fmla="*/ 4198 h 36521"/>
                    <a:gd name="connsiteX28" fmla="*/ 4722 w 28088"/>
                    <a:gd name="connsiteY28" fmla="*/ 1937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8088" h="3652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5800" y="0"/>
                      </a:lnTo>
                      <a:cubicBezTo>
                        <a:pt x="17434" y="0"/>
                        <a:pt x="18887" y="360"/>
                        <a:pt x="20279" y="1019"/>
                      </a:cubicBezTo>
                      <a:cubicBezTo>
                        <a:pt x="21672" y="1679"/>
                        <a:pt x="22822" y="2579"/>
                        <a:pt x="23791" y="3658"/>
                      </a:cubicBezTo>
                      <a:cubicBezTo>
                        <a:pt x="24759" y="4798"/>
                        <a:pt x="25546" y="5997"/>
                        <a:pt x="26091" y="7436"/>
                      </a:cubicBezTo>
                      <a:cubicBezTo>
                        <a:pt x="26636" y="8816"/>
                        <a:pt x="26938" y="10255"/>
                        <a:pt x="26938" y="11694"/>
                      </a:cubicBezTo>
                      <a:cubicBezTo>
                        <a:pt x="26938" y="12954"/>
                        <a:pt x="26757" y="14213"/>
                        <a:pt x="26394" y="15352"/>
                      </a:cubicBezTo>
                      <a:cubicBezTo>
                        <a:pt x="26030" y="16552"/>
                        <a:pt x="25486" y="17631"/>
                        <a:pt x="24820" y="18591"/>
                      </a:cubicBezTo>
                      <a:cubicBezTo>
                        <a:pt x="24154" y="19550"/>
                        <a:pt x="23306" y="20390"/>
                        <a:pt x="22398" y="21050"/>
                      </a:cubicBezTo>
                      <a:cubicBezTo>
                        <a:pt x="21430" y="21709"/>
                        <a:pt x="20401" y="22249"/>
                        <a:pt x="19190" y="22549"/>
                      </a:cubicBezTo>
                      <a:lnTo>
                        <a:pt x="28089" y="36522"/>
                      </a:lnTo>
                      <a:lnTo>
                        <a:pt x="22822" y="36522"/>
                      </a:lnTo>
                      <a:lnTo>
                        <a:pt x="14407" y="23448"/>
                      </a:lnTo>
                      <a:lnTo>
                        <a:pt x="4661" y="23448"/>
                      </a:lnTo>
                      <a:lnTo>
                        <a:pt x="4661" y="36522"/>
                      </a:lnTo>
                      <a:lnTo>
                        <a:pt x="0" y="36522"/>
                      </a:lnTo>
                      <a:close/>
                      <a:moveTo>
                        <a:pt x="4722" y="19310"/>
                      </a:moveTo>
                      <a:lnTo>
                        <a:pt x="15860" y="19310"/>
                      </a:lnTo>
                      <a:cubicBezTo>
                        <a:pt x="16829" y="19310"/>
                        <a:pt x="17676" y="19131"/>
                        <a:pt x="18463" y="18711"/>
                      </a:cubicBezTo>
                      <a:cubicBezTo>
                        <a:pt x="19250" y="18291"/>
                        <a:pt x="19916" y="17751"/>
                        <a:pt x="20461" y="17032"/>
                      </a:cubicBezTo>
                      <a:cubicBezTo>
                        <a:pt x="21006" y="16312"/>
                        <a:pt x="21430" y="15532"/>
                        <a:pt x="21732" y="14573"/>
                      </a:cubicBezTo>
                      <a:cubicBezTo>
                        <a:pt x="22035" y="13673"/>
                        <a:pt x="22217" y="12714"/>
                        <a:pt x="22217" y="11694"/>
                      </a:cubicBezTo>
                      <a:cubicBezTo>
                        <a:pt x="22217" y="10675"/>
                        <a:pt x="22035" y="9715"/>
                        <a:pt x="21672" y="8816"/>
                      </a:cubicBezTo>
                      <a:cubicBezTo>
                        <a:pt x="21309" y="7916"/>
                        <a:pt x="20824" y="7136"/>
                        <a:pt x="20219" y="6417"/>
                      </a:cubicBezTo>
                      <a:cubicBezTo>
                        <a:pt x="19614" y="5697"/>
                        <a:pt x="18887" y="5157"/>
                        <a:pt x="18100" y="4798"/>
                      </a:cubicBezTo>
                      <a:cubicBezTo>
                        <a:pt x="17313" y="4438"/>
                        <a:pt x="16405" y="4198"/>
                        <a:pt x="15558" y="4198"/>
                      </a:cubicBezTo>
                      <a:lnTo>
                        <a:pt x="4722" y="4198"/>
                      </a:lnTo>
                      <a:lnTo>
                        <a:pt x="4722" y="1937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7" name="Freeform 208">
                  <a:extLst>
                    <a:ext uri="{FF2B5EF4-FFF2-40B4-BE49-F238E27FC236}">
                      <a16:creationId xmlns:a16="http://schemas.microsoft.com/office/drawing/2014/main" id="{81A6ACFB-6E5A-7B06-5413-85FF3DA8FD7B}"/>
                    </a:ext>
                  </a:extLst>
                </p:cNvPr>
                <p:cNvSpPr/>
                <p:nvPr/>
              </p:nvSpPr>
              <p:spPr>
                <a:xfrm>
                  <a:off x="696737" y="584634"/>
                  <a:ext cx="28330" cy="37181"/>
                </a:xfrm>
                <a:custGeom>
                  <a:avLst/>
                  <a:gdLst>
                    <a:gd name="connsiteX0" fmla="*/ 24578 w 28330"/>
                    <a:gd name="connsiteY0" fmla="*/ 8036 h 37181"/>
                    <a:gd name="connsiteX1" fmla="*/ 22943 w 28330"/>
                    <a:gd name="connsiteY1" fmla="*/ 6657 h 37181"/>
                    <a:gd name="connsiteX2" fmla="*/ 20582 w 28330"/>
                    <a:gd name="connsiteY2" fmla="*/ 5457 h 37181"/>
                    <a:gd name="connsiteX3" fmla="*/ 17737 w 28330"/>
                    <a:gd name="connsiteY3" fmla="*/ 4558 h 37181"/>
                    <a:gd name="connsiteX4" fmla="*/ 14529 w 28330"/>
                    <a:gd name="connsiteY4" fmla="*/ 4198 h 37181"/>
                    <a:gd name="connsiteX5" fmla="*/ 8233 w 28330"/>
                    <a:gd name="connsiteY5" fmla="*/ 5817 h 37181"/>
                    <a:gd name="connsiteX6" fmla="*/ 6235 w 28330"/>
                    <a:gd name="connsiteY6" fmla="*/ 10195 h 37181"/>
                    <a:gd name="connsiteX7" fmla="*/ 6780 w 28330"/>
                    <a:gd name="connsiteY7" fmla="*/ 12654 h 37181"/>
                    <a:gd name="connsiteX8" fmla="*/ 8596 w 28330"/>
                    <a:gd name="connsiteY8" fmla="*/ 14333 h 37181"/>
                    <a:gd name="connsiteX9" fmla="*/ 11623 w 28330"/>
                    <a:gd name="connsiteY9" fmla="*/ 15532 h 37181"/>
                    <a:gd name="connsiteX10" fmla="*/ 15921 w 28330"/>
                    <a:gd name="connsiteY10" fmla="*/ 16612 h 37181"/>
                    <a:gd name="connsiteX11" fmla="*/ 21066 w 28330"/>
                    <a:gd name="connsiteY11" fmla="*/ 17991 h 37181"/>
                    <a:gd name="connsiteX12" fmla="*/ 25001 w 28330"/>
                    <a:gd name="connsiteY12" fmla="*/ 19970 h 37181"/>
                    <a:gd name="connsiteX13" fmla="*/ 27483 w 28330"/>
                    <a:gd name="connsiteY13" fmla="*/ 22849 h 37181"/>
                    <a:gd name="connsiteX14" fmla="*/ 28331 w 28330"/>
                    <a:gd name="connsiteY14" fmla="*/ 26987 h 37181"/>
                    <a:gd name="connsiteX15" fmla="*/ 27302 w 28330"/>
                    <a:gd name="connsiteY15" fmla="*/ 31544 h 37181"/>
                    <a:gd name="connsiteX16" fmla="*/ 24456 w 28330"/>
                    <a:gd name="connsiteY16" fmla="*/ 34723 h 37181"/>
                    <a:gd name="connsiteX17" fmla="*/ 20219 w 28330"/>
                    <a:gd name="connsiteY17" fmla="*/ 36582 h 37181"/>
                    <a:gd name="connsiteX18" fmla="*/ 14952 w 28330"/>
                    <a:gd name="connsiteY18" fmla="*/ 37182 h 37181"/>
                    <a:gd name="connsiteX19" fmla="*/ 6901 w 28330"/>
                    <a:gd name="connsiteY19" fmla="*/ 35862 h 37181"/>
                    <a:gd name="connsiteX20" fmla="*/ 0 w 28330"/>
                    <a:gd name="connsiteY20" fmla="*/ 32024 h 37181"/>
                    <a:gd name="connsiteX21" fmla="*/ 2240 w 28330"/>
                    <a:gd name="connsiteY21" fmla="*/ 28126 h 37181"/>
                    <a:gd name="connsiteX22" fmla="*/ 4419 w 28330"/>
                    <a:gd name="connsiteY22" fmla="*/ 29865 h 37181"/>
                    <a:gd name="connsiteX23" fmla="*/ 7446 w 28330"/>
                    <a:gd name="connsiteY23" fmla="*/ 31424 h 37181"/>
                    <a:gd name="connsiteX24" fmla="*/ 11078 w 28330"/>
                    <a:gd name="connsiteY24" fmla="*/ 32564 h 37181"/>
                    <a:gd name="connsiteX25" fmla="*/ 15134 w 28330"/>
                    <a:gd name="connsiteY25" fmla="*/ 32984 h 37181"/>
                    <a:gd name="connsiteX26" fmla="*/ 21248 w 28330"/>
                    <a:gd name="connsiteY26" fmla="*/ 31604 h 37181"/>
                    <a:gd name="connsiteX27" fmla="*/ 23427 w 28330"/>
                    <a:gd name="connsiteY27" fmla="*/ 27466 h 37181"/>
                    <a:gd name="connsiteX28" fmla="*/ 22701 w 28330"/>
                    <a:gd name="connsiteY28" fmla="*/ 24888 h 37181"/>
                    <a:gd name="connsiteX29" fmla="*/ 20643 w 28330"/>
                    <a:gd name="connsiteY29" fmla="*/ 23089 h 37181"/>
                    <a:gd name="connsiteX30" fmla="*/ 17313 w 28330"/>
                    <a:gd name="connsiteY30" fmla="*/ 21709 h 37181"/>
                    <a:gd name="connsiteX31" fmla="*/ 12773 w 28330"/>
                    <a:gd name="connsiteY31" fmla="*/ 20510 h 37181"/>
                    <a:gd name="connsiteX32" fmla="*/ 7870 w 28330"/>
                    <a:gd name="connsiteY32" fmla="*/ 19071 h 37181"/>
                    <a:gd name="connsiteX33" fmla="*/ 4298 w 28330"/>
                    <a:gd name="connsiteY33" fmla="*/ 17211 h 37181"/>
                    <a:gd name="connsiteX34" fmla="*/ 2119 w 28330"/>
                    <a:gd name="connsiteY34" fmla="*/ 14573 h 37181"/>
                    <a:gd name="connsiteX35" fmla="*/ 1392 w 28330"/>
                    <a:gd name="connsiteY35" fmla="*/ 10855 h 37181"/>
                    <a:gd name="connsiteX36" fmla="*/ 2361 w 28330"/>
                    <a:gd name="connsiteY36" fmla="*/ 6237 h 37181"/>
                    <a:gd name="connsiteX37" fmla="*/ 5085 w 28330"/>
                    <a:gd name="connsiteY37" fmla="*/ 2819 h 37181"/>
                    <a:gd name="connsiteX38" fmla="*/ 9262 w 28330"/>
                    <a:gd name="connsiteY38" fmla="*/ 720 h 37181"/>
                    <a:gd name="connsiteX39" fmla="*/ 14529 w 28330"/>
                    <a:gd name="connsiteY39" fmla="*/ 0 h 37181"/>
                    <a:gd name="connsiteX40" fmla="*/ 21248 w 28330"/>
                    <a:gd name="connsiteY40" fmla="*/ 1139 h 37181"/>
                    <a:gd name="connsiteX41" fmla="*/ 26575 w 28330"/>
                    <a:gd name="connsiteY41" fmla="*/ 4198 h 37181"/>
                    <a:gd name="connsiteX42" fmla="*/ 24396 w 28330"/>
                    <a:gd name="connsiteY42" fmla="*/ 7976 h 37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28330" h="37181">
                      <a:moveTo>
                        <a:pt x="24578" y="8036"/>
                      </a:moveTo>
                      <a:cubicBezTo>
                        <a:pt x="24154" y="7556"/>
                        <a:pt x="23609" y="7076"/>
                        <a:pt x="22943" y="6657"/>
                      </a:cubicBezTo>
                      <a:cubicBezTo>
                        <a:pt x="22277" y="6237"/>
                        <a:pt x="21490" y="5817"/>
                        <a:pt x="20582" y="5457"/>
                      </a:cubicBezTo>
                      <a:cubicBezTo>
                        <a:pt x="19674" y="5097"/>
                        <a:pt x="18766" y="4798"/>
                        <a:pt x="17737" y="4558"/>
                      </a:cubicBezTo>
                      <a:cubicBezTo>
                        <a:pt x="16708" y="4318"/>
                        <a:pt x="15679" y="4198"/>
                        <a:pt x="14529" y="4198"/>
                      </a:cubicBezTo>
                      <a:cubicBezTo>
                        <a:pt x="11683" y="4198"/>
                        <a:pt x="9565" y="4738"/>
                        <a:pt x="8233" y="5817"/>
                      </a:cubicBezTo>
                      <a:cubicBezTo>
                        <a:pt x="6901" y="6897"/>
                        <a:pt x="6235" y="8336"/>
                        <a:pt x="6235" y="10195"/>
                      </a:cubicBezTo>
                      <a:cubicBezTo>
                        <a:pt x="6235" y="11214"/>
                        <a:pt x="6417" y="11994"/>
                        <a:pt x="6780" y="12654"/>
                      </a:cubicBezTo>
                      <a:cubicBezTo>
                        <a:pt x="7143" y="13313"/>
                        <a:pt x="7749" y="13853"/>
                        <a:pt x="8596" y="14333"/>
                      </a:cubicBezTo>
                      <a:cubicBezTo>
                        <a:pt x="9444" y="14813"/>
                        <a:pt x="10412" y="15172"/>
                        <a:pt x="11623" y="15532"/>
                      </a:cubicBezTo>
                      <a:cubicBezTo>
                        <a:pt x="12834" y="15892"/>
                        <a:pt x="14286" y="16252"/>
                        <a:pt x="15921" y="16612"/>
                      </a:cubicBezTo>
                      <a:cubicBezTo>
                        <a:pt x="17798" y="17032"/>
                        <a:pt x="19553" y="17511"/>
                        <a:pt x="21066" y="17991"/>
                      </a:cubicBezTo>
                      <a:cubicBezTo>
                        <a:pt x="22580" y="18531"/>
                        <a:pt x="23912" y="19190"/>
                        <a:pt x="25001" y="19970"/>
                      </a:cubicBezTo>
                      <a:cubicBezTo>
                        <a:pt x="26091" y="20750"/>
                        <a:pt x="26938" y="21709"/>
                        <a:pt x="27483" y="22849"/>
                      </a:cubicBezTo>
                      <a:cubicBezTo>
                        <a:pt x="28028" y="23988"/>
                        <a:pt x="28331" y="25367"/>
                        <a:pt x="28331" y="26987"/>
                      </a:cubicBezTo>
                      <a:cubicBezTo>
                        <a:pt x="28331" y="28726"/>
                        <a:pt x="27968" y="30225"/>
                        <a:pt x="27302" y="31544"/>
                      </a:cubicBezTo>
                      <a:cubicBezTo>
                        <a:pt x="26636" y="32804"/>
                        <a:pt x="25667" y="33883"/>
                        <a:pt x="24456" y="34723"/>
                      </a:cubicBezTo>
                      <a:cubicBezTo>
                        <a:pt x="23246" y="35562"/>
                        <a:pt x="21853" y="36162"/>
                        <a:pt x="20219" y="36582"/>
                      </a:cubicBezTo>
                      <a:cubicBezTo>
                        <a:pt x="18584" y="37002"/>
                        <a:pt x="16829" y="37182"/>
                        <a:pt x="14952" y="37182"/>
                      </a:cubicBezTo>
                      <a:cubicBezTo>
                        <a:pt x="12107" y="37182"/>
                        <a:pt x="9444" y="36762"/>
                        <a:pt x="6901" y="35862"/>
                      </a:cubicBezTo>
                      <a:cubicBezTo>
                        <a:pt x="4359" y="34963"/>
                        <a:pt x="2058" y="33703"/>
                        <a:pt x="0" y="32024"/>
                      </a:cubicBezTo>
                      <a:lnTo>
                        <a:pt x="2240" y="28126"/>
                      </a:lnTo>
                      <a:cubicBezTo>
                        <a:pt x="2785" y="28726"/>
                        <a:pt x="3511" y="29265"/>
                        <a:pt x="4419" y="29865"/>
                      </a:cubicBezTo>
                      <a:cubicBezTo>
                        <a:pt x="5327" y="30465"/>
                        <a:pt x="6296" y="30945"/>
                        <a:pt x="7446" y="31424"/>
                      </a:cubicBezTo>
                      <a:cubicBezTo>
                        <a:pt x="8596" y="31904"/>
                        <a:pt x="9807" y="32264"/>
                        <a:pt x="11078" y="32564"/>
                      </a:cubicBezTo>
                      <a:cubicBezTo>
                        <a:pt x="12349" y="32864"/>
                        <a:pt x="13742" y="32984"/>
                        <a:pt x="15134" y="32984"/>
                      </a:cubicBezTo>
                      <a:cubicBezTo>
                        <a:pt x="17737" y="32984"/>
                        <a:pt x="19795" y="32504"/>
                        <a:pt x="21248" y="31604"/>
                      </a:cubicBezTo>
                      <a:cubicBezTo>
                        <a:pt x="22701" y="30705"/>
                        <a:pt x="23427" y="29265"/>
                        <a:pt x="23427" y="27466"/>
                      </a:cubicBezTo>
                      <a:cubicBezTo>
                        <a:pt x="23427" y="26447"/>
                        <a:pt x="23185" y="25607"/>
                        <a:pt x="22701" y="24888"/>
                      </a:cubicBezTo>
                      <a:cubicBezTo>
                        <a:pt x="22217" y="24168"/>
                        <a:pt x="21551" y="23568"/>
                        <a:pt x="20643" y="23089"/>
                      </a:cubicBezTo>
                      <a:cubicBezTo>
                        <a:pt x="19735" y="22549"/>
                        <a:pt x="18645" y="22129"/>
                        <a:pt x="17313" y="21709"/>
                      </a:cubicBezTo>
                      <a:cubicBezTo>
                        <a:pt x="15981" y="21289"/>
                        <a:pt x="14468" y="20930"/>
                        <a:pt x="12773" y="20510"/>
                      </a:cubicBezTo>
                      <a:cubicBezTo>
                        <a:pt x="10896" y="20090"/>
                        <a:pt x="9262" y="19610"/>
                        <a:pt x="7870" y="19071"/>
                      </a:cubicBezTo>
                      <a:cubicBezTo>
                        <a:pt x="6477" y="18531"/>
                        <a:pt x="5267" y="17931"/>
                        <a:pt x="4298" y="17211"/>
                      </a:cubicBezTo>
                      <a:cubicBezTo>
                        <a:pt x="3329" y="16492"/>
                        <a:pt x="2603" y="15592"/>
                        <a:pt x="2119" y="14573"/>
                      </a:cubicBezTo>
                      <a:cubicBezTo>
                        <a:pt x="1634" y="13553"/>
                        <a:pt x="1392" y="12294"/>
                        <a:pt x="1392" y="10855"/>
                      </a:cubicBezTo>
                      <a:cubicBezTo>
                        <a:pt x="1392" y="9115"/>
                        <a:pt x="1695" y="7556"/>
                        <a:pt x="2361" y="6237"/>
                      </a:cubicBezTo>
                      <a:cubicBezTo>
                        <a:pt x="3027" y="4918"/>
                        <a:pt x="3935" y="3778"/>
                        <a:pt x="5085" y="2819"/>
                      </a:cubicBezTo>
                      <a:cubicBezTo>
                        <a:pt x="6235" y="1859"/>
                        <a:pt x="7688" y="1199"/>
                        <a:pt x="9262" y="720"/>
                      </a:cubicBezTo>
                      <a:cubicBezTo>
                        <a:pt x="10896" y="240"/>
                        <a:pt x="12652" y="0"/>
                        <a:pt x="14529" y="0"/>
                      </a:cubicBezTo>
                      <a:cubicBezTo>
                        <a:pt x="17011" y="0"/>
                        <a:pt x="19250" y="360"/>
                        <a:pt x="21248" y="1139"/>
                      </a:cubicBezTo>
                      <a:cubicBezTo>
                        <a:pt x="23246" y="1919"/>
                        <a:pt x="25062" y="2879"/>
                        <a:pt x="26575" y="4198"/>
                      </a:cubicBezTo>
                      <a:lnTo>
                        <a:pt x="24396" y="7976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8" name="Freeform 209">
                  <a:extLst>
                    <a:ext uri="{FF2B5EF4-FFF2-40B4-BE49-F238E27FC236}">
                      <a16:creationId xmlns:a16="http://schemas.microsoft.com/office/drawing/2014/main" id="{EC916E86-29AC-7FD8-4E34-436A8348F44C}"/>
                    </a:ext>
                  </a:extLst>
                </p:cNvPr>
                <p:cNvSpPr/>
                <p:nvPr/>
              </p:nvSpPr>
              <p:spPr>
                <a:xfrm>
                  <a:off x="733361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" name="Freeform 210">
                  <a:extLst>
                    <a:ext uri="{FF2B5EF4-FFF2-40B4-BE49-F238E27FC236}">
                      <a16:creationId xmlns:a16="http://schemas.microsoft.com/office/drawing/2014/main" id="{512C519B-5C9E-3C26-4323-2963974814B1}"/>
                    </a:ext>
                  </a:extLst>
                </p:cNvPr>
                <p:cNvSpPr/>
                <p:nvPr/>
              </p:nvSpPr>
              <p:spPr>
                <a:xfrm>
                  <a:off x="745408" y="585053"/>
                  <a:ext cx="30086" cy="36461"/>
                </a:xfrm>
                <a:custGeom>
                  <a:avLst/>
                  <a:gdLst>
                    <a:gd name="connsiteX0" fmla="*/ 30086 w 30086"/>
                    <a:gd name="connsiteY0" fmla="*/ 4078 h 36461"/>
                    <a:gd name="connsiteX1" fmla="*/ 17374 w 30086"/>
                    <a:gd name="connsiteY1" fmla="*/ 4078 h 36461"/>
                    <a:gd name="connsiteX2" fmla="*/ 17374 w 30086"/>
                    <a:gd name="connsiteY2" fmla="*/ 36462 h 36461"/>
                    <a:gd name="connsiteX3" fmla="*/ 12712 w 30086"/>
                    <a:gd name="connsiteY3" fmla="*/ 36462 h 36461"/>
                    <a:gd name="connsiteX4" fmla="*/ 12712 w 30086"/>
                    <a:gd name="connsiteY4" fmla="*/ 4078 h 36461"/>
                    <a:gd name="connsiteX5" fmla="*/ 0 w 30086"/>
                    <a:gd name="connsiteY5" fmla="*/ 4078 h 36461"/>
                    <a:gd name="connsiteX6" fmla="*/ 0 w 30086"/>
                    <a:gd name="connsiteY6" fmla="*/ 0 h 36461"/>
                    <a:gd name="connsiteX7" fmla="*/ 30086 w 30086"/>
                    <a:gd name="connsiteY7" fmla="*/ 0 h 36461"/>
                    <a:gd name="connsiteX8" fmla="*/ 30086 w 30086"/>
                    <a:gd name="connsiteY8" fmla="*/ 4078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086" h="36461">
                      <a:moveTo>
                        <a:pt x="30086" y="4078"/>
                      </a:moveTo>
                      <a:lnTo>
                        <a:pt x="17374" y="4078"/>
                      </a:lnTo>
                      <a:lnTo>
                        <a:pt x="17374" y="36462"/>
                      </a:lnTo>
                      <a:lnTo>
                        <a:pt x="12712" y="36462"/>
                      </a:lnTo>
                      <a:lnTo>
                        <a:pt x="12712" y="4078"/>
                      </a:lnTo>
                      <a:lnTo>
                        <a:pt x="0" y="4078"/>
                      </a:lnTo>
                      <a:lnTo>
                        <a:pt x="0" y="0"/>
                      </a:lnTo>
                      <a:lnTo>
                        <a:pt x="30086" y="0"/>
                      </a:lnTo>
                      <a:lnTo>
                        <a:pt x="30086" y="407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" name="Freeform 211">
                  <a:extLst>
                    <a:ext uri="{FF2B5EF4-FFF2-40B4-BE49-F238E27FC236}">
                      <a16:creationId xmlns:a16="http://schemas.microsoft.com/office/drawing/2014/main" id="{BE2E5A19-6C7A-72BA-BF55-E42C9E51F542}"/>
                    </a:ext>
                  </a:extLst>
                </p:cNvPr>
                <p:cNvSpPr/>
                <p:nvPr/>
              </p:nvSpPr>
              <p:spPr>
                <a:xfrm>
                  <a:off x="779187" y="584934"/>
                  <a:ext cx="32568" cy="36521"/>
                </a:xfrm>
                <a:custGeom>
                  <a:avLst/>
                  <a:gdLst>
                    <a:gd name="connsiteX0" fmla="*/ 5085 w 32568"/>
                    <a:gd name="connsiteY0" fmla="*/ 60 h 36521"/>
                    <a:gd name="connsiteX1" fmla="*/ 16224 w 32568"/>
                    <a:gd name="connsiteY1" fmla="*/ 19071 h 36521"/>
                    <a:gd name="connsiteX2" fmla="*/ 27483 w 32568"/>
                    <a:gd name="connsiteY2" fmla="*/ 60 h 36521"/>
                    <a:gd name="connsiteX3" fmla="*/ 32568 w 32568"/>
                    <a:gd name="connsiteY3" fmla="*/ 60 h 36521"/>
                    <a:gd name="connsiteX4" fmla="*/ 18584 w 32568"/>
                    <a:gd name="connsiteY4" fmla="*/ 23208 h 36521"/>
                    <a:gd name="connsiteX5" fmla="*/ 18584 w 32568"/>
                    <a:gd name="connsiteY5" fmla="*/ 36522 h 36521"/>
                    <a:gd name="connsiteX6" fmla="*/ 13923 w 32568"/>
                    <a:gd name="connsiteY6" fmla="*/ 36522 h 36521"/>
                    <a:gd name="connsiteX7" fmla="*/ 13923 w 32568"/>
                    <a:gd name="connsiteY7" fmla="*/ 23089 h 36521"/>
                    <a:gd name="connsiteX8" fmla="*/ 0 w 32568"/>
                    <a:gd name="connsiteY8" fmla="*/ 0 h 36521"/>
                    <a:gd name="connsiteX9" fmla="*/ 5146 w 32568"/>
                    <a:gd name="connsiteY9" fmla="*/ 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568" h="36521">
                      <a:moveTo>
                        <a:pt x="5085" y="60"/>
                      </a:moveTo>
                      <a:lnTo>
                        <a:pt x="16224" y="19071"/>
                      </a:lnTo>
                      <a:lnTo>
                        <a:pt x="27483" y="60"/>
                      </a:lnTo>
                      <a:lnTo>
                        <a:pt x="32568" y="60"/>
                      </a:lnTo>
                      <a:lnTo>
                        <a:pt x="18584" y="23208"/>
                      </a:lnTo>
                      <a:lnTo>
                        <a:pt x="18584" y="36522"/>
                      </a:lnTo>
                      <a:lnTo>
                        <a:pt x="13923" y="36522"/>
                      </a:lnTo>
                      <a:lnTo>
                        <a:pt x="13923" y="23089"/>
                      </a:lnTo>
                      <a:lnTo>
                        <a:pt x="0" y="0"/>
                      </a:lnTo>
                      <a:lnTo>
                        <a:pt x="5146" y="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6" name="Graphic 6">
                <a:extLst>
                  <a:ext uri="{FF2B5EF4-FFF2-40B4-BE49-F238E27FC236}">
                    <a16:creationId xmlns:a16="http://schemas.microsoft.com/office/drawing/2014/main" id="{5CF6A28B-A487-DD04-8FC6-7C2BEDDA1248}"/>
                  </a:ext>
                </a:extLst>
              </p:cNvPr>
              <p:cNvGrpSpPr/>
              <p:nvPr/>
            </p:nvGrpSpPr>
            <p:grpSpPr>
              <a:xfrm>
                <a:off x="154155" y="211019"/>
                <a:ext cx="713171" cy="190705"/>
                <a:chOff x="154155" y="211019"/>
                <a:chExt cx="713171" cy="190705"/>
              </a:xfrm>
              <a:solidFill>
                <a:srgbClr val="DF8026"/>
              </a:solidFill>
            </p:grpSpPr>
            <p:sp>
              <p:nvSpPr>
                <p:cNvPr id="77" name="Freeform 188">
                  <a:extLst>
                    <a:ext uri="{FF2B5EF4-FFF2-40B4-BE49-F238E27FC236}">
                      <a16:creationId xmlns:a16="http://schemas.microsoft.com/office/drawing/2014/main" id="{A011F819-2FC0-F486-FAF2-BDCBB1FB51A1}"/>
                    </a:ext>
                  </a:extLst>
                </p:cNvPr>
                <p:cNvSpPr/>
                <p:nvPr/>
              </p:nvSpPr>
              <p:spPr>
                <a:xfrm>
                  <a:off x="154155" y="212099"/>
                  <a:ext cx="160480" cy="188126"/>
                </a:xfrm>
                <a:custGeom>
                  <a:avLst/>
                  <a:gdLst>
                    <a:gd name="connsiteX0" fmla="*/ 24093 w 160480"/>
                    <a:gd name="connsiteY0" fmla="*/ 44498 h 188126"/>
                    <a:gd name="connsiteX1" fmla="*/ 24093 w 160480"/>
                    <a:gd name="connsiteY1" fmla="*/ 188067 h 188126"/>
                    <a:gd name="connsiteX2" fmla="*/ 0 w 160480"/>
                    <a:gd name="connsiteY2" fmla="*/ 188067 h 188126"/>
                    <a:gd name="connsiteX3" fmla="*/ 0 w 160480"/>
                    <a:gd name="connsiteY3" fmla="*/ 0 h 188126"/>
                    <a:gd name="connsiteX4" fmla="*/ 18706 w 160480"/>
                    <a:gd name="connsiteY4" fmla="*/ 0 h 188126"/>
                    <a:gd name="connsiteX5" fmla="*/ 136387 w 160480"/>
                    <a:gd name="connsiteY5" fmla="*/ 146507 h 188126"/>
                    <a:gd name="connsiteX6" fmla="*/ 136387 w 160480"/>
                    <a:gd name="connsiteY6" fmla="*/ 300 h 188126"/>
                    <a:gd name="connsiteX7" fmla="*/ 160480 w 160480"/>
                    <a:gd name="connsiteY7" fmla="*/ 300 h 188126"/>
                    <a:gd name="connsiteX8" fmla="*/ 160480 w 160480"/>
                    <a:gd name="connsiteY8" fmla="*/ 188126 h 188126"/>
                    <a:gd name="connsiteX9" fmla="*/ 140140 w 160480"/>
                    <a:gd name="connsiteY9" fmla="*/ 188126 h 188126"/>
                    <a:gd name="connsiteX10" fmla="*/ 24093 w 160480"/>
                    <a:gd name="connsiteY10" fmla="*/ 44498 h 1881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60480" h="188126">
                      <a:moveTo>
                        <a:pt x="24093" y="44498"/>
                      </a:moveTo>
                      <a:lnTo>
                        <a:pt x="24093" y="188067"/>
                      </a:lnTo>
                      <a:lnTo>
                        <a:pt x="0" y="188067"/>
                      </a:lnTo>
                      <a:lnTo>
                        <a:pt x="0" y="0"/>
                      </a:lnTo>
                      <a:lnTo>
                        <a:pt x="18706" y="0"/>
                      </a:lnTo>
                      <a:lnTo>
                        <a:pt x="136387" y="146507"/>
                      </a:lnTo>
                      <a:lnTo>
                        <a:pt x="136387" y="300"/>
                      </a:lnTo>
                      <a:lnTo>
                        <a:pt x="160480" y="300"/>
                      </a:lnTo>
                      <a:lnTo>
                        <a:pt x="160480" y="188126"/>
                      </a:lnTo>
                      <a:lnTo>
                        <a:pt x="140140" y="188126"/>
                      </a:lnTo>
                      <a:lnTo>
                        <a:pt x="24093" y="4449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" name="Freeform 189">
                  <a:extLst>
                    <a:ext uri="{FF2B5EF4-FFF2-40B4-BE49-F238E27FC236}">
                      <a16:creationId xmlns:a16="http://schemas.microsoft.com/office/drawing/2014/main" id="{495FD2DF-6B5C-B47F-9F29-3ED73996A369}"/>
                    </a:ext>
                  </a:extLst>
                </p:cNvPr>
                <p:cNvSpPr/>
                <p:nvPr/>
              </p:nvSpPr>
              <p:spPr>
                <a:xfrm>
                  <a:off x="340060" y="212099"/>
                  <a:ext cx="175674" cy="188066"/>
                </a:xfrm>
                <a:custGeom>
                  <a:avLst/>
                  <a:gdLst>
                    <a:gd name="connsiteX0" fmla="*/ 77788 w 175674"/>
                    <a:gd name="connsiteY0" fmla="*/ 0 h 188066"/>
                    <a:gd name="connsiteX1" fmla="*/ 98128 w 175674"/>
                    <a:gd name="connsiteY1" fmla="*/ 0 h 188066"/>
                    <a:gd name="connsiteX2" fmla="*/ 175675 w 175674"/>
                    <a:gd name="connsiteY2" fmla="*/ 188067 h 188066"/>
                    <a:gd name="connsiteX3" fmla="*/ 150008 w 175674"/>
                    <a:gd name="connsiteY3" fmla="*/ 188067 h 188066"/>
                    <a:gd name="connsiteX4" fmla="*/ 127549 w 175674"/>
                    <a:gd name="connsiteY4" fmla="*/ 132954 h 188066"/>
                    <a:gd name="connsiteX5" fmla="*/ 47884 w 175674"/>
                    <a:gd name="connsiteY5" fmla="*/ 132954 h 188066"/>
                    <a:gd name="connsiteX6" fmla="*/ 25667 w 175674"/>
                    <a:gd name="connsiteY6" fmla="*/ 188067 h 188066"/>
                    <a:gd name="connsiteX7" fmla="*/ 0 w 175674"/>
                    <a:gd name="connsiteY7" fmla="*/ 188067 h 188066"/>
                    <a:gd name="connsiteX8" fmla="*/ 77788 w 175674"/>
                    <a:gd name="connsiteY8" fmla="*/ 0 h 188066"/>
                    <a:gd name="connsiteX9" fmla="*/ 122161 w 175674"/>
                    <a:gd name="connsiteY9" fmla="*/ 114423 h 188066"/>
                    <a:gd name="connsiteX10" fmla="*/ 87958 w 175674"/>
                    <a:gd name="connsiteY10" fmla="*/ 27526 h 188066"/>
                    <a:gd name="connsiteX11" fmla="*/ 52666 w 175674"/>
                    <a:gd name="connsiteY11" fmla="*/ 114423 h 188066"/>
                    <a:gd name="connsiteX12" fmla="*/ 122161 w 175674"/>
                    <a:gd name="connsiteY12" fmla="*/ 114423 h 188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74" h="188066">
                      <a:moveTo>
                        <a:pt x="77788" y="0"/>
                      </a:moveTo>
                      <a:lnTo>
                        <a:pt x="98128" y="0"/>
                      </a:lnTo>
                      <a:lnTo>
                        <a:pt x="175675" y="188067"/>
                      </a:lnTo>
                      <a:lnTo>
                        <a:pt x="150008" y="188067"/>
                      </a:lnTo>
                      <a:lnTo>
                        <a:pt x="127549" y="132954"/>
                      </a:lnTo>
                      <a:lnTo>
                        <a:pt x="47884" y="132954"/>
                      </a:lnTo>
                      <a:lnTo>
                        <a:pt x="25667" y="188067"/>
                      </a:lnTo>
                      <a:lnTo>
                        <a:pt x="0" y="188067"/>
                      </a:lnTo>
                      <a:lnTo>
                        <a:pt x="77788" y="0"/>
                      </a:lnTo>
                      <a:close/>
                      <a:moveTo>
                        <a:pt x="122161" y="114423"/>
                      </a:moveTo>
                      <a:lnTo>
                        <a:pt x="87958" y="27526"/>
                      </a:lnTo>
                      <a:lnTo>
                        <a:pt x="52666" y="114423"/>
                      </a:lnTo>
                      <a:lnTo>
                        <a:pt x="122161" y="114423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" name="Freeform 190">
                  <a:extLst>
                    <a:ext uri="{FF2B5EF4-FFF2-40B4-BE49-F238E27FC236}">
                      <a16:creationId xmlns:a16="http://schemas.microsoft.com/office/drawing/2014/main" id="{5635FD52-A020-C1DD-E407-AD555EDE4F7D}"/>
                    </a:ext>
                  </a:extLst>
                </p:cNvPr>
                <p:cNvSpPr/>
                <p:nvPr/>
              </p:nvSpPr>
              <p:spPr>
                <a:xfrm>
                  <a:off x="521062" y="212099"/>
                  <a:ext cx="175674" cy="188066"/>
                </a:xfrm>
                <a:custGeom>
                  <a:avLst/>
                  <a:gdLst>
                    <a:gd name="connsiteX0" fmla="*/ 77788 w 175674"/>
                    <a:gd name="connsiteY0" fmla="*/ 0 h 188066"/>
                    <a:gd name="connsiteX1" fmla="*/ 98128 w 175674"/>
                    <a:gd name="connsiteY1" fmla="*/ 0 h 188066"/>
                    <a:gd name="connsiteX2" fmla="*/ 175675 w 175674"/>
                    <a:gd name="connsiteY2" fmla="*/ 188067 h 188066"/>
                    <a:gd name="connsiteX3" fmla="*/ 150008 w 175674"/>
                    <a:gd name="connsiteY3" fmla="*/ 188067 h 188066"/>
                    <a:gd name="connsiteX4" fmla="*/ 127549 w 175674"/>
                    <a:gd name="connsiteY4" fmla="*/ 132954 h 188066"/>
                    <a:gd name="connsiteX5" fmla="*/ 47884 w 175674"/>
                    <a:gd name="connsiteY5" fmla="*/ 132954 h 188066"/>
                    <a:gd name="connsiteX6" fmla="*/ 25667 w 175674"/>
                    <a:gd name="connsiteY6" fmla="*/ 188067 h 188066"/>
                    <a:gd name="connsiteX7" fmla="*/ 0 w 175674"/>
                    <a:gd name="connsiteY7" fmla="*/ 188067 h 188066"/>
                    <a:gd name="connsiteX8" fmla="*/ 77788 w 175674"/>
                    <a:gd name="connsiteY8" fmla="*/ 0 h 188066"/>
                    <a:gd name="connsiteX9" fmla="*/ 122161 w 175674"/>
                    <a:gd name="connsiteY9" fmla="*/ 114423 h 188066"/>
                    <a:gd name="connsiteX10" fmla="*/ 87958 w 175674"/>
                    <a:gd name="connsiteY10" fmla="*/ 27526 h 188066"/>
                    <a:gd name="connsiteX11" fmla="*/ 52666 w 175674"/>
                    <a:gd name="connsiteY11" fmla="*/ 114423 h 188066"/>
                    <a:gd name="connsiteX12" fmla="*/ 122161 w 175674"/>
                    <a:gd name="connsiteY12" fmla="*/ 114423 h 188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74" h="188066">
                      <a:moveTo>
                        <a:pt x="77788" y="0"/>
                      </a:moveTo>
                      <a:lnTo>
                        <a:pt x="98128" y="0"/>
                      </a:lnTo>
                      <a:lnTo>
                        <a:pt x="175675" y="188067"/>
                      </a:lnTo>
                      <a:lnTo>
                        <a:pt x="150008" y="188067"/>
                      </a:lnTo>
                      <a:lnTo>
                        <a:pt x="127549" y="132954"/>
                      </a:lnTo>
                      <a:lnTo>
                        <a:pt x="47884" y="132954"/>
                      </a:lnTo>
                      <a:lnTo>
                        <a:pt x="25667" y="188067"/>
                      </a:lnTo>
                      <a:lnTo>
                        <a:pt x="0" y="188067"/>
                      </a:lnTo>
                      <a:lnTo>
                        <a:pt x="77788" y="0"/>
                      </a:lnTo>
                      <a:close/>
                      <a:moveTo>
                        <a:pt x="122161" y="114423"/>
                      </a:moveTo>
                      <a:lnTo>
                        <a:pt x="87958" y="27526"/>
                      </a:lnTo>
                      <a:lnTo>
                        <a:pt x="52666" y="114423"/>
                      </a:lnTo>
                      <a:lnTo>
                        <a:pt x="122161" y="114423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" name="Freeform 191">
                  <a:extLst>
                    <a:ext uri="{FF2B5EF4-FFF2-40B4-BE49-F238E27FC236}">
                      <a16:creationId xmlns:a16="http://schemas.microsoft.com/office/drawing/2014/main" id="{36CB35FC-3E20-8811-19E8-8F3A1415B968}"/>
                    </a:ext>
                  </a:extLst>
                </p:cNvPr>
                <p:cNvSpPr/>
                <p:nvPr/>
              </p:nvSpPr>
              <p:spPr>
                <a:xfrm>
                  <a:off x="702851" y="211019"/>
                  <a:ext cx="164475" cy="190705"/>
                </a:xfrm>
                <a:custGeom>
                  <a:avLst/>
                  <a:gdLst>
                    <a:gd name="connsiteX0" fmla="*/ 0 w 164475"/>
                    <a:gd name="connsiteY0" fmla="*/ 93793 h 190705"/>
                    <a:gd name="connsiteX1" fmla="*/ 5993 w 164475"/>
                    <a:gd name="connsiteY1" fmla="*/ 60030 h 190705"/>
                    <a:gd name="connsiteX2" fmla="*/ 23669 w 164475"/>
                    <a:gd name="connsiteY2" fmla="*/ 29805 h 190705"/>
                    <a:gd name="connsiteX3" fmla="*/ 52121 w 164475"/>
                    <a:gd name="connsiteY3" fmla="*/ 8216 h 190705"/>
                    <a:gd name="connsiteX4" fmla="*/ 90380 w 164475"/>
                    <a:gd name="connsiteY4" fmla="*/ 0 h 190705"/>
                    <a:gd name="connsiteX5" fmla="*/ 133966 w 164475"/>
                    <a:gd name="connsiteY5" fmla="*/ 11394 h 190705"/>
                    <a:gd name="connsiteX6" fmla="*/ 160965 w 164475"/>
                    <a:gd name="connsiteY6" fmla="*/ 41080 h 190705"/>
                    <a:gd name="connsiteX7" fmla="*/ 141956 w 164475"/>
                    <a:gd name="connsiteY7" fmla="*/ 53254 h 190705"/>
                    <a:gd name="connsiteX8" fmla="*/ 131665 w 164475"/>
                    <a:gd name="connsiteY8" fmla="*/ 38141 h 190705"/>
                    <a:gd name="connsiteX9" fmla="*/ 118590 w 164475"/>
                    <a:gd name="connsiteY9" fmla="*/ 28366 h 190705"/>
                    <a:gd name="connsiteX10" fmla="*/ 104000 w 164475"/>
                    <a:gd name="connsiteY10" fmla="*/ 23089 h 190705"/>
                    <a:gd name="connsiteX11" fmla="*/ 89290 w 164475"/>
                    <a:gd name="connsiteY11" fmla="*/ 21469 h 190705"/>
                    <a:gd name="connsiteX12" fmla="*/ 61323 w 164475"/>
                    <a:gd name="connsiteY12" fmla="*/ 27946 h 190705"/>
                    <a:gd name="connsiteX13" fmla="*/ 40862 w 164475"/>
                    <a:gd name="connsiteY13" fmla="*/ 44918 h 190705"/>
                    <a:gd name="connsiteX14" fmla="*/ 28452 w 164475"/>
                    <a:gd name="connsiteY14" fmla="*/ 68486 h 190705"/>
                    <a:gd name="connsiteX15" fmla="*/ 24335 w 164475"/>
                    <a:gd name="connsiteY15" fmla="*/ 94873 h 190705"/>
                    <a:gd name="connsiteX16" fmla="*/ 29299 w 164475"/>
                    <a:gd name="connsiteY16" fmla="*/ 123059 h 190705"/>
                    <a:gd name="connsiteX17" fmla="*/ 43041 w 164475"/>
                    <a:gd name="connsiteY17" fmla="*/ 146747 h 190705"/>
                    <a:gd name="connsiteX18" fmla="*/ 63926 w 164475"/>
                    <a:gd name="connsiteY18" fmla="*/ 163179 h 190705"/>
                    <a:gd name="connsiteX19" fmla="*/ 90138 w 164475"/>
                    <a:gd name="connsiteY19" fmla="*/ 169296 h 190705"/>
                    <a:gd name="connsiteX20" fmla="*/ 105514 w 164475"/>
                    <a:gd name="connsiteY20" fmla="*/ 167437 h 190705"/>
                    <a:gd name="connsiteX21" fmla="*/ 120648 w 164475"/>
                    <a:gd name="connsiteY21" fmla="*/ 161500 h 190705"/>
                    <a:gd name="connsiteX22" fmla="*/ 134147 w 164475"/>
                    <a:gd name="connsiteY22" fmla="*/ 151185 h 190705"/>
                    <a:gd name="connsiteX23" fmla="*/ 144438 w 164475"/>
                    <a:gd name="connsiteY23" fmla="*/ 136192 h 190705"/>
                    <a:gd name="connsiteX24" fmla="*/ 164476 w 164475"/>
                    <a:gd name="connsiteY24" fmla="*/ 147047 h 190705"/>
                    <a:gd name="connsiteX25" fmla="*/ 151763 w 164475"/>
                    <a:gd name="connsiteY25" fmla="*/ 165698 h 190705"/>
                    <a:gd name="connsiteX26" fmla="*/ 133300 w 164475"/>
                    <a:gd name="connsiteY26" fmla="*/ 179311 h 190705"/>
                    <a:gd name="connsiteX27" fmla="*/ 111507 w 164475"/>
                    <a:gd name="connsiteY27" fmla="*/ 187767 h 190705"/>
                    <a:gd name="connsiteX28" fmla="*/ 89048 w 164475"/>
                    <a:gd name="connsiteY28" fmla="*/ 190705 h 190705"/>
                    <a:gd name="connsiteX29" fmla="*/ 53211 w 164475"/>
                    <a:gd name="connsiteY29" fmla="*/ 182249 h 190705"/>
                    <a:gd name="connsiteX30" fmla="*/ 25001 w 164475"/>
                    <a:gd name="connsiteY30" fmla="*/ 160120 h 190705"/>
                    <a:gd name="connsiteX31" fmla="*/ 6538 w 164475"/>
                    <a:gd name="connsiteY31" fmla="*/ 129116 h 190705"/>
                    <a:gd name="connsiteX32" fmla="*/ 0 w 164475"/>
                    <a:gd name="connsiteY32" fmla="*/ 93733 h 190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164475" h="190705">
                      <a:moveTo>
                        <a:pt x="0" y="93793"/>
                      </a:moveTo>
                      <a:cubicBezTo>
                        <a:pt x="0" y="82459"/>
                        <a:pt x="1998" y="71245"/>
                        <a:pt x="5993" y="60030"/>
                      </a:cubicBezTo>
                      <a:cubicBezTo>
                        <a:pt x="9988" y="48816"/>
                        <a:pt x="15860" y="38741"/>
                        <a:pt x="23669" y="29805"/>
                      </a:cubicBezTo>
                      <a:cubicBezTo>
                        <a:pt x="31418" y="20870"/>
                        <a:pt x="40922" y="13673"/>
                        <a:pt x="52121" y="8216"/>
                      </a:cubicBezTo>
                      <a:cubicBezTo>
                        <a:pt x="63381" y="2759"/>
                        <a:pt x="76093" y="0"/>
                        <a:pt x="90380" y="0"/>
                      </a:cubicBezTo>
                      <a:cubicBezTo>
                        <a:pt x="107330" y="0"/>
                        <a:pt x="121858" y="3778"/>
                        <a:pt x="133966" y="11394"/>
                      </a:cubicBezTo>
                      <a:cubicBezTo>
                        <a:pt x="146073" y="19011"/>
                        <a:pt x="155093" y="28906"/>
                        <a:pt x="160965" y="41080"/>
                      </a:cubicBezTo>
                      <a:lnTo>
                        <a:pt x="141956" y="53254"/>
                      </a:lnTo>
                      <a:cubicBezTo>
                        <a:pt x="139111" y="47257"/>
                        <a:pt x="135661" y="42219"/>
                        <a:pt x="131665" y="38141"/>
                      </a:cubicBezTo>
                      <a:cubicBezTo>
                        <a:pt x="127670" y="34063"/>
                        <a:pt x="123311" y="30825"/>
                        <a:pt x="118590" y="28366"/>
                      </a:cubicBezTo>
                      <a:cubicBezTo>
                        <a:pt x="113868" y="25907"/>
                        <a:pt x="109025" y="24108"/>
                        <a:pt x="104000" y="23089"/>
                      </a:cubicBezTo>
                      <a:cubicBezTo>
                        <a:pt x="99037" y="22009"/>
                        <a:pt x="94133" y="21469"/>
                        <a:pt x="89290" y="21469"/>
                      </a:cubicBezTo>
                      <a:cubicBezTo>
                        <a:pt x="78757" y="21469"/>
                        <a:pt x="69435" y="23628"/>
                        <a:pt x="61323" y="27946"/>
                      </a:cubicBezTo>
                      <a:cubicBezTo>
                        <a:pt x="53211" y="32264"/>
                        <a:pt x="46370" y="37901"/>
                        <a:pt x="40862" y="44918"/>
                      </a:cubicBezTo>
                      <a:cubicBezTo>
                        <a:pt x="35353" y="51874"/>
                        <a:pt x="31176" y="59730"/>
                        <a:pt x="28452" y="68486"/>
                      </a:cubicBezTo>
                      <a:cubicBezTo>
                        <a:pt x="25667" y="77242"/>
                        <a:pt x="24335" y="85997"/>
                        <a:pt x="24335" y="94873"/>
                      </a:cubicBezTo>
                      <a:cubicBezTo>
                        <a:pt x="24335" y="104768"/>
                        <a:pt x="25970" y="114183"/>
                        <a:pt x="29299" y="123059"/>
                      </a:cubicBezTo>
                      <a:cubicBezTo>
                        <a:pt x="32568" y="131994"/>
                        <a:pt x="37169" y="139850"/>
                        <a:pt x="43041" y="146747"/>
                      </a:cubicBezTo>
                      <a:cubicBezTo>
                        <a:pt x="48913" y="153644"/>
                        <a:pt x="55875" y="159101"/>
                        <a:pt x="63926" y="163179"/>
                      </a:cubicBezTo>
                      <a:cubicBezTo>
                        <a:pt x="71977" y="167257"/>
                        <a:pt x="80694" y="169296"/>
                        <a:pt x="90138" y="169296"/>
                      </a:cubicBezTo>
                      <a:cubicBezTo>
                        <a:pt x="95102" y="169296"/>
                        <a:pt x="100247" y="168696"/>
                        <a:pt x="105514" y="167437"/>
                      </a:cubicBezTo>
                      <a:cubicBezTo>
                        <a:pt x="110780" y="166177"/>
                        <a:pt x="115805" y="164198"/>
                        <a:pt x="120648" y="161500"/>
                      </a:cubicBezTo>
                      <a:cubicBezTo>
                        <a:pt x="125491" y="158741"/>
                        <a:pt x="129970" y="155323"/>
                        <a:pt x="134147" y="151185"/>
                      </a:cubicBezTo>
                      <a:cubicBezTo>
                        <a:pt x="138324" y="147047"/>
                        <a:pt x="141775" y="142069"/>
                        <a:pt x="144438" y="136192"/>
                      </a:cubicBezTo>
                      <a:lnTo>
                        <a:pt x="164476" y="147047"/>
                      </a:lnTo>
                      <a:cubicBezTo>
                        <a:pt x="161449" y="154123"/>
                        <a:pt x="157211" y="160360"/>
                        <a:pt x="151763" y="165698"/>
                      </a:cubicBezTo>
                      <a:cubicBezTo>
                        <a:pt x="146315" y="171095"/>
                        <a:pt x="140201" y="175653"/>
                        <a:pt x="133300" y="179311"/>
                      </a:cubicBezTo>
                      <a:cubicBezTo>
                        <a:pt x="126459" y="183029"/>
                        <a:pt x="119195" y="185848"/>
                        <a:pt x="111507" y="187767"/>
                      </a:cubicBezTo>
                      <a:cubicBezTo>
                        <a:pt x="103819" y="189686"/>
                        <a:pt x="96373" y="190705"/>
                        <a:pt x="89048" y="190705"/>
                      </a:cubicBezTo>
                      <a:cubicBezTo>
                        <a:pt x="76033" y="190705"/>
                        <a:pt x="64107" y="187887"/>
                        <a:pt x="53211" y="182249"/>
                      </a:cubicBezTo>
                      <a:cubicBezTo>
                        <a:pt x="42314" y="176612"/>
                        <a:pt x="32931" y="169236"/>
                        <a:pt x="25001" y="160120"/>
                      </a:cubicBezTo>
                      <a:cubicBezTo>
                        <a:pt x="17071" y="151005"/>
                        <a:pt x="10896" y="140690"/>
                        <a:pt x="6538" y="129116"/>
                      </a:cubicBezTo>
                      <a:cubicBezTo>
                        <a:pt x="2179" y="117542"/>
                        <a:pt x="0" y="105787"/>
                        <a:pt x="0" y="93733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7" name="Graphic 6">
                <a:extLst>
                  <a:ext uri="{FF2B5EF4-FFF2-40B4-BE49-F238E27FC236}">
                    <a16:creationId xmlns:a16="http://schemas.microsoft.com/office/drawing/2014/main" id="{8D9034AA-AA91-D9F2-0EDD-792E8F352406}"/>
                  </a:ext>
                </a:extLst>
              </p:cNvPr>
              <p:cNvGrpSpPr/>
              <p:nvPr/>
            </p:nvGrpSpPr>
            <p:grpSpPr>
              <a:xfrm>
                <a:off x="152400" y="417017"/>
                <a:ext cx="659294" cy="143688"/>
                <a:chOff x="152400" y="417017"/>
                <a:chExt cx="659294" cy="143688"/>
              </a:xfrm>
              <a:solidFill>
                <a:srgbClr val="424343"/>
              </a:solidFill>
            </p:grpSpPr>
            <p:sp>
              <p:nvSpPr>
                <p:cNvPr id="72" name="Freeform 183">
                  <a:extLst>
                    <a:ext uri="{FF2B5EF4-FFF2-40B4-BE49-F238E27FC236}">
                      <a16:creationId xmlns:a16="http://schemas.microsoft.com/office/drawing/2014/main" id="{819DC4D4-7999-FDC3-4DC1-D811EA695E5B}"/>
                    </a:ext>
                  </a:extLst>
                </p:cNvPr>
                <p:cNvSpPr/>
                <p:nvPr/>
              </p:nvSpPr>
              <p:spPr>
                <a:xfrm>
                  <a:off x="152400" y="417017"/>
                  <a:ext cx="124643" cy="143688"/>
                </a:xfrm>
                <a:custGeom>
                  <a:avLst/>
                  <a:gdLst>
                    <a:gd name="connsiteX0" fmla="*/ 112778 w 124643"/>
                    <a:gd name="connsiteY0" fmla="*/ 121919 h 143688"/>
                    <a:gd name="connsiteX1" fmla="*/ 66831 w 124643"/>
                    <a:gd name="connsiteY1" fmla="*/ 143689 h 143688"/>
                    <a:gd name="connsiteX2" fmla="*/ 40135 w 124643"/>
                    <a:gd name="connsiteY2" fmla="*/ 137512 h 143688"/>
                    <a:gd name="connsiteX3" fmla="*/ 19008 w 124643"/>
                    <a:gd name="connsiteY3" fmla="*/ 121140 h 143688"/>
                    <a:gd name="connsiteX4" fmla="*/ 5024 w 124643"/>
                    <a:gd name="connsiteY4" fmla="*/ 98111 h 143688"/>
                    <a:gd name="connsiteX5" fmla="*/ 0 w 124643"/>
                    <a:gd name="connsiteY5" fmla="*/ 71664 h 143688"/>
                    <a:gd name="connsiteX6" fmla="*/ 4964 w 124643"/>
                    <a:gd name="connsiteY6" fmla="*/ 44498 h 143688"/>
                    <a:gd name="connsiteX7" fmla="*/ 18766 w 124643"/>
                    <a:gd name="connsiteY7" fmla="*/ 21649 h 143688"/>
                    <a:gd name="connsiteX8" fmla="*/ 39711 w 124643"/>
                    <a:gd name="connsiteY8" fmla="*/ 5877 h 143688"/>
                    <a:gd name="connsiteX9" fmla="*/ 66105 w 124643"/>
                    <a:gd name="connsiteY9" fmla="*/ 0 h 143688"/>
                    <a:gd name="connsiteX10" fmla="*/ 85234 w 124643"/>
                    <a:gd name="connsiteY10" fmla="*/ 2279 h 143688"/>
                    <a:gd name="connsiteX11" fmla="*/ 100671 w 124643"/>
                    <a:gd name="connsiteY11" fmla="*/ 8696 h 143688"/>
                    <a:gd name="connsiteX12" fmla="*/ 112354 w 124643"/>
                    <a:gd name="connsiteY12" fmla="*/ 18471 h 143688"/>
                    <a:gd name="connsiteX13" fmla="*/ 120708 w 124643"/>
                    <a:gd name="connsiteY13" fmla="*/ 30945 h 143688"/>
                    <a:gd name="connsiteX14" fmla="*/ 109812 w 124643"/>
                    <a:gd name="connsiteY14" fmla="*/ 38141 h 143688"/>
                    <a:gd name="connsiteX15" fmla="*/ 91470 w 124643"/>
                    <a:gd name="connsiteY15" fmla="*/ 18771 h 143688"/>
                    <a:gd name="connsiteX16" fmla="*/ 65863 w 124643"/>
                    <a:gd name="connsiteY16" fmla="*/ 12594 h 143688"/>
                    <a:gd name="connsiteX17" fmla="*/ 44433 w 124643"/>
                    <a:gd name="connsiteY17" fmla="*/ 17571 h 143688"/>
                    <a:gd name="connsiteX18" fmla="*/ 28089 w 124643"/>
                    <a:gd name="connsiteY18" fmla="*/ 30825 h 143688"/>
                    <a:gd name="connsiteX19" fmla="*/ 17737 w 124643"/>
                    <a:gd name="connsiteY19" fmla="*/ 49775 h 143688"/>
                    <a:gd name="connsiteX20" fmla="*/ 14105 w 124643"/>
                    <a:gd name="connsiteY20" fmla="*/ 71844 h 143688"/>
                    <a:gd name="connsiteX21" fmla="*/ 18221 w 124643"/>
                    <a:gd name="connsiteY21" fmla="*/ 94573 h 143688"/>
                    <a:gd name="connsiteX22" fmla="*/ 29602 w 124643"/>
                    <a:gd name="connsiteY22" fmla="*/ 113404 h 143688"/>
                    <a:gd name="connsiteX23" fmla="*/ 46613 w 124643"/>
                    <a:gd name="connsiteY23" fmla="*/ 126297 h 143688"/>
                    <a:gd name="connsiteX24" fmla="*/ 67861 w 124643"/>
                    <a:gd name="connsiteY24" fmla="*/ 131095 h 143688"/>
                    <a:gd name="connsiteX25" fmla="*/ 91348 w 124643"/>
                    <a:gd name="connsiteY25" fmla="*/ 125398 h 143688"/>
                    <a:gd name="connsiteX26" fmla="*/ 112778 w 124643"/>
                    <a:gd name="connsiteY26" fmla="*/ 107347 h 143688"/>
                    <a:gd name="connsiteX27" fmla="*/ 112778 w 124643"/>
                    <a:gd name="connsiteY27" fmla="*/ 83778 h 143688"/>
                    <a:gd name="connsiteX28" fmla="*/ 80936 w 124643"/>
                    <a:gd name="connsiteY28" fmla="*/ 83778 h 143688"/>
                    <a:gd name="connsiteX29" fmla="*/ 80936 w 124643"/>
                    <a:gd name="connsiteY29" fmla="*/ 72984 h 143688"/>
                    <a:gd name="connsiteX30" fmla="*/ 124643 w 124643"/>
                    <a:gd name="connsiteY30" fmla="*/ 72984 h 143688"/>
                    <a:gd name="connsiteX31" fmla="*/ 124643 w 124643"/>
                    <a:gd name="connsiteY31" fmla="*/ 142609 h 143688"/>
                    <a:gd name="connsiteX32" fmla="*/ 112778 w 124643"/>
                    <a:gd name="connsiteY32" fmla="*/ 142609 h 143688"/>
                    <a:gd name="connsiteX33" fmla="*/ 112778 w 124643"/>
                    <a:gd name="connsiteY33" fmla="*/ 121859 h 14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124643" h="143688">
                      <a:moveTo>
                        <a:pt x="112778" y="121919"/>
                      </a:moveTo>
                      <a:cubicBezTo>
                        <a:pt x="99460" y="136432"/>
                        <a:pt x="84205" y="143689"/>
                        <a:pt x="66831" y="143689"/>
                      </a:cubicBezTo>
                      <a:cubicBezTo>
                        <a:pt x="57146" y="143689"/>
                        <a:pt x="48247" y="141650"/>
                        <a:pt x="40135" y="137512"/>
                      </a:cubicBezTo>
                      <a:cubicBezTo>
                        <a:pt x="32023" y="133374"/>
                        <a:pt x="24941" y="127916"/>
                        <a:pt x="19008" y="121140"/>
                      </a:cubicBezTo>
                      <a:cubicBezTo>
                        <a:pt x="13015" y="114363"/>
                        <a:pt x="8354" y="106687"/>
                        <a:pt x="5024" y="98111"/>
                      </a:cubicBezTo>
                      <a:cubicBezTo>
                        <a:pt x="1695" y="89536"/>
                        <a:pt x="0" y="80720"/>
                        <a:pt x="0" y="71664"/>
                      </a:cubicBezTo>
                      <a:cubicBezTo>
                        <a:pt x="0" y="62609"/>
                        <a:pt x="1634" y="53194"/>
                        <a:pt x="4964" y="44498"/>
                      </a:cubicBezTo>
                      <a:cubicBezTo>
                        <a:pt x="8233" y="35862"/>
                        <a:pt x="12834" y="28246"/>
                        <a:pt x="18766" y="21649"/>
                      </a:cubicBezTo>
                      <a:cubicBezTo>
                        <a:pt x="24699" y="15053"/>
                        <a:pt x="31660" y="9835"/>
                        <a:pt x="39711" y="5877"/>
                      </a:cubicBezTo>
                      <a:cubicBezTo>
                        <a:pt x="47763" y="1979"/>
                        <a:pt x="56540" y="0"/>
                        <a:pt x="66105" y="0"/>
                      </a:cubicBezTo>
                      <a:cubicBezTo>
                        <a:pt x="73067" y="0"/>
                        <a:pt x="79483" y="780"/>
                        <a:pt x="85234" y="2279"/>
                      </a:cubicBezTo>
                      <a:cubicBezTo>
                        <a:pt x="90985" y="3838"/>
                        <a:pt x="96131" y="5937"/>
                        <a:pt x="100671" y="8696"/>
                      </a:cubicBezTo>
                      <a:cubicBezTo>
                        <a:pt x="105151" y="11454"/>
                        <a:pt x="109085" y="14693"/>
                        <a:pt x="112354" y="18471"/>
                      </a:cubicBezTo>
                      <a:cubicBezTo>
                        <a:pt x="115623" y="22249"/>
                        <a:pt x="118408" y="26447"/>
                        <a:pt x="120708" y="30945"/>
                      </a:cubicBezTo>
                      <a:lnTo>
                        <a:pt x="109812" y="38141"/>
                      </a:lnTo>
                      <a:cubicBezTo>
                        <a:pt x="105090" y="29385"/>
                        <a:pt x="98976" y="22909"/>
                        <a:pt x="91470" y="18771"/>
                      </a:cubicBezTo>
                      <a:cubicBezTo>
                        <a:pt x="83963" y="14633"/>
                        <a:pt x="75428" y="12594"/>
                        <a:pt x="65863" y="12594"/>
                      </a:cubicBezTo>
                      <a:cubicBezTo>
                        <a:pt x="57933" y="12594"/>
                        <a:pt x="50790" y="14273"/>
                        <a:pt x="44433" y="17571"/>
                      </a:cubicBezTo>
                      <a:cubicBezTo>
                        <a:pt x="38077" y="20870"/>
                        <a:pt x="32629" y="25307"/>
                        <a:pt x="28089" y="30825"/>
                      </a:cubicBezTo>
                      <a:cubicBezTo>
                        <a:pt x="23609" y="36342"/>
                        <a:pt x="20158" y="42699"/>
                        <a:pt x="17737" y="49775"/>
                      </a:cubicBezTo>
                      <a:cubicBezTo>
                        <a:pt x="15316" y="56912"/>
                        <a:pt x="14105" y="64228"/>
                        <a:pt x="14105" y="71844"/>
                      </a:cubicBezTo>
                      <a:cubicBezTo>
                        <a:pt x="14105" y="79820"/>
                        <a:pt x="15497" y="87377"/>
                        <a:pt x="18221" y="94573"/>
                      </a:cubicBezTo>
                      <a:cubicBezTo>
                        <a:pt x="20945" y="101769"/>
                        <a:pt x="24759" y="108066"/>
                        <a:pt x="29602" y="113404"/>
                      </a:cubicBezTo>
                      <a:cubicBezTo>
                        <a:pt x="34445" y="118801"/>
                        <a:pt x="40135" y="123059"/>
                        <a:pt x="46613" y="126297"/>
                      </a:cubicBezTo>
                      <a:cubicBezTo>
                        <a:pt x="53150" y="129476"/>
                        <a:pt x="60233" y="131095"/>
                        <a:pt x="67861" y="131095"/>
                      </a:cubicBezTo>
                      <a:cubicBezTo>
                        <a:pt x="76033" y="131095"/>
                        <a:pt x="83903" y="129176"/>
                        <a:pt x="91348" y="125398"/>
                      </a:cubicBezTo>
                      <a:cubicBezTo>
                        <a:pt x="98794" y="121620"/>
                        <a:pt x="105938" y="115563"/>
                        <a:pt x="112778" y="107347"/>
                      </a:cubicBezTo>
                      <a:lnTo>
                        <a:pt x="112778" y="83778"/>
                      </a:lnTo>
                      <a:lnTo>
                        <a:pt x="80936" y="83778"/>
                      </a:lnTo>
                      <a:lnTo>
                        <a:pt x="80936" y="72984"/>
                      </a:lnTo>
                      <a:lnTo>
                        <a:pt x="124643" y="72984"/>
                      </a:lnTo>
                      <a:lnTo>
                        <a:pt x="124643" y="142609"/>
                      </a:lnTo>
                      <a:lnTo>
                        <a:pt x="112778" y="142609"/>
                      </a:lnTo>
                      <a:lnTo>
                        <a:pt x="112778" y="121859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" name="Freeform 184">
                  <a:extLst>
                    <a:ext uri="{FF2B5EF4-FFF2-40B4-BE49-F238E27FC236}">
                      <a16:creationId xmlns:a16="http://schemas.microsoft.com/office/drawing/2014/main" id="{BC6FFE2C-1CA1-CBF0-2C6C-D7ECA5B3E526}"/>
                    </a:ext>
                  </a:extLst>
                </p:cNvPr>
                <p:cNvSpPr/>
                <p:nvPr/>
              </p:nvSpPr>
              <p:spPr>
                <a:xfrm>
                  <a:off x="306100" y="417977"/>
                  <a:ext cx="105998" cy="141769"/>
                </a:xfrm>
                <a:custGeom>
                  <a:avLst/>
                  <a:gdLst>
                    <a:gd name="connsiteX0" fmla="*/ 0 w 105998"/>
                    <a:gd name="connsiteY0" fmla="*/ 141710 h 141769"/>
                    <a:gd name="connsiteX1" fmla="*/ 0 w 105998"/>
                    <a:gd name="connsiteY1" fmla="*/ 0 h 141769"/>
                    <a:gd name="connsiteX2" fmla="*/ 60415 w 105998"/>
                    <a:gd name="connsiteY2" fmla="*/ 0 h 141769"/>
                    <a:gd name="connsiteX3" fmla="*/ 77425 w 105998"/>
                    <a:gd name="connsiteY3" fmla="*/ 3898 h 141769"/>
                    <a:gd name="connsiteX4" fmla="*/ 90804 w 105998"/>
                    <a:gd name="connsiteY4" fmla="*/ 14093 h 141769"/>
                    <a:gd name="connsiteX5" fmla="*/ 99581 w 105998"/>
                    <a:gd name="connsiteY5" fmla="*/ 28366 h 141769"/>
                    <a:gd name="connsiteX6" fmla="*/ 102729 w 105998"/>
                    <a:gd name="connsiteY6" fmla="*/ 44558 h 141769"/>
                    <a:gd name="connsiteX7" fmla="*/ 100429 w 105998"/>
                    <a:gd name="connsiteY7" fmla="*/ 59430 h 141769"/>
                    <a:gd name="connsiteX8" fmla="*/ 94012 w 105998"/>
                    <a:gd name="connsiteY8" fmla="*/ 72204 h 141769"/>
                    <a:gd name="connsiteX9" fmla="*/ 84024 w 105998"/>
                    <a:gd name="connsiteY9" fmla="*/ 81799 h 141769"/>
                    <a:gd name="connsiteX10" fmla="*/ 70948 w 105998"/>
                    <a:gd name="connsiteY10" fmla="*/ 87077 h 141769"/>
                    <a:gd name="connsiteX11" fmla="*/ 105998 w 105998"/>
                    <a:gd name="connsiteY11" fmla="*/ 141770 h 141769"/>
                    <a:gd name="connsiteX12" fmla="*/ 90077 w 105998"/>
                    <a:gd name="connsiteY12" fmla="*/ 141770 h 141769"/>
                    <a:gd name="connsiteX13" fmla="*/ 56419 w 105998"/>
                    <a:gd name="connsiteY13" fmla="*/ 89476 h 141769"/>
                    <a:gd name="connsiteX14" fmla="*/ 14105 w 105998"/>
                    <a:gd name="connsiteY14" fmla="*/ 89476 h 141769"/>
                    <a:gd name="connsiteX15" fmla="*/ 14105 w 105998"/>
                    <a:gd name="connsiteY15" fmla="*/ 141770 h 141769"/>
                    <a:gd name="connsiteX16" fmla="*/ 0 w 105998"/>
                    <a:gd name="connsiteY16" fmla="*/ 141770 h 141769"/>
                    <a:gd name="connsiteX17" fmla="*/ 14105 w 105998"/>
                    <a:gd name="connsiteY17" fmla="*/ 77062 h 141769"/>
                    <a:gd name="connsiteX18" fmla="*/ 60838 w 105998"/>
                    <a:gd name="connsiteY18" fmla="*/ 77062 h 141769"/>
                    <a:gd name="connsiteX19" fmla="*/ 72219 w 105998"/>
                    <a:gd name="connsiteY19" fmla="*/ 74363 h 141769"/>
                    <a:gd name="connsiteX20" fmla="*/ 80997 w 105998"/>
                    <a:gd name="connsiteY20" fmla="*/ 67107 h 141769"/>
                    <a:gd name="connsiteX21" fmla="*/ 86627 w 105998"/>
                    <a:gd name="connsiteY21" fmla="*/ 56732 h 141769"/>
                    <a:gd name="connsiteX22" fmla="*/ 88624 w 105998"/>
                    <a:gd name="connsiteY22" fmla="*/ 44558 h 141769"/>
                    <a:gd name="connsiteX23" fmla="*/ 86324 w 105998"/>
                    <a:gd name="connsiteY23" fmla="*/ 32264 h 141769"/>
                    <a:gd name="connsiteX24" fmla="*/ 80089 w 105998"/>
                    <a:gd name="connsiteY24" fmla="*/ 22009 h 141769"/>
                    <a:gd name="connsiteX25" fmla="*/ 70827 w 105998"/>
                    <a:gd name="connsiteY25" fmla="*/ 15053 h 141769"/>
                    <a:gd name="connsiteX26" fmla="*/ 59628 w 105998"/>
                    <a:gd name="connsiteY26" fmla="*/ 12474 h 141769"/>
                    <a:gd name="connsiteX27" fmla="*/ 14105 w 105998"/>
                    <a:gd name="connsiteY27" fmla="*/ 12474 h 141769"/>
                    <a:gd name="connsiteX28" fmla="*/ 14105 w 105998"/>
                    <a:gd name="connsiteY28" fmla="*/ 77122 h 141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5998" h="141769">
                      <a:moveTo>
                        <a:pt x="0" y="141710"/>
                      </a:moveTo>
                      <a:lnTo>
                        <a:pt x="0" y="0"/>
                      </a:lnTo>
                      <a:lnTo>
                        <a:pt x="60415" y="0"/>
                      </a:lnTo>
                      <a:cubicBezTo>
                        <a:pt x="66589" y="0"/>
                        <a:pt x="72280" y="1319"/>
                        <a:pt x="77425" y="3898"/>
                      </a:cubicBezTo>
                      <a:cubicBezTo>
                        <a:pt x="82571" y="6477"/>
                        <a:pt x="87050" y="9895"/>
                        <a:pt x="90804" y="14093"/>
                      </a:cubicBezTo>
                      <a:cubicBezTo>
                        <a:pt x="94557" y="18291"/>
                        <a:pt x="97463" y="23029"/>
                        <a:pt x="99581" y="28366"/>
                      </a:cubicBezTo>
                      <a:cubicBezTo>
                        <a:pt x="101640" y="33703"/>
                        <a:pt x="102729" y="39101"/>
                        <a:pt x="102729" y="44558"/>
                      </a:cubicBezTo>
                      <a:cubicBezTo>
                        <a:pt x="102729" y="50015"/>
                        <a:pt x="101942" y="54693"/>
                        <a:pt x="100429" y="59430"/>
                      </a:cubicBezTo>
                      <a:cubicBezTo>
                        <a:pt x="98855" y="64168"/>
                        <a:pt x="96736" y="68426"/>
                        <a:pt x="94012" y="72204"/>
                      </a:cubicBezTo>
                      <a:cubicBezTo>
                        <a:pt x="91227" y="75982"/>
                        <a:pt x="87958" y="79161"/>
                        <a:pt x="84024" y="81799"/>
                      </a:cubicBezTo>
                      <a:cubicBezTo>
                        <a:pt x="80149" y="84378"/>
                        <a:pt x="75791" y="86177"/>
                        <a:pt x="70948" y="87077"/>
                      </a:cubicBezTo>
                      <a:lnTo>
                        <a:pt x="105998" y="141770"/>
                      </a:lnTo>
                      <a:lnTo>
                        <a:pt x="90077" y="141770"/>
                      </a:lnTo>
                      <a:lnTo>
                        <a:pt x="56419" y="89476"/>
                      </a:lnTo>
                      <a:lnTo>
                        <a:pt x="14105" y="89476"/>
                      </a:lnTo>
                      <a:lnTo>
                        <a:pt x="14105" y="141770"/>
                      </a:lnTo>
                      <a:lnTo>
                        <a:pt x="0" y="141770"/>
                      </a:lnTo>
                      <a:close/>
                      <a:moveTo>
                        <a:pt x="14105" y="77062"/>
                      </a:moveTo>
                      <a:lnTo>
                        <a:pt x="60838" y="77062"/>
                      </a:lnTo>
                      <a:cubicBezTo>
                        <a:pt x="65015" y="77062"/>
                        <a:pt x="68769" y="76162"/>
                        <a:pt x="72219" y="74363"/>
                      </a:cubicBezTo>
                      <a:cubicBezTo>
                        <a:pt x="75670" y="72564"/>
                        <a:pt x="78575" y="70165"/>
                        <a:pt x="80997" y="67107"/>
                      </a:cubicBezTo>
                      <a:cubicBezTo>
                        <a:pt x="83418" y="64048"/>
                        <a:pt x="85295" y="60570"/>
                        <a:pt x="86627" y="56732"/>
                      </a:cubicBezTo>
                      <a:cubicBezTo>
                        <a:pt x="87958" y="52894"/>
                        <a:pt x="88624" y="48816"/>
                        <a:pt x="88624" y="44558"/>
                      </a:cubicBezTo>
                      <a:cubicBezTo>
                        <a:pt x="88624" y="40300"/>
                        <a:pt x="87837" y="36222"/>
                        <a:pt x="86324" y="32264"/>
                      </a:cubicBezTo>
                      <a:cubicBezTo>
                        <a:pt x="84750" y="28366"/>
                        <a:pt x="82692" y="24888"/>
                        <a:pt x="80089" y="22009"/>
                      </a:cubicBezTo>
                      <a:cubicBezTo>
                        <a:pt x="77486" y="19071"/>
                        <a:pt x="74398" y="16732"/>
                        <a:pt x="70827" y="15053"/>
                      </a:cubicBezTo>
                      <a:cubicBezTo>
                        <a:pt x="67255" y="13313"/>
                        <a:pt x="63563" y="12474"/>
                        <a:pt x="59628" y="12474"/>
                      </a:cubicBezTo>
                      <a:lnTo>
                        <a:pt x="14105" y="12474"/>
                      </a:lnTo>
                      <a:lnTo>
                        <a:pt x="14105" y="77122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" name="Freeform 185">
                  <a:extLst>
                    <a:ext uri="{FF2B5EF4-FFF2-40B4-BE49-F238E27FC236}">
                      <a16:creationId xmlns:a16="http://schemas.microsoft.com/office/drawing/2014/main" id="{BB96628D-FC82-9D4E-8335-4818CBD578F4}"/>
                    </a:ext>
                  </a:extLst>
                </p:cNvPr>
                <p:cNvSpPr/>
                <p:nvPr/>
              </p:nvSpPr>
              <p:spPr>
                <a:xfrm>
                  <a:off x="419846" y="417977"/>
                  <a:ext cx="131180" cy="141709"/>
                </a:xfrm>
                <a:custGeom>
                  <a:avLst/>
                  <a:gdLst>
                    <a:gd name="connsiteX0" fmla="*/ 59870 w 131180"/>
                    <a:gd name="connsiteY0" fmla="*/ 0 h 141709"/>
                    <a:gd name="connsiteX1" fmla="*/ 71735 w 131180"/>
                    <a:gd name="connsiteY1" fmla="*/ 0 h 141709"/>
                    <a:gd name="connsiteX2" fmla="*/ 131181 w 131180"/>
                    <a:gd name="connsiteY2" fmla="*/ 141710 h 141709"/>
                    <a:gd name="connsiteX3" fmla="*/ 116289 w 131180"/>
                    <a:gd name="connsiteY3" fmla="*/ 141710 h 141709"/>
                    <a:gd name="connsiteX4" fmla="*/ 97765 w 131180"/>
                    <a:gd name="connsiteY4" fmla="*/ 97392 h 141709"/>
                    <a:gd name="connsiteX5" fmla="*/ 33476 w 131180"/>
                    <a:gd name="connsiteY5" fmla="*/ 97392 h 141709"/>
                    <a:gd name="connsiteX6" fmla="*/ 15134 w 131180"/>
                    <a:gd name="connsiteY6" fmla="*/ 141710 h 141709"/>
                    <a:gd name="connsiteX7" fmla="*/ 0 w 131180"/>
                    <a:gd name="connsiteY7" fmla="*/ 141710 h 141709"/>
                    <a:gd name="connsiteX8" fmla="*/ 59809 w 131180"/>
                    <a:gd name="connsiteY8" fmla="*/ 0 h 141709"/>
                    <a:gd name="connsiteX9" fmla="*/ 94557 w 131180"/>
                    <a:gd name="connsiteY9" fmla="*/ 86417 h 141709"/>
                    <a:gd name="connsiteX10" fmla="*/ 65742 w 131180"/>
                    <a:gd name="connsiteY10" fmla="*/ 16372 h 141709"/>
                    <a:gd name="connsiteX11" fmla="*/ 36503 w 131180"/>
                    <a:gd name="connsiteY11" fmla="*/ 86417 h 141709"/>
                    <a:gd name="connsiteX12" fmla="*/ 94496 w 131180"/>
                    <a:gd name="connsiteY12" fmla="*/ 86417 h 141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31180" h="141709">
                      <a:moveTo>
                        <a:pt x="59870" y="0"/>
                      </a:moveTo>
                      <a:lnTo>
                        <a:pt x="71735" y="0"/>
                      </a:lnTo>
                      <a:lnTo>
                        <a:pt x="131181" y="141710"/>
                      </a:lnTo>
                      <a:lnTo>
                        <a:pt x="116289" y="141710"/>
                      </a:lnTo>
                      <a:lnTo>
                        <a:pt x="97765" y="97392"/>
                      </a:lnTo>
                      <a:lnTo>
                        <a:pt x="33476" y="97392"/>
                      </a:lnTo>
                      <a:lnTo>
                        <a:pt x="15134" y="141710"/>
                      </a:lnTo>
                      <a:lnTo>
                        <a:pt x="0" y="141710"/>
                      </a:lnTo>
                      <a:lnTo>
                        <a:pt x="59809" y="0"/>
                      </a:lnTo>
                      <a:close/>
                      <a:moveTo>
                        <a:pt x="94557" y="86417"/>
                      </a:moveTo>
                      <a:lnTo>
                        <a:pt x="65742" y="16372"/>
                      </a:lnTo>
                      <a:lnTo>
                        <a:pt x="36503" y="86417"/>
                      </a:lnTo>
                      <a:lnTo>
                        <a:pt x="94496" y="86417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" name="Freeform 186">
                  <a:extLst>
                    <a:ext uri="{FF2B5EF4-FFF2-40B4-BE49-F238E27FC236}">
                      <a16:creationId xmlns:a16="http://schemas.microsoft.com/office/drawing/2014/main" id="{A895B77A-23F3-37B1-3A7D-C2BCA3899537}"/>
                    </a:ext>
                  </a:extLst>
                </p:cNvPr>
                <p:cNvSpPr/>
                <p:nvPr/>
              </p:nvSpPr>
              <p:spPr>
                <a:xfrm>
                  <a:off x="571610" y="417977"/>
                  <a:ext cx="117076" cy="141769"/>
                </a:xfrm>
                <a:custGeom>
                  <a:avLst/>
                  <a:gdLst>
                    <a:gd name="connsiteX0" fmla="*/ 0 w 117076"/>
                    <a:gd name="connsiteY0" fmla="*/ 141710 h 141769"/>
                    <a:gd name="connsiteX1" fmla="*/ 0 w 117076"/>
                    <a:gd name="connsiteY1" fmla="*/ 0 h 141769"/>
                    <a:gd name="connsiteX2" fmla="*/ 48550 w 117076"/>
                    <a:gd name="connsiteY2" fmla="*/ 0 h 141769"/>
                    <a:gd name="connsiteX3" fmla="*/ 78454 w 117076"/>
                    <a:gd name="connsiteY3" fmla="*/ 5577 h 141769"/>
                    <a:gd name="connsiteX4" fmla="*/ 99823 w 117076"/>
                    <a:gd name="connsiteY4" fmla="*/ 20750 h 141769"/>
                    <a:gd name="connsiteX5" fmla="*/ 112718 w 117076"/>
                    <a:gd name="connsiteY5" fmla="*/ 43179 h 141769"/>
                    <a:gd name="connsiteX6" fmla="*/ 117076 w 117076"/>
                    <a:gd name="connsiteY6" fmla="*/ 70645 h 141769"/>
                    <a:gd name="connsiteX7" fmla="*/ 112233 w 117076"/>
                    <a:gd name="connsiteY7" fmla="*/ 99910 h 141769"/>
                    <a:gd name="connsiteX8" fmla="*/ 98431 w 117076"/>
                    <a:gd name="connsiteY8" fmla="*/ 122279 h 141769"/>
                    <a:gd name="connsiteX9" fmla="*/ 76880 w 117076"/>
                    <a:gd name="connsiteY9" fmla="*/ 136672 h 141769"/>
                    <a:gd name="connsiteX10" fmla="*/ 48550 w 117076"/>
                    <a:gd name="connsiteY10" fmla="*/ 141770 h 141769"/>
                    <a:gd name="connsiteX11" fmla="*/ 0 w 117076"/>
                    <a:gd name="connsiteY11" fmla="*/ 141770 h 141769"/>
                    <a:gd name="connsiteX12" fmla="*/ 102911 w 117076"/>
                    <a:gd name="connsiteY12" fmla="*/ 70645 h 141769"/>
                    <a:gd name="connsiteX13" fmla="*/ 99279 w 117076"/>
                    <a:gd name="connsiteY13" fmla="*/ 47197 h 141769"/>
                    <a:gd name="connsiteX14" fmla="*/ 88685 w 117076"/>
                    <a:gd name="connsiteY14" fmla="*/ 28726 h 141769"/>
                    <a:gd name="connsiteX15" fmla="*/ 71674 w 117076"/>
                    <a:gd name="connsiteY15" fmla="*/ 16672 h 141769"/>
                    <a:gd name="connsiteX16" fmla="*/ 48489 w 117076"/>
                    <a:gd name="connsiteY16" fmla="*/ 12414 h 141769"/>
                    <a:gd name="connsiteX17" fmla="*/ 14044 w 117076"/>
                    <a:gd name="connsiteY17" fmla="*/ 12414 h 141769"/>
                    <a:gd name="connsiteX18" fmla="*/ 14044 w 117076"/>
                    <a:gd name="connsiteY18" fmla="*/ 129356 h 141769"/>
                    <a:gd name="connsiteX19" fmla="*/ 48489 w 117076"/>
                    <a:gd name="connsiteY19" fmla="*/ 129356 h 141769"/>
                    <a:gd name="connsiteX20" fmla="*/ 71977 w 117076"/>
                    <a:gd name="connsiteY20" fmla="*/ 124858 h 141769"/>
                    <a:gd name="connsiteX21" fmla="*/ 88988 w 117076"/>
                    <a:gd name="connsiteY21" fmla="*/ 112504 h 141769"/>
                    <a:gd name="connsiteX22" fmla="*/ 99339 w 117076"/>
                    <a:gd name="connsiteY22" fmla="*/ 93973 h 141769"/>
                    <a:gd name="connsiteX23" fmla="*/ 102850 w 117076"/>
                    <a:gd name="connsiteY23" fmla="*/ 70705 h 141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17076" h="141769">
                      <a:moveTo>
                        <a:pt x="0" y="141710"/>
                      </a:moveTo>
                      <a:lnTo>
                        <a:pt x="0" y="0"/>
                      </a:lnTo>
                      <a:lnTo>
                        <a:pt x="48550" y="0"/>
                      </a:lnTo>
                      <a:cubicBezTo>
                        <a:pt x="59991" y="0"/>
                        <a:pt x="69919" y="1859"/>
                        <a:pt x="78454" y="5577"/>
                      </a:cubicBezTo>
                      <a:cubicBezTo>
                        <a:pt x="86990" y="9295"/>
                        <a:pt x="94073" y="14333"/>
                        <a:pt x="99823" y="20750"/>
                      </a:cubicBezTo>
                      <a:cubicBezTo>
                        <a:pt x="105514" y="27166"/>
                        <a:pt x="109812" y="34603"/>
                        <a:pt x="112718" y="43179"/>
                      </a:cubicBezTo>
                      <a:cubicBezTo>
                        <a:pt x="115623" y="51754"/>
                        <a:pt x="117076" y="60930"/>
                        <a:pt x="117076" y="70645"/>
                      </a:cubicBezTo>
                      <a:cubicBezTo>
                        <a:pt x="117076" y="81440"/>
                        <a:pt x="115442" y="91155"/>
                        <a:pt x="112233" y="99910"/>
                      </a:cubicBezTo>
                      <a:cubicBezTo>
                        <a:pt x="109025" y="108606"/>
                        <a:pt x="104424" y="116042"/>
                        <a:pt x="98431" y="122279"/>
                      </a:cubicBezTo>
                      <a:cubicBezTo>
                        <a:pt x="92438" y="128456"/>
                        <a:pt x="85295" y="133254"/>
                        <a:pt x="76880" y="136672"/>
                      </a:cubicBezTo>
                      <a:cubicBezTo>
                        <a:pt x="68466" y="140090"/>
                        <a:pt x="59022" y="141770"/>
                        <a:pt x="48550" y="141770"/>
                      </a:cubicBezTo>
                      <a:lnTo>
                        <a:pt x="0" y="141770"/>
                      </a:lnTo>
                      <a:close/>
                      <a:moveTo>
                        <a:pt x="102911" y="70645"/>
                      </a:moveTo>
                      <a:cubicBezTo>
                        <a:pt x="102911" y="62129"/>
                        <a:pt x="101700" y="54333"/>
                        <a:pt x="99279" y="47197"/>
                      </a:cubicBezTo>
                      <a:cubicBezTo>
                        <a:pt x="96857" y="40060"/>
                        <a:pt x="93346" y="33943"/>
                        <a:pt x="88685" y="28726"/>
                      </a:cubicBezTo>
                      <a:cubicBezTo>
                        <a:pt x="84084" y="23568"/>
                        <a:pt x="78394" y="19490"/>
                        <a:pt x="71674" y="16672"/>
                      </a:cubicBezTo>
                      <a:cubicBezTo>
                        <a:pt x="64955" y="13793"/>
                        <a:pt x="57206" y="12414"/>
                        <a:pt x="48489" y="12414"/>
                      </a:cubicBezTo>
                      <a:lnTo>
                        <a:pt x="14044" y="12414"/>
                      </a:lnTo>
                      <a:lnTo>
                        <a:pt x="14044" y="129356"/>
                      </a:lnTo>
                      <a:lnTo>
                        <a:pt x="48489" y="129356"/>
                      </a:lnTo>
                      <a:cubicBezTo>
                        <a:pt x="57327" y="129356"/>
                        <a:pt x="65197" y="127856"/>
                        <a:pt x="71977" y="124858"/>
                      </a:cubicBezTo>
                      <a:cubicBezTo>
                        <a:pt x="78757" y="121859"/>
                        <a:pt x="84447" y="117721"/>
                        <a:pt x="88988" y="112504"/>
                      </a:cubicBezTo>
                      <a:cubicBezTo>
                        <a:pt x="93528" y="107227"/>
                        <a:pt x="97039" y="101050"/>
                        <a:pt x="99339" y="93973"/>
                      </a:cubicBezTo>
                      <a:cubicBezTo>
                        <a:pt x="101700" y="86837"/>
                        <a:pt x="102850" y="79101"/>
                        <a:pt x="102850" y="70705"/>
                      </a:cubicBez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" name="Freeform 187">
                  <a:extLst>
                    <a:ext uri="{FF2B5EF4-FFF2-40B4-BE49-F238E27FC236}">
                      <a16:creationId xmlns:a16="http://schemas.microsoft.com/office/drawing/2014/main" id="{CC53A105-EB55-5322-0435-339B2B1FEC74}"/>
                    </a:ext>
                  </a:extLst>
                </p:cNvPr>
                <p:cNvSpPr/>
                <p:nvPr/>
              </p:nvSpPr>
              <p:spPr>
                <a:xfrm>
                  <a:off x="715624" y="417977"/>
                  <a:ext cx="96070" cy="141709"/>
                </a:xfrm>
                <a:custGeom>
                  <a:avLst/>
                  <a:gdLst>
                    <a:gd name="connsiteX0" fmla="*/ 96070 w 96070"/>
                    <a:gd name="connsiteY0" fmla="*/ 129356 h 141709"/>
                    <a:gd name="connsiteX1" fmla="*/ 96070 w 96070"/>
                    <a:gd name="connsiteY1" fmla="*/ 141710 h 141709"/>
                    <a:gd name="connsiteX2" fmla="*/ 0 w 96070"/>
                    <a:gd name="connsiteY2" fmla="*/ 141710 h 141709"/>
                    <a:gd name="connsiteX3" fmla="*/ 0 w 96070"/>
                    <a:gd name="connsiteY3" fmla="*/ 0 h 141709"/>
                    <a:gd name="connsiteX4" fmla="*/ 94254 w 96070"/>
                    <a:gd name="connsiteY4" fmla="*/ 0 h 141709"/>
                    <a:gd name="connsiteX5" fmla="*/ 94254 w 96070"/>
                    <a:gd name="connsiteY5" fmla="*/ 12354 h 141709"/>
                    <a:gd name="connsiteX6" fmla="*/ 14105 w 96070"/>
                    <a:gd name="connsiteY6" fmla="*/ 12354 h 141709"/>
                    <a:gd name="connsiteX7" fmla="*/ 14105 w 96070"/>
                    <a:gd name="connsiteY7" fmla="*/ 63448 h 141709"/>
                    <a:gd name="connsiteX8" fmla="*/ 84024 w 96070"/>
                    <a:gd name="connsiteY8" fmla="*/ 63448 h 141709"/>
                    <a:gd name="connsiteX9" fmla="*/ 84024 w 96070"/>
                    <a:gd name="connsiteY9" fmla="*/ 75203 h 141709"/>
                    <a:gd name="connsiteX10" fmla="*/ 14105 w 96070"/>
                    <a:gd name="connsiteY10" fmla="*/ 75203 h 141709"/>
                    <a:gd name="connsiteX11" fmla="*/ 14105 w 96070"/>
                    <a:gd name="connsiteY11" fmla="*/ 129296 h 141709"/>
                    <a:gd name="connsiteX12" fmla="*/ 96070 w 96070"/>
                    <a:gd name="connsiteY12" fmla="*/ 129296 h 141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6070" h="141709">
                      <a:moveTo>
                        <a:pt x="96070" y="129356"/>
                      </a:moveTo>
                      <a:lnTo>
                        <a:pt x="96070" y="141710"/>
                      </a:lnTo>
                      <a:lnTo>
                        <a:pt x="0" y="141710"/>
                      </a:lnTo>
                      <a:lnTo>
                        <a:pt x="0" y="0"/>
                      </a:lnTo>
                      <a:lnTo>
                        <a:pt x="94254" y="0"/>
                      </a:lnTo>
                      <a:lnTo>
                        <a:pt x="94254" y="12354"/>
                      </a:lnTo>
                      <a:lnTo>
                        <a:pt x="14105" y="12354"/>
                      </a:lnTo>
                      <a:lnTo>
                        <a:pt x="14105" y="63448"/>
                      </a:lnTo>
                      <a:lnTo>
                        <a:pt x="84024" y="63448"/>
                      </a:lnTo>
                      <a:lnTo>
                        <a:pt x="84024" y="75203"/>
                      </a:lnTo>
                      <a:lnTo>
                        <a:pt x="14105" y="75203"/>
                      </a:lnTo>
                      <a:lnTo>
                        <a:pt x="14105" y="129296"/>
                      </a:lnTo>
                      <a:lnTo>
                        <a:pt x="96070" y="129296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68" name="Freeform 179">
                <a:extLst>
                  <a:ext uri="{FF2B5EF4-FFF2-40B4-BE49-F238E27FC236}">
                    <a16:creationId xmlns:a16="http://schemas.microsoft.com/office/drawing/2014/main" id="{F4B79E7A-5EF8-ECA9-FD7E-2924CEBED9AD}"/>
                  </a:ext>
                </a:extLst>
              </p:cNvPr>
              <p:cNvSpPr/>
              <p:nvPr/>
            </p:nvSpPr>
            <p:spPr>
              <a:xfrm>
                <a:off x="852314" y="214977"/>
                <a:ext cx="383554" cy="406897"/>
              </a:xfrm>
              <a:custGeom>
                <a:avLst/>
                <a:gdLst>
                  <a:gd name="connsiteX0" fmla="*/ 156788 w 383554"/>
                  <a:gd name="connsiteY0" fmla="*/ 0 h 406897"/>
                  <a:gd name="connsiteX1" fmla="*/ 227372 w 383554"/>
                  <a:gd name="connsiteY1" fmla="*/ 0 h 406897"/>
                  <a:gd name="connsiteX2" fmla="*/ 383555 w 383554"/>
                  <a:gd name="connsiteY2" fmla="*/ 406898 h 406897"/>
                  <a:gd name="connsiteX3" fmla="*/ 301408 w 383554"/>
                  <a:gd name="connsiteY3" fmla="*/ 406898 h 406897"/>
                  <a:gd name="connsiteX4" fmla="*/ 263209 w 383554"/>
                  <a:gd name="connsiteY4" fmla="*/ 305488 h 406897"/>
                  <a:gd name="connsiteX5" fmla="*/ 119740 w 383554"/>
                  <a:gd name="connsiteY5" fmla="*/ 305488 h 406897"/>
                  <a:gd name="connsiteX6" fmla="*/ 82147 w 383554"/>
                  <a:gd name="connsiteY6" fmla="*/ 406898 h 406897"/>
                  <a:gd name="connsiteX7" fmla="*/ 0 w 383554"/>
                  <a:gd name="connsiteY7" fmla="*/ 406898 h 406897"/>
                  <a:gd name="connsiteX8" fmla="*/ 156788 w 383554"/>
                  <a:gd name="connsiteY8" fmla="*/ 0 h 406897"/>
                  <a:gd name="connsiteX9" fmla="*/ 248802 w 383554"/>
                  <a:gd name="connsiteY9" fmla="*/ 249836 h 406897"/>
                  <a:gd name="connsiteX10" fmla="*/ 192140 w 383554"/>
                  <a:gd name="connsiteY10" fmla="*/ 89955 h 406897"/>
                  <a:gd name="connsiteX11" fmla="*/ 133118 w 383554"/>
                  <a:gd name="connsiteY11" fmla="*/ 249836 h 406897"/>
                  <a:gd name="connsiteX12" fmla="*/ 248802 w 383554"/>
                  <a:gd name="connsiteY12" fmla="*/ 249836 h 40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3554" h="406897">
                    <a:moveTo>
                      <a:pt x="156788" y="0"/>
                    </a:moveTo>
                    <a:lnTo>
                      <a:pt x="227372" y="0"/>
                    </a:lnTo>
                    <a:lnTo>
                      <a:pt x="383555" y="406898"/>
                    </a:lnTo>
                    <a:lnTo>
                      <a:pt x="301408" y="406898"/>
                    </a:lnTo>
                    <a:lnTo>
                      <a:pt x="263209" y="305488"/>
                    </a:lnTo>
                    <a:lnTo>
                      <a:pt x="119740" y="305488"/>
                    </a:lnTo>
                    <a:lnTo>
                      <a:pt x="82147" y="406898"/>
                    </a:lnTo>
                    <a:lnTo>
                      <a:pt x="0" y="406898"/>
                    </a:lnTo>
                    <a:lnTo>
                      <a:pt x="156788" y="0"/>
                    </a:lnTo>
                    <a:close/>
                    <a:moveTo>
                      <a:pt x="248802" y="249836"/>
                    </a:moveTo>
                    <a:lnTo>
                      <a:pt x="192140" y="89955"/>
                    </a:lnTo>
                    <a:lnTo>
                      <a:pt x="133118" y="249836"/>
                    </a:lnTo>
                    <a:lnTo>
                      <a:pt x="248802" y="249836"/>
                    </a:lnTo>
                    <a:close/>
                  </a:path>
                </a:pathLst>
              </a:custGeom>
              <a:solidFill>
                <a:srgbClr val="AC5F27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 180">
                <a:extLst>
                  <a:ext uri="{FF2B5EF4-FFF2-40B4-BE49-F238E27FC236}">
                    <a16:creationId xmlns:a16="http://schemas.microsoft.com/office/drawing/2014/main" id="{0A165A05-7A32-A5CC-907F-39A706C13BCC}"/>
                  </a:ext>
                </a:extLst>
              </p:cNvPr>
              <p:cNvSpPr/>
              <p:nvPr/>
            </p:nvSpPr>
            <p:spPr>
              <a:xfrm>
                <a:off x="1143067" y="206042"/>
                <a:ext cx="175553" cy="180390"/>
              </a:xfrm>
              <a:custGeom>
                <a:avLst/>
                <a:gdLst>
                  <a:gd name="connsiteX0" fmla="*/ 175554 w 175553"/>
                  <a:gd name="connsiteY0" fmla="*/ 70405 h 180390"/>
                  <a:gd name="connsiteX1" fmla="*/ 175554 w 175553"/>
                  <a:gd name="connsiteY1" fmla="*/ 109985 h 180390"/>
                  <a:gd name="connsiteX2" fmla="*/ 109994 w 175553"/>
                  <a:gd name="connsiteY2" fmla="*/ 109985 h 180390"/>
                  <a:gd name="connsiteX3" fmla="*/ 109994 w 175553"/>
                  <a:gd name="connsiteY3" fmla="*/ 180390 h 180390"/>
                  <a:gd name="connsiteX4" fmla="*/ 65560 w 175553"/>
                  <a:gd name="connsiteY4" fmla="*/ 180390 h 180390"/>
                  <a:gd name="connsiteX5" fmla="*/ 65560 w 175553"/>
                  <a:gd name="connsiteY5" fmla="*/ 109985 h 180390"/>
                  <a:gd name="connsiteX6" fmla="*/ 0 w 175553"/>
                  <a:gd name="connsiteY6" fmla="*/ 109985 h 180390"/>
                  <a:gd name="connsiteX7" fmla="*/ 0 w 175553"/>
                  <a:gd name="connsiteY7" fmla="*/ 70405 h 180390"/>
                  <a:gd name="connsiteX8" fmla="*/ 65560 w 175553"/>
                  <a:gd name="connsiteY8" fmla="*/ 70405 h 180390"/>
                  <a:gd name="connsiteX9" fmla="*/ 65560 w 175553"/>
                  <a:gd name="connsiteY9" fmla="*/ 0 h 180390"/>
                  <a:gd name="connsiteX10" fmla="*/ 109994 w 175553"/>
                  <a:gd name="connsiteY10" fmla="*/ 0 h 180390"/>
                  <a:gd name="connsiteX11" fmla="*/ 109994 w 175553"/>
                  <a:gd name="connsiteY11" fmla="*/ 70405 h 180390"/>
                  <a:gd name="connsiteX12" fmla="*/ 175554 w 175553"/>
                  <a:gd name="connsiteY12" fmla="*/ 70405 h 180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5553" h="180390">
                    <a:moveTo>
                      <a:pt x="175554" y="70405"/>
                    </a:moveTo>
                    <a:lnTo>
                      <a:pt x="175554" y="109985"/>
                    </a:lnTo>
                    <a:lnTo>
                      <a:pt x="109994" y="109985"/>
                    </a:lnTo>
                    <a:lnTo>
                      <a:pt x="109994" y="180390"/>
                    </a:lnTo>
                    <a:lnTo>
                      <a:pt x="65560" y="180390"/>
                    </a:lnTo>
                    <a:lnTo>
                      <a:pt x="65560" y="109985"/>
                    </a:lnTo>
                    <a:lnTo>
                      <a:pt x="0" y="109985"/>
                    </a:lnTo>
                    <a:lnTo>
                      <a:pt x="0" y="70405"/>
                    </a:lnTo>
                    <a:lnTo>
                      <a:pt x="65560" y="70405"/>
                    </a:lnTo>
                    <a:lnTo>
                      <a:pt x="65560" y="0"/>
                    </a:lnTo>
                    <a:lnTo>
                      <a:pt x="109994" y="0"/>
                    </a:lnTo>
                    <a:lnTo>
                      <a:pt x="109994" y="70405"/>
                    </a:lnTo>
                    <a:lnTo>
                      <a:pt x="175554" y="70405"/>
                    </a:lnTo>
                    <a:close/>
                  </a:path>
                </a:pathLst>
              </a:custGeom>
              <a:solidFill>
                <a:srgbClr val="AC5F27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 181">
                <a:extLst>
                  <a:ext uri="{FF2B5EF4-FFF2-40B4-BE49-F238E27FC236}">
                    <a16:creationId xmlns:a16="http://schemas.microsoft.com/office/drawing/2014/main" id="{E514A1CC-6B24-C251-D849-BB3EE288E57F}"/>
                  </a:ext>
                </a:extLst>
              </p:cNvPr>
              <p:cNvSpPr/>
              <p:nvPr/>
            </p:nvSpPr>
            <p:spPr>
              <a:xfrm>
                <a:off x="844323" y="212099"/>
                <a:ext cx="383554" cy="406897"/>
              </a:xfrm>
              <a:custGeom>
                <a:avLst/>
                <a:gdLst>
                  <a:gd name="connsiteX0" fmla="*/ 156788 w 383554"/>
                  <a:gd name="connsiteY0" fmla="*/ 0 h 406897"/>
                  <a:gd name="connsiteX1" fmla="*/ 227372 w 383554"/>
                  <a:gd name="connsiteY1" fmla="*/ 0 h 406897"/>
                  <a:gd name="connsiteX2" fmla="*/ 383555 w 383554"/>
                  <a:gd name="connsiteY2" fmla="*/ 406898 h 406897"/>
                  <a:gd name="connsiteX3" fmla="*/ 301407 w 383554"/>
                  <a:gd name="connsiteY3" fmla="*/ 406898 h 406897"/>
                  <a:gd name="connsiteX4" fmla="*/ 263209 w 383554"/>
                  <a:gd name="connsiteY4" fmla="*/ 305488 h 406897"/>
                  <a:gd name="connsiteX5" fmla="*/ 119740 w 383554"/>
                  <a:gd name="connsiteY5" fmla="*/ 305488 h 406897"/>
                  <a:gd name="connsiteX6" fmla="*/ 82147 w 383554"/>
                  <a:gd name="connsiteY6" fmla="*/ 406898 h 406897"/>
                  <a:gd name="connsiteX7" fmla="*/ 0 w 383554"/>
                  <a:gd name="connsiteY7" fmla="*/ 406898 h 406897"/>
                  <a:gd name="connsiteX8" fmla="*/ 156788 w 383554"/>
                  <a:gd name="connsiteY8" fmla="*/ 0 h 406897"/>
                  <a:gd name="connsiteX9" fmla="*/ 248741 w 383554"/>
                  <a:gd name="connsiteY9" fmla="*/ 249896 h 406897"/>
                  <a:gd name="connsiteX10" fmla="*/ 192080 w 383554"/>
                  <a:gd name="connsiteY10" fmla="*/ 90015 h 406897"/>
                  <a:gd name="connsiteX11" fmla="*/ 133058 w 383554"/>
                  <a:gd name="connsiteY11" fmla="*/ 249896 h 406897"/>
                  <a:gd name="connsiteX12" fmla="*/ 248741 w 383554"/>
                  <a:gd name="connsiteY12" fmla="*/ 249896 h 40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3554" h="406897">
                    <a:moveTo>
                      <a:pt x="156788" y="0"/>
                    </a:moveTo>
                    <a:lnTo>
                      <a:pt x="227372" y="0"/>
                    </a:lnTo>
                    <a:lnTo>
                      <a:pt x="383555" y="406898"/>
                    </a:lnTo>
                    <a:lnTo>
                      <a:pt x="301407" y="406898"/>
                    </a:lnTo>
                    <a:lnTo>
                      <a:pt x="263209" y="305488"/>
                    </a:lnTo>
                    <a:lnTo>
                      <a:pt x="119740" y="305488"/>
                    </a:lnTo>
                    <a:lnTo>
                      <a:pt x="82147" y="406898"/>
                    </a:lnTo>
                    <a:lnTo>
                      <a:pt x="0" y="406898"/>
                    </a:lnTo>
                    <a:lnTo>
                      <a:pt x="156788" y="0"/>
                    </a:lnTo>
                    <a:close/>
                    <a:moveTo>
                      <a:pt x="248741" y="249896"/>
                    </a:moveTo>
                    <a:lnTo>
                      <a:pt x="192080" y="90015"/>
                    </a:lnTo>
                    <a:lnTo>
                      <a:pt x="133058" y="249896"/>
                    </a:lnTo>
                    <a:lnTo>
                      <a:pt x="248741" y="249896"/>
                    </a:lnTo>
                    <a:close/>
                  </a:path>
                </a:pathLst>
              </a:custGeom>
              <a:solidFill>
                <a:srgbClr val="DF8026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 182">
                <a:extLst>
                  <a:ext uri="{FF2B5EF4-FFF2-40B4-BE49-F238E27FC236}">
                    <a16:creationId xmlns:a16="http://schemas.microsoft.com/office/drawing/2014/main" id="{2D928206-CB81-E174-1596-F3653E5E81DF}"/>
                  </a:ext>
                </a:extLst>
              </p:cNvPr>
              <p:cNvSpPr/>
              <p:nvPr/>
            </p:nvSpPr>
            <p:spPr>
              <a:xfrm>
                <a:off x="1137437" y="206042"/>
                <a:ext cx="175553" cy="180390"/>
              </a:xfrm>
              <a:custGeom>
                <a:avLst/>
                <a:gdLst>
                  <a:gd name="connsiteX0" fmla="*/ 175554 w 175553"/>
                  <a:gd name="connsiteY0" fmla="*/ 70405 h 180390"/>
                  <a:gd name="connsiteX1" fmla="*/ 175554 w 175553"/>
                  <a:gd name="connsiteY1" fmla="*/ 109985 h 180390"/>
                  <a:gd name="connsiteX2" fmla="*/ 109993 w 175553"/>
                  <a:gd name="connsiteY2" fmla="*/ 109985 h 180390"/>
                  <a:gd name="connsiteX3" fmla="*/ 109993 w 175553"/>
                  <a:gd name="connsiteY3" fmla="*/ 180390 h 180390"/>
                  <a:gd name="connsiteX4" fmla="*/ 65560 w 175553"/>
                  <a:gd name="connsiteY4" fmla="*/ 180390 h 180390"/>
                  <a:gd name="connsiteX5" fmla="*/ 65560 w 175553"/>
                  <a:gd name="connsiteY5" fmla="*/ 109985 h 180390"/>
                  <a:gd name="connsiteX6" fmla="*/ 0 w 175553"/>
                  <a:gd name="connsiteY6" fmla="*/ 109985 h 180390"/>
                  <a:gd name="connsiteX7" fmla="*/ 0 w 175553"/>
                  <a:gd name="connsiteY7" fmla="*/ 70405 h 180390"/>
                  <a:gd name="connsiteX8" fmla="*/ 65560 w 175553"/>
                  <a:gd name="connsiteY8" fmla="*/ 70405 h 180390"/>
                  <a:gd name="connsiteX9" fmla="*/ 65560 w 175553"/>
                  <a:gd name="connsiteY9" fmla="*/ 0 h 180390"/>
                  <a:gd name="connsiteX10" fmla="*/ 109993 w 175553"/>
                  <a:gd name="connsiteY10" fmla="*/ 0 h 180390"/>
                  <a:gd name="connsiteX11" fmla="*/ 109993 w 175553"/>
                  <a:gd name="connsiteY11" fmla="*/ 70405 h 180390"/>
                  <a:gd name="connsiteX12" fmla="*/ 175554 w 175553"/>
                  <a:gd name="connsiteY12" fmla="*/ 70405 h 180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5553" h="180390">
                    <a:moveTo>
                      <a:pt x="175554" y="70405"/>
                    </a:moveTo>
                    <a:lnTo>
                      <a:pt x="175554" y="109985"/>
                    </a:lnTo>
                    <a:lnTo>
                      <a:pt x="109993" y="109985"/>
                    </a:lnTo>
                    <a:lnTo>
                      <a:pt x="109993" y="180390"/>
                    </a:lnTo>
                    <a:lnTo>
                      <a:pt x="65560" y="180390"/>
                    </a:lnTo>
                    <a:lnTo>
                      <a:pt x="65560" y="109985"/>
                    </a:lnTo>
                    <a:lnTo>
                      <a:pt x="0" y="109985"/>
                    </a:lnTo>
                    <a:lnTo>
                      <a:pt x="0" y="70405"/>
                    </a:lnTo>
                    <a:lnTo>
                      <a:pt x="65560" y="70405"/>
                    </a:lnTo>
                    <a:lnTo>
                      <a:pt x="65560" y="0"/>
                    </a:lnTo>
                    <a:lnTo>
                      <a:pt x="109993" y="0"/>
                    </a:lnTo>
                    <a:lnTo>
                      <a:pt x="109993" y="70405"/>
                    </a:lnTo>
                    <a:lnTo>
                      <a:pt x="175554" y="70405"/>
                    </a:lnTo>
                    <a:close/>
                  </a:path>
                </a:pathLst>
              </a:custGeom>
              <a:solidFill>
                <a:srgbClr val="DF8026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" name="Graphic 6">
              <a:extLst>
                <a:ext uri="{FF2B5EF4-FFF2-40B4-BE49-F238E27FC236}">
                  <a16:creationId xmlns:a16="http://schemas.microsoft.com/office/drawing/2014/main" id="{496A2104-19F8-E741-7000-824C328338B6}"/>
                </a:ext>
              </a:extLst>
            </p:cNvPr>
            <p:cNvGrpSpPr/>
            <p:nvPr/>
          </p:nvGrpSpPr>
          <p:grpSpPr>
            <a:xfrm>
              <a:off x="1893513" y="205261"/>
              <a:ext cx="1838187" cy="524499"/>
              <a:chOff x="1605379" y="205262"/>
              <a:chExt cx="1462604" cy="417332"/>
            </a:xfrm>
          </p:grpSpPr>
          <p:grpSp>
            <p:nvGrpSpPr>
              <p:cNvPr id="16" name="Graphic 6">
                <a:extLst>
                  <a:ext uri="{FF2B5EF4-FFF2-40B4-BE49-F238E27FC236}">
                    <a16:creationId xmlns:a16="http://schemas.microsoft.com/office/drawing/2014/main" id="{54180F97-B1E6-8DEA-E0AE-9F62ECE9DCED}"/>
                  </a:ext>
                </a:extLst>
              </p:cNvPr>
              <p:cNvGrpSpPr/>
              <p:nvPr/>
            </p:nvGrpSpPr>
            <p:grpSpPr>
              <a:xfrm>
                <a:off x="1605379" y="205262"/>
                <a:ext cx="443000" cy="417332"/>
                <a:chOff x="1605379" y="205262"/>
                <a:chExt cx="443000" cy="417332"/>
              </a:xfrm>
            </p:grpSpPr>
            <p:sp>
              <p:nvSpPr>
                <p:cNvPr id="53" name="Freeform 164">
                  <a:extLst>
                    <a:ext uri="{FF2B5EF4-FFF2-40B4-BE49-F238E27FC236}">
                      <a16:creationId xmlns:a16="http://schemas.microsoft.com/office/drawing/2014/main" id="{3EE733B3-AFF1-C802-DAB4-7184AC962722}"/>
                    </a:ext>
                  </a:extLst>
                </p:cNvPr>
                <p:cNvSpPr/>
                <p:nvPr/>
              </p:nvSpPr>
              <p:spPr>
                <a:xfrm>
                  <a:off x="1605379" y="205262"/>
                  <a:ext cx="443000" cy="237601"/>
                </a:xfrm>
                <a:custGeom>
                  <a:avLst/>
                  <a:gdLst>
                    <a:gd name="connsiteX0" fmla="*/ 80936 w 443000"/>
                    <a:gd name="connsiteY0" fmla="*/ 215413 h 237601"/>
                    <a:gd name="connsiteX1" fmla="*/ 34505 w 443000"/>
                    <a:gd name="connsiteY1" fmla="*/ 170495 h 237601"/>
                    <a:gd name="connsiteX2" fmla="*/ 163689 w 443000"/>
                    <a:gd name="connsiteY2" fmla="*/ 151904 h 237601"/>
                    <a:gd name="connsiteX3" fmla="*/ 221500 w 443000"/>
                    <a:gd name="connsiteY3" fmla="*/ 35922 h 237601"/>
                    <a:gd name="connsiteX4" fmla="*/ 279312 w 443000"/>
                    <a:gd name="connsiteY4" fmla="*/ 151904 h 237601"/>
                    <a:gd name="connsiteX5" fmla="*/ 408495 w 443000"/>
                    <a:gd name="connsiteY5" fmla="*/ 170495 h 237601"/>
                    <a:gd name="connsiteX6" fmla="*/ 362004 w 443000"/>
                    <a:gd name="connsiteY6" fmla="*/ 215413 h 237601"/>
                    <a:gd name="connsiteX7" fmla="*/ 362004 w 443000"/>
                    <a:gd name="connsiteY7" fmla="*/ 237602 h 237601"/>
                    <a:gd name="connsiteX8" fmla="*/ 443001 w 443000"/>
                    <a:gd name="connsiteY8" fmla="*/ 159401 h 237601"/>
                    <a:gd name="connsiteX9" fmla="*/ 289906 w 443000"/>
                    <a:gd name="connsiteY9" fmla="*/ 137392 h 237601"/>
                    <a:gd name="connsiteX10" fmla="*/ 221500 w 443000"/>
                    <a:gd name="connsiteY10" fmla="*/ 0 h 237601"/>
                    <a:gd name="connsiteX11" fmla="*/ 153034 w 443000"/>
                    <a:gd name="connsiteY11" fmla="*/ 137392 h 237601"/>
                    <a:gd name="connsiteX12" fmla="*/ 0 w 443000"/>
                    <a:gd name="connsiteY12" fmla="*/ 159401 h 237601"/>
                    <a:gd name="connsiteX13" fmla="*/ 80936 w 443000"/>
                    <a:gd name="connsiteY13" fmla="*/ 237602 h 237601"/>
                    <a:gd name="connsiteX14" fmla="*/ 80936 w 443000"/>
                    <a:gd name="connsiteY14" fmla="*/ 215413 h 237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43000" h="237601">
                      <a:moveTo>
                        <a:pt x="80936" y="215413"/>
                      </a:moveTo>
                      <a:lnTo>
                        <a:pt x="34505" y="170495"/>
                      </a:lnTo>
                      <a:lnTo>
                        <a:pt x="163689" y="151904"/>
                      </a:lnTo>
                      <a:lnTo>
                        <a:pt x="221500" y="35922"/>
                      </a:lnTo>
                      <a:lnTo>
                        <a:pt x="279312" y="151904"/>
                      </a:lnTo>
                      <a:lnTo>
                        <a:pt x="408495" y="170495"/>
                      </a:lnTo>
                      <a:lnTo>
                        <a:pt x="362004" y="215413"/>
                      </a:lnTo>
                      <a:lnTo>
                        <a:pt x="362004" y="237602"/>
                      </a:lnTo>
                      <a:lnTo>
                        <a:pt x="443001" y="159401"/>
                      </a:lnTo>
                      <a:lnTo>
                        <a:pt x="289906" y="137392"/>
                      </a:lnTo>
                      <a:lnTo>
                        <a:pt x="221500" y="0"/>
                      </a:lnTo>
                      <a:lnTo>
                        <a:pt x="153034" y="137392"/>
                      </a:lnTo>
                      <a:lnTo>
                        <a:pt x="0" y="159401"/>
                      </a:lnTo>
                      <a:lnTo>
                        <a:pt x="80936" y="237602"/>
                      </a:lnTo>
                      <a:lnTo>
                        <a:pt x="80936" y="215413"/>
                      </a:lnTo>
                      <a:close/>
                    </a:path>
                  </a:pathLst>
                </a:custGeom>
                <a:solidFill>
                  <a:srgbClr val="F28128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" name="Freeform 165">
                  <a:extLst>
                    <a:ext uri="{FF2B5EF4-FFF2-40B4-BE49-F238E27FC236}">
                      <a16:creationId xmlns:a16="http://schemas.microsoft.com/office/drawing/2014/main" id="{3A746A03-54DC-C02E-9B02-B86CF4ADF007}"/>
                    </a:ext>
                  </a:extLst>
                </p:cNvPr>
                <p:cNvSpPr/>
                <p:nvPr/>
              </p:nvSpPr>
              <p:spPr>
                <a:xfrm>
                  <a:off x="1690008" y="525683"/>
                  <a:ext cx="273742" cy="96911"/>
                </a:xfrm>
                <a:custGeom>
                  <a:avLst/>
                  <a:gdLst>
                    <a:gd name="connsiteX0" fmla="*/ 240690 w 273742"/>
                    <a:gd name="connsiteY0" fmla="*/ 0 h 96911"/>
                    <a:gd name="connsiteX1" fmla="*/ 252434 w 273742"/>
                    <a:gd name="connsiteY1" fmla="*/ 67886 h 96911"/>
                    <a:gd name="connsiteX2" fmla="*/ 136871 w 273742"/>
                    <a:gd name="connsiteY2" fmla="*/ 7676 h 96911"/>
                    <a:gd name="connsiteX3" fmla="*/ 21309 w 273742"/>
                    <a:gd name="connsiteY3" fmla="*/ 67886 h 96911"/>
                    <a:gd name="connsiteX4" fmla="*/ 33052 w 273742"/>
                    <a:gd name="connsiteY4" fmla="*/ 0 h 96911"/>
                    <a:gd name="connsiteX5" fmla="*/ 16768 w 273742"/>
                    <a:gd name="connsiteY5" fmla="*/ 0 h 96911"/>
                    <a:gd name="connsiteX6" fmla="*/ 0 w 273742"/>
                    <a:gd name="connsiteY6" fmla="*/ 96912 h 96911"/>
                    <a:gd name="connsiteX7" fmla="*/ 136871 w 273742"/>
                    <a:gd name="connsiteY7" fmla="*/ 25667 h 96911"/>
                    <a:gd name="connsiteX8" fmla="*/ 273743 w 273742"/>
                    <a:gd name="connsiteY8" fmla="*/ 96912 h 96911"/>
                    <a:gd name="connsiteX9" fmla="*/ 256974 w 273742"/>
                    <a:gd name="connsiteY9" fmla="*/ 0 h 96911"/>
                    <a:gd name="connsiteX10" fmla="*/ 240690 w 273742"/>
                    <a:gd name="connsiteY10" fmla="*/ 0 h 969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73742" h="96911">
                      <a:moveTo>
                        <a:pt x="240690" y="0"/>
                      </a:moveTo>
                      <a:lnTo>
                        <a:pt x="252434" y="67886"/>
                      </a:lnTo>
                      <a:lnTo>
                        <a:pt x="136871" y="7676"/>
                      </a:lnTo>
                      <a:lnTo>
                        <a:pt x="21309" y="67886"/>
                      </a:lnTo>
                      <a:lnTo>
                        <a:pt x="33052" y="0"/>
                      </a:lnTo>
                      <a:lnTo>
                        <a:pt x="16768" y="0"/>
                      </a:lnTo>
                      <a:lnTo>
                        <a:pt x="0" y="96912"/>
                      </a:lnTo>
                      <a:lnTo>
                        <a:pt x="136871" y="25667"/>
                      </a:lnTo>
                      <a:lnTo>
                        <a:pt x="273743" y="96912"/>
                      </a:lnTo>
                      <a:lnTo>
                        <a:pt x="256974" y="0"/>
                      </a:lnTo>
                      <a:lnTo>
                        <a:pt x="240690" y="0"/>
                      </a:lnTo>
                      <a:close/>
                    </a:path>
                  </a:pathLst>
                </a:custGeom>
                <a:solidFill>
                  <a:srgbClr val="585860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55" name="Graphic 6">
                  <a:extLst>
                    <a:ext uri="{FF2B5EF4-FFF2-40B4-BE49-F238E27FC236}">
                      <a16:creationId xmlns:a16="http://schemas.microsoft.com/office/drawing/2014/main" id="{0516BFF2-D526-8C05-667A-73AB90888C8A}"/>
                    </a:ext>
                  </a:extLst>
                </p:cNvPr>
                <p:cNvGrpSpPr/>
                <p:nvPr/>
              </p:nvGrpSpPr>
              <p:grpSpPr>
                <a:xfrm>
                  <a:off x="1711558" y="380975"/>
                  <a:ext cx="231125" cy="61889"/>
                  <a:chOff x="1711558" y="380975"/>
                  <a:chExt cx="231125" cy="61889"/>
                </a:xfrm>
                <a:solidFill>
                  <a:srgbClr val="585860"/>
                </a:solidFill>
              </p:grpSpPr>
              <p:sp>
                <p:nvSpPr>
                  <p:cNvPr id="61" name="Freeform 172">
                    <a:extLst>
                      <a:ext uri="{FF2B5EF4-FFF2-40B4-BE49-F238E27FC236}">
                        <a16:creationId xmlns:a16="http://schemas.microsoft.com/office/drawing/2014/main" id="{DEA8752E-D7D5-EABA-BBDF-B1F851FFDA75}"/>
                      </a:ext>
                    </a:extLst>
                  </p:cNvPr>
                  <p:cNvSpPr/>
                  <p:nvPr/>
                </p:nvSpPr>
                <p:spPr>
                  <a:xfrm>
                    <a:off x="1711558" y="380975"/>
                    <a:ext cx="53876" cy="61889"/>
                  </a:xfrm>
                  <a:custGeom>
                    <a:avLst/>
                    <a:gdLst>
                      <a:gd name="connsiteX0" fmla="*/ 61 w 53876"/>
                      <a:gd name="connsiteY0" fmla="*/ 61889 h 61889"/>
                      <a:gd name="connsiteX1" fmla="*/ 61 w 53876"/>
                      <a:gd name="connsiteY1" fmla="*/ 55352 h 61889"/>
                      <a:gd name="connsiteX2" fmla="*/ 6901 w 53876"/>
                      <a:gd name="connsiteY2" fmla="*/ 54093 h 61889"/>
                      <a:gd name="connsiteX3" fmla="*/ 6901 w 53876"/>
                      <a:gd name="connsiteY3" fmla="*/ 7856 h 61889"/>
                      <a:gd name="connsiteX4" fmla="*/ 61 w 53876"/>
                      <a:gd name="connsiteY4" fmla="*/ 6597 h 61889"/>
                      <a:gd name="connsiteX5" fmla="*/ 61 w 53876"/>
                      <a:gd name="connsiteY5" fmla="*/ 0 h 61889"/>
                      <a:gd name="connsiteX6" fmla="*/ 28936 w 53876"/>
                      <a:gd name="connsiteY6" fmla="*/ 0 h 61889"/>
                      <a:gd name="connsiteX7" fmla="*/ 40922 w 53876"/>
                      <a:gd name="connsiteY7" fmla="*/ 2159 h 61889"/>
                      <a:gd name="connsiteX8" fmla="*/ 48489 w 53876"/>
                      <a:gd name="connsiteY8" fmla="*/ 8276 h 61889"/>
                      <a:gd name="connsiteX9" fmla="*/ 51092 w 53876"/>
                      <a:gd name="connsiteY9" fmla="*/ 17931 h 61889"/>
                      <a:gd name="connsiteX10" fmla="*/ 48489 w 53876"/>
                      <a:gd name="connsiteY10" fmla="*/ 27406 h 61889"/>
                      <a:gd name="connsiteX11" fmla="*/ 41225 w 53876"/>
                      <a:gd name="connsiteY11" fmla="*/ 33703 h 61889"/>
                      <a:gd name="connsiteX12" fmla="*/ 30328 w 53876"/>
                      <a:gd name="connsiteY12" fmla="*/ 36042 h 61889"/>
                      <a:gd name="connsiteX13" fmla="*/ 17616 w 53876"/>
                      <a:gd name="connsiteY13" fmla="*/ 36162 h 61889"/>
                      <a:gd name="connsiteX14" fmla="*/ 17616 w 53876"/>
                      <a:gd name="connsiteY14" fmla="*/ 54093 h 61889"/>
                      <a:gd name="connsiteX15" fmla="*/ 24456 w 53876"/>
                      <a:gd name="connsiteY15" fmla="*/ 55352 h 61889"/>
                      <a:gd name="connsiteX16" fmla="*/ 24456 w 53876"/>
                      <a:gd name="connsiteY16" fmla="*/ 61889 h 61889"/>
                      <a:gd name="connsiteX17" fmla="*/ 0 w 53876"/>
                      <a:gd name="connsiteY17" fmla="*/ 61889 h 61889"/>
                      <a:gd name="connsiteX18" fmla="*/ 17737 w 53876"/>
                      <a:gd name="connsiteY18" fmla="*/ 27766 h 61889"/>
                      <a:gd name="connsiteX19" fmla="*/ 28512 w 53876"/>
                      <a:gd name="connsiteY19" fmla="*/ 27766 h 61889"/>
                      <a:gd name="connsiteX20" fmla="*/ 37532 w 53876"/>
                      <a:gd name="connsiteY20" fmla="*/ 25307 h 61889"/>
                      <a:gd name="connsiteX21" fmla="*/ 40438 w 53876"/>
                      <a:gd name="connsiteY21" fmla="*/ 18171 h 61889"/>
                      <a:gd name="connsiteX22" fmla="*/ 37593 w 53876"/>
                      <a:gd name="connsiteY22" fmla="*/ 10915 h 61889"/>
                      <a:gd name="connsiteX23" fmla="*/ 28997 w 53876"/>
                      <a:gd name="connsiteY23" fmla="*/ 8216 h 61889"/>
                      <a:gd name="connsiteX24" fmla="*/ 17737 w 53876"/>
                      <a:gd name="connsiteY24" fmla="*/ 8216 h 61889"/>
                      <a:gd name="connsiteX25" fmla="*/ 17737 w 53876"/>
                      <a:gd name="connsiteY25" fmla="*/ 27706 h 61889"/>
                      <a:gd name="connsiteX26" fmla="*/ 40680 w 53876"/>
                      <a:gd name="connsiteY26" fmla="*/ 61889 h 61889"/>
                      <a:gd name="connsiteX27" fmla="*/ 28754 w 53876"/>
                      <a:gd name="connsiteY27" fmla="*/ 33403 h 61889"/>
                      <a:gd name="connsiteX28" fmla="*/ 38864 w 53876"/>
                      <a:gd name="connsiteY28" fmla="*/ 31724 h 61889"/>
                      <a:gd name="connsiteX29" fmla="*/ 48973 w 53876"/>
                      <a:gd name="connsiteY29" fmla="*/ 54213 h 61889"/>
                      <a:gd name="connsiteX30" fmla="*/ 53877 w 53876"/>
                      <a:gd name="connsiteY30" fmla="*/ 55233 h 61889"/>
                      <a:gd name="connsiteX31" fmla="*/ 53877 w 53876"/>
                      <a:gd name="connsiteY31" fmla="*/ 61889 h 61889"/>
                      <a:gd name="connsiteX32" fmla="*/ 40680 w 53876"/>
                      <a:gd name="connsiteY32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3876" h="61889">
                        <a:moveTo>
                          <a:pt x="61" y="61889"/>
                        </a:moveTo>
                        <a:lnTo>
                          <a:pt x="61" y="55352"/>
                        </a:lnTo>
                        <a:lnTo>
                          <a:pt x="6901" y="54093"/>
                        </a:lnTo>
                        <a:lnTo>
                          <a:pt x="6901" y="7856"/>
                        </a:lnTo>
                        <a:lnTo>
                          <a:pt x="61" y="6597"/>
                        </a:lnTo>
                        <a:lnTo>
                          <a:pt x="61" y="0"/>
                        </a:lnTo>
                        <a:lnTo>
                          <a:pt x="28936" y="0"/>
                        </a:lnTo>
                        <a:cubicBezTo>
                          <a:pt x="33658" y="0"/>
                          <a:pt x="37653" y="720"/>
                          <a:pt x="40922" y="2159"/>
                        </a:cubicBezTo>
                        <a:cubicBezTo>
                          <a:pt x="44252" y="3598"/>
                          <a:pt x="46794" y="5637"/>
                          <a:pt x="48489" y="8276"/>
                        </a:cubicBezTo>
                        <a:cubicBezTo>
                          <a:pt x="50245" y="10915"/>
                          <a:pt x="51092" y="14153"/>
                          <a:pt x="51092" y="17931"/>
                        </a:cubicBezTo>
                        <a:cubicBezTo>
                          <a:pt x="51092" y="21709"/>
                          <a:pt x="50245" y="24708"/>
                          <a:pt x="48489" y="27406"/>
                        </a:cubicBezTo>
                        <a:cubicBezTo>
                          <a:pt x="46734" y="30105"/>
                          <a:pt x="44312" y="32204"/>
                          <a:pt x="41225" y="33703"/>
                        </a:cubicBezTo>
                        <a:cubicBezTo>
                          <a:pt x="38137" y="35202"/>
                          <a:pt x="34505" y="35982"/>
                          <a:pt x="30328" y="36042"/>
                        </a:cubicBezTo>
                        <a:lnTo>
                          <a:pt x="17616" y="36162"/>
                        </a:lnTo>
                        <a:lnTo>
                          <a:pt x="17616" y="54093"/>
                        </a:lnTo>
                        <a:lnTo>
                          <a:pt x="24456" y="55352"/>
                        </a:lnTo>
                        <a:lnTo>
                          <a:pt x="24456" y="61889"/>
                        </a:lnTo>
                        <a:lnTo>
                          <a:pt x="0" y="61889"/>
                        </a:lnTo>
                        <a:close/>
                        <a:moveTo>
                          <a:pt x="17737" y="27766"/>
                        </a:moveTo>
                        <a:lnTo>
                          <a:pt x="28512" y="27766"/>
                        </a:lnTo>
                        <a:cubicBezTo>
                          <a:pt x="32568" y="27766"/>
                          <a:pt x="35595" y="26927"/>
                          <a:pt x="37532" y="25307"/>
                        </a:cubicBezTo>
                        <a:cubicBezTo>
                          <a:pt x="39469" y="23688"/>
                          <a:pt x="40438" y="21289"/>
                          <a:pt x="40438" y="18171"/>
                        </a:cubicBezTo>
                        <a:cubicBezTo>
                          <a:pt x="40438" y="15053"/>
                          <a:pt x="39469" y="12714"/>
                          <a:pt x="37593" y="10915"/>
                        </a:cubicBezTo>
                        <a:cubicBezTo>
                          <a:pt x="35716" y="9115"/>
                          <a:pt x="32810" y="8216"/>
                          <a:pt x="28997" y="8216"/>
                        </a:cubicBezTo>
                        <a:lnTo>
                          <a:pt x="17737" y="8216"/>
                        </a:lnTo>
                        <a:lnTo>
                          <a:pt x="17737" y="27706"/>
                        </a:lnTo>
                        <a:close/>
                        <a:moveTo>
                          <a:pt x="40680" y="61889"/>
                        </a:moveTo>
                        <a:lnTo>
                          <a:pt x="28754" y="33403"/>
                        </a:lnTo>
                        <a:lnTo>
                          <a:pt x="38864" y="31724"/>
                        </a:lnTo>
                        <a:lnTo>
                          <a:pt x="48973" y="54213"/>
                        </a:lnTo>
                        <a:lnTo>
                          <a:pt x="53877" y="55233"/>
                        </a:lnTo>
                        <a:lnTo>
                          <a:pt x="53877" y="61889"/>
                        </a:lnTo>
                        <a:lnTo>
                          <a:pt x="40680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2" name="Freeform 173">
                    <a:extLst>
                      <a:ext uri="{FF2B5EF4-FFF2-40B4-BE49-F238E27FC236}">
                        <a16:creationId xmlns:a16="http://schemas.microsoft.com/office/drawing/2014/main" id="{D2992E77-6CBA-7CE3-019E-753F50E76DD2}"/>
                      </a:ext>
                    </a:extLst>
                  </p:cNvPr>
                  <p:cNvSpPr/>
                  <p:nvPr/>
                </p:nvSpPr>
                <p:spPr>
                  <a:xfrm>
                    <a:off x="1771610" y="380975"/>
                    <a:ext cx="48670" cy="61889"/>
                  </a:xfrm>
                  <a:custGeom>
                    <a:avLst/>
                    <a:gdLst>
                      <a:gd name="connsiteX0" fmla="*/ 0 w 48670"/>
                      <a:gd name="connsiteY0" fmla="*/ 61889 h 61889"/>
                      <a:gd name="connsiteX1" fmla="*/ 0 w 48670"/>
                      <a:gd name="connsiteY1" fmla="*/ 55352 h 61889"/>
                      <a:gd name="connsiteX2" fmla="*/ 6840 w 48670"/>
                      <a:gd name="connsiteY2" fmla="*/ 54093 h 61889"/>
                      <a:gd name="connsiteX3" fmla="*/ 6840 w 48670"/>
                      <a:gd name="connsiteY3" fmla="*/ 7856 h 61889"/>
                      <a:gd name="connsiteX4" fmla="*/ 0 w 48670"/>
                      <a:gd name="connsiteY4" fmla="*/ 6597 h 61889"/>
                      <a:gd name="connsiteX5" fmla="*/ 0 w 48670"/>
                      <a:gd name="connsiteY5" fmla="*/ 0 h 61889"/>
                      <a:gd name="connsiteX6" fmla="*/ 47581 w 48670"/>
                      <a:gd name="connsiteY6" fmla="*/ 0 h 61889"/>
                      <a:gd name="connsiteX7" fmla="*/ 47581 w 48670"/>
                      <a:gd name="connsiteY7" fmla="*/ 15952 h 61889"/>
                      <a:gd name="connsiteX8" fmla="*/ 39167 w 48670"/>
                      <a:gd name="connsiteY8" fmla="*/ 15952 h 61889"/>
                      <a:gd name="connsiteX9" fmla="*/ 38440 w 48670"/>
                      <a:gd name="connsiteY9" fmla="*/ 8276 h 61889"/>
                      <a:gd name="connsiteX10" fmla="*/ 17616 w 48670"/>
                      <a:gd name="connsiteY10" fmla="*/ 8276 h 61889"/>
                      <a:gd name="connsiteX11" fmla="*/ 17616 w 48670"/>
                      <a:gd name="connsiteY11" fmla="*/ 25787 h 61889"/>
                      <a:gd name="connsiteX12" fmla="*/ 39530 w 48670"/>
                      <a:gd name="connsiteY12" fmla="*/ 25787 h 61889"/>
                      <a:gd name="connsiteX13" fmla="*/ 39530 w 48670"/>
                      <a:gd name="connsiteY13" fmla="*/ 34063 h 61889"/>
                      <a:gd name="connsiteX14" fmla="*/ 17616 w 48670"/>
                      <a:gd name="connsiteY14" fmla="*/ 34063 h 61889"/>
                      <a:gd name="connsiteX15" fmla="*/ 17616 w 48670"/>
                      <a:gd name="connsiteY15" fmla="*/ 53733 h 61889"/>
                      <a:gd name="connsiteX16" fmla="*/ 39590 w 48670"/>
                      <a:gd name="connsiteY16" fmla="*/ 53733 h 61889"/>
                      <a:gd name="connsiteX17" fmla="*/ 40317 w 48670"/>
                      <a:gd name="connsiteY17" fmla="*/ 45877 h 61889"/>
                      <a:gd name="connsiteX18" fmla="*/ 48671 w 48670"/>
                      <a:gd name="connsiteY18" fmla="*/ 45877 h 61889"/>
                      <a:gd name="connsiteX19" fmla="*/ 48671 w 48670"/>
                      <a:gd name="connsiteY19" fmla="*/ 61889 h 61889"/>
                      <a:gd name="connsiteX20" fmla="*/ 0 w 48670"/>
                      <a:gd name="connsiteY20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48670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6840" y="54093"/>
                        </a:lnTo>
                        <a:lnTo>
                          <a:pt x="6840" y="78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47581" y="0"/>
                        </a:lnTo>
                        <a:lnTo>
                          <a:pt x="47581" y="15952"/>
                        </a:lnTo>
                        <a:lnTo>
                          <a:pt x="39167" y="15952"/>
                        </a:lnTo>
                        <a:lnTo>
                          <a:pt x="38440" y="8276"/>
                        </a:lnTo>
                        <a:lnTo>
                          <a:pt x="17616" y="8276"/>
                        </a:lnTo>
                        <a:lnTo>
                          <a:pt x="17616" y="25787"/>
                        </a:lnTo>
                        <a:lnTo>
                          <a:pt x="39530" y="25787"/>
                        </a:lnTo>
                        <a:lnTo>
                          <a:pt x="39530" y="34063"/>
                        </a:lnTo>
                        <a:lnTo>
                          <a:pt x="17616" y="34063"/>
                        </a:lnTo>
                        <a:lnTo>
                          <a:pt x="17616" y="53733"/>
                        </a:lnTo>
                        <a:lnTo>
                          <a:pt x="39590" y="53733"/>
                        </a:lnTo>
                        <a:lnTo>
                          <a:pt x="40317" y="45877"/>
                        </a:lnTo>
                        <a:lnTo>
                          <a:pt x="48671" y="45877"/>
                        </a:lnTo>
                        <a:lnTo>
                          <a:pt x="48671" y="61889"/>
                        </a:lnTo>
                        <a:lnTo>
                          <a:pt x="0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3" name="Freeform 174">
                    <a:extLst>
                      <a:ext uri="{FF2B5EF4-FFF2-40B4-BE49-F238E27FC236}">
                        <a16:creationId xmlns:a16="http://schemas.microsoft.com/office/drawing/2014/main" id="{E0668F73-F8FD-B916-14D1-AC43F71CD7CE}"/>
                      </a:ext>
                    </a:extLst>
                  </p:cNvPr>
                  <p:cNvSpPr/>
                  <p:nvPr/>
                </p:nvSpPr>
                <p:spPr>
                  <a:xfrm>
                    <a:off x="1826879" y="380975"/>
                    <a:ext cx="61383" cy="61889"/>
                  </a:xfrm>
                  <a:custGeom>
                    <a:avLst/>
                    <a:gdLst>
                      <a:gd name="connsiteX0" fmla="*/ 25788 w 61383"/>
                      <a:gd name="connsiteY0" fmla="*/ 61889 h 61889"/>
                      <a:gd name="connsiteX1" fmla="*/ 5327 w 61383"/>
                      <a:gd name="connsiteY1" fmla="*/ 7256 h 61889"/>
                      <a:gd name="connsiteX2" fmla="*/ 0 w 61383"/>
                      <a:gd name="connsiteY2" fmla="*/ 6597 h 61889"/>
                      <a:gd name="connsiteX3" fmla="*/ 0 w 61383"/>
                      <a:gd name="connsiteY3" fmla="*/ 0 h 61889"/>
                      <a:gd name="connsiteX4" fmla="*/ 22701 w 61383"/>
                      <a:gd name="connsiteY4" fmla="*/ 0 h 61889"/>
                      <a:gd name="connsiteX5" fmla="*/ 22701 w 61383"/>
                      <a:gd name="connsiteY5" fmla="*/ 6597 h 61889"/>
                      <a:gd name="connsiteX6" fmla="*/ 17011 w 61383"/>
                      <a:gd name="connsiteY6" fmla="*/ 7496 h 61889"/>
                      <a:gd name="connsiteX7" fmla="*/ 30026 w 61383"/>
                      <a:gd name="connsiteY7" fmla="*/ 45218 h 61889"/>
                      <a:gd name="connsiteX8" fmla="*/ 31176 w 61383"/>
                      <a:gd name="connsiteY8" fmla="*/ 49236 h 61889"/>
                      <a:gd name="connsiteX9" fmla="*/ 31418 w 61383"/>
                      <a:gd name="connsiteY9" fmla="*/ 49236 h 61889"/>
                      <a:gd name="connsiteX10" fmla="*/ 32629 w 61383"/>
                      <a:gd name="connsiteY10" fmla="*/ 45218 h 61889"/>
                      <a:gd name="connsiteX11" fmla="*/ 45826 w 61383"/>
                      <a:gd name="connsiteY11" fmla="*/ 7436 h 61889"/>
                      <a:gd name="connsiteX12" fmla="*/ 39348 w 61383"/>
                      <a:gd name="connsiteY12" fmla="*/ 6597 h 61889"/>
                      <a:gd name="connsiteX13" fmla="*/ 39348 w 61383"/>
                      <a:gd name="connsiteY13" fmla="*/ 0 h 61889"/>
                      <a:gd name="connsiteX14" fmla="*/ 61383 w 61383"/>
                      <a:gd name="connsiteY14" fmla="*/ 0 h 61889"/>
                      <a:gd name="connsiteX15" fmla="*/ 61383 w 61383"/>
                      <a:gd name="connsiteY15" fmla="*/ 6597 h 61889"/>
                      <a:gd name="connsiteX16" fmla="*/ 55996 w 61383"/>
                      <a:gd name="connsiteY16" fmla="*/ 7256 h 61889"/>
                      <a:gd name="connsiteX17" fmla="*/ 36321 w 61383"/>
                      <a:gd name="connsiteY17" fmla="*/ 61889 h 61889"/>
                      <a:gd name="connsiteX18" fmla="*/ 25849 w 61383"/>
                      <a:gd name="connsiteY18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61383" h="61889">
                        <a:moveTo>
                          <a:pt x="25788" y="61889"/>
                        </a:moveTo>
                        <a:lnTo>
                          <a:pt x="5327" y="72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22701" y="0"/>
                        </a:lnTo>
                        <a:lnTo>
                          <a:pt x="22701" y="6597"/>
                        </a:lnTo>
                        <a:lnTo>
                          <a:pt x="17011" y="7496"/>
                        </a:lnTo>
                        <a:lnTo>
                          <a:pt x="30026" y="45218"/>
                        </a:lnTo>
                        <a:lnTo>
                          <a:pt x="31176" y="49236"/>
                        </a:lnTo>
                        <a:lnTo>
                          <a:pt x="31418" y="49236"/>
                        </a:lnTo>
                        <a:lnTo>
                          <a:pt x="32629" y="45218"/>
                        </a:lnTo>
                        <a:lnTo>
                          <a:pt x="45826" y="7436"/>
                        </a:lnTo>
                        <a:lnTo>
                          <a:pt x="39348" y="6597"/>
                        </a:lnTo>
                        <a:lnTo>
                          <a:pt x="39348" y="0"/>
                        </a:lnTo>
                        <a:lnTo>
                          <a:pt x="61383" y="0"/>
                        </a:lnTo>
                        <a:lnTo>
                          <a:pt x="61383" y="6597"/>
                        </a:lnTo>
                        <a:lnTo>
                          <a:pt x="55996" y="7256"/>
                        </a:lnTo>
                        <a:lnTo>
                          <a:pt x="36321" y="61889"/>
                        </a:lnTo>
                        <a:lnTo>
                          <a:pt x="25849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4" name="Freeform 175">
                    <a:extLst>
                      <a:ext uri="{FF2B5EF4-FFF2-40B4-BE49-F238E27FC236}">
                        <a16:creationId xmlns:a16="http://schemas.microsoft.com/office/drawing/2014/main" id="{3F746874-5F07-9EED-1633-E264D306ED6F}"/>
                      </a:ext>
                    </a:extLst>
                  </p:cNvPr>
                  <p:cNvSpPr/>
                  <p:nvPr/>
                </p:nvSpPr>
                <p:spPr>
                  <a:xfrm>
                    <a:off x="1881966" y="380975"/>
                    <a:ext cx="60717" cy="61889"/>
                  </a:xfrm>
                  <a:custGeom>
                    <a:avLst/>
                    <a:gdLst>
                      <a:gd name="connsiteX0" fmla="*/ 0 w 60717"/>
                      <a:gd name="connsiteY0" fmla="*/ 61889 h 61889"/>
                      <a:gd name="connsiteX1" fmla="*/ 0 w 60717"/>
                      <a:gd name="connsiteY1" fmla="*/ 55352 h 61889"/>
                      <a:gd name="connsiteX2" fmla="*/ 4540 w 60717"/>
                      <a:gd name="connsiteY2" fmla="*/ 54693 h 61889"/>
                      <a:gd name="connsiteX3" fmla="*/ 25243 w 60717"/>
                      <a:gd name="connsiteY3" fmla="*/ 0 h 61889"/>
                      <a:gd name="connsiteX4" fmla="*/ 35777 w 60717"/>
                      <a:gd name="connsiteY4" fmla="*/ 0 h 61889"/>
                      <a:gd name="connsiteX5" fmla="*/ 56177 w 60717"/>
                      <a:gd name="connsiteY5" fmla="*/ 54693 h 61889"/>
                      <a:gd name="connsiteX6" fmla="*/ 60717 w 60717"/>
                      <a:gd name="connsiteY6" fmla="*/ 55352 h 61889"/>
                      <a:gd name="connsiteX7" fmla="*/ 60717 w 60717"/>
                      <a:gd name="connsiteY7" fmla="*/ 61889 h 61889"/>
                      <a:gd name="connsiteX8" fmla="*/ 40862 w 60717"/>
                      <a:gd name="connsiteY8" fmla="*/ 61889 h 61889"/>
                      <a:gd name="connsiteX9" fmla="*/ 40862 w 60717"/>
                      <a:gd name="connsiteY9" fmla="*/ 55352 h 61889"/>
                      <a:gd name="connsiteX10" fmla="*/ 45341 w 60717"/>
                      <a:gd name="connsiteY10" fmla="*/ 54573 h 61889"/>
                      <a:gd name="connsiteX11" fmla="*/ 42012 w 60717"/>
                      <a:gd name="connsiteY11" fmla="*/ 44858 h 61889"/>
                      <a:gd name="connsiteX12" fmla="*/ 18766 w 60717"/>
                      <a:gd name="connsiteY12" fmla="*/ 44858 h 61889"/>
                      <a:gd name="connsiteX13" fmla="*/ 15376 w 60717"/>
                      <a:gd name="connsiteY13" fmla="*/ 54573 h 61889"/>
                      <a:gd name="connsiteX14" fmla="*/ 19856 w 60717"/>
                      <a:gd name="connsiteY14" fmla="*/ 55352 h 61889"/>
                      <a:gd name="connsiteX15" fmla="*/ 19856 w 60717"/>
                      <a:gd name="connsiteY15" fmla="*/ 61889 h 61889"/>
                      <a:gd name="connsiteX16" fmla="*/ 0 w 60717"/>
                      <a:gd name="connsiteY16" fmla="*/ 61889 h 61889"/>
                      <a:gd name="connsiteX17" fmla="*/ 21551 w 60717"/>
                      <a:gd name="connsiteY17" fmla="*/ 36582 h 61889"/>
                      <a:gd name="connsiteX18" fmla="*/ 39167 w 60717"/>
                      <a:gd name="connsiteY18" fmla="*/ 36582 h 61889"/>
                      <a:gd name="connsiteX19" fmla="*/ 31055 w 60717"/>
                      <a:gd name="connsiteY19" fmla="*/ 13673 h 61889"/>
                      <a:gd name="connsiteX20" fmla="*/ 30510 w 60717"/>
                      <a:gd name="connsiteY20" fmla="*/ 11994 h 61889"/>
                      <a:gd name="connsiteX21" fmla="*/ 30268 w 60717"/>
                      <a:gd name="connsiteY21" fmla="*/ 11994 h 61889"/>
                      <a:gd name="connsiteX22" fmla="*/ 29662 w 60717"/>
                      <a:gd name="connsiteY22" fmla="*/ 13733 h 61889"/>
                      <a:gd name="connsiteX23" fmla="*/ 21551 w 60717"/>
                      <a:gd name="connsiteY23" fmla="*/ 36582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0717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4540" y="54693"/>
                        </a:lnTo>
                        <a:lnTo>
                          <a:pt x="25243" y="0"/>
                        </a:lnTo>
                        <a:lnTo>
                          <a:pt x="35777" y="0"/>
                        </a:lnTo>
                        <a:lnTo>
                          <a:pt x="56177" y="54693"/>
                        </a:lnTo>
                        <a:lnTo>
                          <a:pt x="60717" y="55352"/>
                        </a:lnTo>
                        <a:lnTo>
                          <a:pt x="60717" y="61889"/>
                        </a:lnTo>
                        <a:lnTo>
                          <a:pt x="40862" y="61889"/>
                        </a:lnTo>
                        <a:lnTo>
                          <a:pt x="40862" y="55352"/>
                        </a:lnTo>
                        <a:lnTo>
                          <a:pt x="45341" y="54573"/>
                        </a:lnTo>
                        <a:lnTo>
                          <a:pt x="42012" y="44858"/>
                        </a:lnTo>
                        <a:lnTo>
                          <a:pt x="18766" y="44858"/>
                        </a:lnTo>
                        <a:lnTo>
                          <a:pt x="15376" y="54573"/>
                        </a:lnTo>
                        <a:lnTo>
                          <a:pt x="19856" y="55352"/>
                        </a:lnTo>
                        <a:lnTo>
                          <a:pt x="19856" y="61889"/>
                        </a:lnTo>
                        <a:lnTo>
                          <a:pt x="0" y="61889"/>
                        </a:lnTo>
                        <a:close/>
                        <a:moveTo>
                          <a:pt x="21551" y="36582"/>
                        </a:moveTo>
                        <a:lnTo>
                          <a:pt x="39167" y="36582"/>
                        </a:lnTo>
                        <a:lnTo>
                          <a:pt x="31055" y="13673"/>
                        </a:lnTo>
                        <a:lnTo>
                          <a:pt x="30510" y="11994"/>
                        </a:lnTo>
                        <a:lnTo>
                          <a:pt x="30268" y="11994"/>
                        </a:lnTo>
                        <a:lnTo>
                          <a:pt x="29662" y="13733"/>
                        </a:lnTo>
                        <a:lnTo>
                          <a:pt x="21551" y="36582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6" name="Graphic 6">
                  <a:extLst>
                    <a:ext uri="{FF2B5EF4-FFF2-40B4-BE49-F238E27FC236}">
                      <a16:creationId xmlns:a16="http://schemas.microsoft.com/office/drawing/2014/main" id="{E65C3478-A83F-1B6E-1A0F-9DA00C6D56F0}"/>
                    </a:ext>
                  </a:extLst>
                </p:cNvPr>
                <p:cNvGrpSpPr/>
                <p:nvPr/>
              </p:nvGrpSpPr>
              <p:grpSpPr>
                <a:xfrm>
                  <a:off x="1712285" y="453539"/>
                  <a:ext cx="227372" cy="63688"/>
                  <a:chOff x="1712285" y="453539"/>
                  <a:chExt cx="227372" cy="63688"/>
                </a:xfrm>
                <a:solidFill>
                  <a:srgbClr val="F28128"/>
                </a:solidFill>
              </p:grpSpPr>
              <p:sp>
                <p:nvSpPr>
                  <p:cNvPr id="57" name="Freeform 168">
                    <a:extLst>
                      <a:ext uri="{FF2B5EF4-FFF2-40B4-BE49-F238E27FC236}">
                        <a16:creationId xmlns:a16="http://schemas.microsoft.com/office/drawing/2014/main" id="{3931FB40-1D63-6D37-36F0-C2FE8EB4AB94}"/>
                      </a:ext>
                    </a:extLst>
                  </p:cNvPr>
                  <p:cNvSpPr/>
                  <p:nvPr/>
                </p:nvSpPr>
                <p:spPr>
                  <a:xfrm>
                    <a:off x="1712285" y="454438"/>
                    <a:ext cx="53876" cy="61889"/>
                  </a:xfrm>
                  <a:custGeom>
                    <a:avLst/>
                    <a:gdLst>
                      <a:gd name="connsiteX0" fmla="*/ 61 w 53876"/>
                      <a:gd name="connsiteY0" fmla="*/ 61889 h 61889"/>
                      <a:gd name="connsiteX1" fmla="*/ 61 w 53876"/>
                      <a:gd name="connsiteY1" fmla="*/ 55352 h 61889"/>
                      <a:gd name="connsiteX2" fmla="*/ 6901 w 53876"/>
                      <a:gd name="connsiteY2" fmla="*/ 54093 h 61889"/>
                      <a:gd name="connsiteX3" fmla="*/ 6901 w 53876"/>
                      <a:gd name="connsiteY3" fmla="*/ 7856 h 61889"/>
                      <a:gd name="connsiteX4" fmla="*/ 61 w 53876"/>
                      <a:gd name="connsiteY4" fmla="*/ 6597 h 61889"/>
                      <a:gd name="connsiteX5" fmla="*/ 61 w 53876"/>
                      <a:gd name="connsiteY5" fmla="*/ 0 h 61889"/>
                      <a:gd name="connsiteX6" fmla="*/ 28936 w 53876"/>
                      <a:gd name="connsiteY6" fmla="*/ 0 h 61889"/>
                      <a:gd name="connsiteX7" fmla="*/ 40922 w 53876"/>
                      <a:gd name="connsiteY7" fmla="*/ 2159 h 61889"/>
                      <a:gd name="connsiteX8" fmla="*/ 48489 w 53876"/>
                      <a:gd name="connsiteY8" fmla="*/ 8276 h 61889"/>
                      <a:gd name="connsiteX9" fmla="*/ 51092 w 53876"/>
                      <a:gd name="connsiteY9" fmla="*/ 17931 h 61889"/>
                      <a:gd name="connsiteX10" fmla="*/ 48489 w 53876"/>
                      <a:gd name="connsiteY10" fmla="*/ 27406 h 61889"/>
                      <a:gd name="connsiteX11" fmla="*/ 41225 w 53876"/>
                      <a:gd name="connsiteY11" fmla="*/ 33703 h 61889"/>
                      <a:gd name="connsiteX12" fmla="*/ 30328 w 53876"/>
                      <a:gd name="connsiteY12" fmla="*/ 36042 h 61889"/>
                      <a:gd name="connsiteX13" fmla="*/ 17616 w 53876"/>
                      <a:gd name="connsiteY13" fmla="*/ 36162 h 61889"/>
                      <a:gd name="connsiteX14" fmla="*/ 17616 w 53876"/>
                      <a:gd name="connsiteY14" fmla="*/ 54093 h 61889"/>
                      <a:gd name="connsiteX15" fmla="*/ 24456 w 53876"/>
                      <a:gd name="connsiteY15" fmla="*/ 55352 h 61889"/>
                      <a:gd name="connsiteX16" fmla="*/ 24456 w 53876"/>
                      <a:gd name="connsiteY16" fmla="*/ 61889 h 61889"/>
                      <a:gd name="connsiteX17" fmla="*/ 0 w 53876"/>
                      <a:gd name="connsiteY17" fmla="*/ 61889 h 61889"/>
                      <a:gd name="connsiteX18" fmla="*/ 17677 w 53876"/>
                      <a:gd name="connsiteY18" fmla="*/ 27766 h 61889"/>
                      <a:gd name="connsiteX19" fmla="*/ 28452 w 53876"/>
                      <a:gd name="connsiteY19" fmla="*/ 27766 h 61889"/>
                      <a:gd name="connsiteX20" fmla="*/ 37472 w 53876"/>
                      <a:gd name="connsiteY20" fmla="*/ 25307 h 61889"/>
                      <a:gd name="connsiteX21" fmla="*/ 40377 w 53876"/>
                      <a:gd name="connsiteY21" fmla="*/ 18171 h 61889"/>
                      <a:gd name="connsiteX22" fmla="*/ 37532 w 53876"/>
                      <a:gd name="connsiteY22" fmla="*/ 10915 h 61889"/>
                      <a:gd name="connsiteX23" fmla="*/ 28936 w 53876"/>
                      <a:gd name="connsiteY23" fmla="*/ 8216 h 61889"/>
                      <a:gd name="connsiteX24" fmla="*/ 17677 w 53876"/>
                      <a:gd name="connsiteY24" fmla="*/ 8216 h 61889"/>
                      <a:gd name="connsiteX25" fmla="*/ 17677 w 53876"/>
                      <a:gd name="connsiteY25" fmla="*/ 27706 h 61889"/>
                      <a:gd name="connsiteX26" fmla="*/ 40680 w 53876"/>
                      <a:gd name="connsiteY26" fmla="*/ 61889 h 61889"/>
                      <a:gd name="connsiteX27" fmla="*/ 28754 w 53876"/>
                      <a:gd name="connsiteY27" fmla="*/ 33403 h 61889"/>
                      <a:gd name="connsiteX28" fmla="*/ 38864 w 53876"/>
                      <a:gd name="connsiteY28" fmla="*/ 31724 h 61889"/>
                      <a:gd name="connsiteX29" fmla="*/ 48973 w 53876"/>
                      <a:gd name="connsiteY29" fmla="*/ 54213 h 61889"/>
                      <a:gd name="connsiteX30" fmla="*/ 53877 w 53876"/>
                      <a:gd name="connsiteY30" fmla="*/ 55233 h 61889"/>
                      <a:gd name="connsiteX31" fmla="*/ 53877 w 53876"/>
                      <a:gd name="connsiteY31" fmla="*/ 61889 h 61889"/>
                      <a:gd name="connsiteX32" fmla="*/ 40680 w 53876"/>
                      <a:gd name="connsiteY32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3876" h="61889">
                        <a:moveTo>
                          <a:pt x="61" y="61889"/>
                        </a:moveTo>
                        <a:lnTo>
                          <a:pt x="61" y="55352"/>
                        </a:lnTo>
                        <a:lnTo>
                          <a:pt x="6901" y="54093"/>
                        </a:lnTo>
                        <a:lnTo>
                          <a:pt x="6901" y="7856"/>
                        </a:lnTo>
                        <a:lnTo>
                          <a:pt x="61" y="6597"/>
                        </a:lnTo>
                        <a:lnTo>
                          <a:pt x="61" y="0"/>
                        </a:lnTo>
                        <a:lnTo>
                          <a:pt x="28936" y="0"/>
                        </a:lnTo>
                        <a:cubicBezTo>
                          <a:pt x="33658" y="0"/>
                          <a:pt x="37653" y="720"/>
                          <a:pt x="40922" y="2159"/>
                        </a:cubicBezTo>
                        <a:cubicBezTo>
                          <a:pt x="44252" y="3598"/>
                          <a:pt x="46794" y="5637"/>
                          <a:pt x="48489" y="8276"/>
                        </a:cubicBezTo>
                        <a:cubicBezTo>
                          <a:pt x="50245" y="10915"/>
                          <a:pt x="51092" y="14153"/>
                          <a:pt x="51092" y="17931"/>
                        </a:cubicBezTo>
                        <a:cubicBezTo>
                          <a:pt x="51092" y="21709"/>
                          <a:pt x="50245" y="24708"/>
                          <a:pt x="48489" y="27406"/>
                        </a:cubicBezTo>
                        <a:cubicBezTo>
                          <a:pt x="46734" y="30105"/>
                          <a:pt x="44312" y="32204"/>
                          <a:pt x="41225" y="33703"/>
                        </a:cubicBezTo>
                        <a:cubicBezTo>
                          <a:pt x="38138" y="35202"/>
                          <a:pt x="34505" y="35982"/>
                          <a:pt x="30328" y="36042"/>
                        </a:cubicBezTo>
                        <a:lnTo>
                          <a:pt x="17616" y="36162"/>
                        </a:lnTo>
                        <a:lnTo>
                          <a:pt x="17616" y="54093"/>
                        </a:lnTo>
                        <a:lnTo>
                          <a:pt x="24456" y="55352"/>
                        </a:lnTo>
                        <a:lnTo>
                          <a:pt x="24456" y="61889"/>
                        </a:lnTo>
                        <a:lnTo>
                          <a:pt x="0" y="61889"/>
                        </a:lnTo>
                        <a:close/>
                        <a:moveTo>
                          <a:pt x="17677" y="27766"/>
                        </a:moveTo>
                        <a:lnTo>
                          <a:pt x="28452" y="27766"/>
                        </a:lnTo>
                        <a:cubicBezTo>
                          <a:pt x="32508" y="27766"/>
                          <a:pt x="35534" y="26927"/>
                          <a:pt x="37472" y="25307"/>
                        </a:cubicBezTo>
                        <a:cubicBezTo>
                          <a:pt x="39409" y="23688"/>
                          <a:pt x="40377" y="21289"/>
                          <a:pt x="40377" y="18171"/>
                        </a:cubicBezTo>
                        <a:cubicBezTo>
                          <a:pt x="40377" y="15053"/>
                          <a:pt x="39409" y="12714"/>
                          <a:pt x="37532" y="10915"/>
                        </a:cubicBezTo>
                        <a:cubicBezTo>
                          <a:pt x="35656" y="9115"/>
                          <a:pt x="32750" y="8216"/>
                          <a:pt x="28936" y="8216"/>
                        </a:cubicBezTo>
                        <a:lnTo>
                          <a:pt x="17677" y="8216"/>
                        </a:lnTo>
                        <a:lnTo>
                          <a:pt x="17677" y="27706"/>
                        </a:lnTo>
                        <a:close/>
                        <a:moveTo>
                          <a:pt x="40680" y="61889"/>
                        </a:moveTo>
                        <a:lnTo>
                          <a:pt x="28754" y="33403"/>
                        </a:lnTo>
                        <a:lnTo>
                          <a:pt x="38864" y="31724"/>
                        </a:lnTo>
                        <a:lnTo>
                          <a:pt x="48973" y="54213"/>
                        </a:lnTo>
                        <a:lnTo>
                          <a:pt x="53877" y="55233"/>
                        </a:lnTo>
                        <a:lnTo>
                          <a:pt x="53877" y="61889"/>
                        </a:lnTo>
                        <a:lnTo>
                          <a:pt x="40680" y="61889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8" name="Freeform 169">
                    <a:extLst>
                      <a:ext uri="{FF2B5EF4-FFF2-40B4-BE49-F238E27FC236}">
                        <a16:creationId xmlns:a16="http://schemas.microsoft.com/office/drawing/2014/main" id="{AF5E2D2D-B68E-7C08-2D55-29AFB8C8138A}"/>
                      </a:ext>
                    </a:extLst>
                  </p:cNvPr>
                  <p:cNvSpPr/>
                  <p:nvPr/>
                </p:nvSpPr>
                <p:spPr>
                  <a:xfrm>
                    <a:off x="1771792" y="454438"/>
                    <a:ext cx="60717" cy="61889"/>
                  </a:xfrm>
                  <a:custGeom>
                    <a:avLst/>
                    <a:gdLst>
                      <a:gd name="connsiteX0" fmla="*/ 0 w 60717"/>
                      <a:gd name="connsiteY0" fmla="*/ 61889 h 61889"/>
                      <a:gd name="connsiteX1" fmla="*/ 0 w 60717"/>
                      <a:gd name="connsiteY1" fmla="*/ 55352 h 61889"/>
                      <a:gd name="connsiteX2" fmla="*/ 4540 w 60717"/>
                      <a:gd name="connsiteY2" fmla="*/ 54693 h 61889"/>
                      <a:gd name="connsiteX3" fmla="*/ 25243 w 60717"/>
                      <a:gd name="connsiteY3" fmla="*/ 0 h 61889"/>
                      <a:gd name="connsiteX4" fmla="*/ 35777 w 60717"/>
                      <a:gd name="connsiteY4" fmla="*/ 0 h 61889"/>
                      <a:gd name="connsiteX5" fmla="*/ 56177 w 60717"/>
                      <a:gd name="connsiteY5" fmla="*/ 54693 h 61889"/>
                      <a:gd name="connsiteX6" fmla="*/ 60717 w 60717"/>
                      <a:gd name="connsiteY6" fmla="*/ 55352 h 61889"/>
                      <a:gd name="connsiteX7" fmla="*/ 60717 w 60717"/>
                      <a:gd name="connsiteY7" fmla="*/ 61889 h 61889"/>
                      <a:gd name="connsiteX8" fmla="*/ 40862 w 60717"/>
                      <a:gd name="connsiteY8" fmla="*/ 61889 h 61889"/>
                      <a:gd name="connsiteX9" fmla="*/ 40862 w 60717"/>
                      <a:gd name="connsiteY9" fmla="*/ 55352 h 61889"/>
                      <a:gd name="connsiteX10" fmla="*/ 45341 w 60717"/>
                      <a:gd name="connsiteY10" fmla="*/ 54573 h 61889"/>
                      <a:gd name="connsiteX11" fmla="*/ 42012 w 60717"/>
                      <a:gd name="connsiteY11" fmla="*/ 44858 h 61889"/>
                      <a:gd name="connsiteX12" fmla="*/ 18766 w 60717"/>
                      <a:gd name="connsiteY12" fmla="*/ 44858 h 61889"/>
                      <a:gd name="connsiteX13" fmla="*/ 15376 w 60717"/>
                      <a:gd name="connsiteY13" fmla="*/ 54573 h 61889"/>
                      <a:gd name="connsiteX14" fmla="*/ 19856 w 60717"/>
                      <a:gd name="connsiteY14" fmla="*/ 55352 h 61889"/>
                      <a:gd name="connsiteX15" fmla="*/ 19856 w 60717"/>
                      <a:gd name="connsiteY15" fmla="*/ 61889 h 61889"/>
                      <a:gd name="connsiteX16" fmla="*/ 0 w 60717"/>
                      <a:gd name="connsiteY16" fmla="*/ 61889 h 61889"/>
                      <a:gd name="connsiteX17" fmla="*/ 21551 w 60717"/>
                      <a:gd name="connsiteY17" fmla="*/ 36582 h 61889"/>
                      <a:gd name="connsiteX18" fmla="*/ 39167 w 60717"/>
                      <a:gd name="connsiteY18" fmla="*/ 36582 h 61889"/>
                      <a:gd name="connsiteX19" fmla="*/ 31055 w 60717"/>
                      <a:gd name="connsiteY19" fmla="*/ 13673 h 61889"/>
                      <a:gd name="connsiteX20" fmla="*/ 30510 w 60717"/>
                      <a:gd name="connsiteY20" fmla="*/ 11994 h 61889"/>
                      <a:gd name="connsiteX21" fmla="*/ 30268 w 60717"/>
                      <a:gd name="connsiteY21" fmla="*/ 11994 h 61889"/>
                      <a:gd name="connsiteX22" fmla="*/ 29662 w 60717"/>
                      <a:gd name="connsiteY22" fmla="*/ 13733 h 61889"/>
                      <a:gd name="connsiteX23" fmla="*/ 21551 w 60717"/>
                      <a:gd name="connsiteY23" fmla="*/ 36582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0717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4540" y="54693"/>
                        </a:lnTo>
                        <a:lnTo>
                          <a:pt x="25243" y="0"/>
                        </a:lnTo>
                        <a:lnTo>
                          <a:pt x="35777" y="0"/>
                        </a:lnTo>
                        <a:lnTo>
                          <a:pt x="56177" y="54693"/>
                        </a:lnTo>
                        <a:lnTo>
                          <a:pt x="60717" y="55352"/>
                        </a:lnTo>
                        <a:lnTo>
                          <a:pt x="60717" y="61889"/>
                        </a:lnTo>
                        <a:lnTo>
                          <a:pt x="40862" y="61889"/>
                        </a:lnTo>
                        <a:lnTo>
                          <a:pt x="40862" y="55352"/>
                        </a:lnTo>
                        <a:lnTo>
                          <a:pt x="45341" y="54573"/>
                        </a:lnTo>
                        <a:lnTo>
                          <a:pt x="42012" y="44858"/>
                        </a:lnTo>
                        <a:lnTo>
                          <a:pt x="18766" y="44858"/>
                        </a:lnTo>
                        <a:lnTo>
                          <a:pt x="15376" y="54573"/>
                        </a:lnTo>
                        <a:lnTo>
                          <a:pt x="19856" y="55352"/>
                        </a:lnTo>
                        <a:lnTo>
                          <a:pt x="19856" y="61889"/>
                        </a:lnTo>
                        <a:lnTo>
                          <a:pt x="0" y="61889"/>
                        </a:lnTo>
                        <a:close/>
                        <a:moveTo>
                          <a:pt x="21551" y="36582"/>
                        </a:moveTo>
                        <a:lnTo>
                          <a:pt x="39167" y="36582"/>
                        </a:lnTo>
                        <a:lnTo>
                          <a:pt x="31055" y="13673"/>
                        </a:lnTo>
                        <a:lnTo>
                          <a:pt x="30510" y="11994"/>
                        </a:lnTo>
                        <a:lnTo>
                          <a:pt x="30268" y="11994"/>
                        </a:lnTo>
                        <a:lnTo>
                          <a:pt x="29662" y="13733"/>
                        </a:lnTo>
                        <a:lnTo>
                          <a:pt x="21551" y="36582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9" name="Freeform 170">
                    <a:extLst>
                      <a:ext uri="{FF2B5EF4-FFF2-40B4-BE49-F238E27FC236}">
                        <a16:creationId xmlns:a16="http://schemas.microsoft.com/office/drawing/2014/main" id="{CF347F6B-1058-6C79-71C4-A05866E8B0B4}"/>
                      </a:ext>
                    </a:extLst>
                  </p:cNvPr>
                  <p:cNvSpPr/>
                  <p:nvPr/>
                </p:nvSpPr>
                <p:spPr>
                  <a:xfrm>
                    <a:off x="1834749" y="453539"/>
                    <a:ext cx="49336" cy="63688"/>
                  </a:xfrm>
                  <a:custGeom>
                    <a:avLst/>
                    <a:gdLst>
                      <a:gd name="connsiteX0" fmla="*/ 29239 w 49336"/>
                      <a:gd name="connsiteY0" fmla="*/ 63688 h 63688"/>
                      <a:gd name="connsiteX1" fmla="*/ 13439 w 49336"/>
                      <a:gd name="connsiteY1" fmla="*/ 59790 h 63688"/>
                      <a:gd name="connsiteX2" fmla="*/ 3451 w 49336"/>
                      <a:gd name="connsiteY2" fmla="*/ 48936 h 63688"/>
                      <a:gd name="connsiteX3" fmla="*/ 0 w 49336"/>
                      <a:gd name="connsiteY3" fmla="*/ 32684 h 63688"/>
                      <a:gd name="connsiteX4" fmla="*/ 0 w 49336"/>
                      <a:gd name="connsiteY4" fmla="*/ 31125 h 63688"/>
                      <a:gd name="connsiteX5" fmla="*/ 3451 w 49336"/>
                      <a:gd name="connsiteY5" fmla="*/ 15053 h 63688"/>
                      <a:gd name="connsiteX6" fmla="*/ 13257 w 49336"/>
                      <a:gd name="connsiteY6" fmla="*/ 4018 h 63688"/>
                      <a:gd name="connsiteX7" fmla="*/ 28512 w 49336"/>
                      <a:gd name="connsiteY7" fmla="*/ 0 h 63688"/>
                      <a:gd name="connsiteX8" fmla="*/ 40075 w 49336"/>
                      <a:gd name="connsiteY8" fmla="*/ 1799 h 63688"/>
                      <a:gd name="connsiteX9" fmla="*/ 49337 w 49336"/>
                      <a:gd name="connsiteY9" fmla="*/ 6957 h 63688"/>
                      <a:gd name="connsiteX10" fmla="*/ 49337 w 49336"/>
                      <a:gd name="connsiteY10" fmla="*/ 21229 h 63688"/>
                      <a:gd name="connsiteX11" fmla="*/ 41104 w 49336"/>
                      <a:gd name="connsiteY11" fmla="*/ 21229 h 63688"/>
                      <a:gd name="connsiteX12" fmla="*/ 40014 w 49336"/>
                      <a:gd name="connsiteY12" fmla="*/ 11694 h 63688"/>
                      <a:gd name="connsiteX13" fmla="*/ 36866 w 49336"/>
                      <a:gd name="connsiteY13" fmla="*/ 9955 h 63688"/>
                      <a:gd name="connsiteX14" fmla="*/ 33113 w 49336"/>
                      <a:gd name="connsiteY14" fmla="*/ 8876 h 63688"/>
                      <a:gd name="connsiteX15" fmla="*/ 28694 w 49336"/>
                      <a:gd name="connsiteY15" fmla="*/ 8516 h 63688"/>
                      <a:gd name="connsiteX16" fmla="*/ 19069 w 49336"/>
                      <a:gd name="connsiteY16" fmla="*/ 11334 h 63688"/>
                      <a:gd name="connsiteX17" fmla="*/ 12955 w 49336"/>
                      <a:gd name="connsiteY17" fmla="*/ 19190 h 63688"/>
                      <a:gd name="connsiteX18" fmla="*/ 10836 w 49336"/>
                      <a:gd name="connsiteY18" fmla="*/ 31065 h 63688"/>
                      <a:gd name="connsiteX19" fmla="*/ 10836 w 49336"/>
                      <a:gd name="connsiteY19" fmla="*/ 32744 h 63688"/>
                      <a:gd name="connsiteX20" fmla="*/ 13076 w 49336"/>
                      <a:gd name="connsiteY20" fmla="*/ 44858 h 63688"/>
                      <a:gd name="connsiteX21" fmla="*/ 19493 w 49336"/>
                      <a:gd name="connsiteY21" fmla="*/ 52654 h 63688"/>
                      <a:gd name="connsiteX22" fmla="*/ 29541 w 49336"/>
                      <a:gd name="connsiteY22" fmla="*/ 55352 h 63688"/>
                      <a:gd name="connsiteX23" fmla="*/ 35171 w 49336"/>
                      <a:gd name="connsiteY23" fmla="*/ 54693 h 63688"/>
                      <a:gd name="connsiteX24" fmla="*/ 40014 w 49336"/>
                      <a:gd name="connsiteY24" fmla="*/ 52954 h 63688"/>
                      <a:gd name="connsiteX25" fmla="*/ 41164 w 49336"/>
                      <a:gd name="connsiteY25" fmla="*/ 44258 h 63688"/>
                      <a:gd name="connsiteX26" fmla="*/ 49337 w 49336"/>
                      <a:gd name="connsiteY26" fmla="*/ 44258 h 63688"/>
                      <a:gd name="connsiteX27" fmla="*/ 49337 w 49336"/>
                      <a:gd name="connsiteY27" fmla="*/ 58471 h 63688"/>
                      <a:gd name="connsiteX28" fmla="*/ 40498 w 49336"/>
                      <a:gd name="connsiteY28" fmla="*/ 62249 h 63688"/>
                      <a:gd name="connsiteX29" fmla="*/ 29299 w 49336"/>
                      <a:gd name="connsiteY29" fmla="*/ 63688 h 636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9336" h="63688">
                        <a:moveTo>
                          <a:pt x="29239" y="63688"/>
                        </a:moveTo>
                        <a:cubicBezTo>
                          <a:pt x="23064" y="63688"/>
                          <a:pt x="17858" y="62369"/>
                          <a:pt x="13439" y="59790"/>
                        </a:cubicBezTo>
                        <a:cubicBezTo>
                          <a:pt x="9080" y="57212"/>
                          <a:pt x="5751" y="53553"/>
                          <a:pt x="3451" y="48936"/>
                        </a:cubicBezTo>
                        <a:cubicBezTo>
                          <a:pt x="1150" y="44258"/>
                          <a:pt x="0" y="38861"/>
                          <a:pt x="0" y="32684"/>
                        </a:cubicBezTo>
                        <a:lnTo>
                          <a:pt x="0" y="31125"/>
                        </a:lnTo>
                        <a:cubicBezTo>
                          <a:pt x="0" y="25068"/>
                          <a:pt x="1150" y="19730"/>
                          <a:pt x="3451" y="15053"/>
                        </a:cubicBezTo>
                        <a:cubicBezTo>
                          <a:pt x="5751" y="10375"/>
                          <a:pt x="9020" y="6717"/>
                          <a:pt x="13257" y="4018"/>
                        </a:cubicBezTo>
                        <a:cubicBezTo>
                          <a:pt x="17495" y="1319"/>
                          <a:pt x="22640" y="0"/>
                          <a:pt x="28512" y="0"/>
                        </a:cubicBezTo>
                        <a:cubicBezTo>
                          <a:pt x="32689" y="0"/>
                          <a:pt x="36503" y="600"/>
                          <a:pt x="40075" y="1799"/>
                        </a:cubicBezTo>
                        <a:cubicBezTo>
                          <a:pt x="43646" y="2999"/>
                          <a:pt x="46734" y="4738"/>
                          <a:pt x="49337" y="6957"/>
                        </a:cubicBezTo>
                        <a:lnTo>
                          <a:pt x="49337" y="21229"/>
                        </a:lnTo>
                        <a:lnTo>
                          <a:pt x="41104" y="21229"/>
                        </a:lnTo>
                        <a:lnTo>
                          <a:pt x="40014" y="11694"/>
                        </a:lnTo>
                        <a:cubicBezTo>
                          <a:pt x="39045" y="11035"/>
                          <a:pt x="38016" y="10435"/>
                          <a:pt x="36866" y="9955"/>
                        </a:cubicBezTo>
                        <a:cubicBezTo>
                          <a:pt x="35716" y="9475"/>
                          <a:pt x="34445" y="9115"/>
                          <a:pt x="33113" y="8876"/>
                        </a:cubicBezTo>
                        <a:cubicBezTo>
                          <a:pt x="31781" y="8636"/>
                          <a:pt x="30268" y="8516"/>
                          <a:pt x="28694" y="8516"/>
                        </a:cubicBezTo>
                        <a:cubicBezTo>
                          <a:pt x="24941" y="8516"/>
                          <a:pt x="21732" y="9475"/>
                          <a:pt x="19069" y="11334"/>
                        </a:cubicBezTo>
                        <a:cubicBezTo>
                          <a:pt x="16405" y="13193"/>
                          <a:pt x="14347" y="15832"/>
                          <a:pt x="12955" y="19190"/>
                        </a:cubicBezTo>
                        <a:cubicBezTo>
                          <a:pt x="11562" y="22549"/>
                          <a:pt x="10836" y="26507"/>
                          <a:pt x="10836" y="31065"/>
                        </a:cubicBezTo>
                        <a:lnTo>
                          <a:pt x="10836" y="32744"/>
                        </a:lnTo>
                        <a:cubicBezTo>
                          <a:pt x="10836" y="37421"/>
                          <a:pt x="11562" y="41499"/>
                          <a:pt x="13076" y="44858"/>
                        </a:cubicBezTo>
                        <a:cubicBezTo>
                          <a:pt x="14589" y="48216"/>
                          <a:pt x="16708" y="50855"/>
                          <a:pt x="19493" y="52654"/>
                        </a:cubicBezTo>
                        <a:cubicBezTo>
                          <a:pt x="22277" y="54453"/>
                          <a:pt x="25607" y="55352"/>
                          <a:pt x="29541" y="55352"/>
                        </a:cubicBezTo>
                        <a:cubicBezTo>
                          <a:pt x="31418" y="55352"/>
                          <a:pt x="33295" y="55113"/>
                          <a:pt x="35171" y="54693"/>
                        </a:cubicBezTo>
                        <a:cubicBezTo>
                          <a:pt x="36987" y="54273"/>
                          <a:pt x="38622" y="53673"/>
                          <a:pt x="40014" y="52954"/>
                        </a:cubicBezTo>
                        <a:lnTo>
                          <a:pt x="41164" y="44258"/>
                        </a:lnTo>
                        <a:lnTo>
                          <a:pt x="49337" y="44258"/>
                        </a:lnTo>
                        <a:lnTo>
                          <a:pt x="49337" y="58471"/>
                        </a:lnTo>
                        <a:cubicBezTo>
                          <a:pt x="46915" y="60030"/>
                          <a:pt x="44009" y="61290"/>
                          <a:pt x="40498" y="62249"/>
                        </a:cubicBezTo>
                        <a:cubicBezTo>
                          <a:pt x="36987" y="63209"/>
                          <a:pt x="33295" y="63688"/>
                          <a:pt x="29299" y="63688"/>
                        </a:cubicBez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0" name="Freeform 171">
                    <a:extLst>
                      <a:ext uri="{FF2B5EF4-FFF2-40B4-BE49-F238E27FC236}">
                        <a16:creationId xmlns:a16="http://schemas.microsoft.com/office/drawing/2014/main" id="{C1B65D42-6D37-1D26-562F-252720E42984}"/>
                      </a:ext>
                    </a:extLst>
                  </p:cNvPr>
                  <p:cNvSpPr/>
                  <p:nvPr/>
                </p:nvSpPr>
                <p:spPr>
                  <a:xfrm>
                    <a:off x="1890986" y="454438"/>
                    <a:ext cx="48670" cy="61889"/>
                  </a:xfrm>
                  <a:custGeom>
                    <a:avLst/>
                    <a:gdLst>
                      <a:gd name="connsiteX0" fmla="*/ 0 w 48670"/>
                      <a:gd name="connsiteY0" fmla="*/ 61889 h 61889"/>
                      <a:gd name="connsiteX1" fmla="*/ 0 w 48670"/>
                      <a:gd name="connsiteY1" fmla="*/ 55352 h 61889"/>
                      <a:gd name="connsiteX2" fmla="*/ 6840 w 48670"/>
                      <a:gd name="connsiteY2" fmla="*/ 54093 h 61889"/>
                      <a:gd name="connsiteX3" fmla="*/ 6840 w 48670"/>
                      <a:gd name="connsiteY3" fmla="*/ 7856 h 61889"/>
                      <a:gd name="connsiteX4" fmla="*/ 0 w 48670"/>
                      <a:gd name="connsiteY4" fmla="*/ 6597 h 61889"/>
                      <a:gd name="connsiteX5" fmla="*/ 0 w 48670"/>
                      <a:gd name="connsiteY5" fmla="*/ 0 h 61889"/>
                      <a:gd name="connsiteX6" fmla="*/ 47581 w 48670"/>
                      <a:gd name="connsiteY6" fmla="*/ 0 h 61889"/>
                      <a:gd name="connsiteX7" fmla="*/ 47581 w 48670"/>
                      <a:gd name="connsiteY7" fmla="*/ 15952 h 61889"/>
                      <a:gd name="connsiteX8" fmla="*/ 39167 w 48670"/>
                      <a:gd name="connsiteY8" fmla="*/ 15952 h 61889"/>
                      <a:gd name="connsiteX9" fmla="*/ 38440 w 48670"/>
                      <a:gd name="connsiteY9" fmla="*/ 8276 h 61889"/>
                      <a:gd name="connsiteX10" fmla="*/ 17616 w 48670"/>
                      <a:gd name="connsiteY10" fmla="*/ 8276 h 61889"/>
                      <a:gd name="connsiteX11" fmla="*/ 17616 w 48670"/>
                      <a:gd name="connsiteY11" fmla="*/ 25787 h 61889"/>
                      <a:gd name="connsiteX12" fmla="*/ 39530 w 48670"/>
                      <a:gd name="connsiteY12" fmla="*/ 25787 h 61889"/>
                      <a:gd name="connsiteX13" fmla="*/ 39530 w 48670"/>
                      <a:gd name="connsiteY13" fmla="*/ 34063 h 61889"/>
                      <a:gd name="connsiteX14" fmla="*/ 17616 w 48670"/>
                      <a:gd name="connsiteY14" fmla="*/ 34063 h 61889"/>
                      <a:gd name="connsiteX15" fmla="*/ 17616 w 48670"/>
                      <a:gd name="connsiteY15" fmla="*/ 53733 h 61889"/>
                      <a:gd name="connsiteX16" fmla="*/ 39590 w 48670"/>
                      <a:gd name="connsiteY16" fmla="*/ 53733 h 61889"/>
                      <a:gd name="connsiteX17" fmla="*/ 40317 w 48670"/>
                      <a:gd name="connsiteY17" fmla="*/ 45877 h 61889"/>
                      <a:gd name="connsiteX18" fmla="*/ 48671 w 48670"/>
                      <a:gd name="connsiteY18" fmla="*/ 45877 h 61889"/>
                      <a:gd name="connsiteX19" fmla="*/ 48671 w 48670"/>
                      <a:gd name="connsiteY19" fmla="*/ 61889 h 61889"/>
                      <a:gd name="connsiteX20" fmla="*/ 0 w 48670"/>
                      <a:gd name="connsiteY20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48670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6840" y="54093"/>
                        </a:lnTo>
                        <a:lnTo>
                          <a:pt x="6840" y="78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47581" y="0"/>
                        </a:lnTo>
                        <a:lnTo>
                          <a:pt x="47581" y="15952"/>
                        </a:lnTo>
                        <a:lnTo>
                          <a:pt x="39167" y="15952"/>
                        </a:lnTo>
                        <a:lnTo>
                          <a:pt x="38440" y="8276"/>
                        </a:lnTo>
                        <a:lnTo>
                          <a:pt x="17616" y="8276"/>
                        </a:lnTo>
                        <a:lnTo>
                          <a:pt x="17616" y="25787"/>
                        </a:lnTo>
                        <a:lnTo>
                          <a:pt x="39530" y="25787"/>
                        </a:lnTo>
                        <a:lnTo>
                          <a:pt x="39530" y="34063"/>
                        </a:lnTo>
                        <a:lnTo>
                          <a:pt x="17616" y="34063"/>
                        </a:lnTo>
                        <a:lnTo>
                          <a:pt x="17616" y="53733"/>
                        </a:lnTo>
                        <a:lnTo>
                          <a:pt x="39590" y="53733"/>
                        </a:lnTo>
                        <a:lnTo>
                          <a:pt x="40317" y="45877"/>
                        </a:lnTo>
                        <a:lnTo>
                          <a:pt x="48671" y="45877"/>
                        </a:lnTo>
                        <a:lnTo>
                          <a:pt x="48671" y="61889"/>
                        </a:lnTo>
                        <a:lnTo>
                          <a:pt x="0" y="61889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7" name="Graphic 6">
                <a:extLst>
                  <a:ext uri="{FF2B5EF4-FFF2-40B4-BE49-F238E27FC236}">
                    <a16:creationId xmlns:a16="http://schemas.microsoft.com/office/drawing/2014/main" id="{B668AEAA-2358-D21B-2650-8599469D9C56}"/>
                  </a:ext>
                </a:extLst>
              </p:cNvPr>
              <p:cNvGrpSpPr/>
              <p:nvPr/>
            </p:nvGrpSpPr>
            <p:grpSpPr>
              <a:xfrm>
                <a:off x="2094326" y="313448"/>
                <a:ext cx="973657" cy="201080"/>
                <a:chOff x="2094326" y="313448"/>
                <a:chExt cx="973657" cy="201080"/>
              </a:xfrm>
              <a:solidFill>
                <a:srgbClr val="585860"/>
              </a:solidFill>
            </p:grpSpPr>
            <p:grpSp>
              <p:nvGrpSpPr>
                <p:cNvPr id="18" name="Graphic 6">
                  <a:extLst>
                    <a:ext uri="{FF2B5EF4-FFF2-40B4-BE49-F238E27FC236}">
                      <a16:creationId xmlns:a16="http://schemas.microsoft.com/office/drawing/2014/main" id="{472B8F50-8FA7-5418-3D4A-27AEDF05C3AC}"/>
                    </a:ext>
                  </a:extLst>
                </p:cNvPr>
                <p:cNvGrpSpPr/>
                <p:nvPr/>
              </p:nvGrpSpPr>
              <p:grpSpPr>
                <a:xfrm>
                  <a:off x="2094326" y="313448"/>
                  <a:ext cx="874923" cy="95532"/>
                  <a:chOff x="2094326" y="313448"/>
                  <a:chExt cx="874923" cy="95532"/>
                </a:xfrm>
                <a:solidFill>
                  <a:srgbClr val="585860"/>
                </a:solidFill>
              </p:grpSpPr>
              <p:sp>
                <p:nvSpPr>
                  <p:cNvPr id="39" name="Freeform 150">
                    <a:extLst>
                      <a:ext uri="{FF2B5EF4-FFF2-40B4-BE49-F238E27FC236}">
                        <a16:creationId xmlns:a16="http://schemas.microsoft.com/office/drawing/2014/main" id="{97707B5A-EBFA-05A2-0B43-BAD44FF6BC40}"/>
                      </a:ext>
                    </a:extLst>
                  </p:cNvPr>
                  <p:cNvSpPr/>
                  <p:nvPr/>
                </p:nvSpPr>
                <p:spPr>
                  <a:xfrm>
                    <a:off x="2094326" y="319326"/>
                    <a:ext cx="59990" cy="68965"/>
                  </a:xfrm>
                  <a:custGeom>
                    <a:avLst/>
                    <a:gdLst>
                      <a:gd name="connsiteX0" fmla="*/ 60 w 59990"/>
                      <a:gd name="connsiteY0" fmla="*/ 68966 h 68965"/>
                      <a:gd name="connsiteX1" fmla="*/ 60 w 59990"/>
                      <a:gd name="connsiteY1" fmla="*/ 61649 h 68965"/>
                      <a:gd name="connsiteX2" fmla="*/ 7627 w 59990"/>
                      <a:gd name="connsiteY2" fmla="*/ 60210 h 68965"/>
                      <a:gd name="connsiteX3" fmla="*/ 7627 w 59990"/>
                      <a:gd name="connsiteY3" fmla="*/ 8756 h 68965"/>
                      <a:gd name="connsiteX4" fmla="*/ 60 w 59990"/>
                      <a:gd name="connsiteY4" fmla="*/ 7316 h 68965"/>
                      <a:gd name="connsiteX5" fmla="*/ 60 w 59990"/>
                      <a:gd name="connsiteY5" fmla="*/ 0 h 68965"/>
                      <a:gd name="connsiteX6" fmla="*/ 32205 w 59990"/>
                      <a:gd name="connsiteY6" fmla="*/ 0 h 68965"/>
                      <a:gd name="connsiteX7" fmla="*/ 45583 w 59990"/>
                      <a:gd name="connsiteY7" fmla="*/ 2399 h 68965"/>
                      <a:gd name="connsiteX8" fmla="*/ 54058 w 59990"/>
                      <a:gd name="connsiteY8" fmla="*/ 9235 h 68965"/>
                      <a:gd name="connsiteX9" fmla="*/ 56964 w 59990"/>
                      <a:gd name="connsiteY9" fmla="*/ 19970 h 68965"/>
                      <a:gd name="connsiteX10" fmla="*/ 54058 w 59990"/>
                      <a:gd name="connsiteY10" fmla="*/ 30525 h 68965"/>
                      <a:gd name="connsiteX11" fmla="*/ 46007 w 59990"/>
                      <a:gd name="connsiteY11" fmla="*/ 37481 h 68965"/>
                      <a:gd name="connsiteX12" fmla="*/ 33839 w 59990"/>
                      <a:gd name="connsiteY12" fmla="*/ 40060 h 68965"/>
                      <a:gd name="connsiteX13" fmla="*/ 19674 w 59990"/>
                      <a:gd name="connsiteY13" fmla="*/ 40180 h 68965"/>
                      <a:gd name="connsiteX14" fmla="*/ 19674 w 59990"/>
                      <a:gd name="connsiteY14" fmla="*/ 60150 h 68965"/>
                      <a:gd name="connsiteX15" fmla="*/ 27241 w 59990"/>
                      <a:gd name="connsiteY15" fmla="*/ 61589 h 68965"/>
                      <a:gd name="connsiteX16" fmla="*/ 27241 w 59990"/>
                      <a:gd name="connsiteY16" fmla="*/ 68906 h 68965"/>
                      <a:gd name="connsiteX17" fmla="*/ 0 w 59990"/>
                      <a:gd name="connsiteY17" fmla="*/ 68906 h 68965"/>
                      <a:gd name="connsiteX18" fmla="*/ 19674 w 59990"/>
                      <a:gd name="connsiteY18" fmla="*/ 31005 h 68965"/>
                      <a:gd name="connsiteX19" fmla="*/ 31660 w 59990"/>
                      <a:gd name="connsiteY19" fmla="*/ 31005 h 68965"/>
                      <a:gd name="connsiteX20" fmla="*/ 41709 w 59990"/>
                      <a:gd name="connsiteY20" fmla="*/ 28306 h 68965"/>
                      <a:gd name="connsiteX21" fmla="*/ 44978 w 59990"/>
                      <a:gd name="connsiteY21" fmla="*/ 20390 h 68965"/>
                      <a:gd name="connsiteX22" fmla="*/ 41830 w 59990"/>
                      <a:gd name="connsiteY22" fmla="*/ 12294 h 68965"/>
                      <a:gd name="connsiteX23" fmla="*/ 32205 w 59990"/>
                      <a:gd name="connsiteY23" fmla="*/ 9295 h 68965"/>
                      <a:gd name="connsiteX24" fmla="*/ 19674 w 59990"/>
                      <a:gd name="connsiteY24" fmla="*/ 9295 h 68965"/>
                      <a:gd name="connsiteX25" fmla="*/ 19674 w 59990"/>
                      <a:gd name="connsiteY25" fmla="*/ 31005 h 68965"/>
                      <a:gd name="connsiteX26" fmla="*/ 45281 w 59990"/>
                      <a:gd name="connsiteY26" fmla="*/ 68966 h 68965"/>
                      <a:gd name="connsiteX27" fmla="*/ 32023 w 59990"/>
                      <a:gd name="connsiteY27" fmla="*/ 37241 h 68965"/>
                      <a:gd name="connsiteX28" fmla="*/ 43283 w 59990"/>
                      <a:gd name="connsiteY28" fmla="*/ 35382 h 68965"/>
                      <a:gd name="connsiteX29" fmla="*/ 54543 w 59990"/>
                      <a:gd name="connsiteY29" fmla="*/ 60390 h 68965"/>
                      <a:gd name="connsiteX30" fmla="*/ 59991 w 59990"/>
                      <a:gd name="connsiteY30" fmla="*/ 61529 h 68965"/>
                      <a:gd name="connsiteX31" fmla="*/ 59991 w 59990"/>
                      <a:gd name="connsiteY31" fmla="*/ 68906 h 68965"/>
                      <a:gd name="connsiteX32" fmla="*/ 45281 w 59990"/>
                      <a:gd name="connsiteY32" fmla="*/ 6890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9990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32205" y="0"/>
                        </a:lnTo>
                        <a:cubicBezTo>
                          <a:pt x="37411" y="0"/>
                          <a:pt x="41891" y="780"/>
                          <a:pt x="45583" y="2399"/>
                        </a:cubicBezTo>
                        <a:cubicBezTo>
                          <a:pt x="49276" y="4018"/>
                          <a:pt x="52121" y="6297"/>
                          <a:pt x="54058" y="9235"/>
                        </a:cubicBezTo>
                        <a:cubicBezTo>
                          <a:pt x="55996" y="12174"/>
                          <a:pt x="56964" y="15772"/>
                          <a:pt x="56964" y="19970"/>
                        </a:cubicBezTo>
                        <a:cubicBezTo>
                          <a:pt x="56964" y="24168"/>
                          <a:pt x="55996" y="27526"/>
                          <a:pt x="54058" y="30525"/>
                        </a:cubicBezTo>
                        <a:cubicBezTo>
                          <a:pt x="52121" y="33523"/>
                          <a:pt x="49458" y="35862"/>
                          <a:pt x="46007" y="37481"/>
                        </a:cubicBezTo>
                        <a:cubicBezTo>
                          <a:pt x="42557" y="39161"/>
                          <a:pt x="38501" y="40000"/>
                          <a:pt x="33839" y="40060"/>
                        </a:cubicBezTo>
                        <a:lnTo>
                          <a:pt x="19674" y="40180"/>
                        </a:lnTo>
                        <a:lnTo>
                          <a:pt x="19674" y="60150"/>
                        </a:lnTo>
                        <a:lnTo>
                          <a:pt x="27241" y="61589"/>
                        </a:lnTo>
                        <a:lnTo>
                          <a:pt x="27241" y="68906"/>
                        </a:lnTo>
                        <a:lnTo>
                          <a:pt x="0" y="68906"/>
                        </a:lnTo>
                        <a:close/>
                        <a:moveTo>
                          <a:pt x="19674" y="31005"/>
                        </a:moveTo>
                        <a:lnTo>
                          <a:pt x="31660" y="31005"/>
                        </a:lnTo>
                        <a:cubicBezTo>
                          <a:pt x="36200" y="31005"/>
                          <a:pt x="39530" y="30105"/>
                          <a:pt x="41709" y="28306"/>
                        </a:cubicBezTo>
                        <a:cubicBezTo>
                          <a:pt x="43888" y="26507"/>
                          <a:pt x="44978" y="23868"/>
                          <a:pt x="44978" y="20390"/>
                        </a:cubicBezTo>
                        <a:cubicBezTo>
                          <a:pt x="44978" y="16912"/>
                          <a:pt x="43949" y="14333"/>
                          <a:pt x="41830" y="12294"/>
                        </a:cubicBezTo>
                        <a:cubicBezTo>
                          <a:pt x="39711" y="10315"/>
                          <a:pt x="36503" y="9295"/>
                          <a:pt x="32205" y="9295"/>
                        </a:cubicBezTo>
                        <a:lnTo>
                          <a:pt x="19674" y="9295"/>
                        </a:lnTo>
                        <a:lnTo>
                          <a:pt x="19674" y="31005"/>
                        </a:lnTo>
                        <a:close/>
                        <a:moveTo>
                          <a:pt x="45281" y="68966"/>
                        </a:moveTo>
                        <a:lnTo>
                          <a:pt x="32023" y="37241"/>
                        </a:lnTo>
                        <a:lnTo>
                          <a:pt x="43283" y="35382"/>
                        </a:lnTo>
                        <a:lnTo>
                          <a:pt x="54543" y="60390"/>
                        </a:lnTo>
                        <a:lnTo>
                          <a:pt x="59991" y="61529"/>
                        </a:lnTo>
                        <a:lnTo>
                          <a:pt x="59991" y="68906"/>
                        </a:lnTo>
                        <a:lnTo>
                          <a:pt x="45281" y="6890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0" name="Freeform 151">
                    <a:extLst>
                      <a:ext uri="{FF2B5EF4-FFF2-40B4-BE49-F238E27FC236}">
                        <a16:creationId xmlns:a16="http://schemas.microsoft.com/office/drawing/2014/main" id="{25F476C3-48E7-53F1-6C0E-AE7A33BBD9B9}"/>
                      </a:ext>
                    </a:extLst>
                  </p:cNvPr>
                  <p:cNvSpPr/>
                  <p:nvPr/>
                </p:nvSpPr>
                <p:spPr>
                  <a:xfrm>
                    <a:off x="2161097" y="319326"/>
                    <a:ext cx="54179" cy="68965"/>
                  </a:xfrm>
                  <a:custGeom>
                    <a:avLst/>
                    <a:gdLst>
                      <a:gd name="connsiteX0" fmla="*/ 60 w 54179"/>
                      <a:gd name="connsiteY0" fmla="*/ 68966 h 68965"/>
                      <a:gd name="connsiteX1" fmla="*/ 60 w 54179"/>
                      <a:gd name="connsiteY1" fmla="*/ 61649 h 68965"/>
                      <a:gd name="connsiteX2" fmla="*/ 7627 w 54179"/>
                      <a:gd name="connsiteY2" fmla="*/ 60210 h 68965"/>
                      <a:gd name="connsiteX3" fmla="*/ 7627 w 54179"/>
                      <a:gd name="connsiteY3" fmla="*/ 8756 h 68965"/>
                      <a:gd name="connsiteX4" fmla="*/ 60 w 54179"/>
                      <a:gd name="connsiteY4" fmla="*/ 7316 h 68965"/>
                      <a:gd name="connsiteX5" fmla="*/ 60 w 54179"/>
                      <a:gd name="connsiteY5" fmla="*/ 0 h 68965"/>
                      <a:gd name="connsiteX6" fmla="*/ 53029 w 54179"/>
                      <a:gd name="connsiteY6" fmla="*/ 0 h 68965"/>
                      <a:gd name="connsiteX7" fmla="*/ 53029 w 54179"/>
                      <a:gd name="connsiteY7" fmla="*/ 17751 h 68965"/>
                      <a:gd name="connsiteX8" fmla="*/ 43646 w 54179"/>
                      <a:gd name="connsiteY8" fmla="*/ 17751 h 68965"/>
                      <a:gd name="connsiteX9" fmla="*/ 42859 w 54179"/>
                      <a:gd name="connsiteY9" fmla="*/ 9175 h 68965"/>
                      <a:gd name="connsiteX10" fmla="*/ 19674 w 54179"/>
                      <a:gd name="connsiteY10" fmla="*/ 9175 h 68965"/>
                      <a:gd name="connsiteX11" fmla="*/ 19674 w 54179"/>
                      <a:gd name="connsiteY11" fmla="*/ 28666 h 68965"/>
                      <a:gd name="connsiteX12" fmla="*/ 44070 w 54179"/>
                      <a:gd name="connsiteY12" fmla="*/ 28666 h 68965"/>
                      <a:gd name="connsiteX13" fmla="*/ 44070 w 54179"/>
                      <a:gd name="connsiteY13" fmla="*/ 37901 h 68965"/>
                      <a:gd name="connsiteX14" fmla="*/ 19674 w 54179"/>
                      <a:gd name="connsiteY14" fmla="*/ 37901 h 68965"/>
                      <a:gd name="connsiteX15" fmla="*/ 19674 w 54179"/>
                      <a:gd name="connsiteY15" fmla="*/ 59790 h 68965"/>
                      <a:gd name="connsiteX16" fmla="*/ 44130 w 54179"/>
                      <a:gd name="connsiteY16" fmla="*/ 59790 h 68965"/>
                      <a:gd name="connsiteX17" fmla="*/ 44917 w 54179"/>
                      <a:gd name="connsiteY17" fmla="*/ 51035 h 68965"/>
                      <a:gd name="connsiteX18" fmla="*/ 54179 w 54179"/>
                      <a:gd name="connsiteY18" fmla="*/ 51035 h 68965"/>
                      <a:gd name="connsiteX19" fmla="*/ 54179 w 54179"/>
                      <a:gd name="connsiteY19" fmla="*/ 68846 h 68965"/>
                      <a:gd name="connsiteX20" fmla="*/ 0 w 54179"/>
                      <a:gd name="connsiteY20" fmla="*/ 6884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4179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53029" y="0"/>
                        </a:lnTo>
                        <a:lnTo>
                          <a:pt x="53029" y="17751"/>
                        </a:lnTo>
                        <a:lnTo>
                          <a:pt x="43646" y="17751"/>
                        </a:lnTo>
                        <a:lnTo>
                          <a:pt x="42859" y="9175"/>
                        </a:lnTo>
                        <a:lnTo>
                          <a:pt x="19674" y="9175"/>
                        </a:lnTo>
                        <a:lnTo>
                          <a:pt x="19674" y="28666"/>
                        </a:lnTo>
                        <a:lnTo>
                          <a:pt x="44070" y="28666"/>
                        </a:lnTo>
                        <a:lnTo>
                          <a:pt x="44070" y="37901"/>
                        </a:lnTo>
                        <a:lnTo>
                          <a:pt x="19674" y="37901"/>
                        </a:lnTo>
                        <a:lnTo>
                          <a:pt x="19674" y="59790"/>
                        </a:lnTo>
                        <a:lnTo>
                          <a:pt x="44130" y="59790"/>
                        </a:lnTo>
                        <a:lnTo>
                          <a:pt x="44917" y="51035"/>
                        </a:lnTo>
                        <a:lnTo>
                          <a:pt x="54179" y="51035"/>
                        </a:lnTo>
                        <a:lnTo>
                          <a:pt x="54179" y="68846"/>
                        </a:lnTo>
                        <a:lnTo>
                          <a:pt x="0" y="6884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1" name="Freeform 152">
                    <a:extLst>
                      <a:ext uri="{FF2B5EF4-FFF2-40B4-BE49-F238E27FC236}">
                        <a16:creationId xmlns:a16="http://schemas.microsoft.com/office/drawing/2014/main" id="{717D4ED9-E355-D5A5-8713-4788BA38EFEF}"/>
                      </a:ext>
                    </a:extLst>
                  </p:cNvPr>
                  <p:cNvSpPr/>
                  <p:nvPr/>
                </p:nvSpPr>
                <p:spPr>
                  <a:xfrm>
                    <a:off x="2222722" y="319386"/>
                    <a:ext cx="68284" cy="68965"/>
                  </a:xfrm>
                  <a:custGeom>
                    <a:avLst/>
                    <a:gdLst>
                      <a:gd name="connsiteX0" fmla="*/ 28694 w 68284"/>
                      <a:gd name="connsiteY0" fmla="*/ 68906 h 68965"/>
                      <a:gd name="connsiteX1" fmla="*/ 5933 w 68284"/>
                      <a:gd name="connsiteY1" fmla="*/ 8096 h 68965"/>
                      <a:gd name="connsiteX2" fmla="*/ 0 w 68284"/>
                      <a:gd name="connsiteY2" fmla="*/ 7316 h 68965"/>
                      <a:gd name="connsiteX3" fmla="*/ 0 w 68284"/>
                      <a:gd name="connsiteY3" fmla="*/ 0 h 68965"/>
                      <a:gd name="connsiteX4" fmla="*/ 25243 w 68284"/>
                      <a:gd name="connsiteY4" fmla="*/ 0 h 68965"/>
                      <a:gd name="connsiteX5" fmla="*/ 25243 w 68284"/>
                      <a:gd name="connsiteY5" fmla="*/ 7316 h 68965"/>
                      <a:gd name="connsiteX6" fmla="*/ 18948 w 68284"/>
                      <a:gd name="connsiteY6" fmla="*/ 8336 h 68965"/>
                      <a:gd name="connsiteX7" fmla="*/ 33416 w 68284"/>
                      <a:gd name="connsiteY7" fmla="*/ 50315 h 68965"/>
                      <a:gd name="connsiteX8" fmla="*/ 34687 w 68284"/>
                      <a:gd name="connsiteY8" fmla="*/ 54813 h 68965"/>
                      <a:gd name="connsiteX9" fmla="*/ 34990 w 68284"/>
                      <a:gd name="connsiteY9" fmla="*/ 54813 h 68965"/>
                      <a:gd name="connsiteX10" fmla="*/ 36321 w 68284"/>
                      <a:gd name="connsiteY10" fmla="*/ 50375 h 68965"/>
                      <a:gd name="connsiteX11" fmla="*/ 50971 w 68284"/>
                      <a:gd name="connsiteY11" fmla="*/ 8336 h 68965"/>
                      <a:gd name="connsiteX12" fmla="*/ 43767 w 68284"/>
                      <a:gd name="connsiteY12" fmla="*/ 7376 h 68965"/>
                      <a:gd name="connsiteX13" fmla="*/ 43767 w 68284"/>
                      <a:gd name="connsiteY13" fmla="*/ 60 h 68965"/>
                      <a:gd name="connsiteX14" fmla="*/ 68284 w 68284"/>
                      <a:gd name="connsiteY14" fmla="*/ 60 h 68965"/>
                      <a:gd name="connsiteX15" fmla="*/ 68284 w 68284"/>
                      <a:gd name="connsiteY15" fmla="*/ 7376 h 68965"/>
                      <a:gd name="connsiteX16" fmla="*/ 62291 w 68284"/>
                      <a:gd name="connsiteY16" fmla="*/ 8156 h 68965"/>
                      <a:gd name="connsiteX17" fmla="*/ 40377 w 68284"/>
                      <a:gd name="connsiteY17" fmla="*/ 68966 h 68965"/>
                      <a:gd name="connsiteX18" fmla="*/ 28694 w 68284"/>
                      <a:gd name="connsiteY18" fmla="*/ 6896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68284" h="68965">
                        <a:moveTo>
                          <a:pt x="28694" y="68906"/>
                        </a:moveTo>
                        <a:lnTo>
                          <a:pt x="5933" y="809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25243" y="0"/>
                        </a:lnTo>
                        <a:lnTo>
                          <a:pt x="25243" y="7316"/>
                        </a:lnTo>
                        <a:lnTo>
                          <a:pt x="18948" y="8336"/>
                        </a:lnTo>
                        <a:lnTo>
                          <a:pt x="33416" y="50315"/>
                        </a:lnTo>
                        <a:lnTo>
                          <a:pt x="34687" y="54813"/>
                        </a:lnTo>
                        <a:lnTo>
                          <a:pt x="34990" y="54813"/>
                        </a:lnTo>
                        <a:lnTo>
                          <a:pt x="36321" y="50375"/>
                        </a:lnTo>
                        <a:lnTo>
                          <a:pt x="50971" y="8336"/>
                        </a:lnTo>
                        <a:lnTo>
                          <a:pt x="43767" y="7376"/>
                        </a:lnTo>
                        <a:lnTo>
                          <a:pt x="43767" y="60"/>
                        </a:lnTo>
                        <a:lnTo>
                          <a:pt x="68284" y="60"/>
                        </a:lnTo>
                        <a:lnTo>
                          <a:pt x="68284" y="7376"/>
                        </a:lnTo>
                        <a:lnTo>
                          <a:pt x="62291" y="8156"/>
                        </a:lnTo>
                        <a:lnTo>
                          <a:pt x="40377" y="68966"/>
                        </a:lnTo>
                        <a:lnTo>
                          <a:pt x="28694" y="6896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2" name="Freeform 153">
                    <a:extLst>
                      <a:ext uri="{FF2B5EF4-FFF2-40B4-BE49-F238E27FC236}">
                        <a16:creationId xmlns:a16="http://schemas.microsoft.com/office/drawing/2014/main" id="{FC98DEBC-7492-73DC-C38F-836150FEE67B}"/>
                      </a:ext>
                    </a:extLst>
                  </p:cNvPr>
                  <p:cNvSpPr/>
                  <p:nvPr/>
                </p:nvSpPr>
                <p:spPr>
                  <a:xfrm>
                    <a:off x="2283984" y="319386"/>
                    <a:ext cx="67618" cy="68905"/>
                  </a:xfrm>
                  <a:custGeom>
                    <a:avLst/>
                    <a:gdLst>
                      <a:gd name="connsiteX0" fmla="*/ 0 w 67618"/>
                      <a:gd name="connsiteY0" fmla="*/ 68906 h 68905"/>
                      <a:gd name="connsiteX1" fmla="*/ 0 w 67618"/>
                      <a:gd name="connsiteY1" fmla="*/ 61589 h 68905"/>
                      <a:gd name="connsiteX2" fmla="*/ 5085 w 67618"/>
                      <a:gd name="connsiteY2" fmla="*/ 60870 h 68905"/>
                      <a:gd name="connsiteX3" fmla="*/ 28089 w 67618"/>
                      <a:gd name="connsiteY3" fmla="*/ 0 h 68905"/>
                      <a:gd name="connsiteX4" fmla="*/ 39772 w 67618"/>
                      <a:gd name="connsiteY4" fmla="*/ 0 h 68905"/>
                      <a:gd name="connsiteX5" fmla="*/ 62534 w 67618"/>
                      <a:gd name="connsiteY5" fmla="*/ 60870 h 68905"/>
                      <a:gd name="connsiteX6" fmla="*/ 67619 w 67618"/>
                      <a:gd name="connsiteY6" fmla="*/ 61589 h 68905"/>
                      <a:gd name="connsiteX7" fmla="*/ 67619 w 67618"/>
                      <a:gd name="connsiteY7" fmla="*/ 68906 h 68905"/>
                      <a:gd name="connsiteX8" fmla="*/ 45523 w 67618"/>
                      <a:gd name="connsiteY8" fmla="*/ 68906 h 68905"/>
                      <a:gd name="connsiteX9" fmla="*/ 45523 w 67618"/>
                      <a:gd name="connsiteY9" fmla="*/ 61589 h 68905"/>
                      <a:gd name="connsiteX10" fmla="*/ 50487 w 67618"/>
                      <a:gd name="connsiteY10" fmla="*/ 60690 h 68905"/>
                      <a:gd name="connsiteX11" fmla="*/ 46794 w 67618"/>
                      <a:gd name="connsiteY11" fmla="*/ 49835 h 68905"/>
                      <a:gd name="connsiteX12" fmla="*/ 20885 w 67618"/>
                      <a:gd name="connsiteY12" fmla="*/ 49835 h 68905"/>
                      <a:gd name="connsiteX13" fmla="*/ 17132 w 67618"/>
                      <a:gd name="connsiteY13" fmla="*/ 60690 h 68905"/>
                      <a:gd name="connsiteX14" fmla="*/ 22156 w 67618"/>
                      <a:gd name="connsiteY14" fmla="*/ 61589 h 68905"/>
                      <a:gd name="connsiteX15" fmla="*/ 22156 w 67618"/>
                      <a:gd name="connsiteY15" fmla="*/ 68906 h 68905"/>
                      <a:gd name="connsiteX16" fmla="*/ 61 w 67618"/>
                      <a:gd name="connsiteY16" fmla="*/ 68906 h 68905"/>
                      <a:gd name="connsiteX17" fmla="*/ 24033 w 67618"/>
                      <a:gd name="connsiteY17" fmla="*/ 40720 h 68905"/>
                      <a:gd name="connsiteX18" fmla="*/ 43646 w 67618"/>
                      <a:gd name="connsiteY18" fmla="*/ 40720 h 68905"/>
                      <a:gd name="connsiteX19" fmla="*/ 34626 w 67618"/>
                      <a:gd name="connsiteY19" fmla="*/ 15232 h 68905"/>
                      <a:gd name="connsiteX20" fmla="*/ 34021 w 67618"/>
                      <a:gd name="connsiteY20" fmla="*/ 13373 h 68905"/>
                      <a:gd name="connsiteX21" fmla="*/ 33718 w 67618"/>
                      <a:gd name="connsiteY21" fmla="*/ 13373 h 68905"/>
                      <a:gd name="connsiteX22" fmla="*/ 33052 w 67618"/>
                      <a:gd name="connsiteY22" fmla="*/ 15292 h 68905"/>
                      <a:gd name="connsiteX23" fmla="*/ 24033 w 67618"/>
                      <a:gd name="connsiteY23" fmla="*/ 40720 h 68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7618" h="68905">
                        <a:moveTo>
                          <a:pt x="0" y="68906"/>
                        </a:moveTo>
                        <a:lnTo>
                          <a:pt x="0" y="61589"/>
                        </a:lnTo>
                        <a:lnTo>
                          <a:pt x="5085" y="60870"/>
                        </a:lnTo>
                        <a:lnTo>
                          <a:pt x="28089" y="0"/>
                        </a:lnTo>
                        <a:lnTo>
                          <a:pt x="39772" y="0"/>
                        </a:lnTo>
                        <a:lnTo>
                          <a:pt x="62534" y="60870"/>
                        </a:lnTo>
                        <a:lnTo>
                          <a:pt x="67619" y="61589"/>
                        </a:lnTo>
                        <a:lnTo>
                          <a:pt x="67619" y="68906"/>
                        </a:lnTo>
                        <a:lnTo>
                          <a:pt x="45523" y="68906"/>
                        </a:lnTo>
                        <a:lnTo>
                          <a:pt x="45523" y="61589"/>
                        </a:lnTo>
                        <a:lnTo>
                          <a:pt x="50487" y="60690"/>
                        </a:lnTo>
                        <a:lnTo>
                          <a:pt x="46794" y="49835"/>
                        </a:lnTo>
                        <a:lnTo>
                          <a:pt x="20885" y="49835"/>
                        </a:lnTo>
                        <a:lnTo>
                          <a:pt x="17132" y="60690"/>
                        </a:lnTo>
                        <a:lnTo>
                          <a:pt x="22156" y="61589"/>
                        </a:lnTo>
                        <a:lnTo>
                          <a:pt x="22156" y="68906"/>
                        </a:lnTo>
                        <a:lnTo>
                          <a:pt x="61" y="68906"/>
                        </a:lnTo>
                        <a:close/>
                        <a:moveTo>
                          <a:pt x="24033" y="40720"/>
                        </a:moveTo>
                        <a:lnTo>
                          <a:pt x="43646" y="40720"/>
                        </a:lnTo>
                        <a:lnTo>
                          <a:pt x="34626" y="15232"/>
                        </a:lnTo>
                        <a:lnTo>
                          <a:pt x="34021" y="13373"/>
                        </a:lnTo>
                        <a:lnTo>
                          <a:pt x="33718" y="13373"/>
                        </a:lnTo>
                        <a:lnTo>
                          <a:pt x="33052" y="15292"/>
                        </a:lnTo>
                        <a:lnTo>
                          <a:pt x="24033" y="40720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3" name="Freeform 154">
                    <a:extLst>
                      <a:ext uri="{FF2B5EF4-FFF2-40B4-BE49-F238E27FC236}">
                        <a16:creationId xmlns:a16="http://schemas.microsoft.com/office/drawing/2014/main" id="{2977BDC9-90AD-8B8B-3C11-4667F87B9D96}"/>
                      </a:ext>
                    </a:extLst>
                  </p:cNvPr>
                  <p:cNvSpPr/>
                  <p:nvPr/>
                </p:nvSpPr>
                <p:spPr>
                  <a:xfrm>
                    <a:off x="2380721" y="319386"/>
                    <a:ext cx="67618" cy="68905"/>
                  </a:xfrm>
                  <a:custGeom>
                    <a:avLst/>
                    <a:gdLst>
                      <a:gd name="connsiteX0" fmla="*/ 0 w 67618"/>
                      <a:gd name="connsiteY0" fmla="*/ 68906 h 68905"/>
                      <a:gd name="connsiteX1" fmla="*/ 0 w 67618"/>
                      <a:gd name="connsiteY1" fmla="*/ 61589 h 68905"/>
                      <a:gd name="connsiteX2" fmla="*/ 5085 w 67618"/>
                      <a:gd name="connsiteY2" fmla="*/ 60870 h 68905"/>
                      <a:gd name="connsiteX3" fmla="*/ 28088 w 67618"/>
                      <a:gd name="connsiteY3" fmla="*/ 0 h 68905"/>
                      <a:gd name="connsiteX4" fmla="*/ 39772 w 67618"/>
                      <a:gd name="connsiteY4" fmla="*/ 0 h 68905"/>
                      <a:gd name="connsiteX5" fmla="*/ 62533 w 67618"/>
                      <a:gd name="connsiteY5" fmla="*/ 60870 h 68905"/>
                      <a:gd name="connsiteX6" fmla="*/ 67618 w 67618"/>
                      <a:gd name="connsiteY6" fmla="*/ 61589 h 68905"/>
                      <a:gd name="connsiteX7" fmla="*/ 67618 w 67618"/>
                      <a:gd name="connsiteY7" fmla="*/ 68906 h 68905"/>
                      <a:gd name="connsiteX8" fmla="*/ 45523 w 67618"/>
                      <a:gd name="connsiteY8" fmla="*/ 68906 h 68905"/>
                      <a:gd name="connsiteX9" fmla="*/ 45523 w 67618"/>
                      <a:gd name="connsiteY9" fmla="*/ 61589 h 68905"/>
                      <a:gd name="connsiteX10" fmla="*/ 50487 w 67618"/>
                      <a:gd name="connsiteY10" fmla="*/ 60690 h 68905"/>
                      <a:gd name="connsiteX11" fmla="*/ 46794 w 67618"/>
                      <a:gd name="connsiteY11" fmla="*/ 49835 h 68905"/>
                      <a:gd name="connsiteX12" fmla="*/ 20885 w 67618"/>
                      <a:gd name="connsiteY12" fmla="*/ 49835 h 68905"/>
                      <a:gd name="connsiteX13" fmla="*/ 17132 w 67618"/>
                      <a:gd name="connsiteY13" fmla="*/ 60690 h 68905"/>
                      <a:gd name="connsiteX14" fmla="*/ 22156 w 67618"/>
                      <a:gd name="connsiteY14" fmla="*/ 61589 h 68905"/>
                      <a:gd name="connsiteX15" fmla="*/ 22156 w 67618"/>
                      <a:gd name="connsiteY15" fmla="*/ 68906 h 68905"/>
                      <a:gd name="connsiteX16" fmla="*/ 60 w 67618"/>
                      <a:gd name="connsiteY16" fmla="*/ 68906 h 68905"/>
                      <a:gd name="connsiteX17" fmla="*/ 24033 w 67618"/>
                      <a:gd name="connsiteY17" fmla="*/ 40720 h 68905"/>
                      <a:gd name="connsiteX18" fmla="*/ 43646 w 67618"/>
                      <a:gd name="connsiteY18" fmla="*/ 40720 h 68905"/>
                      <a:gd name="connsiteX19" fmla="*/ 34626 w 67618"/>
                      <a:gd name="connsiteY19" fmla="*/ 15232 h 68905"/>
                      <a:gd name="connsiteX20" fmla="*/ 34021 w 67618"/>
                      <a:gd name="connsiteY20" fmla="*/ 13373 h 68905"/>
                      <a:gd name="connsiteX21" fmla="*/ 33718 w 67618"/>
                      <a:gd name="connsiteY21" fmla="*/ 13373 h 68905"/>
                      <a:gd name="connsiteX22" fmla="*/ 33052 w 67618"/>
                      <a:gd name="connsiteY22" fmla="*/ 15292 h 68905"/>
                      <a:gd name="connsiteX23" fmla="*/ 24033 w 67618"/>
                      <a:gd name="connsiteY23" fmla="*/ 40720 h 68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7618" h="68905">
                        <a:moveTo>
                          <a:pt x="0" y="68906"/>
                        </a:moveTo>
                        <a:lnTo>
                          <a:pt x="0" y="61589"/>
                        </a:lnTo>
                        <a:lnTo>
                          <a:pt x="5085" y="60870"/>
                        </a:lnTo>
                        <a:lnTo>
                          <a:pt x="28088" y="0"/>
                        </a:lnTo>
                        <a:lnTo>
                          <a:pt x="39772" y="0"/>
                        </a:lnTo>
                        <a:lnTo>
                          <a:pt x="62533" y="60870"/>
                        </a:lnTo>
                        <a:lnTo>
                          <a:pt x="67618" y="61589"/>
                        </a:lnTo>
                        <a:lnTo>
                          <a:pt x="67618" y="68906"/>
                        </a:lnTo>
                        <a:lnTo>
                          <a:pt x="45523" y="68906"/>
                        </a:lnTo>
                        <a:lnTo>
                          <a:pt x="45523" y="61589"/>
                        </a:lnTo>
                        <a:lnTo>
                          <a:pt x="50487" y="60690"/>
                        </a:lnTo>
                        <a:lnTo>
                          <a:pt x="46794" y="49835"/>
                        </a:lnTo>
                        <a:lnTo>
                          <a:pt x="20885" y="49835"/>
                        </a:lnTo>
                        <a:lnTo>
                          <a:pt x="17132" y="60690"/>
                        </a:lnTo>
                        <a:lnTo>
                          <a:pt x="22156" y="61589"/>
                        </a:lnTo>
                        <a:lnTo>
                          <a:pt x="22156" y="68906"/>
                        </a:lnTo>
                        <a:lnTo>
                          <a:pt x="60" y="68906"/>
                        </a:lnTo>
                        <a:close/>
                        <a:moveTo>
                          <a:pt x="24033" y="40720"/>
                        </a:moveTo>
                        <a:lnTo>
                          <a:pt x="43646" y="40720"/>
                        </a:lnTo>
                        <a:lnTo>
                          <a:pt x="34626" y="15232"/>
                        </a:lnTo>
                        <a:lnTo>
                          <a:pt x="34021" y="13373"/>
                        </a:lnTo>
                        <a:lnTo>
                          <a:pt x="33718" y="13373"/>
                        </a:lnTo>
                        <a:lnTo>
                          <a:pt x="33052" y="15292"/>
                        </a:lnTo>
                        <a:lnTo>
                          <a:pt x="24033" y="40720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4" name="Freeform 155">
                    <a:extLst>
                      <a:ext uri="{FF2B5EF4-FFF2-40B4-BE49-F238E27FC236}">
                        <a16:creationId xmlns:a16="http://schemas.microsoft.com/office/drawing/2014/main" id="{F86BF6C1-82B3-8DE2-895E-350D6ED53369}"/>
                      </a:ext>
                    </a:extLst>
                  </p:cNvPr>
                  <p:cNvSpPr/>
                  <p:nvPr/>
                </p:nvSpPr>
                <p:spPr>
                  <a:xfrm>
                    <a:off x="2453364" y="336057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8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8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7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5" name="Freeform 156">
                    <a:extLst>
                      <a:ext uri="{FF2B5EF4-FFF2-40B4-BE49-F238E27FC236}">
                        <a16:creationId xmlns:a16="http://schemas.microsoft.com/office/drawing/2014/main" id="{F5660CEC-66ED-1286-D00E-310A5B3A9668}"/>
                      </a:ext>
                    </a:extLst>
                  </p:cNvPr>
                  <p:cNvSpPr/>
                  <p:nvPr/>
                </p:nvSpPr>
                <p:spPr>
                  <a:xfrm>
                    <a:off x="2505364" y="336117"/>
                    <a:ext cx="48247" cy="53133"/>
                  </a:xfrm>
                  <a:custGeom>
                    <a:avLst/>
                    <a:gdLst>
                      <a:gd name="connsiteX0" fmla="*/ 16708 w 48247"/>
                      <a:gd name="connsiteY0" fmla="*/ 53134 h 53133"/>
                      <a:gd name="connsiteX1" fmla="*/ 4419 w 48247"/>
                      <a:gd name="connsiteY1" fmla="*/ 49116 h 53133"/>
                      <a:gd name="connsiteX2" fmla="*/ 0 w 48247"/>
                      <a:gd name="connsiteY2" fmla="*/ 38021 h 53133"/>
                      <a:gd name="connsiteX3" fmla="*/ 2664 w 48247"/>
                      <a:gd name="connsiteY3" fmla="*/ 29565 h 53133"/>
                      <a:gd name="connsiteX4" fmla="*/ 10473 w 48247"/>
                      <a:gd name="connsiteY4" fmla="*/ 23868 h 53133"/>
                      <a:gd name="connsiteX5" fmla="*/ 23004 w 48247"/>
                      <a:gd name="connsiteY5" fmla="*/ 21829 h 53133"/>
                      <a:gd name="connsiteX6" fmla="*/ 30873 w 48247"/>
                      <a:gd name="connsiteY6" fmla="*/ 21829 h 53133"/>
                      <a:gd name="connsiteX7" fmla="*/ 30873 w 48247"/>
                      <a:gd name="connsiteY7" fmla="*/ 17511 h 53133"/>
                      <a:gd name="connsiteX8" fmla="*/ 28391 w 48247"/>
                      <a:gd name="connsiteY8" fmla="*/ 11035 h 53133"/>
                      <a:gd name="connsiteX9" fmla="*/ 21248 w 48247"/>
                      <a:gd name="connsiteY9" fmla="*/ 8636 h 53133"/>
                      <a:gd name="connsiteX10" fmla="*/ 16526 w 48247"/>
                      <a:gd name="connsiteY10" fmla="*/ 9295 h 53133"/>
                      <a:gd name="connsiteX11" fmla="*/ 12834 w 48247"/>
                      <a:gd name="connsiteY11" fmla="*/ 11094 h 53133"/>
                      <a:gd name="connsiteX12" fmla="*/ 11744 w 48247"/>
                      <a:gd name="connsiteY12" fmla="*/ 17991 h 53133"/>
                      <a:gd name="connsiteX13" fmla="*/ 2906 w 48247"/>
                      <a:gd name="connsiteY13" fmla="*/ 17991 h 53133"/>
                      <a:gd name="connsiteX14" fmla="*/ 2785 w 48247"/>
                      <a:gd name="connsiteY14" fmla="*/ 5337 h 53133"/>
                      <a:gd name="connsiteX15" fmla="*/ 11260 w 48247"/>
                      <a:gd name="connsiteY15" fmla="*/ 1439 h 53133"/>
                      <a:gd name="connsiteX16" fmla="*/ 21672 w 48247"/>
                      <a:gd name="connsiteY16" fmla="*/ 0 h 53133"/>
                      <a:gd name="connsiteX17" fmla="*/ 37169 w 48247"/>
                      <a:gd name="connsiteY17" fmla="*/ 4558 h 53133"/>
                      <a:gd name="connsiteX18" fmla="*/ 42859 w 48247"/>
                      <a:gd name="connsiteY18" fmla="*/ 17631 h 53133"/>
                      <a:gd name="connsiteX19" fmla="*/ 42859 w 48247"/>
                      <a:gd name="connsiteY19" fmla="*/ 40180 h 53133"/>
                      <a:gd name="connsiteX20" fmla="*/ 42859 w 48247"/>
                      <a:gd name="connsiteY20" fmla="*/ 42219 h 53133"/>
                      <a:gd name="connsiteX21" fmla="*/ 42980 w 48247"/>
                      <a:gd name="connsiteY21" fmla="*/ 44138 h 53133"/>
                      <a:gd name="connsiteX22" fmla="*/ 48247 w 48247"/>
                      <a:gd name="connsiteY22" fmla="*/ 44798 h 53133"/>
                      <a:gd name="connsiteX23" fmla="*/ 48247 w 48247"/>
                      <a:gd name="connsiteY23" fmla="*/ 52114 h 53133"/>
                      <a:gd name="connsiteX24" fmla="*/ 32508 w 48247"/>
                      <a:gd name="connsiteY24" fmla="*/ 52114 h 53133"/>
                      <a:gd name="connsiteX25" fmla="*/ 31600 w 48247"/>
                      <a:gd name="connsiteY25" fmla="*/ 48876 h 53133"/>
                      <a:gd name="connsiteX26" fmla="*/ 30994 w 48247"/>
                      <a:gd name="connsiteY26" fmla="*/ 45757 h 53133"/>
                      <a:gd name="connsiteX27" fmla="*/ 24759 w 48247"/>
                      <a:gd name="connsiteY27" fmla="*/ 51035 h 53133"/>
                      <a:gd name="connsiteX28" fmla="*/ 16526 w 48247"/>
                      <a:gd name="connsiteY28" fmla="*/ 53074 h 53133"/>
                      <a:gd name="connsiteX29" fmla="*/ 19432 w 48247"/>
                      <a:gd name="connsiteY29" fmla="*/ 43958 h 53133"/>
                      <a:gd name="connsiteX30" fmla="*/ 26212 w 48247"/>
                      <a:gd name="connsiteY30" fmla="*/ 42279 h 53133"/>
                      <a:gd name="connsiteX31" fmla="*/ 30934 w 48247"/>
                      <a:gd name="connsiteY31" fmla="*/ 38021 h 53133"/>
                      <a:gd name="connsiteX32" fmla="*/ 30934 w 48247"/>
                      <a:gd name="connsiteY32" fmla="*/ 29445 h 53133"/>
                      <a:gd name="connsiteX33" fmla="*/ 22883 w 48247"/>
                      <a:gd name="connsiteY33" fmla="*/ 29445 h 53133"/>
                      <a:gd name="connsiteX34" fmla="*/ 14710 w 48247"/>
                      <a:gd name="connsiteY34" fmla="*/ 31904 h 53133"/>
                      <a:gd name="connsiteX35" fmla="*/ 11986 w 48247"/>
                      <a:gd name="connsiteY35" fmla="*/ 37721 h 53133"/>
                      <a:gd name="connsiteX36" fmla="*/ 13923 w 48247"/>
                      <a:gd name="connsiteY36" fmla="*/ 42339 h 53133"/>
                      <a:gd name="connsiteX37" fmla="*/ 19432 w 48247"/>
                      <a:gd name="connsiteY37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48247" h="53133">
                        <a:moveTo>
                          <a:pt x="16708" y="53134"/>
                        </a:moveTo>
                        <a:cubicBezTo>
                          <a:pt x="11441" y="53134"/>
                          <a:pt x="7385" y="51814"/>
                          <a:pt x="4419" y="49116"/>
                        </a:cubicBezTo>
                        <a:cubicBezTo>
                          <a:pt x="1513" y="46417"/>
                          <a:pt x="0" y="42759"/>
                          <a:pt x="0" y="38021"/>
                        </a:cubicBezTo>
                        <a:cubicBezTo>
                          <a:pt x="0" y="34783"/>
                          <a:pt x="908" y="31964"/>
                          <a:pt x="2664" y="29565"/>
                        </a:cubicBezTo>
                        <a:cubicBezTo>
                          <a:pt x="4419" y="27166"/>
                          <a:pt x="7083" y="25247"/>
                          <a:pt x="10473" y="23868"/>
                        </a:cubicBezTo>
                        <a:cubicBezTo>
                          <a:pt x="13923" y="22489"/>
                          <a:pt x="18100" y="21829"/>
                          <a:pt x="23004" y="21829"/>
                        </a:cubicBezTo>
                        <a:lnTo>
                          <a:pt x="30873" y="21829"/>
                        </a:lnTo>
                        <a:lnTo>
                          <a:pt x="30873" y="17511"/>
                        </a:lnTo>
                        <a:cubicBezTo>
                          <a:pt x="30873" y="14813"/>
                          <a:pt x="30026" y="12654"/>
                          <a:pt x="28391" y="11035"/>
                        </a:cubicBezTo>
                        <a:cubicBezTo>
                          <a:pt x="26757" y="9415"/>
                          <a:pt x="24396" y="8636"/>
                          <a:pt x="21248" y="8636"/>
                        </a:cubicBezTo>
                        <a:cubicBezTo>
                          <a:pt x="19493" y="8636"/>
                          <a:pt x="17919" y="8876"/>
                          <a:pt x="16526" y="9295"/>
                        </a:cubicBezTo>
                        <a:cubicBezTo>
                          <a:pt x="15134" y="9715"/>
                          <a:pt x="13923" y="10315"/>
                          <a:pt x="12834" y="11094"/>
                        </a:cubicBezTo>
                        <a:lnTo>
                          <a:pt x="11744" y="17991"/>
                        </a:lnTo>
                        <a:lnTo>
                          <a:pt x="2906" y="17991"/>
                        </a:lnTo>
                        <a:lnTo>
                          <a:pt x="2785" y="5337"/>
                        </a:lnTo>
                        <a:cubicBezTo>
                          <a:pt x="5327" y="3718"/>
                          <a:pt x="8172" y="2399"/>
                          <a:pt x="11260" y="1439"/>
                        </a:cubicBezTo>
                        <a:cubicBezTo>
                          <a:pt x="14408" y="480"/>
                          <a:pt x="17858" y="0"/>
                          <a:pt x="21672" y="0"/>
                        </a:cubicBezTo>
                        <a:cubicBezTo>
                          <a:pt x="28210" y="0"/>
                          <a:pt x="33416" y="1499"/>
                          <a:pt x="37169" y="4558"/>
                        </a:cubicBezTo>
                        <a:cubicBezTo>
                          <a:pt x="40922" y="7616"/>
                          <a:pt x="42859" y="11934"/>
                          <a:pt x="42859" y="17631"/>
                        </a:cubicBezTo>
                        <a:lnTo>
                          <a:pt x="42859" y="40180"/>
                        </a:lnTo>
                        <a:cubicBezTo>
                          <a:pt x="42859" y="40900"/>
                          <a:pt x="42859" y="41559"/>
                          <a:pt x="42859" y="42219"/>
                        </a:cubicBezTo>
                        <a:cubicBezTo>
                          <a:pt x="42859" y="42879"/>
                          <a:pt x="42859" y="43538"/>
                          <a:pt x="42980" y="44138"/>
                        </a:cubicBezTo>
                        <a:lnTo>
                          <a:pt x="48247" y="44798"/>
                        </a:lnTo>
                        <a:lnTo>
                          <a:pt x="48247" y="52114"/>
                        </a:lnTo>
                        <a:lnTo>
                          <a:pt x="32508" y="52114"/>
                        </a:lnTo>
                        <a:cubicBezTo>
                          <a:pt x="32205" y="51035"/>
                          <a:pt x="31902" y="49955"/>
                          <a:pt x="31600" y="48876"/>
                        </a:cubicBezTo>
                        <a:cubicBezTo>
                          <a:pt x="31297" y="47796"/>
                          <a:pt x="31115" y="46777"/>
                          <a:pt x="30994" y="45757"/>
                        </a:cubicBezTo>
                        <a:cubicBezTo>
                          <a:pt x="29299" y="47916"/>
                          <a:pt x="27180" y="49655"/>
                          <a:pt x="24759" y="51035"/>
                        </a:cubicBezTo>
                        <a:cubicBezTo>
                          <a:pt x="22338" y="52414"/>
                          <a:pt x="19553" y="53074"/>
                          <a:pt x="16526" y="53074"/>
                        </a:cubicBezTo>
                        <a:close/>
                        <a:moveTo>
                          <a:pt x="19432" y="43958"/>
                        </a:moveTo>
                        <a:cubicBezTo>
                          <a:pt x="21853" y="43958"/>
                          <a:pt x="24093" y="43418"/>
                          <a:pt x="26212" y="42279"/>
                        </a:cubicBezTo>
                        <a:cubicBezTo>
                          <a:pt x="28331" y="41140"/>
                          <a:pt x="29905" y="39760"/>
                          <a:pt x="30934" y="38021"/>
                        </a:cubicBezTo>
                        <a:lnTo>
                          <a:pt x="30934" y="29445"/>
                        </a:lnTo>
                        <a:lnTo>
                          <a:pt x="22883" y="29445"/>
                        </a:lnTo>
                        <a:cubicBezTo>
                          <a:pt x="19311" y="29445"/>
                          <a:pt x="16587" y="30285"/>
                          <a:pt x="14710" y="31904"/>
                        </a:cubicBezTo>
                        <a:cubicBezTo>
                          <a:pt x="12834" y="33523"/>
                          <a:pt x="11986" y="35502"/>
                          <a:pt x="11986" y="37721"/>
                        </a:cubicBezTo>
                        <a:cubicBezTo>
                          <a:pt x="11986" y="39700"/>
                          <a:pt x="12652" y="41259"/>
                          <a:pt x="13923" y="42339"/>
                        </a:cubicBezTo>
                        <a:cubicBezTo>
                          <a:pt x="15195" y="43418"/>
                          <a:pt x="17011" y="43958"/>
                          <a:pt x="19432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6" name="Freeform 157">
                    <a:extLst>
                      <a:ext uri="{FF2B5EF4-FFF2-40B4-BE49-F238E27FC236}">
                        <a16:creationId xmlns:a16="http://schemas.microsoft.com/office/drawing/2014/main" id="{A8635F24-99EE-09EA-3338-BFB585AEC791}"/>
                      </a:ext>
                    </a:extLst>
                  </p:cNvPr>
                  <p:cNvSpPr/>
                  <p:nvPr/>
                </p:nvSpPr>
                <p:spPr>
                  <a:xfrm>
                    <a:off x="2559846" y="314408"/>
                    <a:ext cx="52484" cy="74902"/>
                  </a:xfrm>
                  <a:custGeom>
                    <a:avLst/>
                    <a:gdLst>
                      <a:gd name="connsiteX0" fmla="*/ 19856 w 52484"/>
                      <a:gd name="connsiteY0" fmla="*/ 74843 h 74902"/>
                      <a:gd name="connsiteX1" fmla="*/ 9141 w 52484"/>
                      <a:gd name="connsiteY1" fmla="*/ 71724 h 74902"/>
                      <a:gd name="connsiteX2" fmla="*/ 2361 w 52484"/>
                      <a:gd name="connsiteY2" fmla="*/ 62969 h 74902"/>
                      <a:gd name="connsiteX3" fmla="*/ 0 w 52484"/>
                      <a:gd name="connsiteY3" fmla="*/ 49895 h 74902"/>
                      <a:gd name="connsiteX4" fmla="*/ 0 w 52484"/>
                      <a:gd name="connsiteY4" fmla="*/ 48876 h 74902"/>
                      <a:gd name="connsiteX5" fmla="*/ 2361 w 52484"/>
                      <a:gd name="connsiteY5" fmla="*/ 34603 h 74902"/>
                      <a:gd name="connsiteX6" fmla="*/ 9201 w 52484"/>
                      <a:gd name="connsiteY6" fmla="*/ 25068 h 74902"/>
                      <a:gd name="connsiteX7" fmla="*/ 19856 w 52484"/>
                      <a:gd name="connsiteY7" fmla="*/ 21649 h 74902"/>
                      <a:gd name="connsiteX8" fmla="*/ 27604 w 52484"/>
                      <a:gd name="connsiteY8" fmla="*/ 23328 h 74902"/>
                      <a:gd name="connsiteX9" fmla="*/ 33295 w 52484"/>
                      <a:gd name="connsiteY9" fmla="*/ 28126 h 74902"/>
                      <a:gd name="connsiteX10" fmla="*/ 33295 w 52484"/>
                      <a:gd name="connsiteY10" fmla="*/ 8756 h 74902"/>
                      <a:gd name="connsiteX11" fmla="*/ 25728 w 52484"/>
                      <a:gd name="connsiteY11" fmla="*/ 7316 h 74902"/>
                      <a:gd name="connsiteX12" fmla="*/ 25728 w 52484"/>
                      <a:gd name="connsiteY12" fmla="*/ 0 h 74902"/>
                      <a:gd name="connsiteX13" fmla="*/ 45341 w 52484"/>
                      <a:gd name="connsiteY13" fmla="*/ 0 h 74902"/>
                      <a:gd name="connsiteX14" fmla="*/ 45341 w 52484"/>
                      <a:gd name="connsiteY14" fmla="*/ 65128 h 74902"/>
                      <a:gd name="connsiteX15" fmla="*/ 52484 w 52484"/>
                      <a:gd name="connsiteY15" fmla="*/ 66567 h 74902"/>
                      <a:gd name="connsiteX16" fmla="*/ 52484 w 52484"/>
                      <a:gd name="connsiteY16" fmla="*/ 73883 h 74902"/>
                      <a:gd name="connsiteX17" fmla="*/ 34929 w 52484"/>
                      <a:gd name="connsiteY17" fmla="*/ 73883 h 74902"/>
                      <a:gd name="connsiteX18" fmla="*/ 33960 w 52484"/>
                      <a:gd name="connsiteY18" fmla="*/ 67706 h 74902"/>
                      <a:gd name="connsiteX19" fmla="*/ 28028 w 52484"/>
                      <a:gd name="connsiteY19" fmla="*/ 73104 h 74902"/>
                      <a:gd name="connsiteX20" fmla="*/ 19856 w 52484"/>
                      <a:gd name="connsiteY20" fmla="*/ 74903 h 74902"/>
                      <a:gd name="connsiteX21" fmla="*/ 23246 w 52484"/>
                      <a:gd name="connsiteY21" fmla="*/ 65427 h 74902"/>
                      <a:gd name="connsiteX22" fmla="*/ 29178 w 52484"/>
                      <a:gd name="connsiteY22" fmla="*/ 63928 h 74902"/>
                      <a:gd name="connsiteX23" fmla="*/ 33295 w 52484"/>
                      <a:gd name="connsiteY23" fmla="*/ 59610 h 74902"/>
                      <a:gd name="connsiteX24" fmla="*/ 33295 w 52484"/>
                      <a:gd name="connsiteY24" fmla="*/ 37062 h 74902"/>
                      <a:gd name="connsiteX25" fmla="*/ 29239 w 52484"/>
                      <a:gd name="connsiteY25" fmla="*/ 32744 h 74902"/>
                      <a:gd name="connsiteX26" fmla="*/ 23367 w 52484"/>
                      <a:gd name="connsiteY26" fmla="*/ 31184 h 74902"/>
                      <a:gd name="connsiteX27" fmla="*/ 16950 w 52484"/>
                      <a:gd name="connsiteY27" fmla="*/ 33403 h 74902"/>
                      <a:gd name="connsiteX28" fmla="*/ 13257 w 52484"/>
                      <a:gd name="connsiteY28" fmla="*/ 39640 h 74902"/>
                      <a:gd name="connsiteX29" fmla="*/ 12047 w 52484"/>
                      <a:gd name="connsiteY29" fmla="*/ 48936 h 74902"/>
                      <a:gd name="connsiteX30" fmla="*/ 12047 w 52484"/>
                      <a:gd name="connsiteY30" fmla="*/ 49955 h 74902"/>
                      <a:gd name="connsiteX31" fmla="*/ 14710 w 52484"/>
                      <a:gd name="connsiteY31" fmla="*/ 61290 h 74902"/>
                      <a:gd name="connsiteX32" fmla="*/ 23306 w 52484"/>
                      <a:gd name="connsiteY32" fmla="*/ 65487 h 749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2484" h="74902">
                        <a:moveTo>
                          <a:pt x="19856" y="74843"/>
                        </a:moveTo>
                        <a:cubicBezTo>
                          <a:pt x="15679" y="74843"/>
                          <a:pt x="12107" y="73823"/>
                          <a:pt x="9141" y="71724"/>
                        </a:cubicBezTo>
                        <a:cubicBezTo>
                          <a:pt x="6175" y="69625"/>
                          <a:pt x="3935" y="66747"/>
                          <a:pt x="2361" y="62969"/>
                        </a:cubicBezTo>
                        <a:cubicBezTo>
                          <a:pt x="787" y="59251"/>
                          <a:pt x="0" y="54873"/>
                          <a:pt x="0" y="49895"/>
                        </a:cubicBezTo>
                        <a:lnTo>
                          <a:pt x="0" y="48876"/>
                        </a:lnTo>
                        <a:cubicBezTo>
                          <a:pt x="0" y="43418"/>
                          <a:pt x="787" y="38681"/>
                          <a:pt x="2361" y="34603"/>
                        </a:cubicBezTo>
                        <a:cubicBezTo>
                          <a:pt x="3935" y="30525"/>
                          <a:pt x="6235" y="27346"/>
                          <a:pt x="9201" y="25068"/>
                        </a:cubicBezTo>
                        <a:cubicBezTo>
                          <a:pt x="12168" y="22789"/>
                          <a:pt x="15739" y="21649"/>
                          <a:pt x="19856" y="21649"/>
                        </a:cubicBezTo>
                        <a:cubicBezTo>
                          <a:pt x="22822" y="21649"/>
                          <a:pt x="25425" y="22189"/>
                          <a:pt x="27604" y="23328"/>
                        </a:cubicBezTo>
                        <a:cubicBezTo>
                          <a:pt x="29844" y="24468"/>
                          <a:pt x="31721" y="26027"/>
                          <a:pt x="33295" y="28126"/>
                        </a:cubicBezTo>
                        <a:lnTo>
                          <a:pt x="33295" y="8756"/>
                        </a:lnTo>
                        <a:lnTo>
                          <a:pt x="25728" y="7316"/>
                        </a:lnTo>
                        <a:lnTo>
                          <a:pt x="25728" y="0"/>
                        </a:lnTo>
                        <a:lnTo>
                          <a:pt x="45341" y="0"/>
                        </a:lnTo>
                        <a:lnTo>
                          <a:pt x="45341" y="65128"/>
                        </a:lnTo>
                        <a:lnTo>
                          <a:pt x="52484" y="66567"/>
                        </a:lnTo>
                        <a:lnTo>
                          <a:pt x="52484" y="73883"/>
                        </a:lnTo>
                        <a:lnTo>
                          <a:pt x="34929" y="73883"/>
                        </a:lnTo>
                        <a:lnTo>
                          <a:pt x="33960" y="67706"/>
                        </a:lnTo>
                        <a:cubicBezTo>
                          <a:pt x="32326" y="70045"/>
                          <a:pt x="30328" y="71844"/>
                          <a:pt x="28028" y="73104"/>
                        </a:cubicBezTo>
                        <a:cubicBezTo>
                          <a:pt x="25728" y="74363"/>
                          <a:pt x="22943" y="74903"/>
                          <a:pt x="19856" y="74903"/>
                        </a:cubicBezTo>
                        <a:close/>
                        <a:moveTo>
                          <a:pt x="23246" y="65427"/>
                        </a:moveTo>
                        <a:cubicBezTo>
                          <a:pt x="25546" y="65427"/>
                          <a:pt x="27483" y="64948"/>
                          <a:pt x="29178" y="63928"/>
                        </a:cubicBezTo>
                        <a:cubicBezTo>
                          <a:pt x="30813" y="62909"/>
                          <a:pt x="32205" y="61469"/>
                          <a:pt x="33295" y="59610"/>
                        </a:cubicBezTo>
                        <a:lnTo>
                          <a:pt x="33295" y="37062"/>
                        </a:lnTo>
                        <a:cubicBezTo>
                          <a:pt x="32265" y="35262"/>
                          <a:pt x="30873" y="33763"/>
                          <a:pt x="29239" y="32744"/>
                        </a:cubicBezTo>
                        <a:cubicBezTo>
                          <a:pt x="27544" y="31664"/>
                          <a:pt x="25607" y="31184"/>
                          <a:pt x="23367" y="31184"/>
                        </a:cubicBezTo>
                        <a:cubicBezTo>
                          <a:pt x="20764" y="31184"/>
                          <a:pt x="18585" y="31904"/>
                          <a:pt x="16950" y="33403"/>
                        </a:cubicBezTo>
                        <a:cubicBezTo>
                          <a:pt x="15255" y="34903"/>
                          <a:pt x="14044" y="37002"/>
                          <a:pt x="13257" y="39640"/>
                        </a:cubicBezTo>
                        <a:cubicBezTo>
                          <a:pt x="12470" y="42279"/>
                          <a:pt x="12047" y="45397"/>
                          <a:pt x="12047" y="48936"/>
                        </a:cubicBezTo>
                        <a:lnTo>
                          <a:pt x="12047" y="49955"/>
                        </a:lnTo>
                        <a:cubicBezTo>
                          <a:pt x="12047" y="54693"/>
                          <a:pt x="12955" y="58471"/>
                          <a:pt x="14710" y="61290"/>
                        </a:cubicBezTo>
                        <a:cubicBezTo>
                          <a:pt x="16466" y="64108"/>
                          <a:pt x="19311" y="65487"/>
                          <a:pt x="23306" y="65487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7" name="Freeform 158">
                    <a:extLst>
                      <a:ext uri="{FF2B5EF4-FFF2-40B4-BE49-F238E27FC236}">
                        <a16:creationId xmlns:a16="http://schemas.microsoft.com/office/drawing/2014/main" id="{88C3702D-658B-41D2-8DAF-2166B5C189A8}"/>
                      </a:ext>
                    </a:extLst>
                  </p:cNvPr>
                  <p:cNvSpPr/>
                  <p:nvPr/>
                </p:nvSpPr>
                <p:spPr>
                  <a:xfrm>
                    <a:off x="2617657" y="336057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1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4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4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2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500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8" name="Freeform 159">
                    <a:extLst>
                      <a:ext uri="{FF2B5EF4-FFF2-40B4-BE49-F238E27FC236}">
                        <a16:creationId xmlns:a16="http://schemas.microsoft.com/office/drawing/2014/main" id="{D495992B-5995-578E-90DF-0FCA5B05350F}"/>
                      </a:ext>
                    </a:extLst>
                  </p:cNvPr>
                  <p:cNvSpPr/>
                  <p:nvPr/>
                </p:nvSpPr>
                <p:spPr>
                  <a:xfrm>
                    <a:off x="2667963" y="336057"/>
                    <a:ext cx="87837" cy="52413"/>
                  </a:xfrm>
                  <a:custGeom>
                    <a:avLst/>
                    <a:gdLst>
                      <a:gd name="connsiteX0" fmla="*/ 363 w 87837"/>
                      <a:gd name="connsiteY0" fmla="*/ 52234 h 52413"/>
                      <a:gd name="connsiteX1" fmla="*/ 363 w 87837"/>
                      <a:gd name="connsiteY1" fmla="*/ 44918 h 52413"/>
                      <a:gd name="connsiteX2" fmla="*/ 7567 w 87837"/>
                      <a:gd name="connsiteY2" fmla="*/ 43478 h 52413"/>
                      <a:gd name="connsiteX3" fmla="*/ 7567 w 87837"/>
                      <a:gd name="connsiteY3" fmla="*/ 9715 h 52413"/>
                      <a:gd name="connsiteX4" fmla="*/ 0 w 87837"/>
                      <a:gd name="connsiteY4" fmla="*/ 8276 h 52413"/>
                      <a:gd name="connsiteX5" fmla="*/ 0 w 87837"/>
                      <a:gd name="connsiteY5" fmla="*/ 960 h 52413"/>
                      <a:gd name="connsiteX6" fmla="*/ 18645 w 87837"/>
                      <a:gd name="connsiteY6" fmla="*/ 960 h 52413"/>
                      <a:gd name="connsiteX7" fmla="*/ 19190 w 87837"/>
                      <a:gd name="connsiteY7" fmla="*/ 7676 h 52413"/>
                      <a:gd name="connsiteX8" fmla="*/ 25546 w 87837"/>
                      <a:gd name="connsiteY8" fmla="*/ 2039 h 52413"/>
                      <a:gd name="connsiteX9" fmla="*/ 34384 w 87837"/>
                      <a:gd name="connsiteY9" fmla="*/ 0 h 52413"/>
                      <a:gd name="connsiteX10" fmla="*/ 43041 w 87837"/>
                      <a:gd name="connsiteY10" fmla="*/ 2219 h 52413"/>
                      <a:gd name="connsiteX11" fmla="*/ 48489 w 87837"/>
                      <a:gd name="connsiteY11" fmla="*/ 8996 h 52413"/>
                      <a:gd name="connsiteX12" fmla="*/ 54785 w 87837"/>
                      <a:gd name="connsiteY12" fmla="*/ 2399 h 52413"/>
                      <a:gd name="connsiteX13" fmla="*/ 63926 w 87837"/>
                      <a:gd name="connsiteY13" fmla="*/ 0 h 52413"/>
                      <a:gd name="connsiteX14" fmla="*/ 76154 w 87837"/>
                      <a:gd name="connsiteY14" fmla="*/ 5277 h 52413"/>
                      <a:gd name="connsiteX15" fmla="*/ 80634 w 87837"/>
                      <a:gd name="connsiteY15" fmla="*/ 21169 h 52413"/>
                      <a:gd name="connsiteX16" fmla="*/ 80634 w 87837"/>
                      <a:gd name="connsiteY16" fmla="*/ 43478 h 52413"/>
                      <a:gd name="connsiteX17" fmla="*/ 87837 w 87837"/>
                      <a:gd name="connsiteY17" fmla="*/ 44918 h 52413"/>
                      <a:gd name="connsiteX18" fmla="*/ 87837 w 87837"/>
                      <a:gd name="connsiteY18" fmla="*/ 52234 h 52413"/>
                      <a:gd name="connsiteX19" fmla="*/ 61807 w 87837"/>
                      <a:gd name="connsiteY19" fmla="*/ 52234 h 52413"/>
                      <a:gd name="connsiteX20" fmla="*/ 61807 w 87837"/>
                      <a:gd name="connsiteY20" fmla="*/ 44918 h 52413"/>
                      <a:gd name="connsiteX21" fmla="*/ 68587 w 87837"/>
                      <a:gd name="connsiteY21" fmla="*/ 43478 h 52413"/>
                      <a:gd name="connsiteX22" fmla="*/ 68587 w 87837"/>
                      <a:gd name="connsiteY22" fmla="*/ 21169 h 52413"/>
                      <a:gd name="connsiteX23" fmla="*/ 66408 w 87837"/>
                      <a:gd name="connsiteY23" fmla="*/ 12114 h 52413"/>
                      <a:gd name="connsiteX24" fmla="*/ 59931 w 87837"/>
                      <a:gd name="connsiteY24" fmla="*/ 9535 h 52413"/>
                      <a:gd name="connsiteX25" fmla="*/ 53393 w 87837"/>
                      <a:gd name="connsiteY25" fmla="*/ 12054 h 52413"/>
                      <a:gd name="connsiteX26" fmla="*/ 50063 w 87837"/>
                      <a:gd name="connsiteY26" fmla="*/ 18471 h 52413"/>
                      <a:gd name="connsiteX27" fmla="*/ 50063 w 87837"/>
                      <a:gd name="connsiteY27" fmla="*/ 43598 h 52413"/>
                      <a:gd name="connsiteX28" fmla="*/ 56601 w 87837"/>
                      <a:gd name="connsiteY28" fmla="*/ 45038 h 52413"/>
                      <a:gd name="connsiteX29" fmla="*/ 56601 w 87837"/>
                      <a:gd name="connsiteY29" fmla="*/ 52354 h 52413"/>
                      <a:gd name="connsiteX30" fmla="*/ 31539 w 87837"/>
                      <a:gd name="connsiteY30" fmla="*/ 52354 h 52413"/>
                      <a:gd name="connsiteX31" fmla="*/ 31539 w 87837"/>
                      <a:gd name="connsiteY31" fmla="*/ 45038 h 52413"/>
                      <a:gd name="connsiteX32" fmla="*/ 38077 w 87837"/>
                      <a:gd name="connsiteY32" fmla="*/ 43598 h 52413"/>
                      <a:gd name="connsiteX33" fmla="*/ 38077 w 87837"/>
                      <a:gd name="connsiteY33" fmla="*/ 21289 h 52413"/>
                      <a:gd name="connsiteX34" fmla="*/ 35837 w 87837"/>
                      <a:gd name="connsiteY34" fmla="*/ 12294 h 52413"/>
                      <a:gd name="connsiteX35" fmla="*/ 29360 w 87837"/>
                      <a:gd name="connsiteY35" fmla="*/ 9595 h 52413"/>
                      <a:gd name="connsiteX36" fmla="*/ 23427 w 87837"/>
                      <a:gd name="connsiteY36" fmla="*/ 11035 h 52413"/>
                      <a:gd name="connsiteX37" fmla="*/ 19553 w 87837"/>
                      <a:gd name="connsiteY37" fmla="*/ 15053 h 52413"/>
                      <a:gd name="connsiteX38" fmla="*/ 19553 w 87837"/>
                      <a:gd name="connsiteY38" fmla="*/ 43658 h 52413"/>
                      <a:gd name="connsiteX39" fmla="*/ 26273 w 87837"/>
                      <a:gd name="connsiteY39" fmla="*/ 45098 h 52413"/>
                      <a:gd name="connsiteX40" fmla="*/ 26273 w 87837"/>
                      <a:gd name="connsiteY40" fmla="*/ 52414 h 52413"/>
                      <a:gd name="connsiteX41" fmla="*/ 363 w 87837"/>
                      <a:gd name="connsiteY41" fmla="*/ 52414 h 524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7837" h="52413">
                        <a:moveTo>
                          <a:pt x="363" y="52234"/>
                        </a:moveTo>
                        <a:lnTo>
                          <a:pt x="363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190" y="7676"/>
                        </a:lnTo>
                        <a:cubicBezTo>
                          <a:pt x="20885" y="5277"/>
                          <a:pt x="23004" y="3358"/>
                          <a:pt x="25546" y="2039"/>
                        </a:cubicBezTo>
                        <a:cubicBezTo>
                          <a:pt x="28089" y="720"/>
                          <a:pt x="30994" y="0"/>
                          <a:pt x="34384" y="0"/>
                        </a:cubicBezTo>
                        <a:cubicBezTo>
                          <a:pt x="37774" y="0"/>
                          <a:pt x="40620" y="720"/>
                          <a:pt x="43041" y="2219"/>
                        </a:cubicBezTo>
                        <a:cubicBezTo>
                          <a:pt x="45462" y="3718"/>
                          <a:pt x="47278" y="5997"/>
                          <a:pt x="48489" y="8996"/>
                        </a:cubicBezTo>
                        <a:cubicBezTo>
                          <a:pt x="50063" y="6177"/>
                          <a:pt x="52182" y="3958"/>
                          <a:pt x="54785" y="2399"/>
                        </a:cubicBezTo>
                        <a:cubicBezTo>
                          <a:pt x="57388" y="780"/>
                          <a:pt x="60415" y="0"/>
                          <a:pt x="63926" y="0"/>
                        </a:cubicBezTo>
                        <a:cubicBezTo>
                          <a:pt x="69132" y="0"/>
                          <a:pt x="73188" y="1739"/>
                          <a:pt x="76154" y="5277"/>
                        </a:cubicBezTo>
                        <a:cubicBezTo>
                          <a:pt x="79120" y="8756"/>
                          <a:pt x="80634" y="14093"/>
                          <a:pt x="80634" y="21169"/>
                        </a:cubicBezTo>
                        <a:lnTo>
                          <a:pt x="80634" y="43478"/>
                        </a:lnTo>
                        <a:lnTo>
                          <a:pt x="87837" y="44918"/>
                        </a:lnTo>
                        <a:lnTo>
                          <a:pt x="87837" y="52234"/>
                        </a:lnTo>
                        <a:lnTo>
                          <a:pt x="61807" y="52234"/>
                        </a:lnTo>
                        <a:lnTo>
                          <a:pt x="61807" y="44918"/>
                        </a:lnTo>
                        <a:lnTo>
                          <a:pt x="68587" y="43478"/>
                        </a:lnTo>
                        <a:lnTo>
                          <a:pt x="68587" y="21169"/>
                        </a:lnTo>
                        <a:cubicBezTo>
                          <a:pt x="68587" y="16852"/>
                          <a:pt x="67861" y="13793"/>
                          <a:pt x="66408" y="12114"/>
                        </a:cubicBezTo>
                        <a:cubicBezTo>
                          <a:pt x="64955" y="10375"/>
                          <a:pt x="62776" y="9535"/>
                          <a:pt x="59931" y="9535"/>
                        </a:cubicBezTo>
                        <a:cubicBezTo>
                          <a:pt x="57267" y="9535"/>
                          <a:pt x="55088" y="10375"/>
                          <a:pt x="53393" y="12054"/>
                        </a:cubicBezTo>
                        <a:cubicBezTo>
                          <a:pt x="51698" y="13733"/>
                          <a:pt x="50608" y="15832"/>
                          <a:pt x="50063" y="18471"/>
                        </a:cubicBezTo>
                        <a:lnTo>
                          <a:pt x="50063" y="43598"/>
                        </a:lnTo>
                        <a:lnTo>
                          <a:pt x="56601" y="45038"/>
                        </a:lnTo>
                        <a:lnTo>
                          <a:pt x="56601" y="52354"/>
                        </a:lnTo>
                        <a:lnTo>
                          <a:pt x="31539" y="52354"/>
                        </a:lnTo>
                        <a:lnTo>
                          <a:pt x="31539" y="45038"/>
                        </a:lnTo>
                        <a:lnTo>
                          <a:pt x="38077" y="43598"/>
                        </a:lnTo>
                        <a:lnTo>
                          <a:pt x="38077" y="21289"/>
                        </a:lnTo>
                        <a:cubicBezTo>
                          <a:pt x="38077" y="17151"/>
                          <a:pt x="37351" y="14153"/>
                          <a:pt x="35837" y="12294"/>
                        </a:cubicBezTo>
                        <a:cubicBezTo>
                          <a:pt x="34324" y="10495"/>
                          <a:pt x="32205" y="9595"/>
                          <a:pt x="29360" y="9595"/>
                        </a:cubicBezTo>
                        <a:cubicBezTo>
                          <a:pt x="26999" y="9595"/>
                          <a:pt x="25001" y="10075"/>
                          <a:pt x="23427" y="11035"/>
                        </a:cubicBezTo>
                        <a:cubicBezTo>
                          <a:pt x="21793" y="11994"/>
                          <a:pt x="20522" y="13313"/>
                          <a:pt x="19553" y="15053"/>
                        </a:cubicBezTo>
                        <a:lnTo>
                          <a:pt x="19553" y="43658"/>
                        </a:lnTo>
                        <a:lnTo>
                          <a:pt x="26273" y="45098"/>
                        </a:lnTo>
                        <a:lnTo>
                          <a:pt x="26273" y="52414"/>
                        </a:lnTo>
                        <a:lnTo>
                          <a:pt x="363" y="5241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9" name="Freeform 160">
                    <a:extLst>
                      <a:ext uri="{FF2B5EF4-FFF2-40B4-BE49-F238E27FC236}">
                        <a16:creationId xmlns:a16="http://schemas.microsoft.com/office/drawing/2014/main" id="{41EFB88E-04F6-FA32-6693-DEF36741D96A}"/>
                      </a:ext>
                    </a:extLst>
                  </p:cNvPr>
                  <p:cNvSpPr/>
                  <p:nvPr/>
                </p:nvSpPr>
                <p:spPr>
                  <a:xfrm>
                    <a:off x="2755619" y="337137"/>
                    <a:ext cx="57448" cy="71844"/>
                  </a:xfrm>
                  <a:custGeom>
                    <a:avLst/>
                    <a:gdLst>
                      <a:gd name="connsiteX0" fmla="*/ 15134 w 57448"/>
                      <a:gd name="connsiteY0" fmla="*/ 71844 h 71844"/>
                      <a:gd name="connsiteX1" fmla="*/ 11744 w 57448"/>
                      <a:gd name="connsiteY1" fmla="*/ 71544 h 71844"/>
                      <a:gd name="connsiteX2" fmla="*/ 8354 w 57448"/>
                      <a:gd name="connsiteY2" fmla="*/ 70825 h 71844"/>
                      <a:gd name="connsiteX3" fmla="*/ 9686 w 57448"/>
                      <a:gd name="connsiteY3" fmla="*/ 61889 h 71844"/>
                      <a:gd name="connsiteX4" fmla="*/ 11744 w 57448"/>
                      <a:gd name="connsiteY4" fmla="*/ 62129 h 71844"/>
                      <a:gd name="connsiteX5" fmla="*/ 13681 w 57448"/>
                      <a:gd name="connsiteY5" fmla="*/ 62249 h 71844"/>
                      <a:gd name="connsiteX6" fmla="*/ 18766 w 57448"/>
                      <a:gd name="connsiteY6" fmla="*/ 60390 h 71844"/>
                      <a:gd name="connsiteX7" fmla="*/ 22096 w 57448"/>
                      <a:gd name="connsiteY7" fmla="*/ 55233 h 71844"/>
                      <a:gd name="connsiteX8" fmla="*/ 23670 w 57448"/>
                      <a:gd name="connsiteY8" fmla="*/ 51095 h 71844"/>
                      <a:gd name="connsiteX9" fmla="*/ 5993 w 57448"/>
                      <a:gd name="connsiteY9" fmla="*/ 8156 h 71844"/>
                      <a:gd name="connsiteX10" fmla="*/ 0 w 57448"/>
                      <a:gd name="connsiteY10" fmla="*/ 7316 h 71844"/>
                      <a:gd name="connsiteX11" fmla="*/ 0 w 57448"/>
                      <a:gd name="connsiteY11" fmla="*/ 0 h 71844"/>
                      <a:gd name="connsiteX12" fmla="*/ 25001 w 57448"/>
                      <a:gd name="connsiteY12" fmla="*/ 0 h 71844"/>
                      <a:gd name="connsiteX13" fmla="*/ 25001 w 57448"/>
                      <a:gd name="connsiteY13" fmla="*/ 7316 h 71844"/>
                      <a:gd name="connsiteX14" fmla="*/ 18645 w 57448"/>
                      <a:gd name="connsiteY14" fmla="*/ 8276 h 71844"/>
                      <a:gd name="connsiteX15" fmla="*/ 27604 w 57448"/>
                      <a:gd name="connsiteY15" fmla="*/ 32144 h 71844"/>
                      <a:gd name="connsiteX16" fmla="*/ 29178 w 57448"/>
                      <a:gd name="connsiteY16" fmla="*/ 36582 h 71844"/>
                      <a:gd name="connsiteX17" fmla="*/ 29481 w 57448"/>
                      <a:gd name="connsiteY17" fmla="*/ 36582 h 71844"/>
                      <a:gd name="connsiteX18" fmla="*/ 40075 w 57448"/>
                      <a:gd name="connsiteY18" fmla="*/ 8216 h 71844"/>
                      <a:gd name="connsiteX19" fmla="*/ 33718 w 57448"/>
                      <a:gd name="connsiteY19" fmla="*/ 7316 h 71844"/>
                      <a:gd name="connsiteX20" fmla="*/ 33718 w 57448"/>
                      <a:gd name="connsiteY20" fmla="*/ 0 h 71844"/>
                      <a:gd name="connsiteX21" fmla="*/ 57448 w 57448"/>
                      <a:gd name="connsiteY21" fmla="*/ 0 h 71844"/>
                      <a:gd name="connsiteX22" fmla="*/ 57448 w 57448"/>
                      <a:gd name="connsiteY22" fmla="*/ 7316 h 71844"/>
                      <a:gd name="connsiteX23" fmla="*/ 51879 w 57448"/>
                      <a:gd name="connsiteY23" fmla="*/ 8096 h 71844"/>
                      <a:gd name="connsiteX24" fmla="*/ 31842 w 57448"/>
                      <a:gd name="connsiteY24" fmla="*/ 58891 h 71844"/>
                      <a:gd name="connsiteX25" fmla="*/ 28270 w 57448"/>
                      <a:gd name="connsiteY25" fmla="*/ 65427 h 71844"/>
                      <a:gd name="connsiteX26" fmla="*/ 22943 w 57448"/>
                      <a:gd name="connsiteY26" fmla="*/ 70105 h 71844"/>
                      <a:gd name="connsiteX27" fmla="*/ 15073 w 57448"/>
                      <a:gd name="connsiteY27" fmla="*/ 71844 h 718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57448" h="71844">
                        <a:moveTo>
                          <a:pt x="15134" y="71844"/>
                        </a:moveTo>
                        <a:cubicBezTo>
                          <a:pt x="14165" y="71844"/>
                          <a:pt x="13015" y="71724"/>
                          <a:pt x="11744" y="71544"/>
                        </a:cubicBezTo>
                        <a:cubicBezTo>
                          <a:pt x="10473" y="71365"/>
                          <a:pt x="9323" y="71125"/>
                          <a:pt x="8354" y="70825"/>
                        </a:cubicBezTo>
                        <a:lnTo>
                          <a:pt x="9686" y="61889"/>
                        </a:lnTo>
                        <a:cubicBezTo>
                          <a:pt x="10231" y="62009"/>
                          <a:pt x="10957" y="62069"/>
                          <a:pt x="11744" y="62129"/>
                        </a:cubicBezTo>
                        <a:cubicBezTo>
                          <a:pt x="12531" y="62189"/>
                          <a:pt x="13197" y="62249"/>
                          <a:pt x="13681" y="62249"/>
                        </a:cubicBezTo>
                        <a:cubicBezTo>
                          <a:pt x="15679" y="62249"/>
                          <a:pt x="17374" y="61649"/>
                          <a:pt x="18766" y="60390"/>
                        </a:cubicBezTo>
                        <a:cubicBezTo>
                          <a:pt x="20158" y="59131"/>
                          <a:pt x="21248" y="57391"/>
                          <a:pt x="22096" y="55233"/>
                        </a:cubicBezTo>
                        <a:lnTo>
                          <a:pt x="23670" y="51095"/>
                        </a:lnTo>
                        <a:lnTo>
                          <a:pt x="5993" y="81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25001" y="0"/>
                        </a:lnTo>
                        <a:lnTo>
                          <a:pt x="25001" y="7316"/>
                        </a:lnTo>
                        <a:lnTo>
                          <a:pt x="18645" y="8276"/>
                        </a:lnTo>
                        <a:lnTo>
                          <a:pt x="27604" y="32144"/>
                        </a:lnTo>
                        <a:lnTo>
                          <a:pt x="29178" y="36582"/>
                        </a:lnTo>
                        <a:lnTo>
                          <a:pt x="29481" y="36582"/>
                        </a:lnTo>
                        <a:lnTo>
                          <a:pt x="40075" y="8216"/>
                        </a:lnTo>
                        <a:lnTo>
                          <a:pt x="33718" y="7316"/>
                        </a:lnTo>
                        <a:lnTo>
                          <a:pt x="33718" y="0"/>
                        </a:lnTo>
                        <a:lnTo>
                          <a:pt x="57448" y="0"/>
                        </a:lnTo>
                        <a:lnTo>
                          <a:pt x="57448" y="7316"/>
                        </a:lnTo>
                        <a:lnTo>
                          <a:pt x="51879" y="8096"/>
                        </a:lnTo>
                        <a:lnTo>
                          <a:pt x="31842" y="58891"/>
                        </a:lnTo>
                        <a:cubicBezTo>
                          <a:pt x="30873" y="61290"/>
                          <a:pt x="29723" y="63448"/>
                          <a:pt x="28270" y="65427"/>
                        </a:cubicBezTo>
                        <a:cubicBezTo>
                          <a:pt x="26878" y="67407"/>
                          <a:pt x="25062" y="68966"/>
                          <a:pt x="22943" y="70105"/>
                        </a:cubicBezTo>
                        <a:cubicBezTo>
                          <a:pt x="20764" y="71245"/>
                          <a:pt x="18161" y="71844"/>
                          <a:pt x="15073" y="7184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0" name="Freeform 161">
                    <a:extLst>
                      <a:ext uri="{FF2B5EF4-FFF2-40B4-BE49-F238E27FC236}">
                        <a16:creationId xmlns:a16="http://schemas.microsoft.com/office/drawing/2014/main" id="{1A2C8DBF-14AB-EF0F-A45C-7F9B653321E3}"/>
                      </a:ext>
                    </a:extLst>
                  </p:cNvPr>
                  <p:cNvSpPr/>
                  <p:nvPr/>
                </p:nvSpPr>
                <p:spPr>
                  <a:xfrm>
                    <a:off x="2841035" y="313448"/>
                    <a:ext cx="34021" cy="74842"/>
                  </a:xfrm>
                  <a:custGeom>
                    <a:avLst/>
                    <a:gdLst>
                      <a:gd name="connsiteX0" fmla="*/ 666 w 34021"/>
                      <a:gd name="connsiteY0" fmla="*/ 74843 h 74842"/>
                      <a:gd name="connsiteX1" fmla="*/ 666 w 34021"/>
                      <a:gd name="connsiteY1" fmla="*/ 67526 h 74842"/>
                      <a:gd name="connsiteX2" fmla="*/ 7870 w 34021"/>
                      <a:gd name="connsiteY2" fmla="*/ 66087 h 74842"/>
                      <a:gd name="connsiteX3" fmla="*/ 7870 w 34021"/>
                      <a:gd name="connsiteY3" fmla="*/ 32144 h 74842"/>
                      <a:gd name="connsiteX4" fmla="*/ 0 w 34021"/>
                      <a:gd name="connsiteY4" fmla="*/ 32144 h 74842"/>
                      <a:gd name="connsiteX5" fmla="*/ 0 w 34021"/>
                      <a:gd name="connsiteY5" fmla="*/ 23628 h 74842"/>
                      <a:gd name="connsiteX6" fmla="*/ 7870 w 34021"/>
                      <a:gd name="connsiteY6" fmla="*/ 23628 h 74842"/>
                      <a:gd name="connsiteX7" fmla="*/ 7870 w 34021"/>
                      <a:gd name="connsiteY7" fmla="*/ 17631 h 74842"/>
                      <a:gd name="connsiteX8" fmla="*/ 12591 w 34021"/>
                      <a:gd name="connsiteY8" fmla="*/ 4618 h 74842"/>
                      <a:gd name="connsiteX9" fmla="*/ 25728 w 34021"/>
                      <a:gd name="connsiteY9" fmla="*/ 0 h 74842"/>
                      <a:gd name="connsiteX10" fmla="*/ 29904 w 34021"/>
                      <a:gd name="connsiteY10" fmla="*/ 300 h 74842"/>
                      <a:gd name="connsiteX11" fmla="*/ 34021 w 34021"/>
                      <a:gd name="connsiteY11" fmla="*/ 1079 h 74842"/>
                      <a:gd name="connsiteX12" fmla="*/ 32810 w 34021"/>
                      <a:gd name="connsiteY12" fmla="*/ 10015 h 74842"/>
                      <a:gd name="connsiteX13" fmla="*/ 30328 w 34021"/>
                      <a:gd name="connsiteY13" fmla="*/ 9595 h 74842"/>
                      <a:gd name="connsiteX14" fmla="*/ 27423 w 34021"/>
                      <a:gd name="connsiteY14" fmla="*/ 9415 h 74842"/>
                      <a:gd name="connsiteX15" fmla="*/ 21732 w 34021"/>
                      <a:gd name="connsiteY15" fmla="*/ 11514 h 74842"/>
                      <a:gd name="connsiteX16" fmla="*/ 19856 w 34021"/>
                      <a:gd name="connsiteY16" fmla="*/ 17571 h 74842"/>
                      <a:gd name="connsiteX17" fmla="*/ 19856 w 34021"/>
                      <a:gd name="connsiteY17" fmla="*/ 23568 h 74842"/>
                      <a:gd name="connsiteX18" fmla="*/ 31418 w 34021"/>
                      <a:gd name="connsiteY18" fmla="*/ 23568 h 74842"/>
                      <a:gd name="connsiteX19" fmla="*/ 31418 w 34021"/>
                      <a:gd name="connsiteY19" fmla="*/ 32084 h 74842"/>
                      <a:gd name="connsiteX20" fmla="*/ 19856 w 34021"/>
                      <a:gd name="connsiteY20" fmla="*/ 32084 h 74842"/>
                      <a:gd name="connsiteX21" fmla="*/ 19856 w 34021"/>
                      <a:gd name="connsiteY21" fmla="*/ 66027 h 74842"/>
                      <a:gd name="connsiteX22" fmla="*/ 28875 w 34021"/>
                      <a:gd name="connsiteY22" fmla="*/ 67466 h 74842"/>
                      <a:gd name="connsiteX23" fmla="*/ 28875 w 34021"/>
                      <a:gd name="connsiteY23" fmla="*/ 74783 h 74842"/>
                      <a:gd name="connsiteX24" fmla="*/ 666 w 34021"/>
                      <a:gd name="connsiteY24" fmla="*/ 74783 h 748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34021" h="74842">
                        <a:moveTo>
                          <a:pt x="666" y="74843"/>
                        </a:moveTo>
                        <a:lnTo>
                          <a:pt x="666" y="67526"/>
                        </a:lnTo>
                        <a:lnTo>
                          <a:pt x="7870" y="66087"/>
                        </a:lnTo>
                        <a:lnTo>
                          <a:pt x="7870" y="32144"/>
                        </a:lnTo>
                        <a:lnTo>
                          <a:pt x="0" y="32144"/>
                        </a:lnTo>
                        <a:lnTo>
                          <a:pt x="0" y="23628"/>
                        </a:lnTo>
                        <a:lnTo>
                          <a:pt x="7870" y="23628"/>
                        </a:lnTo>
                        <a:lnTo>
                          <a:pt x="7870" y="17631"/>
                        </a:lnTo>
                        <a:cubicBezTo>
                          <a:pt x="7870" y="11994"/>
                          <a:pt x="9444" y="7676"/>
                          <a:pt x="12591" y="4618"/>
                        </a:cubicBezTo>
                        <a:cubicBezTo>
                          <a:pt x="15739" y="1559"/>
                          <a:pt x="20098" y="0"/>
                          <a:pt x="25728" y="0"/>
                        </a:cubicBezTo>
                        <a:cubicBezTo>
                          <a:pt x="27059" y="0"/>
                          <a:pt x="28452" y="120"/>
                          <a:pt x="29904" y="300"/>
                        </a:cubicBezTo>
                        <a:cubicBezTo>
                          <a:pt x="31418" y="480"/>
                          <a:pt x="32750" y="780"/>
                          <a:pt x="34021" y="1079"/>
                        </a:cubicBezTo>
                        <a:lnTo>
                          <a:pt x="32810" y="10015"/>
                        </a:lnTo>
                        <a:cubicBezTo>
                          <a:pt x="32144" y="9835"/>
                          <a:pt x="31297" y="9715"/>
                          <a:pt x="30328" y="9595"/>
                        </a:cubicBezTo>
                        <a:cubicBezTo>
                          <a:pt x="29360" y="9475"/>
                          <a:pt x="28391" y="9415"/>
                          <a:pt x="27423" y="9415"/>
                        </a:cubicBezTo>
                        <a:cubicBezTo>
                          <a:pt x="24880" y="9415"/>
                          <a:pt x="22943" y="10135"/>
                          <a:pt x="21732" y="11514"/>
                        </a:cubicBezTo>
                        <a:cubicBezTo>
                          <a:pt x="20461" y="12894"/>
                          <a:pt x="19856" y="14933"/>
                          <a:pt x="19856" y="17571"/>
                        </a:cubicBezTo>
                        <a:lnTo>
                          <a:pt x="19856" y="23568"/>
                        </a:lnTo>
                        <a:lnTo>
                          <a:pt x="31418" y="23568"/>
                        </a:lnTo>
                        <a:lnTo>
                          <a:pt x="31418" y="32084"/>
                        </a:lnTo>
                        <a:lnTo>
                          <a:pt x="19856" y="32084"/>
                        </a:lnTo>
                        <a:lnTo>
                          <a:pt x="19856" y="66027"/>
                        </a:lnTo>
                        <a:lnTo>
                          <a:pt x="28875" y="67466"/>
                        </a:lnTo>
                        <a:lnTo>
                          <a:pt x="28875" y="74783"/>
                        </a:lnTo>
                        <a:lnTo>
                          <a:pt x="666" y="747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1" name="Freeform 162">
                    <a:extLst>
                      <a:ext uri="{FF2B5EF4-FFF2-40B4-BE49-F238E27FC236}">
                        <a16:creationId xmlns:a16="http://schemas.microsoft.com/office/drawing/2014/main" id="{5A3D1816-6EE5-6ED8-C6CE-D7BE1B646AAC}"/>
                      </a:ext>
                    </a:extLst>
                  </p:cNvPr>
                  <p:cNvSpPr/>
                  <p:nvPr/>
                </p:nvSpPr>
                <p:spPr>
                  <a:xfrm>
                    <a:off x="2878082" y="336117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3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6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6" y="563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2" y="1139"/>
                          <a:pt x="36563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2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6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2" name="Freeform 163">
                    <a:extLst>
                      <a:ext uri="{FF2B5EF4-FFF2-40B4-BE49-F238E27FC236}">
                        <a16:creationId xmlns:a16="http://schemas.microsoft.com/office/drawing/2014/main" id="{2C96FEAE-1D7E-90FE-0ACF-BDC4A1C520E2}"/>
                      </a:ext>
                    </a:extLst>
                  </p:cNvPr>
                  <p:cNvSpPr/>
                  <p:nvPr/>
                </p:nvSpPr>
                <p:spPr>
                  <a:xfrm>
                    <a:off x="2932504" y="336057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2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2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9" name="Graphic 6">
                  <a:extLst>
                    <a:ext uri="{FF2B5EF4-FFF2-40B4-BE49-F238E27FC236}">
                      <a16:creationId xmlns:a16="http://schemas.microsoft.com/office/drawing/2014/main" id="{DB105A0B-95B2-3EEF-6083-F0D73EAAABCE}"/>
                    </a:ext>
                  </a:extLst>
                </p:cNvPr>
                <p:cNvGrpSpPr/>
                <p:nvPr/>
              </p:nvGrpSpPr>
              <p:grpSpPr>
                <a:xfrm>
                  <a:off x="2094326" y="420855"/>
                  <a:ext cx="973657" cy="93673"/>
                  <a:chOff x="2094326" y="420855"/>
                  <a:chExt cx="973657" cy="93673"/>
                </a:xfrm>
                <a:solidFill>
                  <a:srgbClr val="585860"/>
                </a:solidFill>
              </p:grpSpPr>
              <p:sp>
                <p:nvSpPr>
                  <p:cNvPr id="20" name="Freeform 131">
                    <a:extLst>
                      <a:ext uri="{FF2B5EF4-FFF2-40B4-BE49-F238E27FC236}">
                        <a16:creationId xmlns:a16="http://schemas.microsoft.com/office/drawing/2014/main" id="{96D05496-7EE9-9AFE-D6DB-CFCD60AF3FCC}"/>
                      </a:ext>
                    </a:extLst>
                  </p:cNvPr>
                  <p:cNvSpPr/>
                  <p:nvPr/>
                </p:nvSpPr>
                <p:spPr>
                  <a:xfrm>
                    <a:off x="2094326" y="424813"/>
                    <a:ext cx="54905" cy="70884"/>
                  </a:xfrm>
                  <a:custGeom>
                    <a:avLst/>
                    <a:gdLst>
                      <a:gd name="connsiteX0" fmla="*/ 32568 w 54905"/>
                      <a:gd name="connsiteY0" fmla="*/ 70885 h 70884"/>
                      <a:gd name="connsiteX1" fmla="*/ 15013 w 54905"/>
                      <a:gd name="connsiteY1" fmla="*/ 66567 h 70884"/>
                      <a:gd name="connsiteX2" fmla="*/ 3874 w 54905"/>
                      <a:gd name="connsiteY2" fmla="*/ 54453 h 70884"/>
                      <a:gd name="connsiteX3" fmla="*/ 0 w 54905"/>
                      <a:gd name="connsiteY3" fmla="*/ 36342 h 70884"/>
                      <a:gd name="connsiteX4" fmla="*/ 0 w 54905"/>
                      <a:gd name="connsiteY4" fmla="*/ 34603 h 70884"/>
                      <a:gd name="connsiteX5" fmla="*/ 3814 w 54905"/>
                      <a:gd name="connsiteY5" fmla="*/ 16732 h 70884"/>
                      <a:gd name="connsiteX6" fmla="*/ 14771 w 54905"/>
                      <a:gd name="connsiteY6" fmla="*/ 4498 h 70884"/>
                      <a:gd name="connsiteX7" fmla="*/ 31781 w 54905"/>
                      <a:gd name="connsiteY7" fmla="*/ 0 h 70884"/>
                      <a:gd name="connsiteX8" fmla="*/ 44615 w 54905"/>
                      <a:gd name="connsiteY8" fmla="*/ 2039 h 70884"/>
                      <a:gd name="connsiteX9" fmla="*/ 54906 w 54905"/>
                      <a:gd name="connsiteY9" fmla="*/ 7736 h 70884"/>
                      <a:gd name="connsiteX10" fmla="*/ 54906 w 54905"/>
                      <a:gd name="connsiteY10" fmla="*/ 23628 h 70884"/>
                      <a:gd name="connsiteX11" fmla="*/ 45765 w 54905"/>
                      <a:gd name="connsiteY11" fmla="*/ 23628 h 70884"/>
                      <a:gd name="connsiteX12" fmla="*/ 44494 w 54905"/>
                      <a:gd name="connsiteY12" fmla="*/ 12954 h 70884"/>
                      <a:gd name="connsiteX13" fmla="*/ 40983 w 54905"/>
                      <a:gd name="connsiteY13" fmla="*/ 11035 h 70884"/>
                      <a:gd name="connsiteX14" fmla="*/ 36806 w 54905"/>
                      <a:gd name="connsiteY14" fmla="*/ 9775 h 70884"/>
                      <a:gd name="connsiteX15" fmla="*/ 31842 w 54905"/>
                      <a:gd name="connsiteY15" fmla="*/ 9355 h 70884"/>
                      <a:gd name="connsiteX16" fmla="*/ 21127 w 54905"/>
                      <a:gd name="connsiteY16" fmla="*/ 12474 h 70884"/>
                      <a:gd name="connsiteX17" fmla="*/ 14347 w 54905"/>
                      <a:gd name="connsiteY17" fmla="*/ 21229 h 70884"/>
                      <a:gd name="connsiteX18" fmla="*/ 11986 w 54905"/>
                      <a:gd name="connsiteY18" fmla="*/ 34423 h 70884"/>
                      <a:gd name="connsiteX19" fmla="*/ 11986 w 54905"/>
                      <a:gd name="connsiteY19" fmla="*/ 36282 h 70884"/>
                      <a:gd name="connsiteX20" fmla="*/ 14468 w 54905"/>
                      <a:gd name="connsiteY20" fmla="*/ 49775 h 70884"/>
                      <a:gd name="connsiteX21" fmla="*/ 21611 w 54905"/>
                      <a:gd name="connsiteY21" fmla="*/ 58471 h 70884"/>
                      <a:gd name="connsiteX22" fmla="*/ 32750 w 54905"/>
                      <a:gd name="connsiteY22" fmla="*/ 61469 h 70884"/>
                      <a:gd name="connsiteX23" fmla="*/ 38985 w 54905"/>
                      <a:gd name="connsiteY23" fmla="*/ 60750 h 70884"/>
                      <a:gd name="connsiteX24" fmla="*/ 44433 w 54905"/>
                      <a:gd name="connsiteY24" fmla="*/ 58831 h 70884"/>
                      <a:gd name="connsiteX25" fmla="*/ 45704 w 54905"/>
                      <a:gd name="connsiteY25" fmla="*/ 49176 h 70884"/>
                      <a:gd name="connsiteX26" fmla="*/ 54785 w 54905"/>
                      <a:gd name="connsiteY26" fmla="*/ 49176 h 70884"/>
                      <a:gd name="connsiteX27" fmla="*/ 54785 w 54905"/>
                      <a:gd name="connsiteY27" fmla="*/ 65008 h 70884"/>
                      <a:gd name="connsiteX28" fmla="*/ 44978 w 54905"/>
                      <a:gd name="connsiteY28" fmla="*/ 69206 h 70884"/>
                      <a:gd name="connsiteX29" fmla="*/ 32508 w 54905"/>
                      <a:gd name="connsiteY29" fmla="*/ 70825 h 708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54905" h="70884">
                        <a:moveTo>
                          <a:pt x="32568" y="70885"/>
                        </a:moveTo>
                        <a:cubicBezTo>
                          <a:pt x="25728" y="70885"/>
                          <a:pt x="19856" y="69445"/>
                          <a:pt x="15013" y="66567"/>
                        </a:cubicBezTo>
                        <a:cubicBezTo>
                          <a:pt x="10170" y="63688"/>
                          <a:pt x="6417" y="59670"/>
                          <a:pt x="3874" y="54453"/>
                        </a:cubicBezTo>
                        <a:cubicBezTo>
                          <a:pt x="1332" y="49236"/>
                          <a:pt x="0" y="43239"/>
                          <a:pt x="0" y="36342"/>
                        </a:cubicBezTo>
                        <a:lnTo>
                          <a:pt x="0" y="34603"/>
                        </a:lnTo>
                        <a:cubicBezTo>
                          <a:pt x="0" y="27886"/>
                          <a:pt x="1271" y="21949"/>
                          <a:pt x="3814" y="16732"/>
                        </a:cubicBezTo>
                        <a:cubicBezTo>
                          <a:pt x="6356" y="11514"/>
                          <a:pt x="9988" y="7436"/>
                          <a:pt x="14771" y="4498"/>
                        </a:cubicBezTo>
                        <a:cubicBezTo>
                          <a:pt x="19493" y="1499"/>
                          <a:pt x="25183" y="0"/>
                          <a:pt x="31781" y="0"/>
                        </a:cubicBezTo>
                        <a:cubicBezTo>
                          <a:pt x="36382" y="0"/>
                          <a:pt x="40680" y="660"/>
                          <a:pt x="44615" y="2039"/>
                        </a:cubicBezTo>
                        <a:cubicBezTo>
                          <a:pt x="48550" y="3418"/>
                          <a:pt x="52000" y="5277"/>
                          <a:pt x="54906" y="7736"/>
                        </a:cubicBezTo>
                        <a:lnTo>
                          <a:pt x="54906" y="23628"/>
                        </a:lnTo>
                        <a:lnTo>
                          <a:pt x="45765" y="23628"/>
                        </a:lnTo>
                        <a:lnTo>
                          <a:pt x="44494" y="12954"/>
                        </a:lnTo>
                        <a:cubicBezTo>
                          <a:pt x="43465" y="12174"/>
                          <a:pt x="42254" y="11574"/>
                          <a:pt x="40983" y="11035"/>
                        </a:cubicBezTo>
                        <a:cubicBezTo>
                          <a:pt x="39711" y="10495"/>
                          <a:pt x="38319" y="10075"/>
                          <a:pt x="36806" y="9775"/>
                        </a:cubicBezTo>
                        <a:cubicBezTo>
                          <a:pt x="35292" y="9475"/>
                          <a:pt x="33658" y="9355"/>
                          <a:pt x="31842" y="9355"/>
                        </a:cubicBezTo>
                        <a:cubicBezTo>
                          <a:pt x="27665" y="9355"/>
                          <a:pt x="24093" y="10375"/>
                          <a:pt x="21127" y="12474"/>
                        </a:cubicBezTo>
                        <a:cubicBezTo>
                          <a:pt x="18161" y="14573"/>
                          <a:pt x="15860" y="17451"/>
                          <a:pt x="14347" y="21229"/>
                        </a:cubicBezTo>
                        <a:cubicBezTo>
                          <a:pt x="12773" y="25008"/>
                          <a:pt x="11986" y="29385"/>
                          <a:pt x="11986" y="34423"/>
                        </a:cubicBezTo>
                        <a:lnTo>
                          <a:pt x="11986" y="36282"/>
                        </a:lnTo>
                        <a:cubicBezTo>
                          <a:pt x="11986" y="41499"/>
                          <a:pt x="12834" y="45997"/>
                          <a:pt x="14468" y="49775"/>
                        </a:cubicBezTo>
                        <a:cubicBezTo>
                          <a:pt x="16103" y="53553"/>
                          <a:pt x="18524" y="56432"/>
                          <a:pt x="21611" y="58471"/>
                        </a:cubicBezTo>
                        <a:cubicBezTo>
                          <a:pt x="24699" y="60510"/>
                          <a:pt x="28452" y="61469"/>
                          <a:pt x="32750" y="61469"/>
                        </a:cubicBezTo>
                        <a:cubicBezTo>
                          <a:pt x="34868" y="61469"/>
                          <a:pt x="36927" y="61230"/>
                          <a:pt x="38985" y="60750"/>
                        </a:cubicBezTo>
                        <a:cubicBezTo>
                          <a:pt x="41043" y="60270"/>
                          <a:pt x="42859" y="59610"/>
                          <a:pt x="44433" y="58831"/>
                        </a:cubicBezTo>
                        <a:lnTo>
                          <a:pt x="45704" y="49176"/>
                        </a:lnTo>
                        <a:lnTo>
                          <a:pt x="54785" y="49176"/>
                        </a:lnTo>
                        <a:lnTo>
                          <a:pt x="54785" y="65008"/>
                        </a:lnTo>
                        <a:cubicBezTo>
                          <a:pt x="52121" y="66747"/>
                          <a:pt x="48852" y="68126"/>
                          <a:pt x="44978" y="69206"/>
                        </a:cubicBezTo>
                        <a:cubicBezTo>
                          <a:pt x="41104" y="70285"/>
                          <a:pt x="36927" y="70825"/>
                          <a:pt x="32508" y="70825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" name="Freeform 132">
                    <a:extLst>
                      <a:ext uri="{FF2B5EF4-FFF2-40B4-BE49-F238E27FC236}">
                        <a16:creationId xmlns:a16="http://schemas.microsoft.com/office/drawing/2014/main" id="{613E3A46-84D2-5574-1E12-A0C5C9AD18CC}"/>
                      </a:ext>
                    </a:extLst>
                  </p:cNvPr>
                  <p:cNvSpPr/>
                  <p:nvPr/>
                </p:nvSpPr>
                <p:spPr>
                  <a:xfrm>
                    <a:off x="2157283" y="442564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4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6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6" y="557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2" y="1139"/>
                          <a:pt x="36564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2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7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2" name="Freeform 133">
                    <a:extLst>
                      <a:ext uri="{FF2B5EF4-FFF2-40B4-BE49-F238E27FC236}">
                        <a16:creationId xmlns:a16="http://schemas.microsoft.com/office/drawing/2014/main" id="{153F89F0-D99F-6B60-FF7B-AC08FBF2BC92}"/>
                      </a:ext>
                    </a:extLst>
                  </p:cNvPr>
                  <p:cNvSpPr/>
                  <p:nvPr/>
                </p:nvSpPr>
                <p:spPr>
                  <a:xfrm>
                    <a:off x="2211705" y="442504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2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2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" name="Freeform 134">
                    <a:extLst>
                      <a:ext uri="{FF2B5EF4-FFF2-40B4-BE49-F238E27FC236}">
                        <a16:creationId xmlns:a16="http://schemas.microsoft.com/office/drawing/2014/main" id="{F73AEDAD-D949-0C6A-952F-8B2B0479C2C0}"/>
                      </a:ext>
                    </a:extLst>
                  </p:cNvPr>
                  <p:cNvSpPr/>
                  <p:nvPr/>
                </p:nvSpPr>
                <p:spPr>
                  <a:xfrm>
                    <a:off x="2252082" y="442624"/>
                    <a:ext cx="53089" cy="71904"/>
                  </a:xfrm>
                  <a:custGeom>
                    <a:avLst/>
                    <a:gdLst>
                      <a:gd name="connsiteX0" fmla="*/ 605 w 53089"/>
                      <a:gd name="connsiteY0" fmla="*/ 71784 h 71904"/>
                      <a:gd name="connsiteX1" fmla="*/ 605 w 53089"/>
                      <a:gd name="connsiteY1" fmla="*/ 64468 h 71904"/>
                      <a:gd name="connsiteX2" fmla="*/ 7567 w 53089"/>
                      <a:gd name="connsiteY2" fmla="*/ 63029 h 71904"/>
                      <a:gd name="connsiteX3" fmla="*/ 7567 w 53089"/>
                      <a:gd name="connsiteY3" fmla="*/ 9655 h 71904"/>
                      <a:gd name="connsiteX4" fmla="*/ 0 w 53089"/>
                      <a:gd name="connsiteY4" fmla="*/ 8216 h 71904"/>
                      <a:gd name="connsiteX5" fmla="*/ 0 w 53089"/>
                      <a:gd name="connsiteY5" fmla="*/ 900 h 71904"/>
                      <a:gd name="connsiteX6" fmla="*/ 18403 w 53089"/>
                      <a:gd name="connsiteY6" fmla="*/ 900 h 71904"/>
                      <a:gd name="connsiteX7" fmla="*/ 19190 w 53089"/>
                      <a:gd name="connsiteY7" fmla="*/ 6957 h 71904"/>
                      <a:gd name="connsiteX8" fmla="*/ 25001 w 53089"/>
                      <a:gd name="connsiteY8" fmla="*/ 1799 h 71904"/>
                      <a:gd name="connsiteX9" fmla="*/ 33113 w 53089"/>
                      <a:gd name="connsiteY9" fmla="*/ 0 h 71904"/>
                      <a:gd name="connsiteX10" fmla="*/ 43888 w 53089"/>
                      <a:gd name="connsiteY10" fmla="*/ 3418 h 71904"/>
                      <a:gd name="connsiteX11" fmla="*/ 50729 w 53089"/>
                      <a:gd name="connsiteY11" fmla="*/ 12954 h 71904"/>
                      <a:gd name="connsiteX12" fmla="*/ 53090 w 53089"/>
                      <a:gd name="connsiteY12" fmla="*/ 27226 h 71904"/>
                      <a:gd name="connsiteX13" fmla="*/ 53090 w 53089"/>
                      <a:gd name="connsiteY13" fmla="*/ 28246 h 71904"/>
                      <a:gd name="connsiteX14" fmla="*/ 50729 w 53089"/>
                      <a:gd name="connsiteY14" fmla="*/ 41319 h 71904"/>
                      <a:gd name="connsiteX15" fmla="*/ 43888 w 53089"/>
                      <a:gd name="connsiteY15" fmla="*/ 50075 h 71904"/>
                      <a:gd name="connsiteX16" fmla="*/ 33113 w 53089"/>
                      <a:gd name="connsiteY16" fmla="*/ 53194 h 71904"/>
                      <a:gd name="connsiteX17" fmla="*/ 25304 w 53089"/>
                      <a:gd name="connsiteY17" fmla="*/ 51634 h 71904"/>
                      <a:gd name="connsiteX18" fmla="*/ 19553 w 53089"/>
                      <a:gd name="connsiteY18" fmla="*/ 47137 h 71904"/>
                      <a:gd name="connsiteX19" fmla="*/ 19553 w 53089"/>
                      <a:gd name="connsiteY19" fmla="*/ 63149 h 71904"/>
                      <a:gd name="connsiteX20" fmla="*/ 26938 w 53089"/>
                      <a:gd name="connsiteY20" fmla="*/ 64588 h 71904"/>
                      <a:gd name="connsiteX21" fmla="*/ 26938 w 53089"/>
                      <a:gd name="connsiteY21" fmla="*/ 71904 h 71904"/>
                      <a:gd name="connsiteX22" fmla="*/ 605 w 53089"/>
                      <a:gd name="connsiteY22" fmla="*/ 71904 h 71904"/>
                      <a:gd name="connsiteX23" fmla="*/ 29420 w 53089"/>
                      <a:gd name="connsiteY23" fmla="*/ 43898 h 71904"/>
                      <a:gd name="connsiteX24" fmla="*/ 38198 w 53089"/>
                      <a:gd name="connsiteY24" fmla="*/ 39580 h 71904"/>
                      <a:gd name="connsiteX25" fmla="*/ 41043 w 53089"/>
                      <a:gd name="connsiteY25" fmla="*/ 28126 h 71904"/>
                      <a:gd name="connsiteX26" fmla="*/ 41043 w 53089"/>
                      <a:gd name="connsiteY26" fmla="*/ 27107 h 71904"/>
                      <a:gd name="connsiteX27" fmla="*/ 39772 w 53089"/>
                      <a:gd name="connsiteY27" fmla="*/ 17811 h 71904"/>
                      <a:gd name="connsiteX28" fmla="*/ 35898 w 53089"/>
                      <a:gd name="connsiteY28" fmla="*/ 11574 h 71904"/>
                      <a:gd name="connsiteX29" fmla="*/ 29360 w 53089"/>
                      <a:gd name="connsiteY29" fmla="*/ 9355 h 71904"/>
                      <a:gd name="connsiteX30" fmla="*/ 23548 w 53089"/>
                      <a:gd name="connsiteY30" fmla="*/ 10855 h 71904"/>
                      <a:gd name="connsiteX31" fmla="*/ 19553 w 53089"/>
                      <a:gd name="connsiteY31" fmla="*/ 15053 h 71904"/>
                      <a:gd name="connsiteX32" fmla="*/ 19553 w 53089"/>
                      <a:gd name="connsiteY32" fmla="*/ 38501 h 71904"/>
                      <a:gd name="connsiteX33" fmla="*/ 23488 w 53089"/>
                      <a:gd name="connsiteY33" fmla="*/ 42519 h 71904"/>
                      <a:gd name="connsiteX34" fmla="*/ 29420 w 53089"/>
                      <a:gd name="connsiteY34" fmla="*/ 43898 h 719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53089" h="71904">
                        <a:moveTo>
                          <a:pt x="605" y="71784"/>
                        </a:moveTo>
                        <a:lnTo>
                          <a:pt x="605" y="64468"/>
                        </a:lnTo>
                        <a:lnTo>
                          <a:pt x="7567" y="63029"/>
                        </a:lnTo>
                        <a:lnTo>
                          <a:pt x="7567" y="9655"/>
                        </a:lnTo>
                        <a:lnTo>
                          <a:pt x="0" y="8216"/>
                        </a:lnTo>
                        <a:lnTo>
                          <a:pt x="0" y="900"/>
                        </a:lnTo>
                        <a:lnTo>
                          <a:pt x="18403" y="900"/>
                        </a:lnTo>
                        <a:lnTo>
                          <a:pt x="19190" y="6957"/>
                        </a:lnTo>
                        <a:cubicBezTo>
                          <a:pt x="20764" y="4738"/>
                          <a:pt x="22701" y="2999"/>
                          <a:pt x="25001" y="1799"/>
                        </a:cubicBezTo>
                        <a:cubicBezTo>
                          <a:pt x="27302" y="600"/>
                          <a:pt x="30026" y="0"/>
                          <a:pt x="33113" y="0"/>
                        </a:cubicBezTo>
                        <a:cubicBezTo>
                          <a:pt x="37290" y="0"/>
                          <a:pt x="40922" y="1139"/>
                          <a:pt x="43888" y="3418"/>
                        </a:cubicBezTo>
                        <a:cubicBezTo>
                          <a:pt x="46855" y="5697"/>
                          <a:pt x="49155" y="8876"/>
                          <a:pt x="50729" y="12954"/>
                        </a:cubicBezTo>
                        <a:cubicBezTo>
                          <a:pt x="52303" y="17032"/>
                          <a:pt x="53090" y="21769"/>
                          <a:pt x="53090" y="27226"/>
                        </a:cubicBezTo>
                        <a:lnTo>
                          <a:pt x="53090" y="28246"/>
                        </a:lnTo>
                        <a:cubicBezTo>
                          <a:pt x="53090" y="33223"/>
                          <a:pt x="52303" y="37601"/>
                          <a:pt x="50729" y="41319"/>
                        </a:cubicBezTo>
                        <a:cubicBezTo>
                          <a:pt x="49155" y="45038"/>
                          <a:pt x="46855" y="47976"/>
                          <a:pt x="43888" y="50075"/>
                        </a:cubicBezTo>
                        <a:cubicBezTo>
                          <a:pt x="40922" y="52174"/>
                          <a:pt x="37350" y="53194"/>
                          <a:pt x="33113" y="53194"/>
                        </a:cubicBezTo>
                        <a:cubicBezTo>
                          <a:pt x="30147" y="53194"/>
                          <a:pt x="27544" y="52654"/>
                          <a:pt x="25304" y="51634"/>
                        </a:cubicBezTo>
                        <a:cubicBezTo>
                          <a:pt x="23064" y="50615"/>
                          <a:pt x="21188" y="49116"/>
                          <a:pt x="19553" y="47137"/>
                        </a:cubicBezTo>
                        <a:lnTo>
                          <a:pt x="19553" y="63149"/>
                        </a:lnTo>
                        <a:lnTo>
                          <a:pt x="26938" y="64588"/>
                        </a:lnTo>
                        <a:lnTo>
                          <a:pt x="26938" y="71904"/>
                        </a:lnTo>
                        <a:lnTo>
                          <a:pt x="605" y="71904"/>
                        </a:lnTo>
                        <a:close/>
                        <a:moveTo>
                          <a:pt x="29420" y="43898"/>
                        </a:moveTo>
                        <a:cubicBezTo>
                          <a:pt x="33355" y="43898"/>
                          <a:pt x="36261" y="42459"/>
                          <a:pt x="38198" y="39580"/>
                        </a:cubicBezTo>
                        <a:cubicBezTo>
                          <a:pt x="40075" y="36702"/>
                          <a:pt x="41043" y="32864"/>
                          <a:pt x="41043" y="28126"/>
                        </a:cubicBezTo>
                        <a:lnTo>
                          <a:pt x="41043" y="27107"/>
                        </a:lnTo>
                        <a:cubicBezTo>
                          <a:pt x="41043" y="23568"/>
                          <a:pt x="40619" y="20450"/>
                          <a:pt x="39772" y="17811"/>
                        </a:cubicBezTo>
                        <a:cubicBezTo>
                          <a:pt x="38924" y="15172"/>
                          <a:pt x="37653" y="13074"/>
                          <a:pt x="35898" y="11574"/>
                        </a:cubicBezTo>
                        <a:cubicBezTo>
                          <a:pt x="34142" y="10075"/>
                          <a:pt x="31963" y="9355"/>
                          <a:pt x="29360" y="9355"/>
                        </a:cubicBezTo>
                        <a:cubicBezTo>
                          <a:pt x="27120" y="9355"/>
                          <a:pt x="25183" y="9835"/>
                          <a:pt x="23548" y="10855"/>
                        </a:cubicBezTo>
                        <a:cubicBezTo>
                          <a:pt x="21914" y="11874"/>
                          <a:pt x="20582" y="13253"/>
                          <a:pt x="19553" y="15053"/>
                        </a:cubicBezTo>
                        <a:lnTo>
                          <a:pt x="19553" y="38501"/>
                        </a:lnTo>
                        <a:cubicBezTo>
                          <a:pt x="20582" y="40240"/>
                          <a:pt x="21914" y="41559"/>
                          <a:pt x="23488" y="42519"/>
                        </a:cubicBezTo>
                        <a:cubicBezTo>
                          <a:pt x="25122" y="43478"/>
                          <a:pt x="27059" y="43898"/>
                          <a:pt x="29420" y="4389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4" name="Freeform 135">
                    <a:extLst>
                      <a:ext uri="{FF2B5EF4-FFF2-40B4-BE49-F238E27FC236}">
                        <a16:creationId xmlns:a16="http://schemas.microsoft.com/office/drawing/2014/main" id="{4DECC819-F405-D92B-8167-6C31416BC48E}"/>
                      </a:ext>
                    </a:extLst>
                  </p:cNvPr>
                  <p:cNvSpPr/>
                  <p:nvPr/>
                </p:nvSpPr>
                <p:spPr>
                  <a:xfrm>
                    <a:off x="2313284" y="442564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4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7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7" y="557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3" y="1139"/>
                          <a:pt x="36564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3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7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5" name="Freeform 136">
                    <a:extLst>
                      <a:ext uri="{FF2B5EF4-FFF2-40B4-BE49-F238E27FC236}">
                        <a16:creationId xmlns:a16="http://schemas.microsoft.com/office/drawing/2014/main" id="{B01C3B88-DF1B-CF61-51A3-16C07E52BE14}"/>
                      </a:ext>
                    </a:extLst>
                  </p:cNvPr>
                  <p:cNvSpPr/>
                  <p:nvPr/>
                </p:nvSpPr>
                <p:spPr>
                  <a:xfrm>
                    <a:off x="2367705" y="442504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1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1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" name="Freeform 137">
                    <a:extLst>
                      <a:ext uri="{FF2B5EF4-FFF2-40B4-BE49-F238E27FC236}">
                        <a16:creationId xmlns:a16="http://schemas.microsoft.com/office/drawing/2014/main" id="{905254EF-0E5A-7E64-F74F-0AEECBFF7ABA}"/>
                      </a:ext>
                    </a:extLst>
                  </p:cNvPr>
                  <p:cNvSpPr/>
                  <p:nvPr/>
                </p:nvSpPr>
                <p:spPr>
                  <a:xfrm>
                    <a:off x="2409112" y="442564"/>
                    <a:ext cx="48247" cy="53133"/>
                  </a:xfrm>
                  <a:custGeom>
                    <a:avLst/>
                    <a:gdLst>
                      <a:gd name="connsiteX0" fmla="*/ 16708 w 48247"/>
                      <a:gd name="connsiteY0" fmla="*/ 53134 h 53133"/>
                      <a:gd name="connsiteX1" fmla="*/ 4419 w 48247"/>
                      <a:gd name="connsiteY1" fmla="*/ 49116 h 53133"/>
                      <a:gd name="connsiteX2" fmla="*/ 0 w 48247"/>
                      <a:gd name="connsiteY2" fmla="*/ 38021 h 53133"/>
                      <a:gd name="connsiteX3" fmla="*/ 2664 w 48247"/>
                      <a:gd name="connsiteY3" fmla="*/ 29565 h 53133"/>
                      <a:gd name="connsiteX4" fmla="*/ 10473 w 48247"/>
                      <a:gd name="connsiteY4" fmla="*/ 23868 h 53133"/>
                      <a:gd name="connsiteX5" fmla="*/ 23004 w 48247"/>
                      <a:gd name="connsiteY5" fmla="*/ 21829 h 53133"/>
                      <a:gd name="connsiteX6" fmla="*/ 30873 w 48247"/>
                      <a:gd name="connsiteY6" fmla="*/ 21829 h 53133"/>
                      <a:gd name="connsiteX7" fmla="*/ 30873 w 48247"/>
                      <a:gd name="connsiteY7" fmla="*/ 17511 h 53133"/>
                      <a:gd name="connsiteX8" fmla="*/ 28391 w 48247"/>
                      <a:gd name="connsiteY8" fmla="*/ 11035 h 53133"/>
                      <a:gd name="connsiteX9" fmla="*/ 21248 w 48247"/>
                      <a:gd name="connsiteY9" fmla="*/ 8636 h 53133"/>
                      <a:gd name="connsiteX10" fmla="*/ 16526 w 48247"/>
                      <a:gd name="connsiteY10" fmla="*/ 9295 h 53133"/>
                      <a:gd name="connsiteX11" fmla="*/ 12834 w 48247"/>
                      <a:gd name="connsiteY11" fmla="*/ 11094 h 53133"/>
                      <a:gd name="connsiteX12" fmla="*/ 11744 w 48247"/>
                      <a:gd name="connsiteY12" fmla="*/ 17991 h 53133"/>
                      <a:gd name="connsiteX13" fmla="*/ 2906 w 48247"/>
                      <a:gd name="connsiteY13" fmla="*/ 17991 h 53133"/>
                      <a:gd name="connsiteX14" fmla="*/ 2785 w 48247"/>
                      <a:gd name="connsiteY14" fmla="*/ 5337 h 53133"/>
                      <a:gd name="connsiteX15" fmla="*/ 11260 w 48247"/>
                      <a:gd name="connsiteY15" fmla="*/ 1439 h 53133"/>
                      <a:gd name="connsiteX16" fmla="*/ 21672 w 48247"/>
                      <a:gd name="connsiteY16" fmla="*/ 0 h 53133"/>
                      <a:gd name="connsiteX17" fmla="*/ 37169 w 48247"/>
                      <a:gd name="connsiteY17" fmla="*/ 4558 h 53133"/>
                      <a:gd name="connsiteX18" fmla="*/ 42859 w 48247"/>
                      <a:gd name="connsiteY18" fmla="*/ 17631 h 53133"/>
                      <a:gd name="connsiteX19" fmla="*/ 42859 w 48247"/>
                      <a:gd name="connsiteY19" fmla="*/ 40180 h 53133"/>
                      <a:gd name="connsiteX20" fmla="*/ 42859 w 48247"/>
                      <a:gd name="connsiteY20" fmla="*/ 42219 h 53133"/>
                      <a:gd name="connsiteX21" fmla="*/ 42980 w 48247"/>
                      <a:gd name="connsiteY21" fmla="*/ 44138 h 53133"/>
                      <a:gd name="connsiteX22" fmla="*/ 48247 w 48247"/>
                      <a:gd name="connsiteY22" fmla="*/ 44798 h 53133"/>
                      <a:gd name="connsiteX23" fmla="*/ 48247 w 48247"/>
                      <a:gd name="connsiteY23" fmla="*/ 52114 h 53133"/>
                      <a:gd name="connsiteX24" fmla="*/ 32508 w 48247"/>
                      <a:gd name="connsiteY24" fmla="*/ 52114 h 53133"/>
                      <a:gd name="connsiteX25" fmla="*/ 31600 w 48247"/>
                      <a:gd name="connsiteY25" fmla="*/ 48876 h 53133"/>
                      <a:gd name="connsiteX26" fmla="*/ 30994 w 48247"/>
                      <a:gd name="connsiteY26" fmla="*/ 45757 h 53133"/>
                      <a:gd name="connsiteX27" fmla="*/ 24759 w 48247"/>
                      <a:gd name="connsiteY27" fmla="*/ 51035 h 53133"/>
                      <a:gd name="connsiteX28" fmla="*/ 16526 w 48247"/>
                      <a:gd name="connsiteY28" fmla="*/ 53074 h 53133"/>
                      <a:gd name="connsiteX29" fmla="*/ 19432 w 48247"/>
                      <a:gd name="connsiteY29" fmla="*/ 43898 h 53133"/>
                      <a:gd name="connsiteX30" fmla="*/ 26212 w 48247"/>
                      <a:gd name="connsiteY30" fmla="*/ 42219 h 53133"/>
                      <a:gd name="connsiteX31" fmla="*/ 30934 w 48247"/>
                      <a:gd name="connsiteY31" fmla="*/ 37961 h 53133"/>
                      <a:gd name="connsiteX32" fmla="*/ 30934 w 48247"/>
                      <a:gd name="connsiteY32" fmla="*/ 29385 h 53133"/>
                      <a:gd name="connsiteX33" fmla="*/ 22883 w 48247"/>
                      <a:gd name="connsiteY33" fmla="*/ 29385 h 53133"/>
                      <a:gd name="connsiteX34" fmla="*/ 14710 w 48247"/>
                      <a:gd name="connsiteY34" fmla="*/ 31844 h 53133"/>
                      <a:gd name="connsiteX35" fmla="*/ 11986 w 48247"/>
                      <a:gd name="connsiteY35" fmla="*/ 37661 h 53133"/>
                      <a:gd name="connsiteX36" fmla="*/ 13923 w 48247"/>
                      <a:gd name="connsiteY36" fmla="*/ 42279 h 53133"/>
                      <a:gd name="connsiteX37" fmla="*/ 19432 w 48247"/>
                      <a:gd name="connsiteY37" fmla="*/ 4389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48247" h="53133">
                        <a:moveTo>
                          <a:pt x="16708" y="53134"/>
                        </a:moveTo>
                        <a:cubicBezTo>
                          <a:pt x="11441" y="53134"/>
                          <a:pt x="7385" y="51814"/>
                          <a:pt x="4419" y="49116"/>
                        </a:cubicBezTo>
                        <a:cubicBezTo>
                          <a:pt x="1513" y="46417"/>
                          <a:pt x="0" y="42759"/>
                          <a:pt x="0" y="38021"/>
                        </a:cubicBezTo>
                        <a:cubicBezTo>
                          <a:pt x="0" y="34783"/>
                          <a:pt x="908" y="31964"/>
                          <a:pt x="2664" y="29565"/>
                        </a:cubicBezTo>
                        <a:cubicBezTo>
                          <a:pt x="4419" y="27166"/>
                          <a:pt x="7083" y="25247"/>
                          <a:pt x="10473" y="23868"/>
                        </a:cubicBezTo>
                        <a:cubicBezTo>
                          <a:pt x="13923" y="22489"/>
                          <a:pt x="18100" y="21829"/>
                          <a:pt x="23004" y="21829"/>
                        </a:cubicBezTo>
                        <a:lnTo>
                          <a:pt x="30873" y="21829"/>
                        </a:lnTo>
                        <a:lnTo>
                          <a:pt x="30873" y="17511"/>
                        </a:lnTo>
                        <a:cubicBezTo>
                          <a:pt x="30873" y="14813"/>
                          <a:pt x="30026" y="12654"/>
                          <a:pt x="28391" y="11035"/>
                        </a:cubicBezTo>
                        <a:cubicBezTo>
                          <a:pt x="26757" y="9415"/>
                          <a:pt x="24396" y="8636"/>
                          <a:pt x="21248" y="8636"/>
                        </a:cubicBezTo>
                        <a:cubicBezTo>
                          <a:pt x="19493" y="8636"/>
                          <a:pt x="17919" y="8876"/>
                          <a:pt x="16526" y="9295"/>
                        </a:cubicBezTo>
                        <a:cubicBezTo>
                          <a:pt x="15134" y="9715"/>
                          <a:pt x="13923" y="10315"/>
                          <a:pt x="12834" y="11094"/>
                        </a:cubicBezTo>
                        <a:lnTo>
                          <a:pt x="11744" y="17991"/>
                        </a:lnTo>
                        <a:lnTo>
                          <a:pt x="2906" y="17991"/>
                        </a:lnTo>
                        <a:lnTo>
                          <a:pt x="2785" y="5337"/>
                        </a:lnTo>
                        <a:cubicBezTo>
                          <a:pt x="5327" y="3718"/>
                          <a:pt x="8172" y="2399"/>
                          <a:pt x="11260" y="1439"/>
                        </a:cubicBezTo>
                        <a:cubicBezTo>
                          <a:pt x="14408" y="480"/>
                          <a:pt x="17858" y="0"/>
                          <a:pt x="21672" y="0"/>
                        </a:cubicBezTo>
                        <a:cubicBezTo>
                          <a:pt x="28210" y="0"/>
                          <a:pt x="33416" y="1499"/>
                          <a:pt x="37169" y="4558"/>
                        </a:cubicBezTo>
                        <a:cubicBezTo>
                          <a:pt x="40922" y="7616"/>
                          <a:pt x="42859" y="11934"/>
                          <a:pt x="42859" y="17631"/>
                        </a:cubicBezTo>
                        <a:lnTo>
                          <a:pt x="42859" y="40180"/>
                        </a:lnTo>
                        <a:cubicBezTo>
                          <a:pt x="42859" y="40900"/>
                          <a:pt x="42859" y="41559"/>
                          <a:pt x="42859" y="42219"/>
                        </a:cubicBezTo>
                        <a:cubicBezTo>
                          <a:pt x="42859" y="42879"/>
                          <a:pt x="42859" y="43538"/>
                          <a:pt x="42980" y="44138"/>
                        </a:cubicBezTo>
                        <a:lnTo>
                          <a:pt x="48247" y="44798"/>
                        </a:lnTo>
                        <a:lnTo>
                          <a:pt x="48247" y="52114"/>
                        </a:lnTo>
                        <a:lnTo>
                          <a:pt x="32508" y="52114"/>
                        </a:lnTo>
                        <a:cubicBezTo>
                          <a:pt x="32205" y="51035"/>
                          <a:pt x="31902" y="49955"/>
                          <a:pt x="31600" y="48876"/>
                        </a:cubicBezTo>
                        <a:cubicBezTo>
                          <a:pt x="31297" y="47796"/>
                          <a:pt x="31115" y="46777"/>
                          <a:pt x="30994" y="45757"/>
                        </a:cubicBezTo>
                        <a:cubicBezTo>
                          <a:pt x="29299" y="47916"/>
                          <a:pt x="27180" y="49655"/>
                          <a:pt x="24759" y="51035"/>
                        </a:cubicBezTo>
                        <a:cubicBezTo>
                          <a:pt x="22338" y="52414"/>
                          <a:pt x="19553" y="53074"/>
                          <a:pt x="16526" y="53074"/>
                        </a:cubicBezTo>
                        <a:close/>
                        <a:moveTo>
                          <a:pt x="19432" y="43898"/>
                        </a:moveTo>
                        <a:cubicBezTo>
                          <a:pt x="21853" y="43898"/>
                          <a:pt x="24093" y="43358"/>
                          <a:pt x="26212" y="42219"/>
                        </a:cubicBezTo>
                        <a:cubicBezTo>
                          <a:pt x="28331" y="41080"/>
                          <a:pt x="29905" y="39700"/>
                          <a:pt x="30934" y="37961"/>
                        </a:cubicBezTo>
                        <a:lnTo>
                          <a:pt x="30934" y="29385"/>
                        </a:lnTo>
                        <a:lnTo>
                          <a:pt x="22883" y="29385"/>
                        </a:lnTo>
                        <a:cubicBezTo>
                          <a:pt x="19311" y="29385"/>
                          <a:pt x="16587" y="30225"/>
                          <a:pt x="14710" y="31844"/>
                        </a:cubicBezTo>
                        <a:cubicBezTo>
                          <a:pt x="12834" y="33463"/>
                          <a:pt x="11986" y="35442"/>
                          <a:pt x="11986" y="37661"/>
                        </a:cubicBezTo>
                        <a:cubicBezTo>
                          <a:pt x="11986" y="39640"/>
                          <a:pt x="12652" y="41200"/>
                          <a:pt x="13923" y="42279"/>
                        </a:cubicBezTo>
                        <a:cubicBezTo>
                          <a:pt x="15194" y="43358"/>
                          <a:pt x="17011" y="43898"/>
                          <a:pt x="19432" y="4389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7" name="Freeform 138">
                    <a:extLst>
                      <a:ext uri="{FF2B5EF4-FFF2-40B4-BE49-F238E27FC236}">
                        <a16:creationId xmlns:a16="http://schemas.microsoft.com/office/drawing/2014/main" id="{880FF7FF-6F5F-9084-C8C0-06918875E686}"/>
                      </a:ext>
                    </a:extLst>
                  </p:cNvPr>
                  <p:cNvSpPr/>
                  <p:nvPr/>
                </p:nvSpPr>
                <p:spPr>
                  <a:xfrm>
                    <a:off x="2460265" y="431110"/>
                    <a:ext cx="31478" cy="64527"/>
                  </a:xfrm>
                  <a:custGeom>
                    <a:avLst/>
                    <a:gdLst>
                      <a:gd name="connsiteX0" fmla="*/ 21551 w 31478"/>
                      <a:gd name="connsiteY0" fmla="*/ 64528 h 64527"/>
                      <a:gd name="connsiteX1" fmla="*/ 11260 w 31478"/>
                      <a:gd name="connsiteY1" fmla="*/ 60870 h 64527"/>
                      <a:gd name="connsiteX2" fmla="*/ 7567 w 31478"/>
                      <a:gd name="connsiteY2" fmla="*/ 49176 h 64527"/>
                      <a:gd name="connsiteX3" fmla="*/ 7567 w 31478"/>
                      <a:gd name="connsiteY3" fmla="*/ 20990 h 64527"/>
                      <a:gd name="connsiteX4" fmla="*/ 0 w 31478"/>
                      <a:gd name="connsiteY4" fmla="*/ 20990 h 64527"/>
                      <a:gd name="connsiteX5" fmla="*/ 0 w 31478"/>
                      <a:gd name="connsiteY5" fmla="*/ 12474 h 64527"/>
                      <a:gd name="connsiteX6" fmla="*/ 7567 w 31478"/>
                      <a:gd name="connsiteY6" fmla="*/ 12474 h 64527"/>
                      <a:gd name="connsiteX7" fmla="*/ 7567 w 31478"/>
                      <a:gd name="connsiteY7" fmla="*/ 0 h 64527"/>
                      <a:gd name="connsiteX8" fmla="*/ 19553 w 31478"/>
                      <a:gd name="connsiteY8" fmla="*/ 0 h 64527"/>
                      <a:gd name="connsiteX9" fmla="*/ 19553 w 31478"/>
                      <a:gd name="connsiteY9" fmla="*/ 12474 h 64527"/>
                      <a:gd name="connsiteX10" fmla="*/ 29784 w 31478"/>
                      <a:gd name="connsiteY10" fmla="*/ 12474 h 64527"/>
                      <a:gd name="connsiteX11" fmla="*/ 29784 w 31478"/>
                      <a:gd name="connsiteY11" fmla="*/ 20990 h 64527"/>
                      <a:gd name="connsiteX12" fmla="*/ 19553 w 31478"/>
                      <a:gd name="connsiteY12" fmla="*/ 20990 h 64527"/>
                      <a:gd name="connsiteX13" fmla="*/ 19553 w 31478"/>
                      <a:gd name="connsiteY13" fmla="*/ 49176 h 64527"/>
                      <a:gd name="connsiteX14" fmla="*/ 20885 w 31478"/>
                      <a:gd name="connsiteY14" fmla="*/ 53913 h 64527"/>
                      <a:gd name="connsiteX15" fmla="*/ 24578 w 31478"/>
                      <a:gd name="connsiteY15" fmla="*/ 55412 h 64527"/>
                      <a:gd name="connsiteX16" fmla="*/ 27544 w 31478"/>
                      <a:gd name="connsiteY16" fmla="*/ 55173 h 64527"/>
                      <a:gd name="connsiteX17" fmla="*/ 30207 w 31478"/>
                      <a:gd name="connsiteY17" fmla="*/ 54693 h 64527"/>
                      <a:gd name="connsiteX18" fmla="*/ 31479 w 31478"/>
                      <a:gd name="connsiteY18" fmla="*/ 63089 h 64527"/>
                      <a:gd name="connsiteX19" fmla="*/ 26696 w 31478"/>
                      <a:gd name="connsiteY19" fmla="*/ 64108 h 64527"/>
                      <a:gd name="connsiteX20" fmla="*/ 21490 w 31478"/>
                      <a:gd name="connsiteY20" fmla="*/ 64528 h 645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1478" h="64527">
                        <a:moveTo>
                          <a:pt x="21551" y="64528"/>
                        </a:moveTo>
                        <a:cubicBezTo>
                          <a:pt x="17132" y="64528"/>
                          <a:pt x="13742" y="63329"/>
                          <a:pt x="11260" y="60870"/>
                        </a:cubicBezTo>
                        <a:cubicBezTo>
                          <a:pt x="8778" y="58411"/>
                          <a:pt x="7567" y="54513"/>
                          <a:pt x="7567" y="49176"/>
                        </a:cubicBezTo>
                        <a:lnTo>
                          <a:pt x="7567" y="20990"/>
                        </a:lnTo>
                        <a:lnTo>
                          <a:pt x="0" y="20990"/>
                        </a:lnTo>
                        <a:lnTo>
                          <a:pt x="0" y="12474"/>
                        </a:lnTo>
                        <a:lnTo>
                          <a:pt x="7567" y="12474"/>
                        </a:lnTo>
                        <a:lnTo>
                          <a:pt x="7567" y="0"/>
                        </a:lnTo>
                        <a:lnTo>
                          <a:pt x="19553" y="0"/>
                        </a:lnTo>
                        <a:lnTo>
                          <a:pt x="19553" y="12474"/>
                        </a:lnTo>
                        <a:lnTo>
                          <a:pt x="29784" y="12474"/>
                        </a:lnTo>
                        <a:lnTo>
                          <a:pt x="29784" y="20990"/>
                        </a:lnTo>
                        <a:lnTo>
                          <a:pt x="19553" y="20990"/>
                        </a:lnTo>
                        <a:lnTo>
                          <a:pt x="19553" y="49176"/>
                        </a:lnTo>
                        <a:cubicBezTo>
                          <a:pt x="19553" y="51334"/>
                          <a:pt x="19977" y="52954"/>
                          <a:pt x="20885" y="53913"/>
                        </a:cubicBezTo>
                        <a:cubicBezTo>
                          <a:pt x="21793" y="54933"/>
                          <a:pt x="23004" y="55412"/>
                          <a:pt x="24578" y="55412"/>
                        </a:cubicBezTo>
                        <a:cubicBezTo>
                          <a:pt x="25486" y="55412"/>
                          <a:pt x="26454" y="55352"/>
                          <a:pt x="27544" y="55173"/>
                        </a:cubicBezTo>
                        <a:cubicBezTo>
                          <a:pt x="28633" y="54993"/>
                          <a:pt x="29541" y="54873"/>
                          <a:pt x="30207" y="54693"/>
                        </a:cubicBezTo>
                        <a:lnTo>
                          <a:pt x="31479" y="63089"/>
                        </a:lnTo>
                        <a:cubicBezTo>
                          <a:pt x="30086" y="63508"/>
                          <a:pt x="28452" y="63868"/>
                          <a:pt x="26696" y="64108"/>
                        </a:cubicBezTo>
                        <a:cubicBezTo>
                          <a:pt x="24880" y="64408"/>
                          <a:pt x="23185" y="64528"/>
                          <a:pt x="21490" y="6452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8" name="Freeform 139">
                    <a:extLst>
                      <a:ext uri="{FF2B5EF4-FFF2-40B4-BE49-F238E27FC236}">
                        <a16:creationId xmlns:a16="http://schemas.microsoft.com/office/drawing/2014/main" id="{FD94E9E3-D2D1-7DEA-936D-349AAAAA1C9C}"/>
                      </a:ext>
                    </a:extLst>
                  </p:cNvPr>
                  <p:cNvSpPr/>
                  <p:nvPr/>
                </p:nvSpPr>
                <p:spPr>
                  <a:xfrm>
                    <a:off x="2496465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591 w 44191"/>
                      <a:gd name="connsiteY22" fmla="*/ 21589 h 53193"/>
                      <a:gd name="connsiteX23" fmla="*/ 32629 w 44191"/>
                      <a:gd name="connsiteY23" fmla="*/ 21589 h 53193"/>
                      <a:gd name="connsiteX24" fmla="*/ 32629 w 44191"/>
                      <a:gd name="connsiteY24" fmla="*/ 20330 h 53193"/>
                      <a:gd name="connsiteX25" fmla="*/ 31600 w 44191"/>
                      <a:gd name="connsiteY25" fmla="*/ 14453 h 53193"/>
                      <a:gd name="connsiteX26" fmla="*/ 28391 w 44191"/>
                      <a:gd name="connsiteY26" fmla="*/ 10495 h 53193"/>
                      <a:gd name="connsiteX27" fmla="*/ 22883 w 44191"/>
                      <a:gd name="connsiteY27" fmla="*/ 9056 h 53193"/>
                      <a:gd name="connsiteX28" fmla="*/ 17798 w 44191"/>
                      <a:gd name="connsiteY28" fmla="*/ 10675 h 53193"/>
                      <a:gd name="connsiteX29" fmla="*/ 14286 w 44191"/>
                      <a:gd name="connsiteY29" fmla="*/ 15053 h 53193"/>
                      <a:gd name="connsiteX30" fmla="*/ 12470 w 44191"/>
                      <a:gd name="connsiteY30" fmla="*/ 21349 h 53193"/>
                      <a:gd name="connsiteX31" fmla="*/ 12591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591" y="21589"/>
                        </a:moveTo>
                        <a:lnTo>
                          <a:pt x="32629" y="21589"/>
                        </a:lnTo>
                        <a:lnTo>
                          <a:pt x="32629" y="20330"/>
                        </a:lnTo>
                        <a:cubicBezTo>
                          <a:pt x="32629" y="18111"/>
                          <a:pt x="32265" y="16132"/>
                          <a:pt x="31600" y="14453"/>
                        </a:cubicBezTo>
                        <a:cubicBezTo>
                          <a:pt x="30934" y="12774"/>
                          <a:pt x="29844" y="11454"/>
                          <a:pt x="28391" y="10495"/>
                        </a:cubicBezTo>
                        <a:cubicBezTo>
                          <a:pt x="26938" y="9535"/>
                          <a:pt x="25122" y="9056"/>
                          <a:pt x="22883" y="9056"/>
                        </a:cubicBezTo>
                        <a:cubicBezTo>
                          <a:pt x="20945" y="9056"/>
                          <a:pt x="19250" y="9595"/>
                          <a:pt x="17798" y="10675"/>
                        </a:cubicBezTo>
                        <a:cubicBezTo>
                          <a:pt x="16345" y="11754"/>
                          <a:pt x="15134" y="13193"/>
                          <a:pt x="14286" y="15053"/>
                        </a:cubicBezTo>
                        <a:cubicBezTo>
                          <a:pt x="13439" y="16912"/>
                          <a:pt x="12834" y="19011"/>
                          <a:pt x="12470" y="21349"/>
                        </a:cubicBezTo>
                        <a:lnTo>
                          <a:pt x="12591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9" name="Freeform 140">
                    <a:extLst>
                      <a:ext uri="{FF2B5EF4-FFF2-40B4-BE49-F238E27FC236}">
                        <a16:creationId xmlns:a16="http://schemas.microsoft.com/office/drawing/2014/main" id="{7114910A-8267-334D-97CC-A71E7D5E3B4D}"/>
                      </a:ext>
                    </a:extLst>
                  </p:cNvPr>
                  <p:cNvSpPr/>
                  <p:nvPr/>
                </p:nvSpPr>
                <p:spPr>
                  <a:xfrm>
                    <a:off x="2571408" y="425773"/>
                    <a:ext cx="54179" cy="68965"/>
                  </a:xfrm>
                  <a:custGeom>
                    <a:avLst/>
                    <a:gdLst>
                      <a:gd name="connsiteX0" fmla="*/ 60 w 54179"/>
                      <a:gd name="connsiteY0" fmla="*/ 68966 h 68965"/>
                      <a:gd name="connsiteX1" fmla="*/ 60 w 54179"/>
                      <a:gd name="connsiteY1" fmla="*/ 61649 h 68965"/>
                      <a:gd name="connsiteX2" fmla="*/ 7627 w 54179"/>
                      <a:gd name="connsiteY2" fmla="*/ 60210 h 68965"/>
                      <a:gd name="connsiteX3" fmla="*/ 7627 w 54179"/>
                      <a:gd name="connsiteY3" fmla="*/ 8756 h 68965"/>
                      <a:gd name="connsiteX4" fmla="*/ 60 w 54179"/>
                      <a:gd name="connsiteY4" fmla="*/ 7316 h 68965"/>
                      <a:gd name="connsiteX5" fmla="*/ 60 w 54179"/>
                      <a:gd name="connsiteY5" fmla="*/ 0 h 68965"/>
                      <a:gd name="connsiteX6" fmla="*/ 53029 w 54179"/>
                      <a:gd name="connsiteY6" fmla="*/ 0 h 68965"/>
                      <a:gd name="connsiteX7" fmla="*/ 53029 w 54179"/>
                      <a:gd name="connsiteY7" fmla="*/ 17751 h 68965"/>
                      <a:gd name="connsiteX8" fmla="*/ 43646 w 54179"/>
                      <a:gd name="connsiteY8" fmla="*/ 17751 h 68965"/>
                      <a:gd name="connsiteX9" fmla="*/ 42859 w 54179"/>
                      <a:gd name="connsiteY9" fmla="*/ 9175 h 68965"/>
                      <a:gd name="connsiteX10" fmla="*/ 19674 w 54179"/>
                      <a:gd name="connsiteY10" fmla="*/ 9175 h 68965"/>
                      <a:gd name="connsiteX11" fmla="*/ 19674 w 54179"/>
                      <a:gd name="connsiteY11" fmla="*/ 28666 h 68965"/>
                      <a:gd name="connsiteX12" fmla="*/ 44070 w 54179"/>
                      <a:gd name="connsiteY12" fmla="*/ 28666 h 68965"/>
                      <a:gd name="connsiteX13" fmla="*/ 44070 w 54179"/>
                      <a:gd name="connsiteY13" fmla="*/ 37901 h 68965"/>
                      <a:gd name="connsiteX14" fmla="*/ 19674 w 54179"/>
                      <a:gd name="connsiteY14" fmla="*/ 37901 h 68965"/>
                      <a:gd name="connsiteX15" fmla="*/ 19674 w 54179"/>
                      <a:gd name="connsiteY15" fmla="*/ 59790 h 68965"/>
                      <a:gd name="connsiteX16" fmla="*/ 44131 w 54179"/>
                      <a:gd name="connsiteY16" fmla="*/ 59790 h 68965"/>
                      <a:gd name="connsiteX17" fmla="*/ 44917 w 54179"/>
                      <a:gd name="connsiteY17" fmla="*/ 51035 h 68965"/>
                      <a:gd name="connsiteX18" fmla="*/ 54179 w 54179"/>
                      <a:gd name="connsiteY18" fmla="*/ 51035 h 68965"/>
                      <a:gd name="connsiteX19" fmla="*/ 54179 w 54179"/>
                      <a:gd name="connsiteY19" fmla="*/ 68846 h 68965"/>
                      <a:gd name="connsiteX20" fmla="*/ 0 w 54179"/>
                      <a:gd name="connsiteY20" fmla="*/ 6884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4179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53029" y="0"/>
                        </a:lnTo>
                        <a:lnTo>
                          <a:pt x="53029" y="17751"/>
                        </a:lnTo>
                        <a:lnTo>
                          <a:pt x="43646" y="17751"/>
                        </a:lnTo>
                        <a:lnTo>
                          <a:pt x="42859" y="9175"/>
                        </a:lnTo>
                        <a:lnTo>
                          <a:pt x="19674" y="9175"/>
                        </a:lnTo>
                        <a:lnTo>
                          <a:pt x="19674" y="28666"/>
                        </a:lnTo>
                        <a:lnTo>
                          <a:pt x="44070" y="28666"/>
                        </a:lnTo>
                        <a:lnTo>
                          <a:pt x="44070" y="37901"/>
                        </a:lnTo>
                        <a:lnTo>
                          <a:pt x="19674" y="37901"/>
                        </a:lnTo>
                        <a:lnTo>
                          <a:pt x="19674" y="59790"/>
                        </a:lnTo>
                        <a:lnTo>
                          <a:pt x="44131" y="59790"/>
                        </a:lnTo>
                        <a:lnTo>
                          <a:pt x="44917" y="51035"/>
                        </a:lnTo>
                        <a:lnTo>
                          <a:pt x="54179" y="51035"/>
                        </a:lnTo>
                        <a:lnTo>
                          <a:pt x="54179" y="68846"/>
                        </a:lnTo>
                        <a:lnTo>
                          <a:pt x="0" y="6884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" name="Freeform 141">
                    <a:extLst>
                      <a:ext uri="{FF2B5EF4-FFF2-40B4-BE49-F238E27FC236}">
                        <a16:creationId xmlns:a16="http://schemas.microsoft.com/office/drawing/2014/main" id="{87BE3081-2399-5AE2-4F0C-0641A62F195A}"/>
                      </a:ext>
                    </a:extLst>
                  </p:cNvPr>
                  <p:cNvSpPr/>
                  <p:nvPr/>
                </p:nvSpPr>
                <p:spPr>
                  <a:xfrm>
                    <a:off x="2632368" y="443524"/>
                    <a:ext cx="57448" cy="51274"/>
                  </a:xfrm>
                  <a:custGeom>
                    <a:avLst/>
                    <a:gdLst>
                      <a:gd name="connsiteX0" fmla="*/ 0 w 57448"/>
                      <a:gd name="connsiteY0" fmla="*/ 51215 h 51274"/>
                      <a:gd name="connsiteX1" fmla="*/ 0 w 57448"/>
                      <a:gd name="connsiteY1" fmla="*/ 43898 h 51274"/>
                      <a:gd name="connsiteX2" fmla="*/ 6235 w 57448"/>
                      <a:gd name="connsiteY2" fmla="*/ 42939 h 51274"/>
                      <a:gd name="connsiteX3" fmla="*/ 21309 w 57448"/>
                      <a:gd name="connsiteY3" fmla="*/ 25427 h 51274"/>
                      <a:gd name="connsiteX4" fmla="*/ 6901 w 57448"/>
                      <a:gd name="connsiteY4" fmla="*/ 8276 h 51274"/>
                      <a:gd name="connsiteX5" fmla="*/ 1150 w 57448"/>
                      <a:gd name="connsiteY5" fmla="*/ 7316 h 51274"/>
                      <a:gd name="connsiteX6" fmla="*/ 1150 w 57448"/>
                      <a:gd name="connsiteY6" fmla="*/ 0 h 51274"/>
                      <a:gd name="connsiteX7" fmla="*/ 24517 w 57448"/>
                      <a:gd name="connsiteY7" fmla="*/ 0 h 51274"/>
                      <a:gd name="connsiteX8" fmla="*/ 24517 w 57448"/>
                      <a:gd name="connsiteY8" fmla="*/ 7136 h 51274"/>
                      <a:gd name="connsiteX9" fmla="*/ 20037 w 57448"/>
                      <a:gd name="connsiteY9" fmla="*/ 7676 h 51274"/>
                      <a:gd name="connsiteX10" fmla="*/ 28815 w 57448"/>
                      <a:gd name="connsiteY10" fmla="*/ 18831 h 51274"/>
                      <a:gd name="connsiteX11" fmla="*/ 37532 w 57448"/>
                      <a:gd name="connsiteY11" fmla="*/ 7676 h 51274"/>
                      <a:gd name="connsiteX12" fmla="*/ 32629 w 57448"/>
                      <a:gd name="connsiteY12" fmla="*/ 7136 h 51274"/>
                      <a:gd name="connsiteX13" fmla="*/ 32629 w 57448"/>
                      <a:gd name="connsiteY13" fmla="*/ 0 h 51274"/>
                      <a:gd name="connsiteX14" fmla="*/ 55330 w 57448"/>
                      <a:gd name="connsiteY14" fmla="*/ 0 h 51274"/>
                      <a:gd name="connsiteX15" fmla="*/ 55330 w 57448"/>
                      <a:gd name="connsiteY15" fmla="*/ 7316 h 51274"/>
                      <a:gd name="connsiteX16" fmla="*/ 49760 w 57448"/>
                      <a:gd name="connsiteY16" fmla="*/ 8276 h 51274"/>
                      <a:gd name="connsiteX17" fmla="*/ 36200 w 57448"/>
                      <a:gd name="connsiteY17" fmla="*/ 25068 h 51274"/>
                      <a:gd name="connsiteX18" fmla="*/ 51516 w 57448"/>
                      <a:gd name="connsiteY18" fmla="*/ 42939 h 51274"/>
                      <a:gd name="connsiteX19" fmla="*/ 57448 w 57448"/>
                      <a:gd name="connsiteY19" fmla="*/ 43898 h 51274"/>
                      <a:gd name="connsiteX20" fmla="*/ 57448 w 57448"/>
                      <a:gd name="connsiteY20" fmla="*/ 51215 h 51274"/>
                      <a:gd name="connsiteX21" fmla="*/ 32871 w 57448"/>
                      <a:gd name="connsiteY21" fmla="*/ 51215 h 51274"/>
                      <a:gd name="connsiteX22" fmla="*/ 32871 w 57448"/>
                      <a:gd name="connsiteY22" fmla="*/ 44138 h 51274"/>
                      <a:gd name="connsiteX23" fmla="*/ 38077 w 57448"/>
                      <a:gd name="connsiteY23" fmla="*/ 43598 h 51274"/>
                      <a:gd name="connsiteX24" fmla="*/ 28694 w 57448"/>
                      <a:gd name="connsiteY24" fmla="*/ 32204 h 51274"/>
                      <a:gd name="connsiteX25" fmla="*/ 19553 w 57448"/>
                      <a:gd name="connsiteY25" fmla="*/ 43658 h 51274"/>
                      <a:gd name="connsiteX26" fmla="*/ 24396 w 57448"/>
                      <a:gd name="connsiteY26" fmla="*/ 44198 h 51274"/>
                      <a:gd name="connsiteX27" fmla="*/ 24396 w 57448"/>
                      <a:gd name="connsiteY27" fmla="*/ 51275 h 51274"/>
                      <a:gd name="connsiteX28" fmla="*/ 60 w 57448"/>
                      <a:gd name="connsiteY28" fmla="*/ 51275 h 512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57448" h="51274">
                        <a:moveTo>
                          <a:pt x="0" y="51215"/>
                        </a:moveTo>
                        <a:lnTo>
                          <a:pt x="0" y="43898"/>
                        </a:lnTo>
                        <a:lnTo>
                          <a:pt x="6235" y="42939"/>
                        </a:lnTo>
                        <a:lnTo>
                          <a:pt x="21309" y="25427"/>
                        </a:lnTo>
                        <a:lnTo>
                          <a:pt x="6901" y="8276"/>
                        </a:lnTo>
                        <a:lnTo>
                          <a:pt x="1150" y="7316"/>
                        </a:lnTo>
                        <a:lnTo>
                          <a:pt x="1150" y="0"/>
                        </a:lnTo>
                        <a:lnTo>
                          <a:pt x="24517" y="0"/>
                        </a:lnTo>
                        <a:lnTo>
                          <a:pt x="24517" y="7136"/>
                        </a:lnTo>
                        <a:lnTo>
                          <a:pt x="20037" y="7676"/>
                        </a:lnTo>
                        <a:lnTo>
                          <a:pt x="28815" y="18831"/>
                        </a:lnTo>
                        <a:lnTo>
                          <a:pt x="37532" y="7676"/>
                        </a:lnTo>
                        <a:lnTo>
                          <a:pt x="32629" y="7136"/>
                        </a:lnTo>
                        <a:lnTo>
                          <a:pt x="32629" y="0"/>
                        </a:lnTo>
                        <a:lnTo>
                          <a:pt x="55330" y="0"/>
                        </a:lnTo>
                        <a:lnTo>
                          <a:pt x="55330" y="7316"/>
                        </a:lnTo>
                        <a:lnTo>
                          <a:pt x="49760" y="8276"/>
                        </a:lnTo>
                        <a:lnTo>
                          <a:pt x="36200" y="25068"/>
                        </a:lnTo>
                        <a:lnTo>
                          <a:pt x="51516" y="42939"/>
                        </a:lnTo>
                        <a:lnTo>
                          <a:pt x="57448" y="43898"/>
                        </a:lnTo>
                        <a:lnTo>
                          <a:pt x="57448" y="51215"/>
                        </a:lnTo>
                        <a:lnTo>
                          <a:pt x="32871" y="51215"/>
                        </a:lnTo>
                        <a:lnTo>
                          <a:pt x="32871" y="44138"/>
                        </a:lnTo>
                        <a:lnTo>
                          <a:pt x="38077" y="43598"/>
                        </a:lnTo>
                        <a:lnTo>
                          <a:pt x="28694" y="32204"/>
                        </a:lnTo>
                        <a:lnTo>
                          <a:pt x="19553" y="43658"/>
                        </a:lnTo>
                        <a:lnTo>
                          <a:pt x="24396" y="44198"/>
                        </a:lnTo>
                        <a:lnTo>
                          <a:pt x="24396" y="51275"/>
                        </a:lnTo>
                        <a:lnTo>
                          <a:pt x="60" y="51275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1" name="Freeform 142">
                    <a:extLst>
                      <a:ext uri="{FF2B5EF4-FFF2-40B4-BE49-F238E27FC236}">
                        <a16:creationId xmlns:a16="http://schemas.microsoft.com/office/drawing/2014/main" id="{3E93AA20-988F-C963-FD54-0B305A433145}"/>
                      </a:ext>
                    </a:extLst>
                  </p:cNvPr>
                  <p:cNvSpPr/>
                  <p:nvPr/>
                </p:nvSpPr>
                <p:spPr>
                  <a:xfrm>
                    <a:off x="2693812" y="442504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8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8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6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2" name="Freeform 143">
                    <a:extLst>
                      <a:ext uri="{FF2B5EF4-FFF2-40B4-BE49-F238E27FC236}">
                        <a16:creationId xmlns:a16="http://schemas.microsoft.com/office/drawing/2014/main" id="{BEDDBCDE-6DCC-0FD8-E7FC-D6CF939E5EA8}"/>
                      </a:ext>
                    </a:extLst>
                  </p:cNvPr>
                  <p:cNvSpPr/>
                  <p:nvPr/>
                </p:nvSpPr>
                <p:spPr>
                  <a:xfrm>
                    <a:off x="2745630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499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3" name="Freeform 144">
                    <a:extLst>
                      <a:ext uri="{FF2B5EF4-FFF2-40B4-BE49-F238E27FC236}">
                        <a16:creationId xmlns:a16="http://schemas.microsoft.com/office/drawing/2014/main" id="{8110FB1A-59EC-62C8-2074-9D7ACD552588}"/>
                      </a:ext>
                    </a:extLst>
                  </p:cNvPr>
                  <p:cNvSpPr/>
                  <p:nvPr/>
                </p:nvSpPr>
                <p:spPr>
                  <a:xfrm>
                    <a:off x="2795572" y="420855"/>
                    <a:ext cx="26817" cy="73883"/>
                  </a:xfrm>
                  <a:custGeom>
                    <a:avLst/>
                    <a:gdLst>
                      <a:gd name="connsiteX0" fmla="*/ 424 w 26817"/>
                      <a:gd name="connsiteY0" fmla="*/ 73883 h 73883"/>
                      <a:gd name="connsiteX1" fmla="*/ 424 w 26817"/>
                      <a:gd name="connsiteY1" fmla="*/ 66567 h 73883"/>
                      <a:gd name="connsiteX2" fmla="*/ 7628 w 26817"/>
                      <a:gd name="connsiteY2" fmla="*/ 65128 h 73883"/>
                      <a:gd name="connsiteX3" fmla="*/ 7628 w 26817"/>
                      <a:gd name="connsiteY3" fmla="*/ 8756 h 73883"/>
                      <a:gd name="connsiteX4" fmla="*/ 0 w 26817"/>
                      <a:gd name="connsiteY4" fmla="*/ 7316 h 73883"/>
                      <a:gd name="connsiteX5" fmla="*/ 0 w 26817"/>
                      <a:gd name="connsiteY5" fmla="*/ 0 h 73883"/>
                      <a:gd name="connsiteX6" fmla="*/ 19614 w 26817"/>
                      <a:gd name="connsiteY6" fmla="*/ 0 h 73883"/>
                      <a:gd name="connsiteX7" fmla="*/ 19614 w 26817"/>
                      <a:gd name="connsiteY7" fmla="*/ 65128 h 73883"/>
                      <a:gd name="connsiteX8" fmla="*/ 26817 w 26817"/>
                      <a:gd name="connsiteY8" fmla="*/ 66567 h 73883"/>
                      <a:gd name="connsiteX9" fmla="*/ 26817 w 26817"/>
                      <a:gd name="connsiteY9" fmla="*/ 73883 h 73883"/>
                      <a:gd name="connsiteX10" fmla="*/ 424 w 26817"/>
                      <a:gd name="connsiteY10" fmla="*/ 73883 h 73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817" h="73883">
                        <a:moveTo>
                          <a:pt x="424" y="73883"/>
                        </a:moveTo>
                        <a:lnTo>
                          <a:pt x="424" y="66567"/>
                        </a:lnTo>
                        <a:lnTo>
                          <a:pt x="7628" y="65128"/>
                        </a:lnTo>
                        <a:lnTo>
                          <a:pt x="7628" y="87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19614" y="0"/>
                        </a:lnTo>
                        <a:lnTo>
                          <a:pt x="19614" y="65128"/>
                        </a:lnTo>
                        <a:lnTo>
                          <a:pt x="26817" y="66567"/>
                        </a:lnTo>
                        <a:lnTo>
                          <a:pt x="26817" y="73883"/>
                        </a:lnTo>
                        <a:lnTo>
                          <a:pt x="424" y="738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4" name="Freeform 145">
                    <a:extLst>
                      <a:ext uri="{FF2B5EF4-FFF2-40B4-BE49-F238E27FC236}">
                        <a16:creationId xmlns:a16="http://schemas.microsoft.com/office/drawing/2014/main" id="{F1581D82-CB06-799C-9322-43756326C354}"/>
                      </a:ext>
                    </a:extLst>
                  </p:cNvPr>
                  <p:cNvSpPr/>
                  <p:nvPr/>
                </p:nvSpPr>
                <p:spPr>
                  <a:xfrm>
                    <a:off x="2826748" y="420855"/>
                    <a:ext cx="26817" cy="73883"/>
                  </a:xfrm>
                  <a:custGeom>
                    <a:avLst/>
                    <a:gdLst>
                      <a:gd name="connsiteX0" fmla="*/ 424 w 26817"/>
                      <a:gd name="connsiteY0" fmla="*/ 73883 h 73883"/>
                      <a:gd name="connsiteX1" fmla="*/ 424 w 26817"/>
                      <a:gd name="connsiteY1" fmla="*/ 66567 h 73883"/>
                      <a:gd name="connsiteX2" fmla="*/ 7628 w 26817"/>
                      <a:gd name="connsiteY2" fmla="*/ 65128 h 73883"/>
                      <a:gd name="connsiteX3" fmla="*/ 7628 w 26817"/>
                      <a:gd name="connsiteY3" fmla="*/ 8756 h 73883"/>
                      <a:gd name="connsiteX4" fmla="*/ 0 w 26817"/>
                      <a:gd name="connsiteY4" fmla="*/ 7316 h 73883"/>
                      <a:gd name="connsiteX5" fmla="*/ 0 w 26817"/>
                      <a:gd name="connsiteY5" fmla="*/ 0 h 73883"/>
                      <a:gd name="connsiteX6" fmla="*/ 19614 w 26817"/>
                      <a:gd name="connsiteY6" fmla="*/ 0 h 73883"/>
                      <a:gd name="connsiteX7" fmla="*/ 19614 w 26817"/>
                      <a:gd name="connsiteY7" fmla="*/ 65128 h 73883"/>
                      <a:gd name="connsiteX8" fmla="*/ 26817 w 26817"/>
                      <a:gd name="connsiteY8" fmla="*/ 66567 h 73883"/>
                      <a:gd name="connsiteX9" fmla="*/ 26817 w 26817"/>
                      <a:gd name="connsiteY9" fmla="*/ 73883 h 73883"/>
                      <a:gd name="connsiteX10" fmla="*/ 424 w 26817"/>
                      <a:gd name="connsiteY10" fmla="*/ 73883 h 73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817" h="73883">
                        <a:moveTo>
                          <a:pt x="424" y="73883"/>
                        </a:moveTo>
                        <a:lnTo>
                          <a:pt x="424" y="66567"/>
                        </a:lnTo>
                        <a:lnTo>
                          <a:pt x="7628" y="65128"/>
                        </a:lnTo>
                        <a:lnTo>
                          <a:pt x="7628" y="87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19614" y="0"/>
                        </a:lnTo>
                        <a:lnTo>
                          <a:pt x="19614" y="65128"/>
                        </a:lnTo>
                        <a:lnTo>
                          <a:pt x="26817" y="66567"/>
                        </a:lnTo>
                        <a:lnTo>
                          <a:pt x="26817" y="73883"/>
                        </a:lnTo>
                        <a:lnTo>
                          <a:pt x="424" y="738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5" name="Freeform 146">
                    <a:extLst>
                      <a:ext uri="{FF2B5EF4-FFF2-40B4-BE49-F238E27FC236}">
                        <a16:creationId xmlns:a16="http://schemas.microsoft.com/office/drawing/2014/main" id="{169F91FF-5AA3-7567-D88B-7D90BA956E0C}"/>
                      </a:ext>
                    </a:extLst>
                  </p:cNvPr>
                  <p:cNvSpPr/>
                  <p:nvPr/>
                </p:nvSpPr>
                <p:spPr>
                  <a:xfrm>
                    <a:off x="2858166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500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6" name="Freeform 147">
                    <a:extLst>
                      <a:ext uri="{FF2B5EF4-FFF2-40B4-BE49-F238E27FC236}">
                        <a16:creationId xmlns:a16="http://schemas.microsoft.com/office/drawing/2014/main" id="{ECE03F21-4ADF-88E6-2FFD-CC5FCEC64D27}"/>
                      </a:ext>
                    </a:extLst>
                  </p:cNvPr>
                  <p:cNvSpPr/>
                  <p:nvPr/>
                </p:nvSpPr>
                <p:spPr>
                  <a:xfrm>
                    <a:off x="2908411" y="442504"/>
                    <a:ext cx="58356" cy="52234"/>
                  </a:xfrm>
                  <a:custGeom>
                    <a:avLst/>
                    <a:gdLst>
                      <a:gd name="connsiteX0" fmla="*/ 424 w 58356"/>
                      <a:gd name="connsiteY0" fmla="*/ 52234 h 52234"/>
                      <a:gd name="connsiteX1" fmla="*/ 424 w 58356"/>
                      <a:gd name="connsiteY1" fmla="*/ 44918 h 52234"/>
                      <a:gd name="connsiteX2" fmla="*/ 7567 w 58356"/>
                      <a:gd name="connsiteY2" fmla="*/ 43478 h 52234"/>
                      <a:gd name="connsiteX3" fmla="*/ 7567 w 58356"/>
                      <a:gd name="connsiteY3" fmla="*/ 9715 h 52234"/>
                      <a:gd name="connsiteX4" fmla="*/ 0 w 58356"/>
                      <a:gd name="connsiteY4" fmla="*/ 8276 h 52234"/>
                      <a:gd name="connsiteX5" fmla="*/ 0 w 58356"/>
                      <a:gd name="connsiteY5" fmla="*/ 960 h 52234"/>
                      <a:gd name="connsiteX6" fmla="*/ 18645 w 58356"/>
                      <a:gd name="connsiteY6" fmla="*/ 960 h 52234"/>
                      <a:gd name="connsiteX7" fmla="*/ 19251 w 58356"/>
                      <a:gd name="connsiteY7" fmla="*/ 8396 h 52234"/>
                      <a:gd name="connsiteX8" fmla="*/ 25667 w 58356"/>
                      <a:gd name="connsiteY8" fmla="*/ 2219 h 52234"/>
                      <a:gd name="connsiteX9" fmla="*/ 34384 w 58356"/>
                      <a:gd name="connsiteY9" fmla="*/ 0 h 52234"/>
                      <a:gd name="connsiteX10" fmla="*/ 46794 w 58356"/>
                      <a:gd name="connsiteY10" fmla="*/ 4858 h 52234"/>
                      <a:gd name="connsiteX11" fmla="*/ 51213 w 58356"/>
                      <a:gd name="connsiteY11" fmla="*/ 20030 h 52234"/>
                      <a:gd name="connsiteX12" fmla="*/ 51213 w 58356"/>
                      <a:gd name="connsiteY12" fmla="*/ 43478 h 52234"/>
                      <a:gd name="connsiteX13" fmla="*/ 58357 w 58356"/>
                      <a:gd name="connsiteY13" fmla="*/ 44918 h 52234"/>
                      <a:gd name="connsiteX14" fmla="*/ 58357 w 58356"/>
                      <a:gd name="connsiteY14" fmla="*/ 52234 h 52234"/>
                      <a:gd name="connsiteX15" fmla="*/ 32447 w 58356"/>
                      <a:gd name="connsiteY15" fmla="*/ 52234 h 52234"/>
                      <a:gd name="connsiteX16" fmla="*/ 32447 w 58356"/>
                      <a:gd name="connsiteY16" fmla="*/ 44918 h 52234"/>
                      <a:gd name="connsiteX17" fmla="*/ 39167 w 58356"/>
                      <a:gd name="connsiteY17" fmla="*/ 43478 h 52234"/>
                      <a:gd name="connsiteX18" fmla="*/ 39167 w 58356"/>
                      <a:gd name="connsiteY18" fmla="*/ 20150 h 52234"/>
                      <a:gd name="connsiteX19" fmla="*/ 36806 w 58356"/>
                      <a:gd name="connsiteY19" fmla="*/ 11874 h 52234"/>
                      <a:gd name="connsiteX20" fmla="*/ 29844 w 58356"/>
                      <a:gd name="connsiteY20" fmla="*/ 9415 h 52234"/>
                      <a:gd name="connsiteX21" fmla="*/ 23730 w 58356"/>
                      <a:gd name="connsiteY21" fmla="*/ 10975 h 52234"/>
                      <a:gd name="connsiteX22" fmla="*/ 19493 w 58356"/>
                      <a:gd name="connsiteY22" fmla="*/ 15232 h 52234"/>
                      <a:gd name="connsiteX23" fmla="*/ 19493 w 58356"/>
                      <a:gd name="connsiteY23" fmla="*/ 43418 h 52234"/>
                      <a:gd name="connsiteX24" fmla="*/ 26030 w 58356"/>
                      <a:gd name="connsiteY24" fmla="*/ 44858 h 52234"/>
                      <a:gd name="connsiteX25" fmla="*/ 26030 w 58356"/>
                      <a:gd name="connsiteY25" fmla="*/ 52174 h 52234"/>
                      <a:gd name="connsiteX26" fmla="*/ 303 w 58356"/>
                      <a:gd name="connsiteY26" fmla="*/ 5217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58356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1" y="8396"/>
                        </a:lnTo>
                        <a:cubicBezTo>
                          <a:pt x="20946" y="5757"/>
                          <a:pt x="23125" y="3658"/>
                          <a:pt x="25667" y="2219"/>
                        </a:cubicBezTo>
                        <a:cubicBezTo>
                          <a:pt x="28210" y="780"/>
                          <a:pt x="31115" y="0"/>
                          <a:pt x="34384" y="0"/>
                        </a:cubicBezTo>
                        <a:cubicBezTo>
                          <a:pt x="39711" y="0"/>
                          <a:pt x="43828" y="1619"/>
                          <a:pt x="46794" y="4858"/>
                        </a:cubicBezTo>
                        <a:cubicBezTo>
                          <a:pt x="49760" y="8096"/>
                          <a:pt x="51213" y="13133"/>
                          <a:pt x="51213" y="20030"/>
                        </a:cubicBezTo>
                        <a:lnTo>
                          <a:pt x="51213" y="43478"/>
                        </a:lnTo>
                        <a:lnTo>
                          <a:pt x="58357" y="44918"/>
                        </a:lnTo>
                        <a:lnTo>
                          <a:pt x="58357" y="52234"/>
                        </a:lnTo>
                        <a:lnTo>
                          <a:pt x="32447" y="52234"/>
                        </a:lnTo>
                        <a:lnTo>
                          <a:pt x="32447" y="44918"/>
                        </a:lnTo>
                        <a:lnTo>
                          <a:pt x="39167" y="43478"/>
                        </a:lnTo>
                        <a:lnTo>
                          <a:pt x="39167" y="20150"/>
                        </a:lnTo>
                        <a:cubicBezTo>
                          <a:pt x="39167" y="16252"/>
                          <a:pt x="38380" y="13493"/>
                          <a:pt x="36806" y="11874"/>
                        </a:cubicBezTo>
                        <a:cubicBezTo>
                          <a:pt x="35232" y="10255"/>
                          <a:pt x="32931" y="9415"/>
                          <a:pt x="29844" y="9415"/>
                        </a:cubicBezTo>
                        <a:cubicBezTo>
                          <a:pt x="27544" y="9415"/>
                          <a:pt x="25486" y="9955"/>
                          <a:pt x="23730" y="10975"/>
                        </a:cubicBezTo>
                        <a:cubicBezTo>
                          <a:pt x="21975" y="11994"/>
                          <a:pt x="20582" y="13433"/>
                          <a:pt x="19493" y="15232"/>
                        </a:cubicBezTo>
                        <a:lnTo>
                          <a:pt x="19493" y="43418"/>
                        </a:lnTo>
                        <a:lnTo>
                          <a:pt x="26030" y="44858"/>
                        </a:lnTo>
                        <a:lnTo>
                          <a:pt x="26030" y="52174"/>
                        </a:lnTo>
                        <a:lnTo>
                          <a:pt x="303" y="5217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7" name="Freeform 148">
                    <a:extLst>
                      <a:ext uri="{FF2B5EF4-FFF2-40B4-BE49-F238E27FC236}">
                        <a16:creationId xmlns:a16="http://schemas.microsoft.com/office/drawing/2014/main" id="{638633EC-86B3-03FD-051A-FA96183C4944}"/>
                      </a:ext>
                    </a:extLst>
                  </p:cNvPr>
                  <p:cNvSpPr/>
                  <p:nvPr/>
                </p:nvSpPr>
                <p:spPr>
                  <a:xfrm>
                    <a:off x="2971913" y="442504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7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7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6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8" name="Freeform 149">
                    <a:extLst>
                      <a:ext uri="{FF2B5EF4-FFF2-40B4-BE49-F238E27FC236}">
                        <a16:creationId xmlns:a16="http://schemas.microsoft.com/office/drawing/2014/main" id="{3A6FF838-4F1B-0160-FEB0-96FEF2014E48}"/>
                      </a:ext>
                    </a:extLst>
                  </p:cNvPr>
                  <p:cNvSpPr/>
                  <p:nvPr/>
                </p:nvSpPr>
                <p:spPr>
                  <a:xfrm>
                    <a:off x="3023792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1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592 w 44191"/>
                      <a:gd name="connsiteY22" fmla="*/ 21589 h 53193"/>
                      <a:gd name="connsiteX23" fmla="*/ 32629 w 44191"/>
                      <a:gd name="connsiteY23" fmla="*/ 21589 h 53193"/>
                      <a:gd name="connsiteX24" fmla="*/ 32629 w 44191"/>
                      <a:gd name="connsiteY24" fmla="*/ 20330 h 53193"/>
                      <a:gd name="connsiteX25" fmla="*/ 31600 w 44191"/>
                      <a:gd name="connsiteY25" fmla="*/ 14453 h 53193"/>
                      <a:gd name="connsiteX26" fmla="*/ 28391 w 44191"/>
                      <a:gd name="connsiteY26" fmla="*/ 10495 h 53193"/>
                      <a:gd name="connsiteX27" fmla="*/ 22883 w 44191"/>
                      <a:gd name="connsiteY27" fmla="*/ 9056 h 53193"/>
                      <a:gd name="connsiteX28" fmla="*/ 17798 w 44191"/>
                      <a:gd name="connsiteY28" fmla="*/ 10675 h 53193"/>
                      <a:gd name="connsiteX29" fmla="*/ 14287 w 44191"/>
                      <a:gd name="connsiteY29" fmla="*/ 15053 h 53193"/>
                      <a:gd name="connsiteX30" fmla="*/ 12471 w 44191"/>
                      <a:gd name="connsiteY30" fmla="*/ 21349 h 53193"/>
                      <a:gd name="connsiteX31" fmla="*/ 1259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1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4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4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1" y="29925"/>
                        </a:lnTo>
                        <a:lnTo>
                          <a:pt x="12349" y="30165"/>
                        </a:lnTo>
                        <a:cubicBezTo>
                          <a:pt x="12471" y="32864"/>
                          <a:pt x="13015" y="35203"/>
                          <a:pt x="14044" y="37301"/>
                        </a:cubicBezTo>
                        <a:cubicBezTo>
                          <a:pt x="15074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592" y="21589"/>
                        </a:moveTo>
                        <a:lnTo>
                          <a:pt x="32629" y="21589"/>
                        </a:lnTo>
                        <a:lnTo>
                          <a:pt x="32629" y="20330"/>
                        </a:lnTo>
                        <a:cubicBezTo>
                          <a:pt x="32629" y="18111"/>
                          <a:pt x="32266" y="16132"/>
                          <a:pt x="31600" y="14453"/>
                        </a:cubicBezTo>
                        <a:cubicBezTo>
                          <a:pt x="30934" y="12774"/>
                          <a:pt x="29844" y="11454"/>
                          <a:pt x="28391" y="10495"/>
                        </a:cubicBezTo>
                        <a:cubicBezTo>
                          <a:pt x="26938" y="9535"/>
                          <a:pt x="25122" y="9056"/>
                          <a:pt x="22883" y="9056"/>
                        </a:cubicBezTo>
                        <a:cubicBezTo>
                          <a:pt x="20946" y="9056"/>
                          <a:pt x="19251" y="9595"/>
                          <a:pt x="17798" y="10675"/>
                        </a:cubicBezTo>
                        <a:cubicBezTo>
                          <a:pt x="16345" y="11754"/>
                          <a:pt x="15134" y="13193"/>
                          <a:pt x="14287" y="15053"/>
                        </a:cubicBezTo>
                        <a:cubicBezTo>
                          <a:pt x="13439" y="16912"/>
                          <a:pt x="12834" y="19011"/>
                          <a:pt x="12471" y="21349"/>
                        </a:cubicBezTo>
                        <a:lnTo>
                          <a:pt x="1259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DB42A74-D594-31A2-19D2-5F03FEAD4D65}"/>
              </a:ext>
            </a:extLst>
          </p:cNvPr>
          <p:cNvSpPr txBox="1">
            <a:spLocks/>
          </p:cNvSpPr>
          <p:nvPr/>
        </p:nvSpPr>
        <p:spPr>
          <a:xfrm>
            <a:off x="211870" y="1026717"/>
            <a:ext cx="8149524" cy="4670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9875">
              <a:lnSpc>
                <a:spcPct val="100000"/>
              </a:lnSpc>
              <a:spcBef>
                <a:spcPts val="1025"/>
              </a:spcBef>
            </a:pP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Slab" pitchFamily="2" charset="0"/>
                <a:ea typeface="Roboto Slab" pitchFamily="2" charset="0"/>
                <a:cs typeface="+mn-cs"/>
              </a:rPr>
              <a:t>Introduction to Hyper-V</a:t>
            </a:r>
          </a:p>
          <a:p>
            <a:pPr marL="269875">
              <a:lnSpc>
                <a:spcPct val="100000"/>
              </a:lnSpc>
              <a:spcBef>
                <a:spcPts val="434"/>
              </a:spcBef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Slab" pitchFamily="2" charset="0"/>
                <a:ea typeface="Roboto Slab" pitchFamily="2" charset="0"/>
                <a:cs typeface="+mn-cs"/>
              </a:rPr>
              <a:t>Microsoft's Native Hypervisor Powering 60% of Enterprise Virtualization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6BDADD-4868-8B9C-699C-95CFB55009DE}"/>
              </a:ext>
            </a:extLst>
          </p:cNvPr>
          <p:cNvSpPr txBox="1"/>
          <p:nvPr/>
        </p:nvSpPr>
        <p:spPr>
          <a:xfrm>
            <a:off x="482024" y="2887592"/>
            <a:ext cx="5228470" cy="315913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None/>
            </a:pPr>
            <a:endParaRPr lang="en-IN" sz="1600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Hyper-V is a native Type-1 hypervisor </a:t>
            </a: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developed by Microsoft, enabling creation and management of virtual machines (VMs) directly on hardware. First released with </a:t>
            </a:r>
            <a:r>
              <a:rPr lang="en-US" sz="1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Windows Server 2008</a:t>
            </a: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, it's now integrated into Windows 1 0/1 1 Pro, Enterprise, and Education editions.</a:t>
            </a:r>
          </a:p>
          <a:p>
            <a:pPr>
              <a:lnSpc>
                <a:spcPct val="150000"/>
              </a:lnSpc>
              <a:spcAft>
                <a:spcPts val="600"/>
              </a:spcAft>
              <a:buNone/>
            </a:pPr>
            <a:endParaRPr lang="en-US" sz="1600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3D71ED-56BB-342F-E7BB-DD5D3A1FF18A}"/>
              </a:ext>
            </a:extLst>
          </p:cNvPr>
          <p:cNvSpPr txBox="1"/>
          <p:nvPr/>
        </p:nvSpPr>
        <p:spPr>
          <a:xfrm>
            <a:off x="485396" y="1863711"/>
            <a:ext cx="10735926" cy="702180"/>
          </a:xfrm>
          <a:prstGeom prst="rect">
            <a:avLst/>
          </a:prstGeom>
          <a:solidFill>
            <a:srgbClr val="F0F0F0"/>
          </a:solidFill>
          <a:ln>
            <a:solidFill>
              <a:srgbClr val="FF6600"/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400" b="1" dirty="0">
                <a:latin typeface="Roboto Slab" pitchFamily="2" charset="0"/>
                <a:ea typeface="Roboto Slab" pitchFamily="2" charset="0"/>
              </a:rPr>
              <a:t>Strategic Insight: </a:t>
            </a:r>
            <a:r>
              <a:rPr lang="en-US" sz="1400" dirty="0">
                <a:latin typeface="Roboto Slab" pitchFamily="2" charset="0"/>
                <a:ea typeface="Roboto Slab" pitchFamily="2" charset="0"/>
              </a:rPr>
              <a:t>Hyper-V's integration into Windows 1 0/1 1 Pro eliminates licensing costs for students and professionals, democratizing enterprise-grade virtualization capabilities previously limited to data centers.</a:t>
            </a:r>
            <a:endParaRPr lang="en-IN" sz="1400" dirty="0"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09B217-E56D-2695-608F-2A1AEC6A2B12}"/>
              </a:ext>
            </a:extLst>
          </p:cNvPr>
          <p:cNvSpPr txBox="1"/>
          <p:nvPr/>
        </p:nvSpPr>
        <p:spPr>
          <a:xfrm>
            <a:off x="604363" y="3021742"/>
            <a:ext cx="5027536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What is Hyper-V?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FAF04EA-D4C7-597D-EF82-C31A91F99259}"/>
              </a:ext>
            </a:extLst>
          </p:cNvPr>
          <p:cNvSpPr txBox="1"/>
          <p:nvPr/>
        </p:nvSpPr>
        <p:spPr>
          <a:xfrm>
            <a:off x="5935767" y="2887592"/>
            <a:ext cx="5228470" cy="2943691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None/>
            </a:pPr>
            <a:endParaRPr lang="en-IN" sz="1600" b="1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Multi-OS Support: </a:t>
            </a: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Windows, Linux, FreeBSD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Massive Scale: </a:t>
            </a: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Up to 1 ,024 active VMs per host (Server 2022)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Isolation: </a:t>
            </a: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Hardware-level security between VMs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6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Resource Optimization: </a:t>
            </a:r>
            <a:r>
              <a:rPr lang="en-US" sz="16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Dynamic memory &amp; CPU allocation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43DD3B-F08E-B8CA-8AF4-AB06CF7902ED}"/>
              </a:ext>
            </a:extLst>
          </p:cNvPr>
          <p:cNvSpPr txBox="1"/>
          <p:nvPr/>
        </p:nvSpPr>
        <p:spPr>
          <a:xfrm>
            <a:off x="6058106" y="3021742"/>
            <a:ext cx="5027536" cy="40011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sz="20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Core Capabilities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9A89EB4-37B9-1C36-7530-A2EF66604917}"/>
              </a:ext>
            </a:extLst>
          </p:cNvPr>
          <p:cNvSpPr txBox="1"/>
          <p:nvPr/>
        </p:nvSpPr>
        <p:spPr>
          <a:xfrm>
            <a:off x="589492" y="5622734"/>
            <a:ext cx="1754417" cy="307328"/>
          </a:xfrm>
          <a:prstGeom prst="rect">
            <a:avLst/>
          </a:prstGeom>
          <a:solidFill>
            <a:srgbClr val="43CEFF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05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TYPE-1 HYPERVISOR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EB1D06C-BE7E-CCCD-9B2E-7CD754DE414F}"/>
              </a:ext>
            </a:extLst>
          </p:cNvPr>
          <p:cNvSpPr txBox="1"/>
          <p:nvPr/>
        </p:nvSpPr>
        <p:spPr>
          <a:xfrm>
            <a:off x="2527979" y="5622734"/>
            <a:ext cx="942389" cy="307328"/>
          </a:xfrm>
          <a:prstGeom prst="rect">
            <a:avLst/>
          </a:prstGeom>
          <a:solidFill>
            <a:srgbClr val="43CEFF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05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SINCE 2008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4528AA5-0C23-844F-74CE-5B5A59BAB31A}"/>
              </a:ext>
            </a:extLst>
          </p:cNvPr>
          <p:cNvSpPr txBox="1"/>
          <p:nvPr/>
        </p:nvSpPr>
        <p:spPr>
          <a:xfrm>
            <a:off x="3654438" y="5622734"/>
            <a:ext cx="1754417" cy="307328"/>
          </a:xfrm>
          <a:prstGeom prst="rect">
            <a:avLst/>
          </a:prstGeom>
          <a:solidFill>
            <a:srgbClr val="43CEFF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05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NATIVE TO WINDOWS</a:t>
            </a:r>
            <a:endParaRPr lang="en-IN" sz="1050" dirty="0">
              <a:latin typeface="Roboto Slab" pitchFamily="2" charset="0"/>
              <a:ea typeface="Roboto Slab" pitchFamily="2" charset="0"/>
              <a:cs typeface="Roboto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55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2C0C4-D5D2-3D4D-925E-24B025C51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5289C3C-3AB1-9785-6689-D192C500E20D}"/>
              </a:ext>
            </a:extLst>
          </p:cNvPr>
          <p:cNvGrpSpPr/>
          <p:nvPr/>
        </p:nvGrpSpPr>
        <p:grpSpPr>
          <a:xfrm>
            <a:off x="231304" y="205261"/>
            <a:ext cx="11721956" cy="641092"/>
            <a:chOff x="231304" y="205261"/>
            <a:chExt cx="11721956" cy="641092"/>
          </a:xfrm>
        </p:grpSpPr>
        <p:grpSp>
          <p:nvGrpSpPr>
            <p:cNvPr id="7" name="Graphic 6">
              <a:extLst>
                <a:ext uri="{FF2B5EF4-FFF2-40B4-BE49-F238E27FC236}">
                  <a16:creationId xmlns:a16="http://schemas.microsoft.com/office/drawing/2014/main" id="{E9006B60-3597-5A11-B0FA-6E3A7D5C30B1}"/>
                </a:ext>
              </a:extLst>
            </p:cNvPr>
            <p:cNvGrpSpPr/>
            <p:nvPr/>
          </p:nvGrpSpPr>
          <p:grpSpPr>
            <a:xfrm>
              <a:off x="9664040" y="214747"/>
              <a:ext cx="2289220" cy="631606"/>
              <a:chOff x="8823238" y="98156"/>
              <a:chExt cx="2289220" cy="631606"/>
            </a:xfrm>
          </p:grpSpPr>
          <p:sp>
            <p:nvSpPr>
              <p:cNvPr id="101" name="Freeform 212">
                <a:extLst>
                  <a:ext uri="{FF2B5EF4-FFF2-40B4-BE49-F238E27FC236}">
                    <a16:creationId xmlns:a16="http://schemas.microsoft.com/office/drawing/2014/main" id="{1500FBD9-CB02-CF13-61A9-47BA60A35A6E}"/>
                  </a:ext>
                </a:extLst>
              </p:cNvPr>
              <p:cNvSpPr/>
              <p:nvPr/>
            </p:nvSpPr>
            <p:spPr>
              <a:xfrm>
                <a:off x="10380520" y="639207"/>
                <a:ext cx="722373" cy="90554"/>
              </a:xfrm>
              <a:custGeom>
                <a:avLst/>
                <a:gdLst>
                  <a:gd name="connsiteX0" fmla="*/ 29179 w 722373"/>
                  <a:gd name="connsiteY0" fmla="*/ 4738 h 90554"/>
                  <a:gd name="connsiteX1" fmla="*/ 45523 w 722373"/>
                  <a:gd name="connsiteY1" fmla="*/ 9175 h 90554"/>
                  <a:gd name="connsiteX2" fmla="*/ 51395 w 722373"/>
                  <a:gd name="connsiteY2" fmla="*/ 22549 h 90554"/>
                  <a:gd name="connsiteX3" fmla="*/ 48610 w 722373"/>
                  <a:gd name="connsiteY3" fmla="*/ 30405 h 90554"/>
                  <a:gd name="connsiteX4" fmla="*/ 41165 w 722373"/>
                  <a:gd name="connsiteY4" fmla="*/ 35562 h 90554"/>
                  <a:gd name="connsiteX5" fmla="*/ 50608 w 722373"/>
                  <a:gd name="connsiteY5" fmla="*/ 41379 h 90554"/>
                  <a:gd name="connsiteX6" fmla="*/ 54059 w 722373"/>
                  <a:gd name="connsiteY6" fmla="*/ 52054 h 90554"/>
                  <a:gd name="connsiteX7" fmla="*/ 48126 w 722373"/>
                  <a:gd name="connsiteY7" fmla="*/ 65907 h 90554"/>
                  <a:gd name="connsiteX8" fmla="*/ 32024 w 722373"/>
                  <a:gd name="connsiteY8" fmla="*/ 70705 h 90554"/>
                  <a:gd name="connsiteX9" fmla="*/ 0 w 722373"/>
                  <a:gd name="connsiteY9" fmla="*/ 70705 h 90554"/>
                  <a:gd name="connsiteX10" fmla="*/ 0 w 722373"/>
                  <a:gd name="connsiteY10" fmla="*/ 65008 h 90554"/>
                  <a:gd name="connsiteX11" fmla="*/ 7446 w 722373"/>
                  <a:gd name="connsiteY11" fmla="*/ 63748 h 90554"/>
                  <a:gd name="connsiteX12" fmla="*/ 7446 w 722373"/>
                  <a:gd name="connsiteY12" fmla="*/ 11754 h 90554"/>
                  <a:gd name="connsiteX13" fmla="*/ 0 w 722373"/>
                  <a:gd name="connsiteY13" fmla="*/ 10495 h 90554"/>
                  <a:gd name="connsiteX14" fmla="*/ 0 w 722373"/>
                  <a:gd name="connsiteY14" fmla="*/ 4738 h 90554"/>
                  <a:gd name="connsiteX15" fmla="*/ 29179 w 722373"/>
                  <a:gd name="connsiteY15" fmla="*/ 4738 h 90554"/>
                  <a:gd name="connsiteX16" fmla="*/ 16466 w 722373"/>
                  <a:gd name="connsiteY16" fmla="*/ 39760 h 90554"/>
                  <a:gd name="connsiteX17" fmla="*/ 16466 w 722373"/>
                  <a:gd name="connsiteY17" fmla="*/ 63748 h 90554"/>
                  <a:gd name="connsiteX18" fmla="*/ 32024 w 722373"/>
                  <a:gd name="connsiteY18" fmla="*/ 63748 h 90554"/>
                  <a:gd name="connsiteX19" fmla="*/ 41588 w 722373"/>
                  <a:gd name="connsiteY19" fmla="*/ 60750 h 90554"/>
                  <a:gd name="connsiteX20" fmla="*/ 44978 w 722373"/>
                  <a:gd name="connsiteY20" fmla="*/ 52174 h 90554"/>
                  <a:gd name="connsiteX21" fmla="*/ 42133 w 722373"/>
                  <a:gd name="connsiteY21" fmla="*/ 43059 h 90554"/>
                  <a:gd name="connsiteX22" fmla="*/ 33355 w 722373"/>
                  <a:gd name="connsiteY22" fmla="*/ 39760 h 90554"/>
                  <a:gd name="connsiteX23" fmla="*/ 16406 w 722373"/>
                  <a:gd name="connsiteY23" fmla="*/ 39760 h 90554"/>
                  <a:gd name="connsiteX24" fmla="*/ 16466 w 722373"/>
                  <a:gd name="connsiteY24" fmla="*/ 32804 h 90554"/>
                  <a:gd name="connsiteX25" fmla="*/ 31540 w 722373"/>
                  <a:gd name="connsiteY25" fmla="*/ 32804 h 90554"/>
                  <a:gd name="connsiteX26" fmla="*/ 39348 w 722373"/>
                  <a:gd name="connsiteY26" fmla="*/ 29925 h 90554"/>
                  <a:gd name="connsiteX27" fmla="*/ 42314 w 722373"/>
                  <a:gd name="connsiteY27" fmla="*/ 22429 h 90554"/>
                  <a:gd name="connsiteX28" fmla="*/ 38925 w 722373"/>
                  <a:gd name="connsiteY28" fmla="*/ 14453 h 90554"/>
                  <a:gd name="connsiteX29" fmla="*/ 29118 w 722373"/>
                  <a:gd name="connsiteY29" fmla="*/ 11814 h 90554"/>
                  <a:gd name="connsiteX30" fmla="*/ 16406 w 722373"/>
                  <a:gd name="connsiteY30" fmla="*/ 11814 h 90554"/>
                  <a:gd name="connsiteX31" fmla="*/ 16406 w 722373"/>
                  <a:gd name="connsiteY31" fmla="*/ 32864 h 90554"/>
                  <a:gd name="connsiteX32" fmla="*/ 16406 w 722373"/>
                  <a:gd name="connsiteY32" fmla="*/ 32864 h 90554"/>
                  <a:gd name="connsiteX33" fmla="*/ 469637 w 722373"/>
                  <a:gd name="connsiteY33" fmla="*/ 67466 h 90554"/>
                  <a:gd name="connsiteX34" fmla="*/ 467397 w 722373"/>
                  <a:gd name="connsiteY34" fmla="*/ 76762 h 90554"/>
                  <a:gd name="connsiteX35" fmla="*/ 461403 w 722373"/>
                  <a:gd name="connsiteY35" fmla="*/ 84798 h 90554"/>
                  <a:gd name="connsiteX36" fmla="*/ 456319 w 722373"/>
                  <a:gd name="connsiteY36" fmla="*/ 81440 h 90554"/>
                  <a:gd name="connsiteX37" fmla="*/ 459588 w 722373"/>
                  <a:gd name="connsiteY37" fmla="*/ 74783 h 90554"/>
                  <a:gd name="connsiteX38" fmla="*/ 460677 w 722373"/>
                  <a:gd name="connsiteY38" fmla="*/ 67586 h 90554"/>
                  <a:gd name="connsiteX39" fmla="*/ 460677 w 722373"/>
                  <a:gd name="connsiteY39" fmla="*/ 60690 h 90554"/>
                  <a:gd name="connsiteX40" fmla="*/ 469697 w 722373"/>
                  <a:gd name="connsiteY40" fmla="*/ 60690 h 90554"/>
                  <a:gd name="connsiteX41" fmla="*/ 469697 w 722373"/>
                  <a:gd name="connsiteY41" fmla="*/ 67466 h 90554"/>
                  <a:gd name="connsiteX42" fmla="*/ 469697 w 722373"/>
                  <a:gd name="connsiteY42" fmla="*/ 67466 h 90554"/>
                  <a:gd name="connsiteX43" fmla="*/ 500207 w 722373"/>
                  <a:gd name="connsiteY43" fmla="*/ 10495 h 90554"/>
                  <a:gd name="connsiteX44" fmla="*/ 500207 w 722373"/>
                  <a:gd name="connsiteY44" fmla="*/ 4738 h 90554"/>
                  <a:gd name="connsiteX45" fmla="*/ 524119 w 722373"/>
                  <a:gd name="connsiteY45" fmla="*/ 4738 h 90554"/>
                  <a:gd name="connsiteX46" fmla="*/ 524119 w 722373"/>
                  <a:gd name="connsiteY46" fmla="*/ 10495 h 90554"/>
                  <a:gd name="connsiteX47" fmla="*/ 516673 w 722373"/>
                  <a:gd name="connsiteY47" fmla="*/ 11754 h 90554"/>
                  <a:gd name="connsiteX48" fmla="*/ 516673 w 722373"/>
                  <a:gd name="connsiteY48" fmla="*/ 63748 h 90554"/>
                  <a:gd name="connsiteX49" fmla="*/ 524119 w 722373"/>
                  <a:gd name="connsiteY49" fmla="*/ 65008 h 90554"/>
                  <a:gd name="connsiteX50" fmla="*/ 524119 w 722373"/>
                  <a:gd name="connsiteY50" fmla="*/ 70705 h 90554"/>
                  <a:gd name="connsiteX51" fmla="*/ 500207 w 722373"/>
                  <a:gd name="connsiteY51" fmla="*/ 70705 h 90554"/>
                  <a:gd name="connsiteX52" fmla="*/ 500207 w 722373"/>
                  <a:gd name="connsiteY52" fmla="*/ 65008 h 90554"/>
                  <a:gd name="connsiteX53" fmla="*/ 507713 w 722373"/>
                  <a:gd name="connsiteY53" fmla="*/ 63748 h 90554"/>
                  <a:gd name="connsiteX54" fmla="*/ 507713 w 722373"/>
                  <a:gd name="connsiteY54" fmla="*/ 11754 h 90554"/>
                  <a:gd name="connsiteX55" fmla="*/ 500207 w 722373"/>
                  <a:gd name="connsiteY55" fmla="*/ 10495 h 90554"/>
                  <a:gd name="connsiteX56" fmla="*/ 500207 w 722373"/>
                  <a:gd name="connsiteY56" fmla="*/ 10495 h 90554"/>
                  <a:gd name="connsiteX57" fmla="*/ 530051 w 722373"/>
                  <a:gd name="connsiteY57" fmla="*/ 65008 h 90554"/>
                  <a:gd name="connsiteX58" fmla="*/ 537497 w 722373"/>
                  <a:gd name="connsiteY58" fmla="*/ 63748 h 90554"/>
                  <a:gd name="connsiteX59" fmla="*/ 537497 w 722373"/>
                  <a:gd name="connsiteY59" fmla="*/ 28726 h 90554"/>
                  <a:gd name="connsiteX60" fmla="*/ 530051 w 722373"/>
                  <a:gd name="connsiteY60" fmla="*/ 27466 h 90554"/>
                  <a:gd name="connsiteX61" fmla="*/ 530051 w 722373"/>
                  <a:gd name="connsiteY61" fmla="*/ 21709 h 90554"/>
                  <a:gd name="connsiteX62" fmla="*/ 545548 w 722373"/>
                  <a:gd name="connsiteY62" fmla="*/ 21709 h 90554"/>
                  <a:gd name="connsiteX63" fmla="*/ 546214 w 722373"/>
                  <a:gd name="connsiteY63" fmla="*/ 29026 h 90554"/>
                  <a:gd name="connsiteX64" fmla="*/ 552449 w 722373"/>
                  <a:gd name="connsiteY64" fmla="*/ 22969 h 90554"/>
                  <a:gd name="connsiteX65" fmla="*/ 560925 w 722373"/>
                  <a:gd name="connsiteY65" fmla="*/ 20810 h 90554"/>
                  <a:gd name="connsiteX66" fmla="*/ 573335 w 722373"/>
                  <a:gd name="connsiteY66" fmla="*/ 25487 h 90554"/>
                  <a:gd name="connsiteX67" fmla="*/ 577754 w 722373"/>
                  <a:gd name="connsiteY67" fmla="*/ 39820 h 90554"/>
                  <a:gd name="connsiteX68" fmla="*/ 577754 w 722373"/>
                  <a:gd name="connsiteY68" fmla="*/ 63808 h 90554"/>
                  <a:gd name="connsiteX69" fmla="*/ 585199 w 722373"/>
                  <a:gd name="connsiteY69" fmla="*/ 65068 h 90554"/>
                  <a:gd name="connsiteX70" fmla="*/ 585199 w 722373"/>
                  <a:gd name="connsiteY70" fmla="*/ 70765 h 90554"/>
                  <a:gd name="connsiteX71" fmla="*/ 561287 w 722373"/>
                  <a:gd name="connsiteY71" fmla="*/ 70765 h 90554"/>
                  <a:gd name="connsiteX72" fmla="*/ 561287 w 722373"/>
                  <a:gd name="connsiteY72" fmla="*/ 65068 h 90554"/>
                  <a:gd name="connsiteX73" fmla="*/ 568734 w 722373"/>
                  <a:gd name="connsiteY73" fmla="*/ 63808 h 90554"/>
                  <a:gd name="connsiteX74" fmla="*/ 568734 w 722373"/>
                  <a:gd name="connsiteY74" fmla="*/ 40000 h 90554"/>
                  <a:gd name="connsiteX75" fmla="*/ 566131 w 722373"/>
                  <a:gd name="connsiteY75" fmla="*/ 30825 h 90554"/>
                  <a:gd name="connsiteX76" fmla="*/ 558261 w 722373"/>
                  <a:gd name="connsiteY76" fmla="*/ 28126 h 90554"/>
                  <a:gd name="connsiteX77" fmla="*/ 551360 w 722373"/>
                  <a:gd name="connsiteY77" fmla="*/ 29985 h 90554"/>
                  <a:gd name="connsiteX78" fmla="*/ 546578 w 722373"/>
                  <a:gd name="connsiteY78" fmla="*/ 35083 h 90554"/>
                  <a:gd name="connsiteX79" fmla="*/ 546578 w 722373"/>
                  <a:gd name="connsiteY79" fmla="*/ 63868 h 90554"/>
                  <a:gd name="connsiteX80" fmla="*/ 554023 w 722373"/>
                  <a:gd name="connsiteY80" fmla="*/ 65128 h 90554"/>
                  <a:gd name="connsiteX81" fmla="*/ 554023 w 722373"/>
                  <a:gd name="connsiteY81" fmla="*/ 70825 h 90554"/>
                  <a:gd name="connsiteX82" fmla="*/ 530112 w 722373"/>
                  <a:gd name="connsiteY82" fmla="*/ 70825 h 90554"/>
                  <a:gd name="connsiteX83" fmla="*/ 530112 w 722373"/>
                  <a:gd name="connsiteY83" fmla="*/ 65128 h 90554"/>
                  <a:gd name="connsiteX84" fmla="*/ 530112 w 722373"/>
                  <a:gd name="connsiteY84" fmla="*/ 65128 h 90554"/>
                  <a:gd name="connsiteX85" fmla="*/ 624548 w 722373"/>
                  <a:gd name="connsiteY85" fmla="*/ 64888 h 90554"/>
                  <a:gd name="connsiteX86" fmla="*/ 618615 w 722373"/>
                  <a:gd name="connsiteY86" fmla="*/ 69925 h 90554"/>
                  <a:gd name="connsiteX87" fmla="*/ 610503 w 722373"/>
                  <a:gd name="connsiteY87" fmla="*/ 71664 h 90554"/>
                  <a:gd name="connsiteX88" fmla="*/ 596338 w 722373"/>
                  <a:gd name="connsiteY88" fmla="*/ 65128 h 90554"/>
                  <a:gd name="connsiteX89" fmla="*/ 591253 w 722373"/>
                  <a:gd name="connsiteY89" fmla="*/ 48036 h 90554"/>
                  <a:gd name="connsiteX90" fmla="*/ 591253 w 722373"/>
                  <a:gd name="connsiteY90" fmla="*/ 47077 h 90554"/>
                  <a:gd name="connsiteX91" fmla="*/ 596338 w 722373"/>
                  <a:gd name="connsiteY91" fmla="*/ 28006 h 90554"/>
                  <a:gd name="connsiteX92" fmla="*/ 610564 w 722373"/>
                  <a:gd name="connsiteY92" fmla="*/ 20750 h 90554"/>
                  <a:gd name="connsiteX93" fmla="*/ 618312 w 722373"/>
                  <a:gd name="connsiteY93" fmla="*/ 22369 h 90554"/>
                  <a:gd name="connsiteX94" fmla="*/ 624003 w 722373"/>
                  <a:gd name="connsiteY94" fmla="*/ 27047 h 90554"/>
                  <a:gd name="connsiteX95" fmla="*/ 624003 w 722373"/>
                  <a:gd name="connsiteY95" fmla="*/ 7017 h 90554"/>
                  <a:gd name="connsiteX96" fmla="*/ 616557 w 722373"/>
                  <a:gd name="connsiteY96" fmla="*/ 5757 h 90554"/>
                  <a:gd name="connsiteX97" fmla="*/ 616557 w 722373"/>
                  <a:gd name="connsiteY97" fmla="*/ 0 h 90554"/>
                  <a:gd name="connsiteX98" fmla="*/ 633023 w 722373"/>
                  <a:gd name="connsiteY98" fmla="*/ 0 h 90554"/>
                  <a:gd name="connsiteX99" fmla="*/ 633023 w 722373"/>
                  <a:gd name="connsiteY99" fmla="*/ 63748 h 90554"/>
                  <a:gd name="connsiteX100" fmla="*/ 640469 w 722373"/>
                  <a:gd name="connsiteY100" fmla="*/ 65008 h 90554"/>
                  <a:gd name="connsiteX101" fmla="*/ 640469 w 722373"/>
                  <a:gd name="connsiteY101" fmla="*/ 70705 h 90554"/>
                  <a:gd name="connsiteX102" fmla="*/ 625153 w 722373"/>
                  <a:gd name="connsiteY102" fmla="*/ 70705 h 90554"/>
                  <a:gd name="connsiteX103" fmla="*/ 624426 w 722373"/>
                  <a:gd name="connsiteY103" fmla="*/ 64828 h 90554"/>
                  <a:gd name="connsiteX104" fmla="*/ 624426 w 722373"/>
                  <a:gd name="connsiteY104" fmla="*/ 64828 h 90554"/>
                  <a:gd name="connsiteX105" fmla="*/ 600212 w 722373"/>
                  <a:gd name="connsiteY105" fmla="*/ 48036 h 90554"/>
                  <a:gd name="connsiteX106" fmla="*/ 603239 w 722373"/>
                  <a:gd name="connsiteY106" fmla="*/ 59910 h 90554"/>
                  <a:gd name="connsiteX107" fmla="*/ 612743 w 722373"/>
                  <a:gd name="connsiteY107" fmla="*/ 64408 h 90554"/>
                  <a:gd name="connsiteX108" fmla="*/ 619523 w 722373"/>
                  <a:gd name="connsiteY108" fmla="*/ 62609 h 90554"/>
                  <a:gd name="connsiteX109" fmla="*/ 624063 w 722373"/>
                  <a:gd name="connsiteY109" fmla="*/ 57511 h 90554"/>
                  <a:gd name="connsiteX110" fmla="*/ 624063 w 722373"/>
                  <a:gd name="connsiteY110" fmla="*/ 34783 h 90554"/>
                  <a:gd name="connsiteX111" fmla="*/ 619523 w 722373"/>
                  <a:gd name="connsiteY111" fmla="*/ 29865 h 90554"/>
                  <a:gd name="connsiteX112" fmla="*/ 612864 w 722373"/>
                  <a:gd name="connsiteY112" fmla="*/ 28066 h 90554"/>
                  <a:gd name="connsiteX113" fmla="*/ 603360 w 722373"/>
                  <a:gd name="connsiteY113" fmla="*/ 33343 h 90554"/>
                  <a:gd name="connsiteX114" fmla="*/ 600273 w 722373"/>
                  <a:gd name="connsiteY114" fmla="*/ 47137 h 90554"/>
                  <a:gd name="connsiteX115" fmla="*/ 600273 w 722373"/>
                  <a:gd name="connsiteY115" fmla="*/ 48096 h 90554"/>
                  <a:gd name="connsiteX116" fmla="*/ 600273 w 722373"/>
                  <a:gd name="connsiteY116" fmla="*/ 48096 h 90554"/>
                  <a:gd name="connsiteX117" fmla="*/ 647370 w 722373"/>
                  <a:gd name="connsiteY117" fmla="*/ 65008 h 90554"/>
                  <a:gd name="connsiteX118" fmla="*/ 654816 w 722373"/>
                  <a:gd name="connsiteY118" fmla="*/ 63748 h 90554"/>
                  <a:gd name="connsiteX119" fmla="*/ 654816 w 722373"/>
                  <a:gd name="connsiteY119" fmla="*/ 28726 h 90554"/>
                  <a:gd name="connsiteX120" fmla="*/ 647370 w 722373"/>
                  <a:gd name="connsiteY120" fmla="*/ 27466 h 90554"/>
                  <a:gd name="connsiteX121" fmla="*/ 647370 w 722373"/>
                  <a:gd name="connsiteY121" fmla="*/ 21709 h 90554"/>
                  <a:gd name="connsiteX122" fmla="*/ 663835 w 722373"/>
                  <a:gd name="connsiteY122" fmla="*/ 21709 h 90554"/>
                  <a:gd name="connsiteX123" fmla="*/ 663835 w 722373"/>
                  <a:gd name="connsiteY123" fmla="*/ 63748 h 90554"/>
                  <a:gd name="connsiteX124" fmla="*/ 671281 w 722373"/>
                  <a:gd name="connsiteY124" fmla="*/ 65008 h 90554"/>
                  <a:gd name="connsiteX125" fmla="*/ 671281 w 722373"/>
                  <a:gd name="connsiteY125" fmla="*/ 70705 h 90554"/>
                  <a:gd name="connsiteX126" fmla="*/ 647370 w 722373"/>
                  <a:gd name="connsiteY126" fmla="*/ 70705 h 90554"/>
                  <a:gd name="connsiteX127" fmla="*/ 647370 w 722373"/>
                  <a:gd name="connsiteY127" fmla="*/ 65008 h 90554"/>
                  <a:gd name="connsiteX128" fmla="*/ 647370 w 722373"/>
                  <a:gd name="connsiteY128" fmla="*/ 65008 h 90554"/>
                  <a:gd name="connsiteX129" fmla="*/ 663835 w 722373"/>
                  <a:gd name="connsiteY129" fmla="*/ 9115 h 90554"/>
                  <a:gd name="connsiteX130" fmla="*/ 654816 w 722373"/>
                  <a:gd name="connsiteY130" fmla="*/ 9115 h 90554"/>
                  <a:gd name="connsiteX131" fmla="*/ 654816 w 722373"/>
                  <a:gd name="connsiteY131" fmla="*/ 0 h 90554"/>
                  <a:gd name="connsiteX132" fmla="*/ 663835 w 722373"/>
                  <a:gd name="connsiteY132" fmla="*/ 0 h 90554"/>
                  <a:gd name="connsiteX133" fmla="*/ 663835 w 722373"/>
                  <a:gd name="connsiteY133" fmla="*/ 9115 h 90554"/>
                  <a:gd name="connsiteX134" fmla="*/ 663835 w 722373"/>
                  <a:gd name="connsiteY134" fmla="*/ 9115 h 90554"/>
                  <a:gd name="connsiteX135" fmla="*/ 710508 w 722373"/>
                  <a:gd name="connsiteY135" fmla="*/ 70705 h 90554"/>
                  <a:gd name="connsiteX136" fmla="*/ 709903 w 722373"/>
                  <a:gd name="connsiteY136" fmla="*/ 67107 h 90554"/>
                  <a:gd name="connsiteX137" fmla="*/ 709600 w 722373"/>
                  <a:gd name="connsiteY137" fmla="*/ 63928 h 90554"/>
                  <a:gd name="connsiteX138" fmla="*/ 703062 w 722373"/>
                  <a:gd name="connsiteY138" fmla="*/ 69445 h 90554"/>
                  <a:gd name="connsiteX139" fmla="*/ 694708 w 722373"/>
                  <a:gd name="connsiteY139" fmla="*/ 71664 h 90554"/>
                  <a:gd name="connsiteX140" fmla="*/ 682965 w 722373"/>
                  <a:gd name="connsiteY140" fmla="*/ 67946 h 90554"/>
                  <a:gd name="connsiteX141" fmla="*/ 678909 w 722373"/>
                  <a:gd name="connsiteY141" fmla="*/ 57391 h 90554"/>
                  <a:gd name="connsiteX142" fmla="*/ 684599 w 722373"/>
                  <a:gd name="connsiteY142" fmla="*/ 46657 h 90554"/>
                  <a:gd name="connsiteX143" fmla="*/ 700217 w 722373"/>
                  <a:gd name="connsiteY143" fmla="*/ 42879 h 90554"/>
                  <a:gd name="connsiteX144" fmla="*/ 709540 w 722373"/>
                  <a:gd name="connsiteY144" fmla="*/ 42879 h 90554"/>
                  <a:gd name="connsiteX145" fmla="*/ 709540 w 722373"/>
                  <a:gd name="connsiteY145" fmla="*/ 37182 h 90554"/>
                  <a:gd name="connsiteX146" fmla="*/ 706816 w 722373"/>
                  <a:gd name="connsiteY146" fmla="*/ 30345 h 90554"/>
                  <a:gd name="connsiteX147" fmla="*/ 699188 w 722373"/>
                  <a:gd name="connsiteY147" fmla="*/ 27826 h 90554"/>
                  <a:gd name="connsiteX148" fmla="*/ 693195 w 722373"/>
                  <a:gd name="connsiteY148" fmla="*/ 28666 h 90554"/>
                  <a:gd name="connsiteX149" fmla="*/ 689018 w 722373"/>
                  <a:gd name="connsiteY149" fmla="*/ 31005 h 90554"/>
                  <a:gd name="connsiteX150" fmla="*/ 688110 w 722373"/>
                  <a:gd name="connsiteY150" fmla="*/ 36162 h 90554"/>
                  <a:gd name="connsiteX151" fmla="*/ 681148 w 722373"/>
                  <a:gd name="connsiteY151" fmla="*/ 36162 h 90554"/>
                  <a:gd name="connsiteX152" fmla="*/ 681148 w 722373"/>
                  <a:gd name="connsiteY152" fmla="*/ 26627 h 90554"/>
                  <a:gd name="connsiteX153" fmla="*/ 689381 w 722373"/>
                  <a:gd name="connsiteY153" fmla="*/ 22309 h 90554"/>
                  <a:gd name="connsiteX154" fmla="*/ 699793 w 722373"/>
                  <a:gd name="connsiteY154" fmla="*/ 20690 h 90554"/>
                  <a:gd name="connsiteX155" fmla="*/ 713414 w 722373"/>
                  <a:gd name="connsiteY155" fmla="*/ 24948 h 90554"/>
                  <a:gd name="connsiteX156" fmla="*/ 718620 w 722373"/>
                  <a:gd name="connsiteY156" fmla="*/ 37122 h 90554"/>
                  <a:gd name="connsiteX157" fmla="*/ 718620 w 722373"/>
                  <a:gd name="connsiteY157" fmla="*/ 62549 h 90554"/>
                  <a:gd name="connsiteX158" fmla="*/ 718741 w 722373"/>
                  <a:gd name="connsiteY158" fmla="*/ 64348 h 90554"/>
                  <a:gd name="connsiteX159" fmla="*/ 722374 w 722373"/>
                  <a:gd name="connsiteY159" fmla="*/ 64888 h 90554"/>
                  <a:gd name="connsiteX160" fmla="*/ 722374 w 722373"/>
                  <a:gd name="connsiteY160" fmla="*/ 70585 h 90554"/>
                  <a:gd name="connsiteX161" fmla="*/ 710569 w 722373"/>
                  <a:gd name="connsiteY161" fmla="*/ 70585 h 90554"/>
                  <a:gd name="connsiteX162" fmla="*/ 695979 w 722373"/>
                  <a:gd name="connsiteY162" fmla="*/ 64228 h 90554"/>
                  <a:gd name="connsiteX163" fmla="*/ 704213 w 722373"/>
                  <a:gd name="connsiteY163" fmla="*/ 62069 h 90554"/>
                  <a:gd name="connsiteX164" fmla="*/ 709540 w 722373"/>
                  <a:gd name="connsiteY164" fmla="*/ 56972 h 90554"/>
                  <a:gd name="connsiteX165" fmla="*/ 709540 w 722373"/>
                  <a:gd name="connsiteY165" fmla="*/ 48936 h 90554"/>
                  <a:gd name="connsiteX166" fmla="*/ 699914 w 722373"/>
                  <a:gd name="connsiteY166" fmla="*/ 48936 h 90554"/>
                  <a:gd name="connsiteX167" fmla="*/ 691137 w 722373"/>
                  <a:gd name="connsiteY167" fmla="*/ 51454 h 90554"/>
                  <a:gd name="connsiteX168" fmla="*/ 687928 w 722373"/>
                  <a:gd name="connsiteY168" fmla="*/ 57571 h 90554"/>
                  <a:gd name="connsiteX169" fmla="*/ 689926 w 722373"/>
                  <a:gd name="connsiteY169" fmla="*/ 62489 h 90554"/>
                  <a:gd name="connsiteX170" fmla="*/ 695979 w 722373"/>
                  <a:gd name="connsiteY170" fmla="*/ 64228 h 90554"/>
                  <a:gd name="connsiteX171" fmla="*/ 695979 w 722373"/>
                  <a:gd name="connsiteY171" fmla="*/ 64228 h 90554"/>
                  <a:gd name="connsiteX172" fmla="*/ 84932 w 722373"/>
                  <a:gd name="connsiteY172" fmla="*/ 71664 h 90554"/>
                  <a:gd name="connsiteX173" fmla="*/ 68527 w 722373"/>
                  <a:gd name="connsiteY173" fmla="*/ 64828 h 90554"/>
                  <a:gd name="connsiteX174" fmla="*/ 62413 w 722373"/>
                  <a:gd name="connsiteY174" fmla="*/ 47137 h 90554"/>
                  <a:gd name="connsiteX175" fmla="*/ 62413 w 722373"/>
                  <a:gd name="connsiteY175" fmla="*/ 45158 h 90554"/>
                  <a:gd name="connsiteX176" fmla="*/ 68708 w 722373"/>
                  <a:gd name="connsiteY176" fmla="*/ 27706 h 90554"/>
                  <a:gd name="connsiteX177" fmla="*/ 83600 w 722373"/>
                  <a:gd name="connsiteY177" fmla="*/ 20750 h 90554"/>
                  <a:gd name="connsiteX178" fmla="*/ 98734 w 722373"/>
                  <a:gd name="connsiteY178" fmla="*/ 26747 h 90554"/>
                  <a:gd name="connsiteX179" fmla="*/ 103880 w 722373"/>
                  <a:gd name="connsiteY179" fmla="*/ 42699 h 90554"/>
                  <a:gd name="connsiteX180" fmla="*/ 103880 w 722373"/>
                  <a:gd name="connsiteY180" fmla="*/ 48276 h 90554"/>
                  <a:gd name="connsiteX181" fmla="*/ 71735 w 722373"/>
                  <a:gd name="connsiteY181" fmla="*/ 48276 h 90554"/>
                  <a:gd name="connsiteX182" fmla="*/ 71614 w 722373"/>
                  <a:gd name="connsiteY182" fmla="*/ 48516 h 90554"/>
                  <a:gd name="connsiteX183" fmla="*/ 75246 w 722373"/>
                  <a:gd name="connsiteY183" fmla="*/ 60150 h 90554"/>
                  <a:gd name="connsiteX184" fmla="*/ 84992 w 722373"/>
                  <a:gd name="connsiteY184" fmla="*/ 64708 h 90554"/>
                  <a:gd name="connsiteX185" fmla="*/ 93043 w 722373"/>
                  <a:gd name="connsiteY185" fmla="*/ 63388 h 90554"/>
                  <a:gd name="connsiteX186" fmla="*/ 98976 w 722373"/>
                  <a:gd name="connsiteY186" fmla="*/ 59850 h 90554"/>
                  <a:gd name="connsiteX187" fmla="*/ 102487 w 722373"/>
                  <a:gd name="connsiteY187" fmla="*/ 65667 h 90554"/>
                  <a:gd name="connsiteX188" fmla="*/ 95465 w 722373"/>
                  <a:gd name="connsiteY188" fmla="*/ 69985 h 90554"/>
                  <a:gd name="connsiteX189" fmla="*/ 84992 w 722373"/>
                  <a:gd name="connsiteY189" fmla="*/ 71724 h 90554"/>
                  <a:gd name="connsiteX190" fmla="*/ 84992 w 722373"/>
                  <a:gd name="connsiteY190" fmla="*/ 71724 h 90554"/>
                  <a:gd name="connsiteX191" fmla="*/ 83600 w 722373"/>
                  <a:gd name="connsiteY191" fmla="*/ 27826 h 90554"/>
                  <a:gd name="connsiteX192" fmla="*/ 75851 w 722373"/>
                  <a:gd name="connsiteY192" fmla="*/ 31604 h 90554"/>
                  <a:gd name="connsiteX193" fmla="*/ 71917 w 722373"/>
                  <a:gd name="connsiteY193" fmla="*/ 41080 h 90554"/>
                  <a:gd name="connsiteX194" fmla="*/ 72038 w 722373"/>
                  <a:gd name="connsiteY194" fmla="*/ 41319 h 90554"/>
                  <a:gd name="connsiteX195" fmla="*/ 94860 w 722373"/>
                  <a:gd name="connsiteY195" fmla="*/ 41319 h 90554"/>
                  <a:gd name="connsiteX196" fmla="*/ 94860 w 722373"/>
                  <a:gd name="connsiteY196" fmla="*/ 40120 h 90554"/>
                  <a:gd name="connsiteX197" fmla="*/ 92015 w 722373"/>
                  <a:gd name="connsiteY197" fmla="*/ 31304 h 90554"/>
                  <a:gd name="connsiteX198" fmla="*/ 83600 w 722373"/>
                  <a:gd name="connsiteY198" fmla="*/ 27766 h 90554"/>
                  <a:gd name="connsiteX199" fmla="*/ 83600 w 722373"/>
                  <a:gd name="connsiteY199" fmla="*/ 27766 h 90554"/>
                  <a:gd name="connsiteX200" fmla="*/ 111386 w 722373"/>
                  <a:gd name="connsiteY200" fmla="*/ 65008 h 90554"/>
                  <a:gd name="connsiteX201" fmla="*/ 118832 w 722373"/>
                  <a:gd name="connsiteY201" fmla="*/ 63748 h 90554"/>
                  <a:gd name="connsiteX202" fmla="*/ 118832 w 722373"/>
                  <a:gd name="connsiteY202" fmla="*/ 28726 h 90554"/>
                  <a:gd name="connsiteX203" fmla="*/ 111386 w 722373"/>
                  <a:gd name="connsiteY203" fmla="*/ 27466 h 90554"/>
                  <a:gd name="connsiteX204" fmla="*/ 111386 w 722373"/>
                  <a:gd name="connsiteY204" fmla="*/ 21709 h 90554"/>
                  <a:gd name="connsiteX205" fmla="*/ 126883 w 722373"/>
                  <a:gd name="connsiteY205" fmla="*/ 21709 h 90554"/>
                  <a:gd name="connsiteX206" fmla="*/ 127549 w 722373"/>
                  <a:gd name="connsiteY206" fmla="*/ 29026 h 90554"/>
                  <a:gd name="connsiteX207" fmla="*/ 133784 w 722373"/>
                  <a:gd name="connsiteY207" fmla="*/ 22969 h 90554"/>
                  <a:gd name="connsiteX208" fmla="*/ 142259 w 722373"/>
                  <a:gd name="connsiteY208" fmla="*/ 20810 h 90554"/>
                  <a:gd name="connsiteX209" fmla="*/ 154669 w 722373"/>
                  <a:gd name="connsiteY209" fmla="*/ 25487 h 90554"/>
                  <a:gd name="connsiteX210" fmla="*/ 159088 w 722373"/>
                  <a:gd name="connsiteY210" fmla="*/ 39820 h 90554"/>
                  <a:gd name="connsiteX211" fmla="*/ 159088 w 722373"/>
                  <a:gd name="connsiteY211" fmla="*/ 63808 h 90554"/>
                  <a:gd name="connsiteX212" fmla="*/ 166534 w 722373"/>
                  <a:gd name="connsiteY212" fmla="*/ 65068 h 90554"/>
                  <a:gd name="connsiteX213" fmla="*/ 166534 w 722373"/>
                  <a:gd name="connsiteY213" fmla="*/ 70765 h 90554"/>
                  <a:gd name="connsiteX214" fmla="*/ 142623 w 722373"/>
                  <a:gd name="connsiteY214" fmla="*/ 70765 h 90554"/>
                  <a:gd name="connsiteX215" fmla="*/ 142623 w 722373"/>
                  <a:gd name="connsiteY215" fmla="*/ 65068 h 90554"/>
                  <a:gd name="connsiteX216" fmla="*/ 150068 w 722373"/>
                  <a:gd name="connsiteY216" fmla="*/ 63808 h 90554"/>
                  <a:gd name="connsiteX217" fmla="*/ 150068 w 722373"/>
                  <a:gd name="connsiteY217" fmla="*/ 40000 h 90554"/>
                  <a:gd name="connsiteX218" fmla="*/ 147465 w 722373"/>
                  <a:gd name="connsiteY218" fmla="*/ 30825 h 90554"/>
                  <a:gd name="connsiteX219" fmla="*/ 139596 w 722373"/>
                  <a:gd name="connsiteY219" fmla="*/ 28126 h 90554"/>
                  <a:gd name="connsiteX220" fmla="*/ 132695 w 722373"/>
                  <a:gd name="connsiteY220" fmla="*/ 29985 h 90554"/>
                  <a:gd name="connsiteX221" fmla="*/ 127912 w 722373"/>
                  <a:gd name="connsiteY221" fmla="*/ 35083 h 90554"/>
                  <a:gd name="connsiteX222" fmla="*/ 127912 w 722373"/>
                  <a:gd name="connsiteY222" fmla="*/ 63868 h 90554"/>
                  <a:gd name="connsiteX223" fmla="*/ 135358 w 722373"/>
                  <a:gd name="connsiteY223" fmla="*/ 65128 h 90554"/>
                  <a:gd name="connsiteX224" fmla="*/ 135358 w 722373"/>
                  <a:gd name="connsiteY224" fmla="*/ 70825 h 90554"/>
                  <a:gd name="connsiteX225" fmla="*/ 111447 w 722373"/>
                  <a:gd name="connsiteY225" fmla="*/ 70825 h 90554"/>
                  <a:gd name="connsiteX226" fmla="*/ 111447 w 722373"/>
                  <a:gd name="connsiteY226" fmla="*/ 65128 h 90554"/>
                  <a:gd name="connsiteX227" fmla="*/ 111447 w 722373"/>
                  <a:gd name="connsiteY227" fmla="*/ 65128 h 90554"/>
                  <a:gd name="connsiteX228" fmla="*/ 172588 w 722373"/>
                  <a:gd name="connsiteY228" fmla="*/ 47137 h 90554"/>
                  <a:gd name="connsiteX229" fmla="*/ 177793 w 722373"/>
                  <a:gd name="connsiteY229" fmla="*/ 28066 h 90554"/>
                  <a:gd name="connsiteX230" fmla="*/ 192201 w 722373"/>
                  <a:gd name="connsiteY230" fmla="*/ 20810 h 90554"/>
                  <a:gd name="connsiteX231" fmla="*/ 200373 w 722373"/>
                  <a:gd name="connsiteY231" fmla="*/ 22609 h 90554"/>
                  <a:gd name="connsiteX232" fmla="*/ 206246 w 722373"/>
                  <a:gd name="connsiteY232" fmla="*/ 27886 h 90554"/>
                  <a:gd name="connsiteX233" fmla="*/ 207093 w 722373"/>
                  <a:gd name="connsiteY233" fmla="*/ 21709 h 90554"/>
                  <a:gd name="connsiteX234" fmla="*/ 214720 w 722373"/>
                  <a:gd name="connsiteY234" fmla="*/ 21709 h 90554"/>
                  <a:gd name="connsiteX235" fmla="*/ 214720 w 722373"/>
                  <a:gd name="connsiteY235" fmla="*/ 70105 h 90554"/>
                  <a:gd name="connsiteX236" fmla="*/ 209333 w 722373"/>
                  <a:gd name="connsiteY236" fmla="*/ 85098 h 90554"/>
                  <a:gd name="connsiteX237" fmla="*/ 194078 w 722373"/>
                  <a:gd name="connsiteY237" fmla="*/ 90555 h 90554"/>
                  <a:gd name="connsiteX238" fmla="*/ 186329 w 722373"/>
                  <a:gd name="connsiteY238" fmla="*/ 89595 h 90554"/>
                  <a:gd name="connsiteX239" fmla="*/ 179005 w 722373"/>
                  <a:gd name="connsiteY239" fmla="*/ 86957 h 90554"/>
                  <a:gd name="connsiteX240" fmla="*/ 181366 w 722373"/>
                  <a:gd name="connsiteY240" fmla="*/ 80000 h 90554"/>
                  <a:gd name="connsiteX241" fmla="*/ 187298 w 722373"/>
                  <a:gd name="connsiteY241" fmla="*/ 82159 h 90554"/>
                  <a:gd name="connsiteX242" fmla="*/ 193957 w 722373"/>
                  <a:gd name="connsiteY242" fmla="*/ 82999 h 90554"/>
                  <a:gd name="connsiteX243" fmla="*/ 202795 w 722373"/>
                  <a:gd name="connsiteY243" fmla="*/ 79640 h 90554"/>
                  <a:gd name="connsiteX244" fmla="*/ 205640 w 722373"/>
                  <a:gd name="connsiteY244" fmla="*/ 70105 h 90554"/>
                  <a:gd name="connsiteX245" fmla="*/ 205640 w 722373"/>
                  <a:gd name="connsiteY245" fmla="*/ 65427 h 90554"/>
                  <a:gd name="connsiteX246" fmla="*/ 199829 w 722373"/>
                  <a:gd name="connsiteY246" fmla="*/ 70105 h 90554"/>
                  <a:gd name="connsiteX247" fmla="*/ 192080 w 722373"/>
                  <a:gd name="connsiteY247" fmla="*/ 71664 h 90554"/>
                  <a:gd name="connsiteX248" fmla="*/ 177733 w 722373"/>
                  <a:gd name="connsiteY248" fmla="*/ 65128 h 90554"/>
                  <a:gd name="connsiteX249" fmla="*/ 172527 w 722373"/>
                  <a:gd name="connsiteY249" fmla="*/ 48036 h 90554"/>
                  <a:gd name="connsiteX250" fmla="*/ 172527 w 722373"/>
                  <a:gd name="connsiteY250" fmla="*/ 47077 h 90554"/>
                  <a:gd name="connsiteX251" fmla="*/ 172527 w 722373"/>
                  <a:gd name="connsiteY251" fmla="*/ 47077 h 90554"/>
                  <a:gd name="connsiteX252" fmla="*/ 181607 w 722373"/>
                  <a:gd name="connsiteY252" fmla="*/ 48036 h 90554"/>
                  <a:gd name="connsiteX253" fmla="*/ 184755 w 722373"/>
                  <a:gd name="connsiteY253" fmla="*/ 59910 h 90554"/>
                  <a:gd name="connsiteX254" fmla="*/ 194380 w 722373"/>
                  <a:gd name="connsiteY254" fmla="*/ 64408 h 90554"/>
                  <a:gd name="connsiteX255" fmla="*/ 201221 w 722373"/>
                  <a:gd name="connsiteY255" fmla="*/ 62549 h 90554"/>
                  <a:gd name="connsiteX256" fmla="*/ 205761 w 722373"/>
                  <a:gd name="connsiteY256" fmla="*/ 57391 h 90554"/>
                  <a:gd name="connsiteX257" fmla="*/ 205761 w 722373"/>
                  <a:gd name="connsiteY257" fmla="*/ 34843 h 90554"/>
                  <a:gd name="connsiteX258" fmla="*/ 201221 w 722373"/>
                  <a:gd name="connsiteY258" fmla="*/ 29865 h 90554"/>
                  <a:gd name="connsiteX259" fmla="*/ 194501 w 722373"/>
                  <a:gd name="connsiteY259" fmla="*/ 28006 h 90554"/>
                  <a:gd name="connsiteX260" fmla="*/ 184876 w 722373"/>
                  <a:gd name="connsiteY260" fmla="*/ 33343 h 90554"/>
                  <a:gd name="connsiteX261" fmla="*/ 181668 w 722373"/>
                  <a:gd name="connsiteY261" fmla="*/ 47077 h 90554"/>
                  <a:gd name="connsiteX262" fmla="*/ 181668 w 722373"/>
                  <a:gd name="connsiteY262" fmla="*/ 48036 h 90554"/>
                  <a:gd name="connsiteX263" fmla="*/ 181668 w 722373"/>
                  <a:gd name="connsiteY263" fmla="*/ 48036 h 90554"/>
                  <a:gd name="connsiteX264" fmla="*/ 257882 w 722373"/>
                  <a:gd name="connsiteY264" fmla="*/ 70705 h 90554"/>
                  <a:gd name="connsiteX265" fmla="*/ 257216 w 722373"/>
                  <a:gd name="connsiteY265" fmla="*/ 67107 h 90554"/>
                  <a:gd name="connsiteX266" fmla="*/ 256914 w 722373"/>
                  <a:gd name="connsiteY266" fmla="*/ 63928 h 90554"/>
                  <a:gd name="connsiteX267" fmla="*/ 250376 w 722373"/>
                  <a:gd name="connsiteY267" fmla="*/ 69445 h 90554"/>
                  <a:gd name="connsiteX268" fmla="*/ 242022 w 722373"/>
                  <a:gd name="connsiteY268" fmla="*/ 71664 h 90554"/>
                  <a:gd name="connsiteX269" fmla="*/ 230278 w 722373"/>
                  <a:gd name="connsiteY269" fmla="*/ 67946 h 90554"/>
                  <a:gd name="connsiteX270" fmla="*/ 226222 w 722373"/>
                  <a:gd name="connsiteY270" fmla="*/ 57391 h 90554"/>
                  <a:gd name="connsiteX271" fmla="*/ 231913 w 722373"/>
                  <a:gd name="connsiteY271" fmla="*/ 46657 h 90554"/>
                  <a:gd name="connsiteX272" fmla="*/ 247531 w 722373"/>
                  <a:gd name="connsiteY272" fmla="*/ 42879 h 90554"/>
                  <a:gd name="connsiteX273" fmla="*/ 256793 w 722373"/>
                  <a:gd name="connsiteY273" fmla="*/ 42879 h 90554"/>
                  <a:gd name="connsiteX274" fmla="*/ 256793 w 722373"/>
                  <a:gd name="connsiteY274" fmla="*/ 37182 h 90554"/>
                  <a:gd name="connsiteX275" fmla="*/ 254068 w 722373"/>
                  <a:gd name="connsiteY275" fmla="*/ 30345 h 90554"/>
                  <a:gd name="connsiteX276" fmla="*/ 246442 w 722373"/>
                  <a:gd name="connsiteY276" fmla="*/ 27826 h 90554"/>
                  <a:gd name="connsiteX277" fmla="*/ 240448 w 722373"/>
                  <a:gd name="connsiteY277" fmla="*/ 28666 h 90554"/>
                  <a:gd name="connsiteX278" fmla="*/ 236271 w 722373"/>
                  <a:gd name="connsiteY278" fmla="*/ 31005 h 90554"/>
                  <a:gd name="connsiteX279" fmla="*/ 235302 w 722373"/>
                  <a:gd name="connsiteY279" fmla="*/ 36162 h 90554"/>
                  <a:gd name="connsiteX280" fmla="*/ 228341 w 722373"/>
                  <a:gd name="connsiteY280" fmla="*/ 36162 h 90554"/>
                  <a:gd name="connsiteX281" fmla="*/ 228341 w 722373"/>
                  <a:gd name="connsiteY281" fmla="*/ 26627 h 90554"/>
                  <a:gd name="connsiteX282" fmla="*/ 236514 w 722373"/>
                  <a:gd name="connsiteY282" fmla="*/ 22309 h 90554"/>
                  <a:gd name="connsiteX283" fmla="*/ 246926 w 722373"/>
                  <a:gd name="connsiteY283" fmla="*/ 20690 h 90554"/>
                  <a:gd name="connsiteX284" fmla="*/ 260546 w 722373"/>
                  <a:gd name="connsiteY284" fmla="*/ 24948 h 90554"/>
                  <a:gd name="connsiteX285" fmla="*/ 265752 w 722373"/>
                  <a:gd name="connsiteY285" fmla="*/ 37122 h 90554"/>
                  <a:gd name="connsiteX286" fmla="*/ 265752 w 722373"/>
                  <a:gd name="connsiteY286" fmla="*/ 60750 h 90554"/>
                  <a:gd name="connsiteX287" fmla="*/ 265752 w 722373"/>
                  <a:gd name="connsiteY287" fmla="*/ 62609 h 90554"/>
                  <a:gd name="connsiteX288" fmla="*/ 265873 w 722373"/>
                  <a:gd name="connsiteY288" fmla="*/ 64408 h 90554"/>
                  <a:gd name="connsiteX289" fmla="*/ 269505 w 722373"/>
                  <a:gd name="connsiteY289" fmla="*/ 64948 h 90554"/>
                  <a:gd name="connsiteX290" fmla="*/ 269505 w 722373"/>
                  <a:gd name="connsiteY290" fmla="*/ 70645 h 90554"/>
                  <a:gd name="connsiteX291" fmla="*/ 257701 w 722373"/>
                  <a:gd name="connsiteY291" fmla="*/ 70645 h 90554"/>
                  <a:gd name="connsiteX292" fmla="*/ 243415 w 722373"/>
                  <a:gd name="connsiteY292" fmla="*/ 64228 h 90554"/>
                  <a:gd name="connsiteX293" fmla="*/ 251587 w 722373"/>
                  <a:gd name="connsiteY293" fmla="*/ 62069 h 90554"/>
                  <a:gd name="connsiteX294" fmla="*/ 256914 w 722373"/>
                  <a:gd name="connsiteY294" fmla="*/ 56972 h 90554"/>
                  <a:gd name="connsiteX295" fmla="*/ 256914 w 722373"/>
                  <a:gd name="connsiteY295" fmla="*/ 48936 h 90554"/>
                  <a:gd name="connsiteX296" fmla="*/ 247288 w 722373"/>
                  <a:gd name="connsiteY296" fmla="*/ 48936 h 90554"/>
                  <a:gd name="connsiteX297" fmla="*/ 238511 w 722373"/>
                  <a:gd name="connsiteY297" fmla="*/ 51454 h 90554"/>
                  <a:gd name="connsiteX298" fmla="*/ 235302 w 722373"/>
                  <a:gd name="connsiteY298" fmla="*/ 57571 h 90554"/>
                  <a:gd name="connsiteX299" fmla="*/ 237301 w 722373"/>
                  <a:gd name="connsiteY299" fmla="*/ 62489 h 90554"/>
                  <a:gd name="connsiteX300" fmla="*/ 243354 w 722373"/>
                  <a:gd name="connsiteY300" fmla="*/ 64228 h 90554"/>
                  <a:gd name="connsiteX301" fmla="*/ 243354 w 722373"/>
                  <a:gd name="connsiteY301" fmla="*/ 64228 h 90554"/>
                  <a:gd name="connsiteX302" fmla="*/ 275982 w 722373"/>
                  <a:gd name="connsiteY302" fmla="*/ 5757 h 90554"/>
                  <a:gd name="connsiteX303" fmla="*/ 275982 w 722373"/>
                  <a:gd name="connsiteY303" fmla="*/ 0 h 90554"/>
                  <a:gd name="connsiteX304" fmla="*/ 292449 w 722373"/>
                  <a:gd name="connsiteY304" fmla="*/ 0 h 90554"/>
                  <a:gd name="connsiteX305" fmla="*/ 292449 w 722373"/>
                  <a:gd name="connsiteY305" fmla="*/ 63748 h 90554"/>
                  <a:gd name="connsiteX306" fmla="*/ 299894 w 722373"/>
                  <a:gd name="connsiteY306" fmla="*/ 65008 h 90554"/>
                  <a:gd name="connsiteX307" fmla="*/ 299894 w 722373"/>
                  <a:gd name="connsiteY307" fmla="*/ 70705 h 90554"/>
                  <a:gd name="connsiteX308" fmla="*/ 275982 w 722373"/>
                  <a:gd name="connsiteY308" fmla="*/ 70705 h 90554"/>
                  <a:gd name="connsiteX309" fmla="*/ 275982 w 722373"/>
                  <a:gd name="connsiteY309" fmla="*/ 65008 h 90554"/>
                  <a:gd name="connsiteX310" fmla="*/ 283429 w 722373"/>
                  <a:gd name="connsiteY310" fmla="*/ 63748 h 90554"/>
                  <a:gd name="connsiteX311" fmla="*/ 283429 w 722373"/>
                  <a:gd name="connsiteY311" fmla="*/ 7076 h 90554"/>
                  <a:gd name="connsiteX312" fmla="*/ 275982 w 722373"/>
                  <a:gd name="connsiteY312" fmla="*/ 5817 h 90554"/>
                  <a:gd name="connsiteX313" fmla="*/ 275982 w 722373"/>
                  <a:gd name="connsiteY313" fmla="*/ 5817 h 90554"/>
                  <a:gd name="connsiteX314" fmla="*/ 342088 w 722373"/>
                  <a:gd name="connsiteY314" fmla="*/ 63448 h 90554"/>
                  <a:gd name="connsiteX315" fmla="*/ 336095 w 722373"/>
                  <a:gd name="connsiteY315" fmla="*/ 69505 h 90554"/>
                  <a:gd name="connsiteX316" fmla="*/ 327619 w 722373"/>
                  <a:gd name="connsiteY316" fmla="*/ 71664 h 90554"/>
                  <a:gd name="connsiteX317" fmla="*/ 315028 w 722373"/>
                  <a:gd name="connsiteY317" fmla="*/ 66507 h 90554"/>
                  <a:gd name="connsiteX318" fmla="*/ 310488 w 722373"/>
                  <a:gd name="connsiteY318" fmla="*/ 50555 h 90554"/>
                  <a:gd name="connsiteX319" fmla="*/ 310488 w 722373"/>
                  <a:gd name="connsiteY319" fmla="*/ 28666 h 90554"/>
                  <a:gd name="connsiteX320" fmla="*/ 304797 w 722373"/>
                  <a:gd name="connsiteY320" fmla="*/ 27406 h 90554"/>
                  <a:gd name="connsiteX321" fmla="*/ 304797 w 722373"/>
                  <a:gd name="connsiteY321" fmla="*/ 21649 h 90554"/>
                  <a:gd name="connsiteX322" fmla="*/ 319508 w 722373"/>
                  <a:gd name="connsiteY322" fmla="*/ 21649 h 90554"/>
                  <a:gd name="connsiteX323" fmla="*/ 319508 w 722373"/>
                  <a:gd name="connsiteY323" fmla="*/ 50675 h 90554"/>
                  <a:gd name="connsiteX324" fmla="*/ 321808 w 722373"/>
                  <a:gd name="connsiteY324" fmla="*/ 61469 h 90554"/>
                  <a:gd name="connsiteX325" fmla="*/ 329072 w 722373"/>
                  <a:gd name="connsiteY325" fmla="*/ 64408 h 90554"/>
                  <a:gd name="connsiteX326" fmla="*/ 337003 w 722373"/>
                  <a:gd name="connsiteY326" fmla="*/ 62489 h 90554"/>
                  <a:gd name="connsiteX327" fmla="*/ 341725 w 722373"/>
                  <a:gd name="connsiteY327" fmla="*/ 57032 h 90554"/>
                  <a:gd name="connsiteX328" fmla="*/ 341725 w 722373"/>
                  <a:gd name="connsiteY328" fmla="*/ 28726 h 90554"/>
                  <a:gd name="connsiteX329" fmla="*/ 335065 w 722373"/>
                  <a:gd name="connsiteY329" fmla="*/ 27466 h 90554"/>
                  <a:gd name="connsiteX330" fmla="*/ 335065 w 722373"/>
                  <a:gd name="connsiteY330" fmla="*/ 21709 h 90554"/>
                  <a:gd name="connsiteX331" fmla="*/ 350684 w 722373"/>
                  <a:gd name="connsiteY331" fmla="*/ 21709 h 90554"/>
                  <a:gd name="connsiteX332" fmla="*/ 350684 w 722373"/>
                  <a:gd name="connsiteY332" fmla="*/ 63748 h 90554"/>
                  <a:gd name="connsiteX333" fmla="*/ 356374 w 722373"/>
                  <a:gd name="connsiteY333" fmla="*/ 65008 h 90554"/>
                  <a:gd name="connsiteX334" fmla="*/ 356374 w 722373"/>
                  <a:gd name="connsiteY334" fmla="*/ 70705 h 90554"/>
                  <a:gd name="connsiteX335" fmla="*/ 342632 w 722373"/>
                  <a:gd name="connsiteY335" fmla="*/ 70705 h 90554"/>
                  <a:gd name="connsiteX336" fmla="*/ 342027 w 722373"/>
                  <a:gd name="connsiteY336" fmla="*/ 63448 h 90554"/>
                  <a:gd name="connsiteX337" fmla="*/ 342027 w 722373"/>
                  <a:gd name="connsiteY337" fmla="*/ 63448 h 90554"/>
                  <a:gd name="connsiteX338" fmla="*/ 363639 w 722373"/>
                  <a:gd name="connsiteY338" fmla="*/ 27466 h 90554"/>
                  <a:gd name="connsiteX339" fmla="*/ 363639 w 722373"/>
                  <a:gd name="connsiteY339" fmla="*/ 21709 h 90554"/>
                  <a:gd name="connsiteX340" fmla="*/ 379135 w 722373"/>
                  <a:gd name="connsiteY340" fmla="*/ 21709 h 90554"/>
                  <a:gd name="connsiteX341" fmla="*/ 379983 w 722373"/>
                  <a:gd name="connsiteY341" fmla="*/ 28846 h 90554"/>
                  <a:gd name="connsiteX342" fmla="*/ 385189 w 722373"/>
                  <a:gd name="connsiteY342" fmla="*/ 22969 h 90554"/>
                  <a:gd name="connsiteX343" fmla="*/ 392272 w 722373"/>
                  <a:gd name="connsiteY343" fmla="*/ 20810 h 90554"/>
                  <a:gd name="connsiteX344" fmla="*/ 394451 w 722373"/>
                  <a:gd name="connsiteY344" fmla="*/ 20990 h 90554"/>
                  <a:gd name="connsiteX345" fmla="*/ 396146 w 722373"/>
                  <a:gd name="connsiteY345" fmla="*/ 21349 h 90554"/>
                  <a:gd name="connsiteX346" fmla="*/ 394935 w 722373"/>
                  <a:gd name="connsiteY346" fmla="*/ 29625 h 90554"/>
                  <a:gd name="connsiteX347" fmla="*/ 389850 w 722373"/>
                  <a:gd name="connsiteY347" fmla="*/ 29325 h 90554"/>
                  <a:gd name="connsiteX348" fmla="*/ 383857 w 722373"/>
                  <a:gd name="connsiteY348" fmla="*/ 31005 h 90554"/>
                  <a:gd name="connsiteX349" fmla="*/ 380104 w 722373"/>
                  <a:gd name="connsiteY349" fmla="*/ 35682 h 90554"/>
                  <a:gd name="connsiteX350" fmla="*/ 380104 w 722373"/>
                  <a:gd name="connsiteY350" fmla="*/ 63808 h 90554"/>
                  <a:gd name="connsiteX351" fmla="*/ 387550 w 722373"/>
                  <a:gd name="connsiteY351" fmla="*/ 65068 h 90554"/>
                  <a:gd name="connsiteX352" fmla="*/ 387550 w 722373"/>
                  <a:gd name="connsiteY352" fmla="*/ 70765 h 90554"/>
                  <a:gd name="connsiteX353" fmla="*/ 363639 w 722373"/>
                  <a:gd name="connsiteY353" fmla="*/ 70765 h 90554"/>
                  <a:gd name="connsiteX354" fmla="*/ 363639 w 722373"/>
                  <a:gd name="connsiteY354" fmla="*/ 65068 h 90554"/>
                  <a:gd name="connsiteX355" fmla="*/ 371084 w 722373"/>
                  <a:gd name="connsiteY355" fmla="*/ 63808 h 90554"/>
                  <a:gd name="connsiteX356" fmla="*/ 371084 w 722373"/>
                  <a:gd name="connsiteY356" fmla="*/ 28786 h 90554"/>
                  <a:gd name="connsiteX357" fmla="*/ 363639 w 722373"/>
                  <a:gd name="connsiteY357" fmla="*/ 27526 h 90554"/>
                  <a:gd name="connsiteX358" fmla="*/ 363639 w 722373"/>
                  <a:gd name="connsiteY358" fmla="*/ 27526 h 90554"/>
                  <a:gd name="connsiteX359" fmla="*/ 437795 w 722373"/>
                  <a:gd name="connsiteY359" fmla="*/ 63448 h 90554"/>
                  <a:gd name="connsiteX360" fmla="*/ 431741 w 722373"/>
                  <a:gd name="connsiteY360" fmla="*/ 69505 h 90554"/>
                  <a:gd name="connsiteX361" fmla="*/ 423266 w 722373"/>
                  <a:gd name="connsiteY361" fmla="*/ 71664 h 90554"/>
                  <a:gd name="connsiteX362" fmla="*/ 410674 w 722373"/>
                  <a:gd name="connsiteY362" fmla="*/ 66507 h 90554"/>
                  <a:gd name="connsiteX363" fmla="*/ 406134 w 722373"/>
                  <a:gd name="connsiteY363" fmla="*/ 50555 h 90554"/>
                  <a:gd name="connsiteX364" fmla="*/ 406134 w 722373"/>
                  <a:gd name="connsiteY364" fmla="*/ 28666 h 90554"/>
                  <a:gd name="connsiteX365" fmla="*/ 400444 w 722373"/>
                  <a:gd name="connsiteY365" fmla="*/ 27406 h 90554"/>
                  <a:gd name="connsiteX366" fmla="*/ 400444 w 722373"/>
                  <a:gd name="connsiteY366" fmla="*/ 21649 h 90554"/>
                  <a:gd name="connsiteX367" fmla="*/ 415155 w 722373"/>
                  <a:gd name="connsiteY367" fmla="*/ 21649 h 90554"/>
                  <a:gd name="connsiteX368" fmla="*/ 415155 w 722373"/>
                  <a:gd name="connsiteY368" fmla="*/ 50675 h 90554"/>
                  <a:gd name="connsiteX369" fmla="*/ 417455 w 722373"/>
                  <a:gd name="connsiteY369" fmla="*/ 61469 h 90554"/>
                  <a:gd name="connsiteX370" fmla="*/ 424719 w 722373"/>
                  <a:gd name="connsiteY370" fmla="*/ 64408 h 90554"/>
                  <a:gd name="connsiteX371" fmla="*/ 432649 w 722373"/>
                  <a:gd name="connsiteY371" fmla="*/ 62489 h 90554"/>
                  <a:gd name="connsiteX372" fmla="*/ 437371 w 722373"/>
                  <a:gd name="connsiteY372" fmla="*/ 57032 h 90554"/>
                  <a:gd name="connsiteX373" fmla="*/ 437371 w 722373"/>
                  <a:gd name="connsiteY373" fmla="*/ 28726 h 90554"/>
                  <a:gd name="connsiteX374" fmla="*/ 430712 w 722373"/>
                  <a:gd name="connsiteY374" fmla="*/ 27466 h 90554"/>
                  <a:gd name="connsiteX375" fmla="*/ 430712 w 722373"/>
                  <a:gd name="connsiteY375" fmla="*/ 21709 h 90554"/>
                  <a:gd name="connsiteX376" fmla="*/ 446330 w 722373"/>
                  <a:gd name="connsiteY376" fmla="*/ 21709 h 90554"/>
                  <a:gd name="connsiteX377" fmla="*/ 446330 w 722373"/>
                  <a:gd name="connsiteY377" fmla="*/ 63748 h 90554"/>
                  <a:gd name="connsiteX378" fmla="*/ 452021 w 722373"/>
                  <a:gd name="connsiteY378" fmla="*/ 65008 h 90554"/>
                  <a:gd name="connsiteX379" fmla="*/ 452021 w 722373"/>
                  <a:gd name="connsiteY379" fmla="*/ 70705 h 90554"/>
                  <a:gd name="connsiteX380" fmla="*/ 438279 w 722373"/>
                  <a:gd name="connsiteY380" fmla="*/ 70705 h 90554"/>
                  <a:gd name="connsiteX381" fmla="*/ 437674 w 722373"/>
                  <a:gd name="connsiteY381" fmla="*/ 63448 h 90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</a:cxnLst>
                <a:rect l="l" t="t" r="r" b="b"/>
                <a:pathLst>
                  <a:path w="722373" h="90554">
                    <a:moveTo>
                      <a:pt x="29179" y="4738"/>
                    </a:moveTo>
                    <a:cubicBezTo>
                      <a:pt x="36140" y="4738"/>
                      <a:pt x="41588" y="6237"/>
                      <a:pt x="45523" y="9175"/>
                    </a:cubicBezTo>
                    <a:cubicBezTo>
                      <a:pt x="49458" y="12174"/>
                      <a:pt x="51395" y="16612"/>
                      <a:pt x="51395" y="22549"/>
                    </a:cubicBezTo>
                    <a:cubicBezTo>
                      <a:pt x="51395" y="25487"/>
                      <a:pt x="50487" y="28126"/>
                      <a:pt x="48610" y="30405"/>
                    </a:cubicBezTo>
                    <a:cubicBezTo>
                      <a:pt x="46733" y="32684"/>
                      <a:pt x="44252" y="34423"/>
                      <a:pt x="41165" y="35562"/>
                    </a:cubicBezTo>
                    <a:cubicBezTo>
                      <a:pt x="45160" y="36402"/>
                      <a:pt x="48307" y="38321"/>
                      <a:pt x="50608" y="41379"/>
                    </a:cubicBezTo>
                    <a:cubicBezTo>
                      <a:pt x="52969" y="44438"/>
                      <a:pt x="54059" y="47976"/>
                      <a:pt x="54059" y="52054"/>
                    </a:cubicBezTo>
                    <a:cubicBezTo>
                      <a:pt x="54059" y="58111"/>
                      <a:pt x="52061" y="62729"/>
                      <a:pt x="48126" y="65907"/>
                    </a:cubicBezTo>
                    <a:cubicBezTo>
                      <a:pt x="44191" y="69086"/>
                      <a:pt x="38804" y="70705"/>
                      <a:pt x="32024" y="70705"/>
                    </a:cubicBezTo>
                    <a:lnTo>
                      <a:pt x="0" y="70705"/>
                    </a:lnTo>
                    <a:lnTo>
                      <a:pt x="0" y="65008"/>
                    </a:lnTo>
                    <a:lnTo>
                      <a:pt x="7446" y="63748"/>
                    </a:lnTo>
                    <a:lnTo>
                      <a:pt x="7446" y="11754"/>
                    </a:lnTo>
                    <a:lnTo>
                      <a:pt x="0" y="10495"/>
                    </a:lnTo>
                    <a:lnTo>
                      <a:pt x="0" y="4738"/>
                    </a:lnTo>
                    <a:lnTo>
                      <a:pt x="29179" y="4738"/>
                    </a:lnTo>
                    <a:close/>
                    <a:moveTo>
                      <a:pt x="16466" y="39760"/>
                    </a:moveTo>
                    <a:lnTo>
                      <a:pt x="16466" y="63748"/>
                    </a:lnTo>
                    <a:lnTo>
                      <a:pt x="32024" y="63748"/>
                    </a:lnTo>
                    <a:cubicBezTo>
                      <a:pt x="36140" y="63748"/>
                      <a:pt x="39348" y="62729"/>
                      <a:pt x="41588" y="60750"/>
                    </a:cubicBezTo>
                    <a:cubicBezTo>
                      <a:pt x="43828" y="58711"/>
                      <a:pt x="44978" y="55892"/>
                      <a:pt x="44978" y="52174"/>
                    </a:cubicBezTo>
                    <a:cubicBezTo>
                      <a:pt x="44978" y="48276"/>
                      <a:pt x="44010" y="45277"/>
                      <a:pt x="42133" y="43059"/>
                    </a:cubicBezTo>
                    <a:cubicBezTo>
                      <a:pt x="40256" y="40840"/>
                      <a:pt x="37290" y="39760"/>
                      <a:pt x="33355" y="39760"/>
                    </a:cubicBezTo>
                    <a:lnTo>
                      <a:pt x="16406" y="39760"/>
                    </a:lnTo>
                    <a:close/>
                    <a:moveTo>
                      <a:pt x="16466" y="32804"/>
                    </a:moveTo>
                    <a:lnTo>
                      <a:pt x="31540" y="32804"/>
                    </a:lnTo>
                    <a:cubicBezTo>
                      <a:pt x="34808" y="32744"/>
                      <a:pt x="37411" y="31724"/>
                      <a:pt x="39348" y="29925"/>
                    </a:cubicBezTo>
                    <a:cubicBezTo>
                      <a:pt x="41346" y="28126"/>
                      <a:pt x="42314" y="25607"/>
                      <a:pt x="42314" y="22429"/>
                    </a:cubicBezTo>
                    <a:cubicBezTo>
                      <a:pt x="42314" y="18891"/>
                      <a:pt x="41165" y="16192"/>
                      <a:pt x="38925" y="14453"/>
                    </a:cubicBezTo>
                    <a:cubicBezTo>
                      <a:pt x="36685" y="12654"/>
                      <a:pt x="33416" y="11814"/>
                      <a:pt x="29118" y="11814"/>
                    </a:cubicBezTo>
                    <a:lnTo>
                      <a:pt x="16406" y="11814"/>
                    </a:lnTo>
                    <a:lnTo>
                      <a:pt x="16406" y="32864"/>
                    </a:lnTo>
                    <a:lnTo>
                      <a:pt x="16406" y="32864"/>
                    </a:lnTo>
                    <a:close/>
                    <a:moveTo>
                      <a:pt x="469637" y="67466"/>
                    </a:moveTo>
                    <a:cubicBezTo>
                      <a:pt x="469637" y="70405"/>
                      <a:pt x="468910" y="73523"/>
                      <a:pt x="467397" y="76762"/>
                    </a:cubicBezTo>
                    <a:cubicBezTo>
                      <a:pt x="465944" y="80000"/>
                      <a:pt x="463886" y="82699"/>
                      <a:pt x="461403" y="84798"/>
                    </a:cubicBezTo>
                    <a:lnTo>
                      <a:pt x="456319" y="81440"/>
                    </a:lnTo>
                    <a:cubicBezTo>
                      <a:pt x="457771" y="79281"/>
                      <a:pt x="458861" y="77062"/>
                      <a:pt x="459588" y="74783"/>
                    </a:cubicBezTo>
                    <a:cubicBezTo>
                      <a:pt x="460314" y="72504"/>
                      <a:pt x="460677" y="70105"/>
                      <a:pt x="460677" y="67586"/>
                    </a:cubicBezTo>
                    <a:lnTo>
                      <a:pt x="460677" y="60690"/>
                    </a:lnTo>
                    <a:lnTo>
                      <a:pt x="469697" y="60690"/>
                    </a:lnTo>
                    <a:lnTo>
                      <a:pt x="469697" y="67466"/>
                    </a:lnTo>
                    <a:lnTo>
                      <a:pt x="469697" y="67466"/>
                    </a:lnTo>
                    <a:close/>
                    <a:moveTo>
                      <a:pt x="500207" y="10495"/>
                    </a:moveTo>
                    <a:lnTo>
                      <a:pt x="500207" y="4738"/>
                    </a:lnTo>
                    <a:lnTo>
                      <a:pt x="524119" y="4738"/>
                    </a:lnTo>
                    <a:lnTo>
                      <a:pt x="524119" y="10495"/>
                    </a:lnTo>
                    <a:lnTo>
                      <a:pt x="516673" y="11754"/>
                    </a:lnTo>
                    <a:lnTo>
                      <a:pt x="516673" y="63748"/>
                    </a:lnTo>
                    <a:lnTo>
                      <a:pt x="524119" y="65008"/>
                    </a:lnTo>
                    <a:lnTo>
                      <a:pt x="524119" y="70705"/>
                    </a:lnTo>
                    <a:lnTo>
                      <a:pt x="500207" y="70705"/>
                    </a:lnTo>
                    <a:lnTo>
                      <a:pt x="500207" y="65008"/>
                    </a:lnTo>
                    <a:lnTo>
                      <a:pt x="507713" y="63748"/>
                    </a:lnTo>
                    <a:lnTo>
                      <a:pt x="507713" y="11754"/>
                    </a:lnTo>
                    <a:lnTo>
                      <a:pt x="500207" y="10495"/>
                    </a:lnTo>
                    <a:lnTo>
                      <a:pt x="500207" y="10495"/>
                    </a:lnTo>
                    <a:close/>
                    <a:moveTo>
                      <a:pt x="530051" y="65008"/>
                    </a:moveTo>
                    <a:lnTo>
                      <a:pt x="537497" y="63748"/>
                    </a:lnTo>
                    <a:lnTo>
                      <a:pt x="537497" y="28726"/>
                    </a:lnTo>
                    <a:lnTo>
                      <a:pt x="530051" y="27466"/>
                    </a:lnTo>
                    <a:lnTo>
                      <a:pt x="530051" y="21709"/>
                    </a:lnTo>
                    <a:lnTo>
                      <a:pt x="545548" y="21709"/>
                    </a:lnTo>
                    <a:lnTo>
                      <a:pt x="546214" y="29026"/>
                    </a:lnTo>
                    <a:cubicBezTo>
                      <a:pt x="547849" y="26447"/>
                      <a:pt x="549907" y="24408"/>
                      <a:pt x="552449" y="22969"/>
                    </a:cubicBezTo>
                    <a:cubicBezTo>
                      <a:pt x="554932" y="21529"/>
                      <a:pt x="557777" y="20810"/>
                      <a:pt x="560925" y="20810"/>
                    </a:cubicBezTo>
                    <a:cubicBezTo>
                      <a:pt x="566312" y="20810"/>
                      <a:pt x="570428" y="22369"/>
                      <a:pt x="573335" y="25487"/>
                    </a:cubicBezTo>
                    <a:cubicBezTo>
                      <a:pt x="576301" y="28606"/>
                      <a:pt x="577754" y="33343"/>
                      <a:pt x="577754" y="39820"/>
                    </a:cubicBezTo>
                    <a:lnTo>
                      <a:pt x="577754" y="63808"/>
                    </a:lnTo>
                    <a:lnTo>
                      <a:pt x="585199" y="65068"/>
                    </a:lnTo>
                    <a:lnTo>
                      <a:pt x="585199" y="70765"/>
                    </a:lnTo>
                    <a:lnTo>
                      <a:pt x="561287" y="70765"/>
                    </a:lnTo>
                    <a:lnTo>
                      <a:pt x="561287" y="65068"/>
                    </a:lnTo>
                    <a:lnTo>
                      <a:pt x="568734" y="63808"/>
                    </a:lnTo>
                    <a:lnTo>
                      <a:pt x="568734" y="40000"/>
                    </a:lnTo>
                    <a:cubicBezTo>
                      <a:pt x="568734" y="35682"/>
                      <a:pt x="567886" y="32624"/>
                      <a:pt x="566131" y="30825"/>
                    </a:cubicBezTo>
                    <a:cubicBezTo>
                      <a:pt x="564435" y="29026"/>
                      <a:pt x="561772" y="28126"/>
                      <a:pt x="558261" y="28126"/>
                    </a:cubicBezTo>
                    <a:cubicBezTo>
                      <a:pt x="555658" y="28126"/>
                      <a:pt x="553358" y="28726"/>
                      <a:pt x="551360" y="29985"/>
                    </a:cubicBezTo>
                    <a:cubicBezTo>
                      <a:pt x="549362" y="31244"/>
                      <a:pt x="547788" y="32924"/>
                      <a:pt x="546578" y="35083"/>
                    </a:cubicBezTo>
                    <a:lnTo>
                      <a:pt x="546578" y="63868"/>
                    </a:lnTo>
                    <a:lnTo>
                      <a:pt x="554023" y="65128"/>
                    </a:lnTo>
                    <a:lnTo>
                      <a:pt x="554023" y="70825"/>
                    </a:lnTo>
                    <a:lnTo>
                      <a:pt x="530112" y="70825"/>
                    </a:lnTo>
                    <a:lnTo>
                      <a:pt x="530112" y="65128"/>
                    </a:lnTo>
                    <a:lnTo>
                      <a:pt x="530112" y="65128"/>
                    </a:lnTo>
                    <a:close/>
                    <a:moveTo>
                      <a:pt x="624548" y="64888"/>
                    </a:moveTo>
                    <a:cubicBezTo>
                      <a:pt x="622913" y="67107"/>
                      <a:pt x="620916" y="68786"/>
                      <a:pt x="618615" y="69925"/>
                    </a:cubicBezTo>
                    <a:cubicBezTo>
                      <a:pt x="616315" y="71065"/>
                      <a:pt x="613590" y="71664"/>
                      <a:pt x="610503" y="71664"/>
                    </a:cubicBezTo>
                    <a:cubicBezTo>
                      <a:pt x="604449" y="71664"/>
                      <a:pt x="599728" y="69505"/>
                      <a:pt x="596338" y="65128"/>
                    </a:cubicBezTo>
                    <a:cubicBezTo>
                      <a:pt x="592948" y="60810"/>
                      <a:pt x="591253" y="55113"/>
                      <a:pt x="591253" y="48036"/>
                    </a:cubicBezTo>
                    <a:lnTo>
                      <a:pt x="591253" y="47077"/>
                    </a:lnTo>
                    <a:cubicBezTo>
                      <a:pt x="591253" y="39161"/>
                      <a:pt x="592948" y="32804"/>
                      <a:pt x="596338" y="28006"/>
                    </a:cubicBezTo>
                    <a:cubicBezTo>
                      <a:pt x="599728" y="23148"/>
                      <a:pt x="604510" y="20750"/>
                      <a:pt x="610564" y="20750"/>
                    </a:cubicBezTo>
                    <a:cubicBezTo>
                      <a:pt x="613469" y="20750"/>
                      <a:pt x="616073" y="21289"/>
                      <a:pt x="618312" y="22369"/>
                    </a:cubicBezTo>
                    <a:cubicBezTo>
                      <a:pt x="620552" y="23448"/>
                      <a:pt x="622429" y="25008"/>
                      <a:pt x="624003" y="27047"/>
                    </a:cubicBezTo>
                    <a:lnTo>
                      <a:pt x="624003" y="7017"/>
                    </a:lnTo>
                    <a:lnTo>
                      <a:pt x="616557" y="5757"/>
                    </a:lnTo>
                    <a:lnTo>
                      <a:pt x="616557" y="0"/>
                    </a:lnTo>
                    <a:lnTo>
                      <a:pt x="633023" y="0"/>
                    </a:lnTo>
                    <a:lnTo>
                      <a:pt x="633023" y="63748"/>
                    </a:lnTo>
                    <a:lnTo>
                      <a:pt x="640469" y="65008"/>
                    </a:lnTo>
                    <a:lnTo>
                      <a:pt x="640469" y="70705"/>
                    </a:lnTo>
                    <a:lnTo>
                      <a:pt x="625153" y="70705"/>
                    </a:lnTo>
                    <a:lnTo>
                      <a:pt x="624426" y="64828"/>
                    </a:lnTo>
                    <a:lnTo>
                      <a:pt x="624426" y="64828"/>
                    </a:lnTo>
                    <a:close/>
                    <a:moveTo>
                      <a:pt x="600212" y="48036"/>
                    </a:moveTo>
                    <a:cubicBezTo>
                      <a:pt x="600212" y="52954"/>
                      <a:pt x="601242" y="56912"/>
                      <a:pt x="603239" y="59910"/>
                    </a:cubicBezTo>
                    <a:cubicBezTo>
                      <a:pt x="605297" y="62909"/>
                      <a:pt x="608445" y="64408"/>
                      <a:pt x="612743" y="64408"/>
                    </a:cubicBezTo>
                    <a:cubicBezTo>
                      <a:pt x="615407" y="64408"/>
                      <a:pt x="617707" y="63808"/>
                      <a:pt x="619523" y="62609"/>
                    </a:cubicBezTo>
                    <a:cubicBezTo>
                      <a:pt x="621339" y="61409"/>
                      <a:pt x="622852" y="59670"/>
                      <a:pt x="624063" y="57511"/>
                    </a:cubicBezTo>
                    <a:lnTo>
                      <a:pt x="624063" y="34783"/>
                    </a:lnTo>
                    <a:cubicBezTo>
                      <a:pt x="622913" y="32744"/>
                      <a:pt x="621400" y="31065"/>
                      <a:pt x="619523" y="29865"/>
                    </a:cubicBezTo>
                    <a:cubicBezTo>
                      <a:pt x="617647" y="28666"/>
                      <a:pt x="615467" y="28066"/>
                      <a:pt x="612864" y="28066"/>
                    </a:cubicBezTo>
                    <a:cubicBezTo>
                      <a:pt x="608566" y="28066"/>
                      <a:pt x="605358" y="29865"/>
                      <a:pt x="603360" y="33343"/>
                    </a:cubicBezTo>
                    <a:cubicBezTo>
                      <a:pt x="601302" y="36882"/>
                      <a:pt x="600273" y="41439"/>
                      <a:pt x="600273" y="47137"/>
                    </a:cubicBezTo>
                    <a:lnTo>
                      <a:pt x="600273" y="48096"/>
                    </a:lnTo>
                    <a:lnTo>
                      <a:pt x="600273" y="48096"/>
                    </a:lnTo>
                    <a:close/>
                    <a:moveTo>
                      <a:pt x="647370" y="65008"/>
                    </a:moveTo>
                    <a:lnTo>
                      <a:pt x="654816" y="63748"/>
                    </a:lnTo>
                    <a:lnTo>
                      <a:pt x="654816" y="28726"/>
                    </a:lnTo>
                    <a:lnTo>
                      <a:pt x="647370" y="27466"/>
                    </a:lnTo>
                    <a:lnTo>
                      <a:pt x="647370" y="21709"/>
                    </a:lnTo>
                    <a:lnTo>
                      <a:pt x="663835" y="21709"/>
                    </a:lnTo>
                    <a:lnTo>
                      <a:pt x="663835" y="63748"/>
                    </a:lnTo>
                    <a:lnTo>
                      <a:pt x="671281" y="65008"/>
                    </a:lnTo>
                    <a:lnTo>
                      <a:pt x="671281" y="70705"/>
                    </a:lnTo>
                    <a:lnTo>
                      <a:pt x="647370" y="70705"/>
                    </a:lnTo>
                    <a:lnTo>
                      <a:pt x="647370" y="65008"/>
                    </a:lnTo>
                    <a:lnTo>
                      <a:pt x="647370" y="65008"/>
                    </a:lnTo>
                    <a:close/>
                    <a:moveTo>
                      <a:pt x="663835" y="9115"/>
                    </a:moveTo>
                    <a:lnTo>
                      <a:pt x="654816" y="9115"/>
                    </a:lnTo>
                    <a:lnTo>
                      <a:pt x="654816" y="0"/>
                    </a:lnTo>
                    <a:lnTo>
                      <a:pt x="663835" y="0"/>
                    </a:lnTo>
                    <a:lnTo>
                      <a:pt x="663835" y="9115"/>
                    </a:lnTo>
                    <a:lnTo>
                      <a:pt x="663835" y="9115"/>
                    </a:lnTo>
                    <a:close/>
                    <a:moveTo>
                      <a:pt x="710508" y="70705"/>
                    </a:moveTo>
                    <a:cubicBezTo>
                      <a:pt x="710267" y="69386"/>
                      <a:pt x="710024" y="68186"/>
                      <a:pt x="709903" y="67107"/>
                    </a:cubicBezTo>
                    <a:cubicBezTo>
                      <a:pt x="709721" y="66027"/>
                      <a:pt x="709661" y="65008"/>
                      <a:pt x="709600" y="63928"/>
                    </a:cubicBezTo>
                    <a:cubicBezTo>
                      <a:pt x="707845" y="66147"/>
                      <a:pt x="705666" y="68006"/>
                      <a:pt x="703062" y="69445"/>
                    </a:cubicBezTo>
                    <a:cubicBezTo>
                      <a:pt x="700460" y="70945"/>
                      <a:pt x="697675" y="71604"/>
                      <a:pt x="694708" y="71664"/>
                    </a:cubicBezTo>
                    <a:cubicBezTo>
                      <a:pt x="689563" y="71664"/>
                      <a:pt x="685628" y="70405"/>
                      <a:pt x="682965" y="67946"/>
                    </a:cubicBezTo>
                    <a:cubicBezTo>
                      <a:pt x="680301" y="65427"/>
                      <a:pt x="678909" y="61949"/>
                      <a:pt x="678909" y="57391"/>
                    </a:cubicBezTo>
                    <a:cubicBezTo>
                      <a:pt x="678909" y="52834"/>
                      <a:pt x="680786" y="49176"/>
                      <a:pt x="684599" y="46657"/>
                    </a:cubicBezTo>
                    <a:cubicBezTo>
                      <a:pt x="688412" y="44138"/>
                      <a:pt x="693619" y="42879"/>
                      <a:pt x="700217" y="42879"/>
                    </a:cubicBezTo>
                    <a:lnTo>
                      <a:pt x="709540" y="42879"/>
                    </a:lnTo>
                    <a:lnTo>
                      <a:pt x="709540" y="37182"/>
                    </a:lnTo>
                    <a:cubicBezTo>
                      <a:pt x="709540" y="34303"/>
                      <a:pt x="708632" y="32024"/>
                      <a:pt x="706816" y="30345"/>
                    </a:cubicBezTo>
                    <a:cubicBezTo>
                      <a:pt x="705000" y="28666"/>
                      <a:pt x="702457" y="27826"/>
                      <a:pt x="699188" y="27826"/>
                    </a:cubicBezTo>
                    <a:cubicBezTo>
                      <a:pt x="696948" y="27826"/>
                      <a:pt x="694951" y="28066"/>
                      <a:pt x="693195" y="28666"/>
                    </a:cubicBezTo>
                    <a:cubicBezTo>
                      <a:pt x="691500" y="29205"/>
                      <a:pt x="690108" y="30045"/>
                      <a:pt x="689018" y="31005"/>
                    </a:cubicBezTo>
                    <a:lnTo>
                      <a:pt x="688110" y="36162"/>
                    </a:lnTo>
                    <a:lnTo>
                      <a:pt x="681148" y="36162"/>
                    </a:lnTo>
                    <a:lnTo>
                      <a:pt x="681148" y="26627"/>
                    </a:lnTo>
                    <a:cubicBezTo>
                      <a:pt x="683388" y="24828"/>
                      <a:pt x="686173" y="23448"/>
                      <a:pt x="689381" y="22309"/>
                    </a:cubicBezTo>
                    <a:cubicBezTo>
                      <a:pt x="692590" y="21229"/>
                      <a:pt x="696040" y="20690"/>
                      <a:pt x="699793" y="20690"/>
                    </a:cubicBezTo>
                    <a:cubicBezTo>
                      <a:pt x="705363" y="20690"/>
                      <a:pt x="709964" y="22129"/>
                      <a:pt x="713414" y="24948"/>
                    </a:cubicBezTo>
                    <a:cubicBezTo>
                      <a:pt x="716865" y="27766"/>
                      <a:pt x="718620" y="31844"/>
                      <a:pt x="718620" y="37122"/>
                    </a:cubicBezTo>
                    <a:lnTo>
                      <a:pt x="718620" y="62549"/>
                    </a:lnTo>
                    <a:cubicBezTo>
                      <a:pt x="718620" y="63149"/>
                      <a:pt x="718680" y="63748"/>
                      <a:pt x="718741" y="64348"/>
                    </a:cubicBezTo>
                    <a:lnTo>
                      <a:pt x="722374" y="64888"/>
                    </a:lnTo>
                    <a:lnTo>
                      <a:pt x="722374" y="70585"/>
                    </a:lnTo>
                    <a:lnTo>
                      <a:pt x="710569" y="70585"/>
                    </a:lnTo>
                    <a:close/>
                    <a:moveTo>
                      <a:pt x="695979" y="64228"/>
                    </a:moveTo>
                    <a:cubicBezTo>
                      <a:pt x="699006" y="64228"/>
                      <a:pt x="701731" y="63508"/>
                      <a:pt x="704213" y="62069"/>
                    </a:cubicBezTo>
                    <a:cubicBezTo>
                      <a:pt x="706694" y="60630"/>
                      <a:pt x="708450" y="58951"/>
                      <a:pt x="709540" y="56972"/>
                    </a:cubicBezTo>
                    <a:lnTo>
                      <a:pt x="709540" y="48936"/>
                    </a:lnTo>
                    <a:lnTo>
                      <a:pt x="699914" y="48936"/>
                    </a:lnTo>
                    <a:cubicBezTo>
                      <a:pt x="696222" y="48936"/>
                      <a:pt x="693316" y="49775"/>
                      <a:pt x="691137" y="51454"/>
                    </a:cubicBezTo>
                    <a:cubicBezTo>
                      <a:pt x="689018" y="53134"/>
                      <a:pt x="687928" y="55173"/>
                      <a:pt x="687928" y="57571"/>
                    </a:cubicBezTo>
                    <a:cubicBezTo>
                      <a:pt x="687928" y="59730"/>
                      <a:pt x="688594" y="61349"/>
                      <a:pt x="689926" y="62489"/>
                    </a:cubicBezTo>
                    <a:cubicBezTo>
                      <a:pt x="691258" y="63628"/>
                      <a:pt x="693316" y="64228"/>
                      <a:pt x="695979" y="64228"/>
                    </a:cubicBezTo>
                    <a:lnTo>
                      <a:pt x="695979" y="64228"/>
                    </a:lnTo>
                    <a:close/>
                    <a:moveTo>
                      <a:pt x="84932" y="71664"/>
                    </a:moveTo>
                    <a:cubicBezTo>
                      <a:pt x="78031" y="71664"/>
                      <a:pt x="72582" y="69386"/>
                      <a:pt x="68527" y="64828"/>
                    </a:cubicBezTo>
                    <a:cubicBezTo>
                      <a:pt x="64471" y="60270"/>
                      <a:pt x="62413" y="54333"/>
                      <a:pt x="62413" y="47137"/>
                    </a:cubicBezTo>
                    <a:lnTo>
                      <a:pt x="62413" y="45158"/>
                    </a:lnTo>
                    <a:cubicBezTo>
                      <a:pt x="62413" y="38141"/>
                      <a:pt x="64471" y="32384"/>
                      <a:pt x="68708" y="27706"/>
                    </a:cubicBezTo>
                    <a:cubicBezTo>
                      <a:pt x="72885" y="23029"/>
                      <a:pt x="77849" y="20750"/>
                      <a:pt x="83600" y="20750"/>
                    </a:cubicBezTo>
                    <a:cubicBezTo>
                      <a:pt x="90259" y="20750"/>
                      <a:pt x="95283" y="22729"/>
                      <a:pt x="98734" y="26747"/>
                    </a:cubicBezTo>
                    <a:cubicBezTo>
                      <a:pt x="102184" y="30765"/>
                      <a:pt x="103880" y="36042"/>
                      <a:pt x="103880" y="42699"/>
                    </a:cubicBezTo>
                    <a:lnTo>
                      <a:pt x="103880" y="48276"/>
                    </a:lnTo>
                    <a:lnTo>
                      <a:pt x="71735" y="48276"/>
                    </a:lnTo>
                    <a:lnTo>
                      <a:pt x="71614" y="48516"/>
                    </a:lnTo>
                    <a:cubicBezTo>
                      <a:pt x="71674" y="53254"/>
                      <a:pt x="72885" y="57092"/>
                      <a:pt x="75246" y="60150"/>
                    </a:cubicBezTo>
                    <a:cubicBezTo>
                      <a:pt x="77547" y="63209"/>
                      <a:pt x="80815" y="64708"/>
                      <a:pt x="84992" y="64708"/>
                    </a:cubicBezTo>
                    <a:cubicBezTo>
                      <a:pt x="88019" y="64708"/>
                      <a:pt x="90743" y="64288"/>
                      <a:pt x="93043" y="63388"/>
                    </a:cubicBezTo>
                    <a:cubicBezTo>
                      <a:pt x="95344" y="62549"/>
                      <a:pt x="97342" y="61349"/>
                      <a:pt x="98976" y="59850"/>
                    </a:cubicBezTo>
                    <a:lnTo>
                      <a:pt x="102487" y="65667"/>
                    </a:lnTo>
                    <a:cubicBezTo>
                      <a:pt x="100732" y="67347"/>
                      <a:pt x="98371" y="68786"/>
                      <a:pt x="95465" y="69985"/>
                    </a:cubicBezTo>
                    <a:cubicBezTo>
                      <a:pt x="92559" y="71125"/>
                      <a:pt x="89049" y="71724"/>
                      <a:pt x="84992" y="71724"/>
                    </a:cubicBezTo>
                    <a:lnTo>
                      <a:pt x="84992" y="71724"/>
                    </a:lnTo>
                    <a:close/>
                    <a:moveTo>
                      <a:pt x="83600" y="27826"/>
                    </a:moveTo>
                    <a:cubicBezTo>
                      <a:pt x="80573" y="27826"/>
                      <a:pt x="78031" y="29086"/>
                      <a:pt x="75851" y="31604"/>
                    </a:cubicBezTo>
                    <a:cubicBezTo>
                      <a:pt x="73733" y="34123"/>
                      <a:pt x="72401" y="37301"/>
                      <a:pt x="71917" y="41080"/>
                    </a:cubicBezTo>
                    <a:lnTo>
                      <a:pt x="72038" y="41319"/>
                    </a:lnTo>
                    <a:lnTo>
                      <a:pt x="94860" y="41319"/>
                    </a:lnTo>
                    <a:lnTo>
                      <a:pt x="94860" y="40120"/>
                    </a:lnTo>
                    <a:cubicBezTo>
                      <a:pt x="94860" y="36642"/>
                      <a:pt x="93891" y="33703"/>
                      <a:pt x="92015" y="31304"/>
                    </a:cubicBezTo>
                    <a:cubicBezTo>
                      <a:pt x="90138" y="28966"/>
                      <a:pt x="87293" y="27766"/>
                      <a:pt x="83600" y="27766"/>
                    </a:cubicBezTo>
                    <a:lnTo>
                      <a:pt x="83600" y="27766"/>
                    </a:lnTo>
                    <a:close/>
                    <a:moveTo>
                      <a:pt x="111386" y="65008"/>
                    </a:moveTo>
                    <a:lnTo>
                      <a:pt x="118832" y="63748"/>
                    </a:lnTo>
                    <a:lnTo>
                      <a:pt x="118832" y="28726"/>
                    </a:lnTo>
                    <a:lnTo>
                      <a:pt x="111386" y="27466"/>
                    </a:lnTo>
                    <a:lnTo>
                      <a:pt x="111386" y="21709"/>
                    </a:lnTo>
                    <a:lnTo>
                      <a:pt x="126883" y="21709"/>
                    </a:lnTo>
                    <a:lnTo>
                      <a:pt x="127549" y="29026"/>
                    </a:lnTo>
                    <a:cubicBezTo>
                      <a:pt x="129183" y="26447"/>
                      <a:pt x="131302" y="24408"/>
                      <a:pt x="133784" y="22969"/>
                    </a:cubicBezTo>
                    <a:cubicBezTo>
                      <a:pt x="136266" y="21529"/>
                      <a:pt x="139111" y="20810"/>
                      <a:pt x="142259" y="20810"/>
                    </a:cubicBezTo>
                    <a:cubicBezTo>
                      <a:pt x="147586" y="20810"/>
                      <a:pt x="151764" y="22369"/>
                      <a:pt x="154669" y="25487"/>
                    </a:cubicBezTo>
                    <a:cubicBezTo>
                      <a:pt x="157575" y="28606"/>
                      <a:pt x="159088" y="33343"/>
                      <a:pt x="159088" y="39820"/>
                    </a:cubicBezTo>
                    <a:lnTo>
                      <a:pt x="159088" y="63808"/>
                    </a:lnTo>
                    <a:lnTo>
                      <a:pt x="166534" y="65068"/>
                    </a:lnTo>
                    <a:lnTo>
                      <a:pt x="166534" y="70765"/>
                    </a:lnTo>
                    <a:lnTo>
                      <a:pt x="142623" y="70765"/>
                    </a:lnTo>
                    <a:lnTo>
                      <a:pt x="142623" y="65068"/>
                    </a:lnTo>
                    <a:lnTo>
                      <a:pt x="150068" y="63808"/>
                    </a:lnTo>
                    <a:lnTo>
                      <a:pt x="150068" y="40000"/>
                    </a:lnTo>
                    <a:cubicBezTo>
                      <a:pt x="150068" y="35682"/>
                      <a:pt x="149221" y="32624"/>
                      <a:pt x="147465" y="30825"/>
                    </a:cubicBezTo>
                    <a:cubicBezTo>
                      <a:pt x="145710" y="29026"/>
                      <a:pt x="143107" y="28126"/>
                      <a:pt x="139596" y="28126"/>
                    </a:cubicBezTo>
                    <a:cubicBezTo>
                      <a:pt x="136992" y="28126"/>
                      <a:pt x="134692" y="28726"/>
                      <a:pt x="132695" y="29985"/>
                    </a:cubicBezTo>
                    <a:cubicBezTo>
                      <a:pt x="130696" y="31244"/>
                      <a:pt x="129123" y="32924"/>
                      <a:pt x="127912" y="35083"/>
                    </a:cubicBezTo>
                    <a:lnTo>
                      <a:pt x="127912" y="63868"/>
                    </a:lnTo>
                    <a:lnTo>
                      <a:pt x="135358" y="65128"/>
                    </a:lnTo>
                    <a:lnTo>
                      <a:pt x="135358" y="70825"/>
                    </a:lnTo>
                    <a:lnTo>
                      <a:pt x="111447" y="70825"/>
                    </a:lnTo>
                    <a:lnTo>
                      <a:pt x="111447" y="65128"/>
                    </a:lnTo>
                    <a:lnTo>
                      <a:pt x="111447" y="65128"/>
                    </a:lnTo>
                    <a:close/>
                    <a:moveTo>
                      <a:pt x="172588" y="47137"/>
                    </a:moveTo>
                    <a:cubicBezTo>
                      <a:pt x="172588" y="39221"/>
                      <a:pt x="174343" y="32864"/>
                      <a:pt x="177793" y="28066"/>
                    </a:cubicBezTo>
                    <a:cubicBezTo>
                      <a:pt x="181244" y="23208"/>
                      <a:pt x="186087" y="20810"/>
                      <a:pt x="192201" y="20810"/>
                    </a:cubicBezTo>
                    <a:cubicBezTo>
                      <a:pt x="195288" y="20810"/>
                      <a:pt x="198013" y="21409"/>
                      <a:pt x="200373" y="22609"/>
                    </a:cubicBezTo>
                    <a:cubicBezTo>
                      <a:pt x="202734" y="23808"/>
                      <a:pt x="204672" y="25547"/>
                      <a:pt x="206246" y="27886"/>
                    </a:cubicBezTo>
                    <a:lnTo>
                      <a:pt x="207093" y="21709"/>
                    </a:lnTo>
                    <a:lnTo>
                      <a:pt x="214720" y="21709"/>
                    </a:lnTo>
                    <a:lnTo>
                      <a:pt x="214720" y="70105"/>
                    </a:lnTo>
                    <a:cubicBezTo>
                      <a:pt x="214720" y="76462"/>
                      <a:pt x="212905" y="81440"/>
                      <a:pt x="209333" y="85098"/>
                    </a:cubicBezTo>
                    <a:cubicBezTo>
                      <a:pt x="205761" y="88756"/>
                      <a:pt x="200676" y="90555"/>
                      <a:pt x="194078" y="90555"/>
                    </a:cubicBezTo>
                    <a:cubicBezTo>
                      <a:pt x="191656" y="90555"/>
                      <a:pt x="189114" y="90255"/>
                      <a:pt x="186329" y="89595"/>
                    </a:cubicBezTo>
                    <a:cubicBezTo>
                      <a:pt x="183545" y="88936"/>
                      <a:pt x="181123" y="88036"/>
                      <a:pt x="179005" y="86957"/>
                    </a:cubicBezTo>
                    <a:lnTo>
                      <a:pt x="181366" y="80000"/>
                    </a:lnTo>
                    <a:cubicBezTo>
                      <a:pt x="183060" y="80900"/>
                      <a:pt x="184998" y="81559"/>
                      <a:pt x="187298" y="82159"/>
                    </a:cubicBezTo>
                    <a:cubicBezTo>
                      <a:pt x="189598" y="82699"/>
                      <a:pt x="191838" y="82999"/>
                      <a:pt x="193957" y="82999"/>
                    </a:cubicBezTo>
                    <a:cubicBezTo>
                      <a:pt x="198013" y="82999"/>
                      <a:pt x="200979" y="81859"/>
                      <a:pt x="202795" y="79640"/>
                    </a:cubicBezTo>
                    <a:cubicBezTo>
                      <a:pt x="204672" y="77421"/>
                      <a:pt x="205640" y="74243"/>
                      <a:pt x="205640" y="70105"/>
                    </a:cubicBezTo>
                    <a:lnTo>
                      <a:pt x="205640" y="65427"/>
                    </a:lnTo>
                    <a:cubicBezTo>
                      <a:pt x="204006" y="67466"/>
                      <a:pt x="202068" y="69026"/>
                      <a:pt x="199829" y="70105"/>
                    </a:cubicBezTo>
                    <a:cubicBezTo>
                      <a:pt x="197589" y="71185"/>
                      <a:pt x="194986" y="71664"/>
                      <a:pt x="192080" y="71664"/>
                    </a:cubicBezTo>
                    <a:cubicBezTo>
                      <a:pt x="186026" y="71664"/>
                      <a:pt x="181244" y="69505"/>
                      <a:pt x="177733" y="65128"/>
                    </a:cubicBezTo>
                    <a:cubicBezTo>
                      <a:pt x="174283" y="60750"/>
                      <a:pt x="172527" y="55053"/>
                      <a:pt x="172527" y="48036"/>
                    </a:cubicBezTo>
                    <a:lnTo>
                      <a:pt x="172527" y="47077"/>
                    </a:lnTo>
                    <a:lnTo>
                      <a:pt x="172527" y="47077"/>
                    </a:lnTo>
                    <a:close/>
                    <a:moveTo>
                      <a:pt x="181607" y="48036"/>
                    </a:moveTo>
                    <a:cubicBezTo>
                      <a:pt x="181607" y="52954"/>
                      <a:pt x="182637" y="56912"/>
                      <a:pt x="184755" y="59910"/>
                    </a:cubicBezTo>
                    <a:cubicBezTo>
                      <a:pt x="186874" y="62909"/>
                      <a:pt x="190082" y="64408"/>
                      <a:pt x="194380" y="64408"/>
                    </a:cubicBezTo>
                    <a:cubicBezTo>
                      <a:pt x="197105" y="64408"/>
                      <a:pt x="199405" y="63808"/>
                      <a:pt x="201221" y="62549"/>
                    </a:cubicBezTo>
                    <a:cubicBezTo>
                      <a:pt x="203037" y="61349"/>
                      <a:pt x="204551" y="59610"/>
                      <a:pt x="205761" y="57391"/>
                    </a:cubicBezTo>
                    <a:lnTo>
                      <a:pt x="205761" y="34843"/>
                    </a:lnTo>
                    <a:cubicBezTo>
                      <a:pt x="204611" y="32744"/>
                      <a:pt x="203098" y="31125"/>
                      <a:pt x="201221" y="29865"/>
                    </a:cubicBezTo>
                    <a:cubicBezTo>
                      <a:pt x="199345" y="28666"/>
                      <a:pt x="197105" y="28006"/>
                      <a:pt x="194501" y="28006"/>
                    </a:cubicBezTo>
                    <a:cubicBezTo>
                      <a:pt x="190204" y="28006"/>
                      <a:pt x="186995" y="29805"/>
                      <a:pt x="184876" y="33343"/>
                    </a:cubicBezTo>
                    <a:cubicBezTo>
                      <a:pt x="182758" y="36882"/>
                      <a:pt x="181668" y="41499"/>
                      <a:pt x="181668" y="47077"/>
                    </a:cubicBezTo>
                    <a:lnTo>
                      <a:pt x="181668" y="48036"/>
                    </a:lnTo>
                    <a:lnTo>
                      <a:pt x="181668" y="48036"/>
                    </a:lnTo>
                    <a:close/>
                    <a:moveTo>
                      <a:pt x="257882" y="70705"/>
                    </a:moveTo>
                    <a:cubicBezTo>
                      <a:pt x="257641" y="69386"/>
                      <a:pt x="257398" y="68186"/>
                      <a:pt x="257216" y="67107"/>
                    </a:cubicBezTo>
                    <a:cubicBezTo>
                      <a:pt x="257095" y="66027"/>
                      <a:pt x="256975" y="65008"/>
                      <a:pt x="256914" y="63928"/>
                    </a:cubicBezTo>
                    <a:cubicBezTo>
                      <a:pt x="255158" y="66147"/>
                      <a:pt x="252979" y="68006"/>
                      <a:pt x="250376" y="69445"/>
                    </a:cubicBezTo>
                    <a:cubicBezTo>
                      <a:pt x="247773" y="70945"/>
                      <a:pt x="244988" y="71604"/>
                      <a:pt x="242022" y="71664"/>
                    </a:cubicBezTo>
                    <a:cubicBezTo>
                      <a:pt x="236876" y="71664"/>
                      <a:pt x="232941" y="70405"/>
                      <a:pt x="230278" y="67946"/>
                    </a:cubicBezTo>
                    <a:cubicBezTo>
                      <a:pt x="227614" y="65427"/>
                      <a:pt x="226222" y="61949"/>
                      <a:pt x="226222" y="57391"/>
                    </a:cubicBezTo>
                    <a:cubicBezTo>
                      <a:pt x="226222" y="52834"/>
                      <a:pt x="228099" y="49176"/>
                      <a:pt x="231913" y="46657"/>
                    </a:cubicBezTo>
                    <a:cubicBezTo>
                      <a:pt x="235727" y="44138"/>
                      <a:pt x="240933" y="42879"/>
                      <a:pt x="247531" y="42879"/>
                    </a:cubicBezTo>
                    <a:lnTo>
                      <a:pt x="256793" y="42879"/>
                    </a:lnTo>
                    <a:lnTo>
                      <a:pt x="256793" y="37182"/>
                    </a:lnTo>
                    <a:cubicBezTo>
                      <a:pt x="256793" y="34303"/>
                      <a:pt x="255885" y="32024"/>
                      <a:pt x="254068" y="30345"/>
                    </a:cubicBezTo>
                    <a:cubicBezTo>
                      <a:pt x="252253" y="28666"/>
                      <a:pt x="249710" y="27826"/>
                      <a:pt x="246442" y="27826"/>
                    </a:cubicBezTo>
                    <a:cubicBezTo>
                      <a:pt x="244201" y="27826"/>
                      <a:pt x="242204" y="28066"/>
                      <a:pt x="240448" y="28666"/>
                    </a:cubicBezTo>
                    <a:cubicBezTo>
                      <a:pt x="238753" y="29205"/>
                      <a:pt x="237361" y="30045"/>
                      <a:pt x="236271" y="31005"/>
                    </a:cubicBezTo>
                    <a:lnTo>
                      <a:pt x="235302" y="36162"/>
                    </a:lnTo>
                    <a:lnTo>
                      <a:pt x="228341" y="36162"/>
                    </a:lnTo>
                    <a:lnTo>
                      <a:pt x="228341" y="26627"/>
                    </a:lnTo>
                    <a:cubicBezTo>
                      <a:pt x="230580" y="24828"/>
                      <a:pt x="233305" y="23448"/>
                      <a:pt x="236514" y="22309"/>
                    </a:cubicBezTo>
                    <a:cubicBezTo>
                      <a:pt x="239721" y="21229"/>
                      <a:pt x="243172" y="20690"/>
                      <a:pt x="246926" y="20690"/>
                    </a:cubicBezTo>
                    <a:cubicBezTo>
                      <a:pt x="252555" y="20690"/>
                      <a:pt x="257095" y="22129"/>
                      <a:pt x="260546" y="24948"/>
                    </a:cubicBezTo>
                    <a:cubicBezTo>
                      <a:pt x="264057" y="27766"/>
                      <a:pt x="265752" y="31844"/>
                      <a:pt x="265752" y="37122"/>
                    </a:cubicBezTo>
                    <a:lnTo>
                      <a:pt x="265752" y="60750"/>
                    </a:lnTo>
                    <a:cubicBezTo>
                      <a:pt x="265752" y="61349"/>
                      <a:pt x="265752" y="62009"/>
                      <a:pt x="265752" y="62609"/>
                    </a:cubicBezTo>
                    <a:cubicBezTo>
                      <a:pt x="265752" y="63209"/>
                      <a:pt x="265752" y="63808"/>
                      <a:pt x="265873" y="64408"/>
                    </a:cubicBezTo>
                    <a:lnTo>
                      <a:pt x="269505" y="64948"/>
                    </a:lnTo>
                    <a:lnTo>
                      <a:pt x="269505" y="70645"/>
                    </a:lnTo>
                    <a:lnTo>
                      <a:pt x="257701" y="70645"/>
                    </a:lnTo>
                    <a:close/>
                    <a:moveTo>
                      <a:pt x="243415" y="64228"/>
                    </a:moveTo>
                    <a:cubicBezTo>
                      <a:pt x="246381" y="64228"/>
                      <a:pt x="249105" y="63508"/>
                      <a:pt x="251587" y="62069"/>
                    </a:cubicBezTo>
                    <a:cubicBezTo>
                      <a:pt x="254068" y="60630"/>
                      <a:pt x="255824" y="58951"/>
                      <a:pt x="256914" y="56972"/>
                    </a:cubicBezTo>
                    <a:lnTo>
                      <a:pt x="256914" y="48936"/>
                    </a:lnTo>
                    <a:lnTo>
                      <a:pt x="247288" y="48936"/>
                    </a:lnTo>
                    <a:cubicBezTo>
                      <a:pt x="243596" y="48936"/>
                      <a:pt x="240690" y="49775"/>
                      <a:pt x="238511" y="51454"/>
                    </a:cubicBezTo>
                    <a:cubicBezTo>
                      <a:pt x="236392" y="53134"/>
                      <a:pt x="235302" y="55173"/>
                      <a:pt x="235302" y="57571"/>
                    </a:cubicBezTo>
                    <a:cubicBezTo>
                      <a:pt x="235302" y="59730"/>
                      <a:pt x="235968" y="61349"/>
                      <a:pt x="237301" y="62489"/>
                    </a:cubicBezTo>
                    <a:cubicBezTo>
                      <a:pt x="238632" y="63628"/>
                      <a:pt x="240690" y="64228"/>
                      <a:pt x="243354" y="64228"/>
                    </a:cubicBezTo>
                    <a:lnTo>
                      <a:pt x="243354" y="64228"/>
                    </a:lnTo>
                    <a:close/>
                    <a:moveTo>
                      <a:pt x="275982" y="5757"/>
                    </a:moveTo>
                    <a:lnTo>
                      <a:pt x="275982" y="0"/>
                    </a:lnTo>
                    <a:lnTo>
                      <a:pt x="292449" y="0"/>
                    </a:lnTo>
                    <a:lnTo>
                      <a:pt x="292449" y="63748"/>
                    </a:lnTo>
                    <a:lnTo>
                      <a:pt x="299894" y="65008"/>
                    </a:lnTo>
                    <a:lnTo>
                      <a:pt x="299894" y="70705"/>
                    </a:lnTo>
                    <a:lnTo>
                      <a:pt x="275982" y="70705"/>
                    </a:lnTo>
                    <a:lnTo>
                      <a:pt x="275982" y="65008"/>
                    </a:lnTo>
                    <a:lnTo>
                      <a:pt x="283429" y="63748"/>
                    </a:lnTo>
                    <a:lnTo>
                      <a:pt x="283429" y="7076"/>
                    </a:lnTo>
                    <a:lnTo>
                      <a:pt x="275982" y="5817"/>
                    </a:lnTo>
                    <a:lnTo>
                      <a:pt x="275982" y="5817"/>
                    </a:lnTo>
                    <a:close/>
                    <a:moveTo>
                      <a:pt x="342088" y="63448"/>
                    </a:moveTo>
                    <a:cubicBezTo>
                      <a:pt x="340574" y="66087"/>
                      <a:pt x="338516" y="68126"/>
                      <a:pt x="336095" y="69505"/>
                    </a:cubicBezTo>
                    <a:cubicBezTo>
                      <a:pt x="333673" y="70945"/>
                      <a:pt x="330828" y="71604"/>
                      <a:pt x="327619" y="71664"/>
                    </a:cubicBezTo>
                    <a:cubicBezTo>
                      <a:pt x="322232" y="71664"/>
                      <a:pt x="318055" y="69925"/>
                      <a:pt x="315028" y="66507"/>
                    </a:cubicBezTo>
                    <a:cubicBezTo>
                      <a:pt x="312002" y="63089"/>
                      <a:pt x="310488" y="57751"/>
                      <a:pt x="310488" y="50555"/>
                    </a:cubicBezTo>
                    <a:lnTo>
                      <a:pt x="310488" y="28666"/>
                    </a:lnTo>
                    <a:lnTo>
                      <a:pt x="304797" y="27406"/>
                    </a:lnTo>
                    <a:lnTo>
                      <a:pt x="304797" y="21649"/>
                    </a:lnTo>
                    <a:lnTo>
                      <a:pt x="319508" y="21649"/>
                    </a:lnTo>
                    <a:lnTo>
                      <a:pt x="319508" y="50675"/>
                    </a:lnTo>
                    <a:cubicBezTo>
                      <a:pt x="319508" y="55892"/>
                      <a:pt x="320295" y="59490"/>
                      <a:pt x="321808" y="61469"/>
                    </a:cubicBezTo>
                    <a:cubicBezTo>
                      <a:pt x="323382" y="63448"/>
                      <a:pt x="325804" y="64408"/>
                      <a:pt x="329072" y="64408"/>
                    </a:cubicBezTo>
                    <a:cubicBezTo>
                      <a:pt x="332341" y="64408"/>
                      <a:pt x="334945" y="63748"/>
                      <a:pt x="337003" y="62489"/>
                    </a:cubicBezTo>
                    <a:cubicBezTo>
                      <a:pt x="339061" y="61230"/>
                      <a:pt x="340635" y="59430"/>
                      <a:pt x="341725" y="57032"/>
                    </a:cubicBezTo>
                    <a:lnTo>
                      <a:pt x="341725" y="28726"/>
                    </a:lnTo>
                    <a:lnTo>
                      <a:pt x="335065" y="27466"/>
                    </a:lnTo>
                    <a:lnTo>
                      <a:pt x="335065" y="21709"/>
                    </a:lnTo>
                    <a:lnTo>
                      <a:pt x="350684" y="21709"/>
                    </a:lnTo>
                    <a:lnTo>
                      <a:pt x="350684" y="63748"/>
                    </a:lnTo>
                    <a:lnTo>
                      <a:pt x="356374" y="65008"/>
                    </a:lnTo>
                    <a:lnTo>
                      <a:pt x="356374" y="70705"/>
                    </a:lnTo>
                    <a:lnTo>
                      <a:pt x="342632" y="70705"/>
                    </a:lnTo>
                    <a:lnTo>
                      <a:pt x="342027" y="63448"/>
                    </a:lnTo>
                    <a:lnTo>
                      <a:pt x="342027" y="63448"/>
                    </a:lnTo>
                    <a:close/>
                    <a:moveTo>
                      <a:pt x="363639" y="27466"/>
                    </a:moveTo>
                    <a:lnTo>
                      <a:pt x="363639" y="21709"/>
                    </a:lnTo>
                    <a:lnTo>
                      <a:pt x="379135" y="21709"/>
                    </a:lnTo>
                    <a:lnTo>
                      <a:pt x="379983" y="28846"/>
                    </a:lnTo>
                    <a:cubicBezTo>
                      <a:pt x="381375" y="26327"/>
                      <a:pt x="383131" y="24348"/>
                      <a:pt x="385189" y="22969"/>
                    </a:cubicBezTo>
                    <a:cubicBezTo>
                      <a:pt x="387247" y="21529"/>
                      <a:pt x="389608" y="20810"/>
                      <a:pt x="392272" y="20810"/>
                    </a:cubicBezTo>
                    <a:cubicBezTo>
                      <a:pt x="392998" y="20810"/>
                      <a:pt x="393664" y="20870"/>
                      <a:pt x="394451" y="20990"/>
                    </a:cubicBezTo>
                    <a:cubicBezTo>
                      <a:pt x="395178" y="21109"/>
                      <a:pt x="395783" y="21229"/>
                      <a:pt x="396146" y="21349"/>
                    </a:cubicBezTo>
                    <a:lnTo>
                      <a:pt x="394935" y="29625"/>
                    </a:lnTo>
                    <a:lnTo>
                      <a:pt x="389850" y="29325"/>
                    </a:lnTo>
                    <a:cubicBezTo>
                      <a:pt x="387489" y="29325"/>
                      <a:pt x="385431" y="29865"/>
                      <a:pt x="383857" y="31005"/>
                    </a:cubicBezTo>
                    <a:cubicBezTo>
                      <a:pt x="382223" y="32084"/>
                      <a:pt x="381012" y="33643"/>
                      <a:pt x="380104" y="35682"/>
                    </a:cubicBezTo>
                    <a:lnTo>
                      <a:pt x="380104" y="63808"/>
                    </a:lnTo>
                    <a:lnTo>
                      <a:pt x="387550" y="65068"/>
                    </a:lnTo>
                    <a:lnTo>
                      <a:pt x="387550" y="70765"/>
                    </a:lnTo>
                    <a:lnTo>
                      <a:pt x="363639" y="70765"/>
                    </a:lnTo>
                    <a:lnTo>
                      <a:pt x="363639" y="65068"/>
                    </a:lnTo>
                    <a:lnTo>
                      <a:pt x="371084" y="63808"/>
                    </a:lnTo>
                    <a:lnTo>
                      <a:pt x="371084" y="28786"/>
                    </a:lnTo>
                    <a:lnTo>
                      <a:pt x="363639" y="27526"/>
                    </a:lnTo>
                    <a:lnTo>
                      <a:pt x="363639" y="27526"/>
                    </a:lnTo>
                    <a:close/>
                    <a:moveTo>
                      <a:pt x="437795" y="63448"/>
                    </a:moveTo>
                    <a:cubicBezTo>
                      <a:pt x="436221" y="66087"/>
                      <a:pt x="434223" y="68126"/>
                      <a:pt x="431741" y="69505"/>
                    </a:cubicBezTo>
                    <a:cubicBezTo>
                      <a:pt x="429320" y="70945"/>
                      <a:pt x="426475" y="71604"/>
                      <a:pt x="423266" y="71664"/>
                    </a:cubicBezTo>
                    <a:cubicBezTo>
                      <a:pt x="417879" y="71664"/>
                      <a:pt x="413701" y="69925"/>
                      <a:pt x="410674" y="66507"/>
                    </a:cubicBezTo>
                    <a:cubicBezTo>
                      <a:pt x="407708" y="63089"/>
                      <a:pt x="406134" y="57751"/>
                      <a:pt x="406134" y="50555"/>
                    </a:cubicBezTo>
                    <a:lnTo>
                      <a:pt x="406134" y="28666"/>
                    </a:lnTo>
                    <a:lnTo>
                      <a:pt x="400444" y="27406"/>
                    </a:lnTo>
                    <a:lnTo>
                      <a:pt x="400444" y="21649"/>
                    </a:lnTo>
                    <a:lnTo>
                      <a:pt x="415155" y="21649"/>
                    </a:lnTo>
                    <a:lnTo>
                      <a:pt x="415155" y="50675"/>
                    </a:lnTo>
                    <a:cubicBezTo>
                      <a:pt x="415155" y="55892"/>
                      <a:pt x="415942" y="59490"/>
                      <a:pt x="417455" y="61469"/>
                    </a:cubicBezTo>
                    <a:cubicBezTo>
                      <a:pt x="419028" y="63448"/>
                      <a:pt x="421450" y="64408"/>
                      <a:pt x="424719" y="64408"/>
                    </a:cubicBezTo>
                    <a:cubicBezTo>
                      <a:pt x="427988" y="64408"/>
                      <a:pt x="430591" y="63748"/>
                      <a:pt x="432649" y="62489"/>
                    </a:cubicBezTo>
                    <a:cubicBezTo>
                      <a:pt x="434708" y="61230"/>
                      <a:pt x="436342" y="59430"/>
                      <a:pt x="437371" y="57032"/>
                    </a:cubicBezTo>
                    <a:lnTo>
                      <a:pt x="437371" y="28726"/>
                    </a:lnTo>
                    <a:lnTo>
                      <a:pt x="430712" y="27466"/>
                    </a:lnTo>
                    <a:lnTo>
                      <a:pt x="430712" y="21709"/>
                    </a:lnTo>
                    <a:lnTo>
                      <a:pt x="446330" y="21709"/>
                    </a:lnTo>
                    <a:lnTo>
                      <a:pt x="446330" y="63748"/>
                    </a:lnTo>
                    <a:lnTo>
                      <a:pt x="452021" y="65008"/>
                    </a:lnTo>
                    <a:lnTo>
                      <a:pt x="452021" y="70705"/>
                    </a:lnTo>
                    <a:lnTo>
                      <a:pt x="438279" y="70705"/>
                    </a:lnTo>
                    <a:lnTo>
                      <a:pt x="437674" y="63448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 213">
                <a:extLst>
                  <a:ext uri="{FF2B5EF4-FFF2-40B4-BE49-F238E27FC236}">
                    <a16:creationId xmlns:a16="http://schemas.microsoft.com/office/drawing/2014/main" id="{031BC267-55D9-6E90-F81E-859CC8FB4921}"/>
                  </a:ext>
                </a:extLst>
              </p:cNvPr>
              <p:cNvSpPr/>
              <p:nvPr/>
            </p:nvSpPr>
            <p:spPr>
              <a:xfrm>
                <a:off x="8823238" y="257316"/>
                <a:ext cx="170287" cy="147646"/>
              </a:xfrm>
              <a:custGeom>
                <a:avLst/>
                <a:gdLst>
                  <a:gd name="connsiteX0" fmla="*/ 0 w 170287"/>
                  <a:gd name="connsiteY0" fmla="*/ 73823 h 147646"/>
                  <a:gd name="connsiteX1" fmla="*/ 74459 w 170287"/>
                  <a:gd name="connsiteY1" fmla="*/ 147647 h 147646"/>
                  <a:gd name="connsiteX2" fmla="*/ 170287 w 170287"/>
                  <a:gd name="connsiteY2" fmla="*/ 52774 h 147646"/>
                  <a:gd name="connsiteX3" fmla="*/ 148978 w 170287"/>
                  <a:gd name="connsiteY3" fmla="*/ 31664 h 147646"/>
                  <a:gd name="connsiteX4" fmla="*/ 74459 w 170287"/>
                  <a:gd name="connsiteY4" fmla="*/ 105428 h 147646"/>
                  <a:gd name="connsiteX5" fmla="*/ 42557 w 170287"/>
                  <a:gd name="connsiteY5" fmla="*/ 73823 h 147646"/>
                  <a:gd name="connsiteX6" fmla="*/ 74459 w 170287"/>
                  <a:gd name="connsiteY6" fmla="*/ 42159 h 147646"/>
                  <a:gd name="connsiteX7" fmla="*/ 95768 w 170287"/>
                  <a:gd name="connsiteY7" fmla="*/ 63269 h 147646"/>
                  <a:gd name="connsiteX8" fmla="*/ 117016 w 170287"/>
                  <a:gd name="connsiteY8" fmla="*/ 42159 h 147646"/>
                  <a:gd name="connsiteX9" fmla="*/ 74459 w 170287"/>
                  <a:gd name="connsiteY9" fmla="*/ 0 h 147646"/>
                  <a:gd name="connsiteX10" fmla="*/ 0 w 170287"/>
                  <a:gd name="connsiteY10" fmla="*/ 73823 h 1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0287" h="147646">
                    <a:moveTo>
                      <a:pt x="0" y="73823"/>
                    </a:moveTo>
                    <a:lnTo>
                      <a:pt x="74459" y="147647"/>
                    </a:lnTo>
                    <a:lnTo>
                      <a:pt x="170287" y="52774"/>
                    </a:lnTo>
                    <a:lnTo>
                      <a:pt x="148978" y="31664"/>
                    </a:lnTo>
                    <a:lnTo>
                      <a:pt x="74459" y="105428"/>
                    </a:lnTo>
                    <a:lnTo>
                      <a:pt x="42557" y="73823"/>
                    </a:lnTo>
                    <a:lnTo>
                      <a:pt x="74459" y="42159"/>
                    </a:lnTo>
                    <a:lnTo>
                      <a:pt x="95768" y="63269"/>
                    </a:lnTo>
                    <a:lnTo>
                      <a:pt x="117016" y="42159"/>
                    </a:lnTo>
                    <a:lnTo>
                      <a:pt x="74459" y="0"/>
                    </a:lnTo>
                    <a:lnTo>
                      <a:pt x="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 214">
                <a:extLst>
                  <a:ext uri="{FF2B5EF4-FFF2-40B4-BE49-F238E27FC236}">
                    <a16:creationId xmlns:a16="http://schemas.microsoft.com/office/drawing/2014/main" id="{AF71B7B2-02F8-1DB0-E612-312161156F14}"/>
                  </a:ext>
                </a:extLst>
              </p:cNvPr>
              <p:cNvSpPr/>
              <p:nvPr/>
            </p:nvSpPr>
            <p:spPr>
              <a:xfrm>
                <a:off x="9121195" y="257436"/>
                <a:ext cx="170287" cy="147586"/>
              </a:xfrm>
              <a:custGeom>
                <a:avLst/>
                <a:gdLst>
                  <a:gd name="connsiteX0" fmla="*/ 170287 w 170287"/>
                  <a:gd name="connsiteY0" fmla="*/ 73763 h 147586"/>
                  <a:gd name="connsiteX1" fmla="*/ 95829 w 170287"/>
                  <a:gd name="connsiteY1" fmla="*/ 147587 h 147586"/>
                  <a:gd name="connsiteX2" fmla="*/ 53211 w 170287"/>
                  <a:gd name="connsiteY2" fmla="*/ 105428 h 147586"/>
                  <a:gd name="connsiteX3" fmla="*/ 74459 w 170287"/>
                  <a:gd name="connsiteY3" fmla="*/ 84378 h 147586"/>
                  <a:gd name="connsiteX4" fmla="*/ 95829 w 170287"/>
                  <a:gd name="connsiteY4" fmla="*/ 105428 h 147586"/>
                  <a:gd name="connsiteX5" fmla="*/ 127731 w 170287"/>
                  <a:gd name="connsiteY5" fmla="*/ 73763 h 147586"/>
                  <a:gd name="connsiteX6" fmla="*/ 95829 w 170287"/>
                  <a:gd name="connsiteY6" fmla="*/ 42159 h 147586"/>
                  <a:gd name="connsiteX7" fmla="*/ 21309 w 170287"/>
                  <a:gd name="connsiteY7" fmla="*/ 115982 h 147586"/>
                  <a:gd name="connsiteX8" fmla="*/ 0 w 170287"/>
                  <a:gd name="connsiteY8" fmla="*/ 94873 h 147586"/>
                  <a:gd name="connsiteX9" fmla="*/ 95829 w 170287"/>
                  <a:gd name="connsiteY9" fmla="*/ 0 h 147586"/>
                  <a:gd name="connsiteX10" fmla="*/ 170287 w 170287"/>
                  <a:gd name="connsiteY10" fmla="*/ 73763 h 147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0287" h="147586">
                    <a:moveTo>
                      <a:pt x="170287" y="73763"/>
                    </a:moveTo>
                    <a:lnTo>
                      <a:pt x="95829" y="147587"/>
                    </a:lnTo>
                    <a:lnTo>
                      <a:pt x="53211" y="105428"/>
                    </a:lnTo>
                    <a:lnTo>
                      <a:pt x="74459" y="84378"/>
                    </a:lnTo>
                    <a:lnTo>
                      <a:pt x="95829" y="105428"/>
                    </a:lnTo>
                    <a:lnTo>
                      <a:pt x="127731" y="73763"/>
                    </a:lnTo>
                    <a:lnTo>
                      <a:pt x="95829" y="42159"/>
                    </a:lnTo>
                    <a:lnTo>
                      <a:pt x="21309" y="115982"/>
                    </a:lnTo>
                    <a:lnTo>
                      <a:pt x="0" y="94873"/>
                    </a:lnTo>
                    <a:lnTo>
                      <a:pt x="95829" y="0"/>
                    </a:lnTo>
                    <a:lnTo>
                      <a:pt x="170287" y="7376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 215">
                <a:extLst>
                  <a:ext uri="{FF2B5EF4-FFF2-40B4-BE49-F238E27FC236}">
                    <a16:creationId xmlns:a16="http://schemas.microsoft.com/office/drawing/2014/main" id="{CBEBE81F-20E1-672B-2DFB-CCEA1E210130}"/>
                  </a:ext>
                </a:extLst>
              </p:cNvPr>
              <p:cNvSpPr/>
              <p:nvPr/>
            </p:nvSpPr>
            <p:spPr>
              <a:xfrm>
                <a:off x="8929660" y="151889"/>
                <a:ext cx="117075" cy="168696"/>
              </a:xfrm>
              <a:custGeom>
                <a:avLst/>
                <a:gdLst>
                  <a:gd name="connsiteX0" fmla="*/ 0 w 117075"/>
                  <a:gd name="connsiteY0" fmla="*/ 73823 h 168696"/>
                  <a:gd name="connsiteX1" fmla="*/ 74459 w 117075"/>
                  <a:gd name="connsiteY1" fmla="*/ 0 h 168696"/>
                  <a:gd name="connsiteX2" fmla="*/ 117076 w 117075"/>
                  <a:gd name="connsiteY2" fmla="*/ 42219 h 168696"/>
                  <a:gd name="connsiteX3" fmla="*/ 95707 w 117075"/>
                  <a:gd name="connsiteY3" fmla="*/ 63329 h 168696"/>
                  <a:gd name="connsiteX4" fmla="*/ 74459 w 117075"/>
                  <a:gd name="connsiteY4" fmla="*/ 42219 h 168696"/>
                  <a:gd name="connsiteX5" fmla="*/ 42556 w 117075"/>
                  <a:gd name="connsiteY5" fmla="*/ 73823 h 168696"/>
                  <a:gd name="connsiteX6" fmla="*/ 117076 w 117075"/>
                  <a:gd name="connsiteY6" fmla="*/ 147587 h 168696"/>
                  <a:gd name="connsiteX7" fmla="*/ 95707 w 117075"/>
                  <a:gd name="connsiteY7" fmla="*/ 168696 h 168696"/>
                  <a:gd name="connsiteX8" fmla="*/ 0 w 117075"/>
                  <a:gd name="connsiteY8" fmla="*/ 73823 h 168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075" h="168696">
                    <a:moveTo>
                      <a:pt x="0" y="73823"/>
                    </a:moveTo>
                    <a:lnTo>
                      <a:pt x="74459" y="0"/>
                    </a:lnTo>
                    <a:lnTo>
                      <a:pt x="117076" y="42219"/>
                    </a:lnTo>
                    <a:lnTo>
                      <a:pt x="95707" y="63329"/>
                    </a:lnTo>
                    <a:lnTo>
                      <a:pt x="74459" y="42219"/>
                    </a:lnTo>
                    <a:lnTo>
                      <a:pt x="42556" y="73823"/>
                    </a:lnTo>
                    <a:lnTo>
                      <a:pt x="117076" y="147587"/>
                    </a:lnTo>
                    <a:lnTo>
                      <a:pt x="95707" y="168696"/>
                    </a:lnTo>
                    <a:lnTo>
                      <a:pt x="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 216">
                <a:extLst>
                  <a:ext uri="{FF2B5EF4-FFF2-40B4-BE49-F238E27FC236}">
                    <a16:creationId xmlns:a16="http://schemas.microsoft.com/office/drawing/2014/main" id="{832F607A-609D-F900-32BB-C1FD6F80D371}"/>
                  </a:ext>
                </a:extLst>
              </p:cNvPr>
              <p:cNvSpPr/>
              <p:nvPr/>
            </p:nvSpPr>
            <p:spPr>
              <a:xfrm>
                <a:off x="9067984" y="341694"/>
                <a:ext cx="117075" cy="168636"/>
              </a:xfrm>
              <a:custGeom>
                <a:avLst/>
                <a:gdLst>
                  <a:gd name="connsiteX0" fmla="*/ 117076 w 117075"/>
                  <a:gd name="connsiteY0" fmla="*/ 94873 h 168636"/>
                  <a:gd name="connsiteX1" fmla="*/ 42557 w 117075"/>
                  <a:gd name="connsiteY1" fmla="*/ 168636 h 168636"/>
                  <a:gd name="connsiteX2" fmla="*/ 0 w 117075"/>
                  <a:gd name="connsiteY2" fmla="*/ 126477 h 168636"/>
                  <a:gd name="connsiteX3" fmla="*/ 21248 w 117075"/>
                  <a:gd name="connsiteY3" fmla="*/ 105428 h 168636"/>
                  <a:gd name="connsiteX4" fmla="*/ 42557 w 117075"/>
                  <a:gd name="connsiteY4" fmla="*/ 126477 h 168636"/>
                  <a:gd name="connsiteX5" fmla="*/ 74519 w 117075"/>
                  <a:gd name="connsiteY5" fmla="*/ 94873 h 168636"/>
                  <a:gd name="connsiteX6" fmla="*/ 0 w 117075"/>
                  <a:gd name="connsiteY6" fmla="*/ 21050 h 168636"/>
                  <a:gd name="connsiteX7" fmla="*/ 21248 w 117075"/>
                  <a:gd name="connsiteY7" fmla="*/ 0 h 168636"/>
                  <a:gd name="connsiteX8" fmla="*/ 117076 w 117075"/>
                  <a:gd name="connsiteY8" fmla="*/ 94873 h 16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075" h="168636">
                    <a:moveTo>
                      <a:pt x="117076" y="94873"/>
                    </a:moveTo>
                    <a:lnTo>
                      <a:pt x="42557" y="168636"/>
                    </a:lnTo>
                    <a:lnTo>
                      <a:pt x="0" y="126477"/>
                    </a:lnTo>
                    <a:lnTo>
                      <a:pt x="21248" y="105428"/>
                    </a:lnTo>
                    <a:lnTo>
                      <a:pt x="42557" y="126477"/>
                    </a:lnTo>
                    <a:lnTo>
                      <a:pt x="74519" y="94873"/>
                    </a:lnTo>
                    <a:lnTo>
                      <a:pt x="0" y="21050"/>
                    </a:lnTo>
                    <a:lnTo>
                      <a:pt x="21248" y="0"/>
                    </a:lnTo>
                    <a:lnTo>
                      <a:pt x="117076" y="9487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 217">
                <a:extLst>
                  <a:ext uri="{FF2B5EF4-FFF2-40B4-BE49-F238E27FC236}">
                    <a16:creationId xmlns:a16="http://schemas.microsoft.com/office/drawing/2014/main" id="{D2FE4197-485D-188C-920A-5C2AF0DF92C8}"/>
                  </a:ext>
                </a:extLst>
              </p:cNvPr>
              <p:cNvSpPr/>
              <p:nvPr/>
            </p:nvSpPr>
            <p:spPr>
              <a:xfrm>
                <a:off x="9014773" y="151889"/>
                <a:ext cx="170287" cy="168696"/>
              </a:xfrm>
              <a:custGeom>
                <a:avLst/>
                <a:gdLst>
                  <a:gd name="connsiteX0" fmla="*/ 0 w 170287"/>
                  <a:gd name="connsiteY0" fmla="*/ 94873 h 168696"/>
                  <a:gd name="connsiteX1" fmla="*/ 21309 w 170287"/>
                  <a:gd name="connsiteY1" fmla="*/ 115982 h 168696"/>
                  <a:gd name="connsiteX2" fmla="*/ 42557 w 170287"/>
                  <a:gd name="connsiteY2" fmla="*/ 94873 h 168696"/>
                  <a:gd name="connsiteX3" fmla="*/ 117076 w 170287"/>
                  <a:gd name="connsiteY3" fmla="*/ 168696 h 168696"/>
                  <a:gd name="connsiteX4" fmla="*/ 138263 w 170287"/>
                  <a:gd name="connsiteY4" fmla="*/ 147587 h 168696"/>
                  <a:gd name="connsiteX5" fmla="*/ 63926 w 170287"/>
                  <a:gd name="connsiteY5" fmla="*/ 73823 h 168696"/>
                  <a:gd name="connsiteX6" fmla="*/ 95768 w 170287"/>
                  <a:gd name="connsiteY6" fmla="*/ 42219 h 168696"/>
                  <a:gd name="connsiteX7" fmla="*/ 127730 w 170287"/>
                  <a:gd name="connsiteY7" fmla="*/ 73823 h 168696"/>
                  <a:gd name="connsiteX8" fmla="*/ 106422 w 170287"/>
                  <a:gd name="connsiteY8" fmla="*/ 94873 h 168696"/>
                  <a:gd name="connsiteX9" fmla="*/ 127730 w 170287"/>
                  <a:gd name="connsiteY9" fmla="*/ 115982 h 168696"/>
                  <a:gd name="connsiteX10" fmla="*/ 170287 w 170287"/>
                  <a:gd name="connsiteY10" fmla="*/ 73823 h 168696"/>
                  <a:gd name="connsiteX11" fmla="*/ 95768 w 170287"/>
                  <a:gd name="connsiteY11" fmla="*/ 0 h 168696"/>
                  <a:gd name="connsiteX12" fmla="*/ 0 w 170287"/>
                  <a:gd name="connsiteY12" fmla="*/ 94873 h 168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287" h="168696">
                    <a:moveTo>
                      <a:pt x="0" y="94873"/>
                    </a:moveTo>
                    <a:lnTo>
                      <a:pt x="21309" y="115982"/>
                    </a:lnTo>
                    <a:lnTo>
                      <a:pt x="42557" y="94873"/>
                    </a:lnTo>
                    <a:lnTo>
                      <a:pt x="117076" y="168696"/>
                    </a:lnTo>
                    <a:lnTo>
                      <a:pt x="138263" y="147587"/>
                    </a:lnTo>
                    <a:lnTo>
                      <a:pt x="63926" y="73823"/>
                    </a:lnTo>
                    <a:lnTo>
                      <a:pt x="95768" y="42219"/>
                    </a:lnTo>
                    <a:lnTo>
                      <a:pt x="127730" y="73823"/>
                    </a:lnTo>
                    <a:lnTo>
                      <a:pt x="106422" y="94873"/>
                    </a:lnTo>
                    <a:lnTo>
                      <a:pt x="127730" y="115982"/>
                    </a:lnTo>
                    <a:lnTo>
                      <a:pt x="170287" y="73823"/>
                    </a:lnTo>
                    <a:lnTo>
                      <a:pt x="95768" y="0"/>
                    </a:lnTo>
                    <a:lnTo>
                      <a:pt x="0" y="9487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 218">
                <a:extLst>
                  <a:ext uri="{FF2B5EF4-FFF2-40B4-BE49-F238E27FC236}">
                    <a16:creationId xmlns:a16="http://schemas.microsoft.com/office/drawing/2014/main" id="{47BE9CBA-E7D3-C790-DA12-7341C1A9E04F}"/>
                  </a:ext>
                </a:extLst>
              </p:cNvPr>
              <p:cNvSpPr/>
              <p:nvPr/>
            </p:nvSpPr>
            <p:spPr>
              <a:xfrm>
                <a:off x="8929660" y="341694"/>
                <a:ext cx="170226" cy="168636"/>
              </a:xfrm>
              <a:custGeom>
                <a:avLst/>
                <a:gdLst>
                  <a:gd name="connsiteX0" fmla="*/ 127670 w 170226"/>
                  <a:gd name="connsiteY0" fmla="*/ 73823 h 168636"/>
                  <a:gd name="connsiteX1" fmla="*/ 53210 w 170226"/>
                  <a:gd name="connsiteY1" fmla="*/ 0 h 168636"/>
                  <a:gd name="connsiteX2" fmla="*/ 31962 w 170226"/>
                  <a:gd name="connsiteY2" fmla="*/ 20990 h 168636"/>
                  <a:gd name="connsiteX3" fmla="*/ 106422 w 170226"/>
                  <a:gd name="connsiteY3" fmla="*/ 94873 h 168636"/>
                  <a:gd name="connsiteX4" fmla="*/ 74459 w 170226"/>
                  <a:gd name="connsiteY4" fmla="*/ 126477 h 168636"/>
                  <a:gd name="connsiteX5" fmla="*/ 42556 w 170226"/>
                  <a:gd name="connsiteY5" fmla="*/ 94873 h 168636"/>
                  <a:gd name="connsiteX6" fmla="*/ 63804 w 170226"/>
                  <a:gd name="connsiteY6" fmla="*/ 73823 h 168636"/>
                  <a:gd name="connsiteX7" fmla="*/ 42556 w 170226"/>
                  <a:gd name="connsiteY7" fmla="*/ 52714 h 168636"/>
                  <a:gd name="connsiteX8" fmla="*/ 0 w 170226"/>
                  <a:gd name="connsiteY8" fmla="*/ 94873 h 168636"/>
                  <a:gd name="connsiteX9" fmla="*/ 74459 w 170226"/>
                  <a:gd name="connsiteY9" fmla="*/ 168636 h 168636"/>
                  <a:gd name="connsiteX10" fmla="*/ 170227 w 170226"/>
                  <a:gd name="connsiteY10" fmla="*/ 73823 h 168636"/>
                  <a:gd name="connsiteX11" fmla="*/ 148978 w 170226"/>
                  <a:gd name="connsiteY11" fmla="*/ 52714 h 168636"/>
                  <a:gd name="connsiteX12" fmla="*/ 127670 w 170226"/>
                  <a:gd name="connsiteY12" fmla="*/ 73823 h 16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226" h="168636">
                    <a:moveTo>
                      <a:pt x="127670" y="73823"/>
                    </a:moveTo>
                    <a:lnTo>
                      <a:pt x="53210" y="0"/>
                    </a:lnTo>
                    <a:lnTo>
                      <a:pt x="31962" y="20990"/>
                    </a:lnTo>
                    <a:lnTo>
                      <a:pt x="106422" y="94873"/>
                    </a:lnTo>
                    <a:lnTo>
                      <a:pt x="74459" y="126477"/>
                    </a:lnTo>
                    <a:lnTo>
                      <a:pt x="42556" y="94873"/>
                    </a:lnTo>
                    <a:lnTo>
                      <a:pt x="63804" y="73823"/>
                    </a:lnTo>
                    <a:lnTo>
                      <a:pt x="42556" y="52714"/>
                    </a:lnTo>
                    <a:lnTo>
                      <a:pt x="0" y="94873"/>
                    </a:lnTo>
                    <a:lnTo>
                      <a:pt x="74459" y="168636"/>
                    </a:lnTo>
                    <a:lnTo>
                      <a:pt x="170227" y="73823"/>
                    </a:lnTo>
                    <a:lnTo>
                      <a:pt x="148978" y="52714"/>
                    </a:lnTo>
                    <a:lnTo>
                      <a:pt x="12767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 219">
                <a:extLst>
                  <a:ext uri="{FF2B5EF4-FFF2-40B4-BE49-F238E27FC236}">
                    <a16:creationId xmlns:a16="http://schemas.microsoft.com/office/drawing/2014/main" id="{2747CCED-8649-5D08-0212-426E2A03F262}"/>
                  </a:ext>
                </a:extLst>
              </p:cNvPr>
              <p:cNvSpPr/>
              <p:nvPr/>
            </p:nvSpPr>
            <p:spPr>
              <a:xfrm rot="-2698799">
                <a:off x="9011910" y="315847"/>
                <a:ext cx="90319" cy="29805"/>
              </a:xfrm>
              <a:custGeom>
                <a:avLst/>
                <a:gdLst>
                  <a:gd name="connsiteX0" fmla="*/ 0 w 90319"/>
                  <a:gd name="connsiteY0" fmla="*/ 0 h 29805"/>
                  <a:gd name="connsiteX1" fmla="*/ 90319 w 90319"/>
                  <a:gd name="connsiteY1" fmla="*/ 0 h 29805"/>
                  <a:gd name="connsiteX2" fmla="*/ 90319 w 90319"/>
                  <a:gd name="connsiteY2" fmla="*/ 29805 h 29805"/>
                  <a:gd name="connsiteX3" fmla="*/ 0 w 90319"/>
                  <a:gd name="connsiteY3" fmla="*/ 29805 h 29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319" h="29805">
                    <a:moveTo>
                      <a:pt x="0" y="0"/>
                    </a:moveTo>
                    <a:lnTo>
                      <a:pt x="90319" y="0"/>
                    </a:lnTo>
                    <a:lnTo>
                      <a:pt x="90319" y="29805"/>
                    </a:lnTo>
                    <a:lnTo>
                      <a:pt x="0" y="29805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 220">
                <a:extLst>
                  <a:ext uri="{FF2B5EF4-FFF2-40B4-BE49-F238E27FC236}">
                    <a16:creationId xmlns:a16="http://schemas.microsoft.com/office/drawing/2014/main" id="{E206D4A4-E216-E474-ACE2-CEF35B168A05}"/>
                  </a:ext>
                </a:extLst>
              </p:cNvPr>
              <p:cNvSpPr/>
              <p:nvPr/>
            </p:nvSpPr>
            <p:spPr>
              <a:xfrm rot="-2698799">
                <a:off x="9034776" y="108470"/>
                <a:ext cx="45159" cy="44737"/>
              </a:xfrm>
              <a:custGeom>
                <a:avLst/>
                <a:gdLst>
                  <a:gd name="connsiteX0" fmla="*/ 0 w 45159"/>
                  <a:gd name="connsiteY0" fmla="*/ 0 h 44737"/>
                  <a:gd name="connsiteX1" fmla="*/ 45160 w 45159"/>
                  <a:gd name="connsiteY1" fmla="*/ 0 h 44737"/>
                  <a:gd name="connsiteX2" fmla="*/ 45160 w 45159"/>
                  <a:gd name="connsiteY2" fmla="*/ 44738 h 44737"/>
                  <a:gd name="connsiteX3" fmla="*/ 0 w 45159"/>
                  <a:gd name="connsiteY3" fmla="*/ 44738 h 4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159" h="44737">
                    <a:moveTo>
                      <a:pt x="0" y="0"/>
                    </a:moveTo>
                    <a:lnTo>
                      <a:pt x="45160" y="0"/>
                    </a:lnTo>
                    <a:lnTo>
                      <a:pt x="45160" y="44738"/>
                    </a:lnTo>
                    <a:lnTo>
                      <a:pt x="0" y="44738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 221">
                <a:extLst>
                  <a:ext uri="{FF2B5EF4-FFF2-40B4-BE49-F238E27FC236}">
                    <a16:creationId xmlns:a16="http://schemas.microsoft.com/office/drawing/2014/main" id="{816D898E-8A1F-F9CB-08E2-ADE7C7620526}"/>
                  </a:ext>
                </a:extLst>
              </p:cNvPr>
              <p:cNvSpPr/>
              <p:nvPr/>
            </p:nvSpPr>
            <p:spPr>
              <a:xfrm>
                <a:off x="9025428" y="499836"/>
                <a:ext cx="63804" cy="63268"/>
              </a:xfrm>
              <a:custGeom>
                <a:avLst/>
                <a:gdLst>
                  <a:gd name="connsiteX0" fmla="*/ 0 w 63804"/>
                  <a:gd name="connsiteY0" fmla="*/ 31604 h 63268"/>
                  <a:gd name="connsiteX1" fmla="*/ 31902 w 63804"/>
                  <a:gd name="connsiteY1" fmla="*/ 63269 h 63268"/>
                  <a:gd name="connsiteX2" fmla="*/ 63805 w 63804"/>
                  <a:gd name="connsiteY2" fmla="*/ 31604 h 63268"/>
                  <a:gd name="connsiteX3" fmla="*/ 31902 w 63804"/>
                  <a:gd name="connsiteY3" fmla="*/ 0 h 63268"/>
                  <a:gd name="connsiteX4" fmla="*/ 0 w 63804"/>
                  <a:gd name="connsiteY4" fmla="*/ 31604 h 63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804" h="63268">
                    <a:moveTo>
                      <a:pt x="0" y="31604"/>
                    </a:moveTo>
                    <a:lnTo>
                      <a:pt x="31902" y="63269"/>
                    </a:lnTo>
                    <a:lnTo>
                      <a:pt x="63805" y="31604"/>
                    </a:lnTo>
                    <a:lnTo>
                      <a:pt x="31902" y="0"/>
                    </a:lnTo>
                    <a:lnTo>
                      <a:pt x="0" y="31604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 222">
                <a:extLst>
                  <a:ext uri="{FF2B5EF4-FFF2-40B4-BE49-F238E27FC236}">
                    <a16:creationId xmlns:a16="http://schemas.microsoft.com/office/drawing/2014/main" id="{AAC385E9-061F-F754-1EAB-753117031EF5}"/>
                  </a:ext>
                </a:extLst>
              </p:cNvPr>
              <p:cNvSpPr/>
              <p:nvPr/>
            </p:nvSpPr>
            <p:spPr>
              <a:xfrm>
                <a:off x="9455171" y="99235"/>
                <a:ext cx="209877" cy="228846"/>
              </a:xfrm>
              <a:custGeom>
                <a:avLst/>
                <a:gdLst>
                  <a:gd name="connsiteX0" fmla="*/ 183424 w 209877"/>
                  <a:gd name="connsiteY0" fmla="*/ 197182 h 228846"/>
                  <a:gd name="connsiteX1" fmla="*/ 209878 w 209877"/>
                  <a:gd name="connsiteY1" fmla="*/ 197182 h 228846"/>
                  <a:gd name="connsiteX2" fmla="*/ 209878 w 209877"/>
                  <a:gd name="connsiteY2" fmla="*/ 228846 h 228846"/>
                  <a:gd name="connsiteX3" fmla="*/ 176462 w 209877"/>
                  <a:gd name="connsiteY3" fmla="*/ 228846 h 228846"/>
                  <a:gd name="connsiteX4" fmla="*/ 153761 w 209877"/>
                  <a:gd name="connsiteY4" fmla="*/ 222669 h 228846"/>
                  <a:gd name="connsiteX5" fmla="*/ 144862 w 209877"/>
                  <a:gd name="connsiteY5" fmla="*/ 163779 h 228846"/>
                  <a:gd name="connsiteX6" fmla="*/ 137598 w 209877"/>
                  <a:gd name="connsiteY6" fmla="*/ 135293 h 228846"/>
                  <a:gd name="connsiteX7" fmla="*/ 115139 w 209877"/>
                  <a:gd name="connsiteY7" fmla="*/ 129056 h 228846"/>
                  <a:gd name="connsiteX8" fmla="*/ 66286 w 209877"/>
                  <a:gd name="connsiteY8" fmla="*/ 129056 h 228846"/>
                  <a:gd name="connsiteX9" fmla="*/ 66286 w 209877"/>
                  <a:gd name="connsiteY9" fmla="*/ 197782 h 228846"/>
                  <a:gd name="connsiteX10" fmla="*/ 98008 w 209877"/>
                  <a:gd name="connsiteY10" fmla="*/ 197782 h 228846"/>
                  <a:gd name="connsiteX11" fmla="*/ 98008 w 209877"/>
                  <a:gd name="connsiteY11" fmla="*/ 228846 h 228846"/>
                  <a:gd name="connsiteX12" fmla="*/ 0 w 209877"/>
                  <a:gd name="connsiteY12" fmla="*/ 228846 h 228846"/>
                  <a:gd name="connsiteX13" fmla="*/ 0 w 209877"/>
                  <a:gd name="connsiteY13" fmla="*/ 197782 h 228846"/>
                  <a:gd name="connsiteX14" fmla="*/ 30994 w 209877"/>
                  <a:gd name="connsiteY14" fmla="*/ 197782 h 228846"/>
                  <a:gd name="connsiteX15" fmla="*/ 30994 w 209877"/>
                  <a:gd name="connsiteY15" fmla="*/ 31065 h 228846"/>
                  <a:gd name="connsiteX16" fmla="*/ 0 w 209877"/>
                  <a:gd name="connsiteY16" fmla="*/ 31065 h 228846"/>
                  <a:gd name="connsiteX17" fmla="*/ 0 w 209877"/>
                  <a:gd name="connsiteY17" fmla="*/ 0 h 228846"/>
                  <a:gd name="connsiteX18" fmla="*/ 140201 w 209877"/>
                  <a:gd name="connsiteY18" fmla="*/ 0 h 228846"/>
                  <a:gd name="connsiteX19" fmla="*/ 172588 w 209877"/>
                  <a:gd name="connsiteY19" fmla="*/ 9415 h 228846"/>
                  <a:gd name="connsiteX20" fmla="*/ 185118 w 209877"/>
                  <a:gd name="connsiteY20" fmla="*/ 63748 h 228846"/>
                  <a:gd name="connsiteX21" fmla="*/ 149160 w 209877"/>
                  <a:gd name="connsiteY21" fmla="*/ 115682 h 228846"/>
                  <a:gd name="connsiteX22" fmla="*/ 149160 w 209877"/>
                  <a:gd name="connsiteY22" fmla="*/ 116282 h 228846"/>
                  <a:gd name="connsiteX23" fmla="*/ 181850 w 209877"/>
                  <a:gd name="connsiteY23" fmla="*/ 163419 h 228846"/>
                  <a:gd name="connsiteX24" fmla="*/ 183484 w 209877"/>
                  <a:gd name="connsiteY24" fmla="*/ 197122 h 228846"/>
                  <a:gd name="connsiteX25" fmla="*/ 183484 w 209877"/>
                  <a:gd name="connsiteY25" fmla="*/ 197122 h 228846"/>
                  <a:gd name="connsiteX26" fmla="*/ 128760 w 209877"/>
                  <a:gd name="connsiteY26" fmla="*/ 99730 h 228846"/>
                  <a:gd name="connsiteX27" fmla="*/ 143167 w 209877"/>
                  <a:gd name="connsiteY27" fmla="*/ 97152 h 228846"/>
                  <a:gd name="connsiteX28" fmla="*/ 147465 w 209877"/>
                  <a:gd name="connsiteY28" fmla="*/ 65727 h 228846"/>
                  <a:gd name="connsiteX29" fmla="*/ 143167 w 209877"/>
                  <a:gd name="connsiteY29" fmla="*/ 33703 h 228846"/>
                  <a:gd name="connsiteX30" fmla="*/ 128760 w 209877"/>
                  <a:gd name="connsiteY30" fmla="*/ 31065 h 228846"/>
                  <a:gd name="connsiteX31" fmla="*/ 66286 w 209877"/>
                  <a:gd name="connsiteY31" fmla="*/ 31065 h 228846"/>
                  <a:gd name="connsiteX32" fmla="*/ 66286 w 209877"/>
                  <a:gd name="connsiteY32" fmla="*/ 99730 h 228846"/>
                  <a:gd name="connsiteX33" fmla="*/ 128760 w 209877"/>
                  <a:gd name="connsiteY33" fmla="*/ 99730 h 228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09877" h="228846">
                    <a:moveTo>
                      <a:pt x="183424" y="197182"/>
                    </a:moveTo>
                    <a:lnTo>
                      <a:pt x="209878" y="197182"/>
                    </a:lnTo>
                    <a:lnTo>
                      <a:pt x="209878" y="228846"/>
                    </a:lnTo>
                    <a:lnTo>
                      <a:pt x="176462" y="228846"/>
                    </a:lnTo>
                    <a:cubicBezTo>
                      <a:pt x="162660" y="228846"/>
                      <a:pt x="157696" y="226567"/>
                      <a:pt x="153761" y="222669"/>
                    </a:cubicBezTo>
                    <a:cubicBezTo>
                      <a:pt x="148797" y="217752"/>
                      <a:pt x="146194" y="208936"/>
                      <a:pt x="144862" y="163779"/>
                    </a:cubicBezTo>
                    <a:cubicBezTo>
                      <a:pt x="144256" y="145428"/>
                      <a:pt x="141956" y="139551"/>
                      <a:pt x="137598" y="135293"/>
                    </a:cubicBezTo>
                    <a:cubicBezTo>
                      <a:pt x="132270" y="130075"/>
                      <a:pt x="126702" y="129056"/>
                      <a:pt x="115139" y="129056"/>
                    </a:cubicBezTo>
                    <a:lnTo>
                      <a:pt x="66286" y="129056"/>
                    </a:lnTo>
                    <a:lnTo>
                      <a:pt x="66286" y="197782"/>
                    </a:lnTo>
                    <a:lnTo>
                      <a:pt x="98008" y="197782"/>
                    </a:lnTo>
                    <a:lnTo>
                      <a:pt x="98008" y="228846"/>
                    </a:lnTo>
                    <a:lnTo>
                      <a:pt x="0" y="228846"/>
                    </a:lnTo>
                    <a:lnTo>
                      <a:pt x="0" y="197782"/>
                    </a:lnTo>
                    <a:lnTo>
                      <a:pt x="30994" y="197782"/>
                    </a:lnTo>
                    <a:lnTo>
                      <a:pt x="30994" y="31065"/>
                    </a:lnTo>
                    <a:lnTo>
                      <a:pt x="0" y="31065"/>
                    </a:lnTo>
                    <a:lnTo>
                      <a:pt x="0" y="0"/>
                    </a:lnTo>
                    <a:lnTo>
                      <a:pt x="140201" y="0"/>
                    </a:lnTo>
                    <a:cubicBezTo>
                      <a:pt x="155396" y="0"/>
                      <a:pt x="165626" y="2639"/>
                      <a:pt x="172588" y="9415"/>
                    </a:cubicBezTo>
                    <a:cubicBezTo>
                      <a:pt x="181486" y="18291"/>
                      <a:pt x="185118" y="29385"/>
                      <a:pt x="185118" y="63748"/>
                    </a:cubicBezTo>
                    <a:cubicBezTo>
                      <a:pt x="185118" y="103988"/>
                      <a:pt x="175554" y="112084"/>
                      <a:pt x="149160" y="115682"/>
                    </a:cubicBezTo>
                    <a:lnTo>
                      <a:pt x="149160" y="116282"/>
                    </a:lnTo>
                    <a:cubicBezTo>
                      <a:pt x="173617" y="120900"/>
                      <a:pt x="180457" y="130075"/>
                      <a:pt x="181850" y="163419"/>
                    </a:cubicBezTo>
                    <a:cubicBezTo>
                      <a:pt x="182152" y="173494"/>
                      <a:pt x="182818" y="186987"/>
                      <a:pt x="183484" y="197122"/>
                    </a:cubicBezTo>
                    <a:lnTo>
                      <a:pt x="183484" y="197122"/>
                    </a:lnTo>
                    <a:close/>
                    <a:moveTo>
                      <a:pt x="128760" y="99730"/>
                    </a:moveTo>
                    <a:cubicBezTo>
                      <a:pt x="138263" y="99730"/>
                      <a:pt x="141533" y="98711"/>
                      <a:pt x="143167" y="97152"/>
                    </a:cubicBezTo>
                    <a:cubicBezTo>
                      <a:pt x="146194" y="94153"/>
                      <a:pt x="147465" y="89296"/>
                      <a:pt x="147465" y="65727"/>
                    </a:cubicBezTo>
                    <a:cubicBezTo>
                      <a:pt x="147465" y="42159"/>
                      <a:pt x="146194" y="36642"/>
                      <a:pt x="143167" y="33703"/>
                    </a:cubicBezTo>
                    <a:cubicBezTo>
                      <a:pt x="141593" y="32084"/>
                      <a:pt x="138263" y="31065"/>
                      <a:pt x="128760" y="31065"/>
                    </a:cubicBezTo>
                    <a:lnTo>
                      <a:pt x="66286" y="31065"/>
                    </a:lnTo>
                    <a:lnTo>
                      <a:pt x="66286" y="99730"/>
                    </a:lnTo>
                    <a:lnTo>
                      <a:pt x="128760" y="99730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 223">
                <a:extLst>
                  <a:ext uri="{FF2B5EF4-FFF2-40B4-BE49-F238E27FC236}">
                    <a16:creationId xmlns:a16="http://schemas.microsoft.com/office/drawing/2014/main" id="{52E96A65-5FB8-D34B-2175-438C5FE601C6}"/>
                  </a:ext>
                </a:extLst>
              </p:cNvPr>
              <p:cNvSpPr/>
              <p:nvPr/>
            </p:nvSpPr>
            <p:spPr>
              <a:xfrm>
                <a:off x="9691200" y="99235"/>
                <a:ext cx="183363" cy="228846"/>
              </a:xfrm>
              <a:custGeom>
                <a:avLst/>
                <a:gdLst>
                  <a:gd name="connsiteX0" fmla="*/ 0 w 183363"/>
                  <a:gd name="connsiteY0" fmla="*/ 0 h 228846"/>
                  <a:gd name="connsiteX1" fmla="*/ 0 w 183363"/>
                  <a:gd name="connsiteY1" fmla="*/ 31065 h 228846"/>
                  <a:gd name="connsiteX2" fmla="*/ 30873 w 183363"/>
                  <a:gd name="connsiteY2" fmla="*/ 31065 h 228846"/>
                  <a:gd name="connsiteX3" fmla="*/ 30873 w 183363"/>
                  <a:gd name="connsiteY3" fmla="*/ 197782 h 228846"/>
                  <a:gd name="connsiteX4" fmla="*/ 0 w 183363"/>
                  <a:gd name="connsiteY4" fmla="*/ 197782 h 228846"/>
                  <a:gd name="connsiteX5" fmla="*/ 0 w 183363"/>
                  <a:gd name="connsiteY5" fmla="*/ 228846 h 228846"/>
                  <a:gd name="connsiteX6" fmla="*/ 183363 w 183363"/>
                  <a:gd name="connsiteY6" fmla="*/ 228846 h 228846"/>
                  <a:gd name="connsiteX7" fmla="*/ 183363 w 183363"/>
                  <a:gd name="connsiteY7" fmla="*/ 155023 h 228846"/>
                  <a:gd name="connsiteX8" fmla="*/ 148797 w 183363"/>
                  <a:gd name="connsiteY8" fmla="*/ 155023 h 228846"/>
                  <a:gd name="connsiteX9" fmla="*/ 148797 w 183363"/>
                  <a:gd name="connsiteY9" fmla="*/ 197782 h 228846"/>
                  <a:gd name="connsiteX10" fmla="*/ 66227 w 183363"/>
                  <a:gd name="connsiteY10" fmla="*/ 197782 h 228846"/>
                  <a:gd name="connsiteX11" fmla="*/ 66227 w 183363"/>
                  <a:gd name="connsiteY11" fmla="*/ 125158 h 228846"/>
                  <a:gd name="connsiteX12" fmla="*/ 128336 w 183363"/>
                  <a:gd name="connsiteY12" fmla="*/ 125158 h 228846"/>
                  <a:gd name="connsiteX13" fmla="*/ 128336 w 183363"/>
                  <a:gd name="connsiteY13" fmla="*/ 95173 h 228846"/>
                  <a:gd name="connsiteX14" fmla="*/ 66227 w 183363"/>
                  <a:gd name="connsiteY14" fmla="*/ 95173 h 228846"/>
                  <a:gd name="connsiteX15" fmla="*/ 66227 w 183363"/>
                  <a:gd name="connsiteY15" fmla="*/ 31065 h 228846"/>
                  <a:gd name="connsiteX16" fmla="*/ 146133 w 183363"/>
                  <a:gd name="connsiteY16" fmla="*/ 31065 h 228846"/>
                  <a:gd name="connsiteX17" fmla="*/ 146133 w 183363"/>
                  <a:gd name="connsiteY17" fmla="*/ 68966 h 228846"/>
                  <a:gd name="connsiteX18" fmla="*/ 180760 w 183363"/>
                  <a:gd name="connsiteY18" fmla="*/ 68966 h 228846"/>
                  <a:gd name="connsiteX19" fmla="*/ 180760 w 183363"/>
                  <a:gd name="connsiteY19" fmla="*/ 0 h 228846"/>
                  <a:gd name="connsiteX20" fmla="*/ 0 w 183363"/>
                  <a:gd name="connsiteY20" fmla="*/ 0 h 228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3363" h="228846">
                    <a:moveTo>
                      <a:pt x="0" y="0"/>
                    </a:moveTo>
                    <a:lnTo>
                      <a:pt x="0" y="31065"/>
                    </a:lnTo>
                    <a:lnTo>
                      <a:pt x="30873" y="31065"/>
                    </a:lnTo>
                    <a:lnTo>
                      <a:pt x="30873" y="197782"/>
                    </a:lnTo>
                    <a:lnTo>
                      <a:pt x="0" y="197782"/>
                    </a:lnTo>
                    <a:lnTo>
                      <a:pt x="0" y="228846"/>
                    </a:lnTo>
                    <a:lnTo>
                      <a:pt x="183363" y="228846"/>
                    </a:lnTo>
                    <a:lnTo>
                      <a:pt x="183363" y="155023"/>
                    </a:lnTo>
                    <a:lnTo>
                      <a:pt x="148797" y="155023"/>
                    </a:lnTo>
                    <a:lnTo>
                      <a:pt x="148797" y="197782"/>
                    </a:lnTo>
                    <a:lnTo>
                      <a:pt x="66227" y="197782"/>
                    </a:lnTo>
                    <a:lnTo>
                      <a:pt x="66227" y="125158"/>
                    </a:lnTo>
                    <a:lnTo>
                      <a:pt x="128336" y="125158"/>
                    </a:lnTo>
                    <a:lnTo>
                      <a:pt x="128336" y="95173"/>
                    </a:lnTo>
                    <a:lnTo>
                      <a:pt x="66227" y="95173"/>
                    </a:lnTo>
                    <a:lnTo>
                      <a:pt x="66227" y="31065"/>
                    </a:lnTo>
                    <a:lnTo>
                      <a:pt x="146133" y="31065"/>
                    </a:lnTo>
                    <a:lnTo>
                      <a:pt x="146133" y="68966"/>
                    </a:lnTo>
                    <a:lnTo>
                      <a:pt x="180760" y="68966"/>
                    </a:lnTo>
                    <a:lnTo>
                      <a:pt x="1807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 224">
                <a:extLst>
                  <a:ext uri="{FF2B5EF4-FFF2-40B4-BE49-F238E27FC236}">
                    <a16:creationId xmlns:a16="http://schemas.microsoft.com/office/drawing/2014/main" id="{93D81E1B-C7CE-24DA-E133-753D4F3E84CC}"/>
                  </a:ext>
                </a:extLst>
              </p:cNvPr>
              <p:cNvSpPr/>
              <p:nvPr/>
            </p:nvSpPr>
            <p:spPr>
              <a:xfrm>
                <a:off x="9898474" y="99235"/>
                <a:ext cx="227554" cy="229865"/>
              </a:xfrm>
              <a:custGeom>
                <a:avLst/>
                <a:gdLst>
                  <a:gd name="connsiteX0" fmla="*/ 0 w 227554"/>
                  <a:gd name="connsiteY0" fmla="*/ 31065 h 229865"/>
                  <a:gd name="connsiteX1" fmla="*/ 0 w 227554"/>
                  <a:gd name="connsiteY1" fmla="*/ 0 h 229865"/>
                  <a:gd name="connsiteX2" fmla="*/ 96131 w 227554"/>
                  <a:gd name="connsiteY2" fmla="*/ 0 h 229865"/>
                  <a:gd name="connsiteX3" fmla="*/ 96131 w 227554"/>
                  <a:gd name="connsiteY3" fmla="*/ 31005 h 229865"/>
                  <a:gd name="connsiteX4" fmla="*/ 64834 w 227554"/>
                  <a:gd name="connsiteY4" fmla="*/ 31005 h 229865"/>
                  <a:gd name="connsiteX5" fmla="*/ 113021 w 227554"/>
                  <a:gd name="connsiteY5" fmla="*/ 194903 h 229865"/>
                  <a:gd name="connsiteX6" fmla="*/ 117924 w 227554"/>
                  <a:gd name="connsiteY6" fmla="*/ 194903 h 229865"/>
                  <a:gd name="connsiteX7" fmla="*/ 166473 w 227554"/>
                  <a:gd name="connsiteY7" fmla="*/ 31005 h 229865"/>
                  <a:gd name="connsiteX8" fmla="*/ 135116 w 227554"/>
                  <a:gd name="connsiteY8" fmla="*/ 31005 h 229865"/>
                  <a:gd name="connsiteX9" fmla="*/ 135116 w 227554"/>
                  <a:gd name="connsiteY9" fmla="*/ 0 h 229865"/>
                  <a:gd name="connsiteX10" fmla="*/ 227554 w 227554"/>
                  <a:gd name="connsiteY10" fmla="*/ 0 h 229865"/>
                  <a:gd name="connsiteX11" fmla="*/ 227554 w 227554"/>
                  <a:gd name="connsiteY11" fmla="*/ 31005 h 229865"/>
                  <a:gd name="connsiteX12" fmla="*/ 202190 w 227554"/>
                  <a:gd name="connsiteY12" fmla="*/ 31005 h 229865"/>
                  <a:gd name="connsiteX13" fmla="*/ 142744 w 227554"/>
                  <a:gd name="connsiteY13" fmla="*/ 218711 h 229865"/>
                  <a:gd name="connsiteX14" fmla="*/ 126883 w 227554"/>
                  <a:gd name="connsiteY14" fmla="*/ 229866 h 229865"/>
                  <a:gd name="connsiteX15" fmla="*/ 100853 w 227554"/>
                  <a:gd name="connsiteY15" fmla="*/ 229866 h 229865"/>
                  <a:gd name="connsiteX16" fmla="*/ 84932 w 227554"/>
                  <a:gd name="connsiteY16" fmla="*/ 218711 h 229865"/>
                  <a:gd name="connsiteX17" fmla="*/ 25546 w 227554"/>
                  <a:gd name="connsiteY17" fmla="*/ 31005 h 229865"/>
                  <a:gd name="connsiteX18" fmla="*/ 61 w 227554"/>
                  <a:gd name="connsiteY18" fmla="*/ 31005 h 229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27554" h="229865">
                    <a:moveTo>
                      <a:pt x="0" y="31065"/>
                    </a:moveTo>
                    <a:lnTo>
                      <a:pt x="0" y="0"/>
                    </a:lnTo>
                    <a:lnTo>
                      <a:pt x="96131" y="0"/>
                    </a:lnTo>
                    <a:lnTo>
                      <a:pt x="96131" y="31005"/>
                    </a:lnTo>
                    <a:lnTo>
                      <a:pt x="64834" y="31005"/>
                    </a:lnTo>
                    <a:lnTo>
                      <a:pt x="113021" y="194903"/>
                    </a:lnTo>
                    <a:lnTo>
                      <a:pt x="117924" y="194903"/>
                    </a:lnTo>
                    <a:lnTo>
                      <a:pt x="166473" y="31005"/>
                    </a:lnTo>
                    <a:lnTo>
                      <a:pt x="135116" y="31005"/>
                    </a:lnTo>
                    <a:lnTo>
                      <a:pt x="135116" y="0"/>
                    </a:lnTo>
                    <a:lnTo>
                      <a:pt x="227554" y="0"/>
                    </a:lnTo>
                    <a:lnTo>
                      <a:pt x="227554" y="31005"/>
                    </a:lnTo>
                    <a:lnTo>
                      <a:pt x="202190" y="31005"/>
                    </a:lnTo>
                    <a:lnTo>
                      <a:pt x="142744" y="218711"/>
                    </a:lnTo>
                    <a:cubicBezTo>
                      <a:pt x="139717" y="227887"/>
                      <a:pt x="136751" y="229866"/>
                      <a:pt x="126883" y="229866"/>
                    </a:cubicBezTo>
                    <a:lnTo>
                      <a:pt x="100853" y="229866"/>
                    </a:lnTo>
                    <a:cubicBezTo>
                      <a:pt x="90925" y="229866"/>
                      <a:pt x="87898" y="227887"/>
                      <a:pt x="84932" y="218711"/>
                    </a:cubicBezTo>
                    <a:lnTo>
                      <a:pt x="25546" y="31005"/>
                    </a:lnTo>
                    <a:lnTo>
                      <a:pt x="61" y="31005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 225">
                <a:extLst>
                  <a:ext uri="{FF2B5EF4-FFF2-40B4-BE49-F238E27FC236}">
                    <a16:creationId xmlns:a16="http://schemas.microsoft.com/office/drawing/2014/main" id="{098B100D-2A46-007E-751C-4F50C1240B35}"/>
                  </a:ext>
                </a:extLst>
              </p:cNvPr>
              <p:cNvSpPr/>
              <p:nvPr/>
            </p:nvSpPr>
            <p:spPr>
              <a:xfrm>
                <a:off x="10101390" y="98156"/>
                <a:ext cx="229188" cy="229925"/>
              </a:xfrm>
              <a:custGeom>
                <a:avLst/>
                <a:gdLst>
                  <a:gd name="connsiteX0" fmla="*/ 61 w 229188"/>
                  <a:gd name="connsiteY0" fmla="*/ 229926 h 229925"/>
                  <a:gd name="connsiteX1" fmla="*/ 61 w 229188"/>
                  <a:gd name="connsiteY1" fmla="*/ 198801 h 229925"/>
                  <a:gd name="connsiteX2" fmla="*/ 25183 w 229188"/>
                  <a:gd name="connsiteY2" fmla="*/ 198801 h 229925"/>
                  <a:gd name="connsiteX3" fmla="*/ 84871 w 229188"/>
                  <a:gd name="connsiteY3" fmla="*/ 11094 h 229925"/>
                  <a:gd name="connsiteX4" fmla="*/ 100732 w 229188"/>
                  <a:gd name="connsiteY4" fmla="*/ 0 h 229925"/>
                  <a:gd name="connsiteX5" fmla="*/ 128396 w 229188"/>
                  <a:gd name="connsiteY5" fmla="*/ 0 h 229925"/>
                  <a:gd name="connsiteX6" fmla="*/ 144256 w 229188"/>
                  <a:gd name="connsiteY6" fmla="*/ 11094 h 229925"/>
                  <a:gd name="connsiteX7" fmla="*/ 204066 w 229188"/>
                  <a:gd name="connsiteY7" fmla="*/ 198801 h 229925"/>
                  <a:gd name="connsiteX8" fmla="*/ 229188 w 229188"/>
                  <a:gd name="connsiteY8" fmla="*/ 198801 h 229925"/>
                  <a:gd name="connsiteX9" fmla="*/ 229188 w 229188"/>
                  <a:gd name="connsiteY9" fmla="*/ 229926 h 229925"/>
                  <a:gd name="connsiteX10" fmla="*/ 133421 w 229188"/>
                  <a:gd name="connsiteY10" fmla="*/ 229926 h 229925"/>
                  <a:gd name="connsiteX11" fmla="*/ 133421 w 229188"/>
                  <a:gd name="connsiteY11" fmla="*/ 198801 h 229925"/>
                  <a:gd name="connsiteX12" fmla="*/ 165081 w 229188"/>
                  <a:gd name="connsiteY12" fmla="*/ 198801 h 229925"/>
                  <a:gd name="connsiteX13" fmla="*/ 152913 w 229188"/>
                  <a:gd name="connsiteY13" fmla="*/ 157961 h 229925"/>
                  <a:gd name="connsiteX14" fmla="*/ 72643 w 229188"/>
                  <a:gd name="connsiteY14" fmla="*/ 158261 h 229925"/>
                  <a:gd name="connsiteX15" fmla="*/ 60415 w 229188"/>
                  <a:gd name="connsiteY15" fmla="*/ 198801 h 229925"/>
                  <a:gd name="connsiteX16" fmla="*/ 92135 w 229188"/>
                  <a:gd name="connsiteY16" fmla="*/ 198801 h 229925"/>
                  <a:gd name="connsiteX17" fmla="*/ 92135 w 229188"/>
                  <a:gd name="connsiteY17" fmla="*/ 229926 h 229925"/>
                  <a:gd name="connsiteX18" fmla="*/ 0 w 229188"/>
                  <a:gd name="connsiteY18" fmla="*/ 229926 h 229925"/>
                  <a:gd name="connsiteX19" fmla="*/ 81300 w 229188"/>
                  <a:gd name="connsiteY19" fmla="*/ 128576 h 229925"/>
                  <a:gd name="connsiteX20" fmla="*/ 143954 w 229188"/>
                  <a:gd name="connsiteY20" fmla="*/ 128576 h 229925"/>
                  <a:gd name="connsiteX21" fmla="*/ 115260 w 229188"/>
                  <a:gd name="connsiteY21" fmla="*/ 32084 h 229925"/>
                  <a:gd name="connsiteX22" fmla="*/ 110296 w 229188"/>
                  <a:gd name="connsiteY22" fmla="*/ 32084 h 229925"/>
                  <a:gd name="connsiteX23" fmla="*/ 81300 w 229188"/>
                  <a:gd name="connsiteY23" fmla="*/ 128576 h 229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9188" h="229925">
                    <a:moveTo>
                      <a:pt x="61" y="229926"/>
                    </a:moveTo>
                    <a:lnTo>
                      <a:pt x="61" y="198801"/>
                    </a:lnTo>
                    <a:lnTo>
                      <a:pt x="25183" y="198801"/>
                    </a:lnTo>
                    <a:lnTo>
                      <a:pt x="84871" y="11094"/>
                    </a:lnTo>
                    <a:cubicBezTo>
                      <a:pt x="87898" y="1919"/>
                      <a:pt x="90804" y="0"/>
                      <a:pt x="100732" y="0"/>
                    </a:cubicBezTo>
                    <a:lnTo>
                      <a:pt x="128396" y="0"/>
                    </a:lnTo>
                    <a:cubicBezTo>
                      <a:pt x="138324" y="0"/>
                      <a:pt x="141290" y="1919"/>
                      <a:pt x="144256" y="11094"/>
                    </a:cubicBezTo>
                    <a:lnTo>
                      <a:pt x="204066" y="198801"/>
                    </a:lnTo>
                    <a:lnTo>
                      <a:pt x="229188" y="198801"/>
                    </a:lnTo>
                    <a:lnTo>
                      <a:pt x="229188" y="229926"/>
                    </a:lnTo>
                    <a:lnTo>
                      <a:pt x="133421" y="229926"/>
                    </a:lnTo>
                    <a:lnTo>
                      <a:pt x="133421" y="198801"/>
                    </a:lnTo>
                    <a:lnTo>
                      <a:pt x="165081" y="198801"/>
                    </a:lnTo>
                    <a:lnTo>
                      <a:pt x="152913" y="157961"/>
                    </a:lnTo>
                    <a:cubicBezTo>
                      <a:pt x="132755" y="157961"/>
                      <a:pt x="93830" y="158261"/>
                      <a:pt x="72643" y="158261"/>
                    </a:cubicBezTo>
                    <a:lnTo>
                      <a:pt x="60415" y="198801"/>
                    </a:lnTo>
                    <a:lnTo>
                      <a:pt x="92135" y="198801"/>
                    </a:lnTo>
                    <a:lnTo>
                      <a:pt x="92135" y="229926"/>
                    </a:lnTo>
                    <a:lnTo>
                      <a:pt x="0" y="229926"/>
                    </a:lnTo>
                    <a:close/>
                    <a:moveTo>
                      <a:pt x="81300" y="128576"/>
                    </a:moveTo>
                    <a:lnTo>
                      <a:pt x="143954" y="128576"/>
                    </a:lnTo>
                    <a:lnTo>
                      <a:pt x="115260" y="32084"/>
                    </a:lnTo>
                    <a:lnTo>
                      <a:pt x="110296" y="32084"/>
                    </a:lnTo>
                    <a:lnTo>
                      <a:pt x="81300" y="128576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 226">
                <a:extLst>
                  <a:ext uri="{FF2B5EF4-FFF2-40B4-BE49-F238E27FC236}">
                    <a16:creationId xmlns:a16="http://schemas.microsoft.com/office/drawing/2014/main" id="{DEE79077-19E5-CFDD-3464-8330B21848A6}"/>
                  </a:ext>
                </a:extLst>
              </p:cNvPr>
              <p:cNvSpPr/>
              <p:nvPr/>
            </p:nvSpPr>
            <p:spPr>
              <a:xfrm>
                <a:off x="9455110" y="377077"/>
                <a:ext cx="183060" cy="183748"/>
              </a:xfrm>
              <a:custGeom>
                <a:avLst/>
                <a:gdLst>
                  <a:gd name="connsiteX0" fmla="*/ 114716 w 183060"/>
                  <a:gd name="connsiteY0" fmla="*/ 14573 h 183748"/>
                  <a:gd name="connsiteX1" fmla="*/ 114716 w 183060"/>
                  <a:gd name="connsiteY1" fmla="*/ 0 h 183748"/>
                  <a:gd name="connsiteX2" fmla="*/ 183060 w 183060"/>
                  <a:gd name="connsiteY2" fmla="*/ 0 h 183748"/>
                  <a:gd name="connsiteX3" fmla="*/ 183060 w 183060"/>
                  <a:gd name="connsiteY3" fmla="*/ 14573 h 183748"/>
                  <a:gd name="connsiteX4" fmla="*/ 157393 w 183060"/>
                  <a:gd name="connsiteY4" fmla="*/ 14573 h 183748"/>
                  <a:gd name="connsiteX5" fmla="*/ 157393 w 183060"/>
                  <a:gd name="connsiteY5" fmla="*/ 109985 h 183748"/>
                  <a:gd name="connsiteX6" fmla="*/ 144681 w 183060"/>
                  <a:gd name="connsiteY6" fmla="*/ 175653 h 183748"/>
                  <a:gd name="connsiteX7" fmla="*/ 111507 w 183060"/>
                  <a:gd name="connsiteY7" fmla="*/ 183749 h 183748"/>
                  <a:gd name="connsiteX8" fmla="*/ 70464 w 183060"/>
                  <a:gd name="connsiteY8" fmla="*/ 183749 h 183748"/>
                  <a:gd name="connsiteX9" fmla="*/ 38138 w 183060"/>
                  <a:gd name="connsiteY9" fmla="*/ 175653 h 183748"/>
                  <a:gd name="connsiteX10" fmla="*/ 25485 w 183060"/>
                  <a:gd name="connsiteY10" fmla="*/ 109985 h 183748"/>
                  <a:gd name="connsiteX11" fmla="*/ 25485 w 183060"/>
                  <a:gd name="connsiteY11" fmla="*/ 14573 h 183748"/>
                  <a:gd name="connsiteX12" fmla="*/ 0 w 183060"/>
                  <a:gd name="connsiteY12" fmla="*/ 14573 h 183748"/>
                  <a:gd name="connsiteX13" fmla="*/ 0 w 183060"/>
                  <a:gd name="connsiteY13" fmla="*/ 0 h 183748"/>
                  <a:gd name="connsiteX14" fmla="*/ 68285 w 183060"/>
                  <a:gd name="connsiteY14" fmla="*/ 0 h 183748"/>
                  <a:gd name="connsiteX15" fmla="*/ 68285 w 183060"/>
                  <a:gd name="connsiteY15" fmla="*/ 14573 h 183748"/>
                  <a:gd name="connsiteX16" fmla="*/ 40196 w 183060"/>
                  <a:gd name="connsiteY16" fmla="*/ 14573 h 183748"/>
                  <a:gd name="connsiteX17" fmla="*/ 40196 w 183060"/>
                  <a:gd name="connsiteY17" fmla="*/ 111005 h 183748"/>
                  <a:gd name="connsiteX18" fmla="*/ 49397 w 183060"/>
                  <a:gd name="connsiteY18" fmla="*/ 163599 h 183748"/>
                  <a:gd name="connsiteX19" fmla="*/ 73490 w 183060"/>
                  <a:gd name="connsiteY19" fmla="*/ 169116 h 183748"/>
                  <a:gd name="connsiteX20" fmla="*/ 109509 w 183060"/>
                  <a:gd name="connsiteY20" fmla="*/ 169116 h 183748"/>
                  <a:gd name="connsiteX21" fmla="*/ 133360 w 183060"/>
                  <a:gd name="connsiteY21" fmla="*/ 163599 h 183748"/>
                  <a:gd name="connsiteX22" fmla="*/ 142562 w 183060"/>
                  <a:gd name="connsiteY22" fmla="*/ 111005 h 183748"/>
                  <a:gd name="connsiteX23" fmla="*/ 142562 w 183060"/>
                  <a:gd name="connsiteY23" fmla="*/ 14573 h 183748"/>
                  <a:gd name="connsiteX24" fmla="*/ 114655 w 183060"/>
                  <a:gd name="connsiteY24" fmla="*/ 14573 h 183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3060" h="183748">
                    <a:moveTo>
                      <a:pt x="114716" y="14573"/>
                    </a:moveTo>
                    <a:lnTo>
                      <a:pt x="114716" y="0"/>
                    </a:lnTo>
                    <a:lnTo>
                      <a:pt x="183060" y="0"/>
                    </a:lnTo>
                    <a:lnTo>
                      <a:pt x="183060" y="14573"/>
                    </a:lnTo>
                    <a:lnTo>
                      <a:pt x="157393" y="14573"/>
                    </a:lnTo>
                    <a:lnTo>
                      <a:pt x="157393" y="109985"/>
                    </a:lnTo>
                    <a:cubicBezTo>
                      <a:pt x="157393" y="152744"/>
                      <a:pt x="153700" y="166657"/>
                      <a:pt x="144681" y="175653"/>
                    </a:cubicBezTo>
                    <a:cubicBezTo>
                      <a:pt x="138627" y="181410"/>
                      <a:pt x="129789" y="183749"/>
                      <a:pt x="111507" y="183749"/>
                    </a:cubicBezTo>
                    <a:lnTo>
                      <a:pt x="70464" y="183749"/>
                    </a:lnTo>
                    <a:cubicBezTo>
                      <a:pt x="52182" y="183749"/>
                      <a:pt x="44010" y="181410"/>
                      <a:pt x="38138" y="175653"/>
                    </a:cubicBezTo>
                    <a:cubicBezTo>
                      <a:pt x="29118" y="166657"/>
                      <a:pt x="25485" y="153044"/>
                      <a:pt x="25485" y="109985"/>
                    </a:cubicBezTo>
                    <a:lnTo>
                      <a:pt x="25485" y="14573"/>
                    </a:lnTo>
                    <a:lnTo>
                      <a:pt x="0" y="14573"/>
                    </a:lnTo>
                    <a:lnTo>
                      <a:pt x="0" y="0"/>
                    </a:lnTo>
                    <a:lnTo>
                      <a:pt x="68285" y="0"/>
                    </a:lnTo>
                    <a:lnTo>
                      <a:pt x="68285" y="14573"/>
                    </a:lnTo>
                    <a:lnTo>
                      <a:pt x="40196" y="14573"/>
                    </a:lnTo>
                    <a:lnTo>
                      <a:pt x="40196" y="111005"/>
                    </a:lnTo>
                    <a:cubicBezTo>
                      <a:pt x="40196" y="149326"/>
                      <a:pt x="43888" y="158081"/>
                      <a:pt x="49397" y="163599"/>
                    </a:cubicBezTo>
                    <a:cubicBezTo>
                      <a:pt x="52908" y="167017"/>
                      <a:pt x="57691" y="169116"/>
                      <a:pt x="73490" y="169116"/>
                    </a:cubicBezTo>
                    <a:lnTo>
                      <a:pt x="109509" y="169116"/>
                    </a:lnTo>
                    <a:cubicBezTo>
                      <a:pt x="125430" y="169116"/>
                      <a:pt x="129909" y="167017"/>
                      <a:pt x="133360" y="163599"/>
                    </a:cubicBezTo>
                    <a:cubicBezTo>
                      <a:pt x="139172" y="157902"/>
                      <a:pt x="142562" y="149386"/>
                      <a:pt x="142562" y="111005"/>
                    </a:cubicBezTo>
                    <a:lnTo>
                      <a:pt x="142562" y="14573"/>
                    </a:lnTo>
                    <a:lnTo>
                      <a:pt x="114655" y="1457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 227">
                <a:extLst>
                  <a:ext uri="{FF2B5EF4-FFF2-40B4-BE49-F238E27FC236}">
                    <a16:creationId xmlns:a16="http://schemas.microsoft.com/office/drawing/2014/main" id="{4D71ADA6-CE83-17D3-3CD8-574DE9C55EE3}"/>
                  </a:ext>
                </a:extLst>
              </p:cNvPr>
              <p:cNvSpPr/>
              <p:nvPr/>
            </p:nvSpPr>
            <p:spPr>
              <a:xfrm>
                <a:off x="9654031" y="377017"/>
                <a:ext cx="178762" cy="183988"/>
              </a:xfrm>
              <a:custGeom>
                <a:avLst/>
                <a:gdLst>
                  <a:gd name="connsiteX0" fmla="*/ 139837 w 178762"/>
                  <a:gd name="connsiteY0" fmla="*/ 14633 h 183988"/>
                  <a:gd name="connsiteX1" fmla="*/ 111507 w 178762"/>
                  <a:gd name="connsiteY1" fmla="*/ 14633 h 183988"/>
                  <a:gd name="connsiteX2" fmla="*/ 111507 w 178762"/>
                  <a:gd name="connsiteY2" fmla="*/ 60 h 183988"/>
                  <a:gd name="connsiteX3" fmla="*/ 178762 w 178762"/>
                  <a:gd name="connsiteY3" fmla="*/ 60 h 183988"/>
                  <a:gd name="connsiteX4" fmla="*/ 178762 w 178762"/>
                  <a:gd name="connsiteY4" fmla="*/ 14633 h 183988"/>
                  <a:gd name="connsiteX5" fmla="*/ 154669 w 178762"/>
                  <a:gd name="connsiteY5" fmla="*/ 14633 h 183988"/>
                  <a:gd name="connsiteX6" fmla="*/ 154669 w 178762"/>
                  <a:gd name="connsiteY6" fmla="*/ 183989 h 183988"/>
                  <a:gd name="connsiteX7" fmla="*/ 137477 w 178762"/>
                  <a:gd name="connsiteY7" fmla="*/ 183989 h 183988"/>
                  <a:gd name="connsiteX8" fmla="*/ 127125 w 178762"/>
                  <a:gd name="connsiteY8" fmla="*/ 177752 h 183988"/>
                  <a:gd name="connsiteX9" fmla="*/ 42133 w 178762"/>
                  <a:gd name="connsiteY9" fmla="*/ 13913 h 183988"/>
                  <a:gd name="connsiteX10" fmla="*/ 39469 w 178762"/>
                  <a:gd name="connsiteY10" fmla="*/ 13913 h 183988"/>
                  <a:gd name="connsiteX11" fmla="*/ 39469 w 178762"/>
                  <a:gd name="connsiteY11" fmla="*/ 172234 h 183988"/>
                  <a:gd name="connsiteX12" fmla="*/ 68042 w 178762"/>
                  <a:gd name="connsiteY12" fmla="*/ 172234 h 183988"/>
                  <a:gd name="connsiteX13" fmla="*/ 68042 w 178762"/>
                  <a:gd name="connsiteY13" fmla="*/ 183749 h 183988"/>
                  <a:gd name="connsiteX14" fmla="*/ 0 w 178762"/>
                  <a:gd name="connsiteY14" fmla="*/ 183749 h 183988"/>
                  <a:gd name="connsiteX15" fmla="*/ 0 w 178762"/>
                  <a:gd name="connsiteY15" fmla="*/ 172234 h 183988"/>
                  <a:gd name="connsiteX16" fmla="*/ 24880 w 178762"/>
                  <a:gd name="connsiteY16" fmla="*/ 172234 h 183988"/>
                  <a:gd name="connsiteX17" fmla="*/ 24880 w 178762"/>
                  <a:gd name="connsiteY17" fmla="*/ 14573 h 183988"/>
                  <a:gd name="connsiteX18" fmla="*/ 0 w 178762"/>
                  <a:gd name="connsiteY18" fmla="*/ 14573 h 183988"/>
                  <a:gd name="connsiteX19" fmla="*/ 0 w 178762"/>
                  <a:gd name="connsiteY19" fmla="*/ 0 h 183988"/>
                  <a:gd name="connsiteX20" fmla="*/ 44373 w 178762"/>
                  <a:gd name="connsiteY20" fmla="*/ 0 h 183988"/>
                  <a:gd name="connsiteX21" fmla="*/ 54725 w 178762"/>
                  <a:gd name="connsiteY21" fmla="*/ 6237 h 183988"/>
                  <a:gd name="connsiteX22" fmla="*/ 138930 w 178762"/>
                  <a:gd name="connsiteY22" fmla="*/ 168216 h 183988"/>
                  <a:gd name="connsiteX23" fmla="*/ 139898 w 178762"/>
                  <a:gd name="connsiteY23" fmla="*/ 168216 h 183988"/>
                  <a:gd name="connsiteX24" fmla="*/ 139898 w 178762"/>
                  <a:gd name="connsiteY24" fmla="*/ 14513 h 183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8762" h="183988">
                    <a:moveTo>
                      <a:pt x="139837" y="14633"/>
                    </a:moveTo>
                    <a:lnTo>
                      <a:pt x="111507" y="14633"/>
                    </a:lnTo>
                    <a:lnTo>
                      <a:pt x="111507" y="60"/>
                    </a:lnTo>
                    <a:lnTo>
                      <a:pt x="178762" y="60"/>
                    </a:lnTo>
                    <a:lnTo>
                      <a:pt x="178762" y="14633"/>
                    </a:lnTo>
                    <a:lnTo>
                      <a:pt x="154669" y="14633"/>
                    </a:lnTo>
                    <a:lnTo>
                      <a:pt x="154669" y="183989"/>
                    </a:lnTo>
                    <a:lnTo>
                      <a:pt x="137477" y="183989"/>
                    </a:lnTo>
                    <a:cubicBezTo>
                      <a:pt x="131665" y="183989"/>
                      <a:pt x="129486" y="182489"/>
                      <a:pt x="127125" y="177752"/>
                    </a:cubicBezTo>
                    <a:lnTo>
                      <a:pt x="42133" y="13913"/>
                    </a:lnTo>
                    <a:lnTo>
                      <a:pt x="39469" y="13913"/>
                    </a:lnTo>
                    <a:lnTo>
                      <a:pt x="39469" y="172234"/>
                    </a:lnTo>
                    <a:lnTo>
                      <a:pt x="68042" y="172234"/>
                    </a:lnTo>
                    <a:lnTo>
                      <a:pt x="68042" y="183749"/>
                    </a:lnTo>
                    <a:lnTo>
                      <a:pt x="0" y="183749"/>
                    </a:lnTo>
                    <a:lnTo>
                      <a:pt x="0" y="172234"/>
                    </a:lnTo>
                    <a:lnTo>
                      <a:pt x="24880" y="172234"/>
                    </a:lnTo>
                    <a:lnTo>
                      <a:pt x="24880" y="14573"/>
                    </a:lnTo>
                    <a:lnTo>
                      <a:pt x="0" y="14573"/>
                    </a:lnTo>
                    <a:lnTo>
                      <a:pt x="0" y="0"/>
                    </a:lnTo>
                    <a:lnTo>
                      <a:pt x="44373" y="0"/>
                    </a:lnTo>
                    <a:cubicBezTo>
                      <a:pt x="50184" y="0"/>
                      <a:pt x="52242" y="1319"/>
                      <a:pt x="54725" y="6237"/>
                    </a:cubicBezTo>
                    <a:lnTo>
                      <a:pt x="138930" y="168216"/>
                    </a:lnTo>
                    <a:lnTo>
                      <a:pt x="139898" y="168216"/>
                    </a:lnTo>
                    <a:lnTo>
                      <a:pt x="139898" y="1451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 228">
                <a:extLst>
                  <a:ext uri="{FF2B5EF4-FFF2-40B4-BE49-F238E27FC236}">
                    <a16:creationId xmlns:a16="http://schemas.microsoft.com/office/drawing/2014/main" id="{7ACEB13B-B0B1-5EB8-9E39-49A800BE3935}"/>
                  </a:ext>
                </a:extLst>
              </p:cNvPr>
              <p:cNvSpPr/>
              <p:nvPr/>
            </p:nvSpPr>
            <p:spPr>
              <a:xfrm>
                <a:off x="9852104" y="377077"/>
                <a:ext cx="69131" cy="183688"/>
              </a:xfrm>
              <a:custGeom>
                <a:avLst/>
                <a:gdLst>
                  <a:gd name="connsiteX0" fmla="*/ 0 w 69131"/>
                  <a:gd name="connsiteY0" fmla="*/ 0 h 183688"/>
                  <a:gd name="connsiteX1" fmla="*/ 0 w 69131"/>
                  <a:gd name="connsiteY1" fmla="*/ 14573 h 183688"/>
                  <a:gd name="connsiteX2" fmla="*/ 27301 w 69131"/>
                  <a:gd name="connsiteY2" fmla="*/ 14573 h 183688"/>
                  <a:gd name="connsiteX3" fmla="*/ 27301 w 69131"/>
                  <a:gd name="connsiteY3" fmla="*/ 169116 h 183688"/>
                  <a:gd name="connsiteX4" fmla="*/ 0 w 69131"/>
                  <a:gd name="connsiteY4" fmla="*/ 169116 h 183688"/>
                  <a:gd name="connsiteX5" fmla="*/ 0 w 69131"/>
                  <a:gd name="connsiteY5" fmla="*/ 183689 h 183688"/>
                  <a:gd name="connsiteX6" fmla="*/ 69131 w 69131"/>
                  <a:gd name="connsiteY6" fmla="*/ 183689 h 183688"/>
                  <a:gd name="connsiteX7" fmla="*/ 69131 w 69131"/>
                  <a:gd name="connsiteY7" fmla="*/ 169116 h 183688"/>
                  <a:gd name="connsiteX8" fmla="*/ 42193 w 69131"/>
                  <a:gd name="connsiteY8" fmla="*/ 169116 h 183688"/>
                  <a:gd name="connsiteX9" fmla="*/ 42193 w 69131"/>
                  <a:gd name="connsiteY9" fmla="*/ 14573 h 183688"/>
                  <a:gd name="connsiteX10" fmla="*/ 69131 w 69131"/>
                  <a:gd name="connsiteY10" fmla="*/ 14573 h 183688"/>
                  <a:gd name="connsiteX11" fmla="*/ 69131 w 69131"/>
                  <a:gd name="connsiteY11" fmla="*/ 0 h 183688"/>
                  <a:gd name="connsiteX12" fmla="*/ 0 w 69131"/>
                  <a:gd name="connsiteY1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1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7301" y="14573"/>
                    </a:lnTo>
                    <a:lnTo>
                      <a:pt x="27301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69131" y="183689"/>
                    </a:lnTo>
                    <a:lnTo>
                      <a:pt x="69131" y="169116"/>
                    </a:lnTo>
                    <a:lnTo>
                      <a:pt x="42193" y="169116"/>
                    </a:lnTo>
                    <a:lnTo>
                      <a:pt x="42193" y="14573"/>
                    </a:lnTo>
                    <a:lnTo>
                      <a:pt x="69131" y="14573"/>
                    </a:lnTo>
                    <a:lnTo>
                      <a:pt x="6913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 229">
                <a:extLst>
                  <a:ext uri="{FF2B5EF4-FFF2-40B4-BE49-F238E27FC236}">
                    <a16:creationId xmlns:a16="http://schemas.microsoft.com/office/drawing/2014/main" id="{D78AAABF-DD3E-9481-6D32-ACD7F1ACC6B3}"/>
                  </a:ext>
                </a:extLst>
              </p:cNvPr>
              <p:cNvSpPr/>
              <p:nvPr/>
            </p:nvSpPr>
            <p:spPr>
              <a:xfrm>
                <a:off x="9939154" y="377077"/>
                <a:ext cx="182939" cy="184768"/>
              </a:xfrm>
              <a:custGeom>
                <a:avLst/>
                <a:gdLst>
                  <a:gd name="connsiteX0" fmla="*/ 121 w 182939"/>
                  <a:gd name="connsiteY0" fmla="*/ 14573 h 184768"/>
                  <a:gd name="connsiteX1" fmla="*/ 121 w 182939"/>
                  <a:gd name="connsiteY1" fmla="*/ 0 h 184768"/>
                  <a:gd name="connsiteX2" fmla="*/ 66105 w 182939"/>
                  <a:gd name="connsiteY2" fmla="*/ 0 h 184768"/>
                  <a:gd name="connsiteX3" fmla="*/ 66105 w 182939"/>
                  <a:gd name="connsiteY3" fmla="*/ 14573 h 184768"/>
                  <a:gd name="connsiteX4" fmla="*/ 40559 w 182939"/>
                  <a:gd name="connsiteY4" fmla="*/ 14573 h 184768"/>
                  <a:gd name="connsiteX5" fmla="*/ 88927 w 182939"/>
                  <a:gd name="connsiteY5" fmla="*/ 169176 h 184768"/>
                  <a:gd name="connsiteX6" fmla="*/ 93952 w 182939"/>
                  <a:gd name="connsiteY6" fmla="*/ 169176 h 184768"/>
                  <a:gd name="connsiteX7" fmla="*/ 142562 w 182939"/>
                  <a:gd name="connsiteY7" fmla="*/ 14573 h 184768"/>
                  <a:gd name="connsiteX8" fmla="*/ 117985 w 182939"/>
                  <a:gd name="connsiteY8" fmla="*/ 14573 h 184768"/>
                  <a:gd name="connsiteX9" fmla="*/ 117985 w 182939"/>
                  <a:gd name="connsiteY9" fmla="*/ 0 h 184768"/>
                  <a:gd name="connsiteX10" fmla="*/ 182940 w 182939"/>
                  <a:gd name="connsiteY10" fmla="*/ 0 h 184768"/>
                  <a:gd name="connsiteX11" fmla="*/ 182940 w 182939"/>
                  <a:gd name="connsiteY11" fmla="*/ 14573 h 184768"/>
                  <a:gd name="connsiteX12" fmla="*/ 159028 w 182939"/>
                  <a:gd name="connsiteY12" fmla="*/ 14573 h 184768"/>
                  <a:gd name="connsiteX13" fmla="*/ 105454 w 182939"/>
                  <a:gd name="connsiteY13" fmla="*/ 177692 h 184768"/>
                  <a:gd name="connsiteX14" fmla="*/ 94860 w 182939"/>
                  <a:gd name="connsiteY14" fmla="*/ 184768 h 184768"/>
                  <a:gd name="connsiteX15" fmla="*/ 87717 w 182939"/>
                  <a:gd name="connsiteY15" fmla="*/ 184768 h 184768"/>
                  <a:gd name="connsiteX16" fmla="*/ 77123 w 182939"/>
                  <a:gd name="connsiteY16" fmla="*/ 177692 h 184768"/>
                  <a:gd name="connsiteX17" fmla="*/ 23851 w 182939"/>
                  <a:gd name="connsiteY17" fmla="*/ 14573 h 184768"/>
                  <a:gd name="connsiteX18" fmla="*/ 0 w 182939"/>
                  <a:gd name="connsiteY18" fmla="*/ 14573 h 18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2939" h="184768">
                    <a:moveTo>
                      <a:pt x="121" y="14573"/>
                    </a:moveTo>
                    <a:lnTo>
                      <a:pt x="121" y="0"/>
                    </a:lnTo>
                    <a:lnTo>
                      <a:pt x="66105" y="0"/>
                    </a:lnTo>
                    <a:lnTo>
                      <a:pt x="66105" y="14573"/>
                    </a:lnTo>
                    <a:lnTo>
                      <a:pt x="40559" y="14573"/>
                    </a:lnTo>
                    <a:lnTo>
                      <a:pt x="88927" y="169176"/>
                    </a:lnTo>
                    <a:lnTo>
                      <a:pt x="93952" y="169176"/>
                    </a:lnTo>
                    <a:lnTo>
                      <a:pt x="142562" y="14573"/>
                    </a:lnTo>
                    <a:lnTo>
                      <a:pt x="117985" y="14573"/>
                    </a:lnTo>
                    <a:lnTo>
                      <a:pt x="117985" y="0"/>
                    </a:lnTo>
                    <a:lnTo>
                      <a:pt x="182940" y="0"/>
                    </a:lnTo>
                    <a:lnTo>
                      <a:pt x="182940" y="14573"/>
                    </a:lnTo>
                    <a:lnTo>
                      <a:pt x="159028" y="14573"/>
                    </a:lnTo>
                    <a:lnTo>
                      <a:pt x="105454" y="177692"/>
                    </a:lnTo>
                    <a:cubicBezTo>
                      <a:pt x="103093" y="184288"/>
                      <a:pt x="102064" y="184768"/>
                      <a:pt x="94860" y="184768"/>
                    </a:cubicBezTo>
                    <a:lnTo>
                      <a:pt x="87717" y="184768"/>
                    </a:lnTo>
                    <a:cubicBezTo>
                      <a:pt x="80876" y="184768"/>
                      <a:pt x="78939" y="183209"/>
                      <a:pt x="77123" y="177692"/>
                    </a:cubicBezTo>
                    <a:lnTo>
                      <a:pt x="23851" y="14573"/>
                    </a:lnTo>
                    <a:lnTo>
                      <a:pt x="0" y="1457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 230">
                <a:extLst>
                  <a:ext uri="{FF2B5EF4-FFF2-40B4-BE49-F238E27FC236}">
                    <a16:creationId xmlns:a16="http://schemas.microsoft.com/office/drawing/2014/main" id="{EAF12EF0-852A-700D-5CD5-D8C949F7B895}"/>
                  </a:ext>
                </a:extLst>
              </p:cNvPr>
              <p:cNvSpPr/>
              <p:nvPr/>
            </p:nvSpPr>
            <p:spPr>
              <a:xfrm>
                <a:off x="10140315" y="377077"/>
                <a:ext cx="141047" cy="183688"/>
              </a:xfrm>
              <a:custGeom>
                <a:avLst/>
                <a:gdLst>
                  <a:gd name="connsiteX0" fmla="*/ 0 w 141047"/>
                  <a:gd name="connsiteY0" fmla="*/ 0 h 183688"/>
                  <a:gd name="connsiteX1" fmla="*/ 0 w 141047"/>
                  <a:gd name="connsiteY1" fmla="*/ 14573 h 183688"/>
                  <a:gd name="connsiteX2" fmla="*/ 25062 w 141047"/>
                  <a:gd name="connsiteY2" fmla="*/ 14573 h 183688"/>
                  <a:gd name="connsiteX3" fmla="*/ 25062 w 141047"/>
                  <a:gd name="connsiteY3" fmla="*/ 169116 h 183688"/>
                  <a:gd name="connsiteX4" fmla="*/ 0 w 141047"/>
                  <a:gd name="connsiteY4" fmla="*/ 169116 h 183688"/>
                  <a:gd name="connsiteX5" fmla="*/ 0 w 141047"/>
                  <a:gd name="connsiteY5" fmla="*/ 183689 h 183688"/>
                  <a:gd name="connsiteX6" fmla="*/ 141048 w 141047"/>
                  <a:gd name="connsiteY6" fmla="*/ 183689 h 183688"/>
                  <a:gd name="connsiteX7" fmla="*/ 141048 w 141047"/>
                  <a:gd name="connsiteY7" fmla="*/ 144708 h 183688"/>
                  <a:gd name="connsiteX8" fmla="*/ 126399 w 141047"/>
                  <a:gd name="connsiteY8" fmla="*/ 144708 h 183688"/>
                  <a:gd name="connsiteX9" fmla="*/ 126399 w 141047"/>
                  <a:gd name="connsiteY9" fmla="*/ 169116 h 183688"/>
                  <a:gd name="connsiteX10" fmla="*/ 40014 w 141047"/>
                  <a:gd name="connsiteY10" fmla="*/ 169116 h 183688"/>
                  <a:gd name="connsiteX11" fmla="*/ 40014 w 141047"/>
                  <a:gd name="connsiteY11" fmla="*/ 95712 h 183688"/>
                  <a:gd name="connsiteX12" fmla="*/ 104848 w 141047"/>
                  <a:gd name="connsiteY12" fmla="*/ 95712 h 183688"/>
                  <a:gd name="connsiteX13" fmla="*/ 104848 w 141047"/>
                  <a:gd name="connsiteY13" fmla="*/ 81140 h 183688"/>
                  <a:gd name="connsiteX14" fmla="*/ 40014 w 141047"/>
                  <a:gd name="connsiteY14" fmla="*/ 81140 h 183688"/>
                  <a:gd name="connsiteX15" fmla="*/ 40014 w 141047"/>
                  <a:gd name="connsiteY15" fmla="*/ 14573 h 183688"/>
                  <a:gd name="connsiteX16" fmla="*/ 126399 w 141047"/>
                  <a:gd name="connsiteY16" fmla="*/ 14573 h 183688"/>
                  <a:gd name="connsiteX17" fmla="*/ 126399 w 141047"/>
                  <a:gd name="connsiteY17" fmla="*/ 38141 h 183688"/>
                  <a:gd name="connsiteX18" fmla="*/ 141048 w 141047"/>
                  <a:gd name="connsiteY18" fmla="*/ 38141 h 183688"/>
                  <a:gd name="connsiteX19" fmla="*/ 141048 w 141047"/>
                  <a:gd name="connsiteY19" fmla="*/ 0 h 183688"/>
                  <a:gd name="connsiteX20" fmla="*/ 0 w 141047"/>
                  <a:gd name="connsiteY20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1047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5062" y="14573"/>
                    </a:lnTo>
                    <a:lnTo>
                      <a:pt x="25062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141048" y="183689"/>
                    </a:lnTo>
                    <a:lnTo>
                      <a:pt x="141048" y="144708"/>
                    </a:lnTo>
                    <a:lnTo>
                      <a:pt x="126399" y="144708"/>
                    </a:lnTo>
                    <a:lnTo>
                      <a:pt x="126399" y="169116"/>
                    </a:lnTo>
                    <a:lnTo>
                      <a:pt x="40014" y="169116"/>
                    </a:lnTo>
                    <a:lnTo>
                      <a:pt x="40014" y="95712"/>
                    </a:lnTo>
                    <a:lnTo>
                      <a:pt x="104848" y="95712"/>
                    </a:lnTo>
                    <a:lnTo>
                      <a:pt x="104848" y="81140"/>
                    </a:lnTo>
                    <a:lnTo>
                      <a:pt x="40014" y="81140"/>
                    </a:lnTo>
                    <a:lnTo>
                      <a:pt x="40014" y="14573"/>
                    </a:lnTo>
                    <a:lnTo>
                      <a:pt x="126399" y="14573"/>
                    </a:lnTo>
                    <a:lnTo>
                      <a:pt x="126399" y="38141"/>
                    </a:lnTo>
                    <a:lnTo>
                      <a:pt x="141048" y="38141"/>
                    </a:lnTo>
                    <a:lnTo>
                      <a:pt x="14104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 231">
                <a:extLst>
                  <a:ext uri="{FF2B5EF4-FFF2-40B4-BE49-F238E27FC236}">
                    <a16:creationId xmlns:a16="http://schemas.microsoft.com/office/drawing/2014/main" id="{ADCE14F8-8CD9-40EA-9AED-9474E2566EC7}"/>
                  </a:ext>
                </a:extLst>
              </p:cNvPr>
              <p:cNvSpPr/>
              <p:nvPr/>
            </p:nvSpPr>
            <p:spPr>
              <a:xfrm>
                <a:off x="10310360" y="377137"/>
                <a:ext cx="169016" cy="183628"/>
              </a:xfrm>
              <a:custGeom>
                <a:avLst/>
                <a:gdLst>
                  <a:gd name="connsiteX0" fmla="*/ 142501 w 169016"/>
                  <a:gd name="connsiteY0" fmla="*/ 169056 h 183628"/>
                  <a:gd name="connsiteX1" fmla="*/ 169016 w 169016"/>
                  <a:gd name="connsiteY1" fmla="*/ 169056 h 183628"/>
                  <a:gd name="connsiteX2" fmla="*/ 169016 w 169016"/>
                  <a:gd name="connsiteY2" fmla="*/ 183629 h 183628"/>
                  <a:gd name="connsiteX3" fmla="*/ 140624 w 169016"/>
                  <a:gd name="connsiteY3" fmla="*/ 183629 h 183628"/>
                  <a:gd name="connsiteX4" fmla="*/ 130818 w 169016"/>
                  <a:gd name="connsiteY4" fmla="*/ 180990 h 183628"/>
                  <a:gd name="connsiteX5" fmla="*/ 125793 w 169016"/>
                  <a:gd name="connsiteY5" fmla="*/ 136672 h 183628"/>
                  <a:gd name="connsiteX6" fmla="*/ 118650 w 169016"/>
                  <a:gd name="connsiteY6" fmla="*/ 105667 h 183628"/>
                  <a:gd name="connsiteX7" fmla="*/ 97160 w 169016"/>
                  <a:gd name="connsiteY7" fmla="*/ 100810 h 183628"/>
                  <a:gd name="connsiteX8" fmla="*/ 40014 w 169016"/>
                  <a:gd name="connsiteY8" fmla="*/ 100810 h 183628"/>
                  <a:gd name="connsiteX9" fmla="*/ 40014 w 169016"/>
                  <a:gd name="connsiteY9" fmla="*/ 169056 h 183628"/>
                  <a:gd name="connsiteX10" fmla="*/ 68345 w 169016"/>
                  <a:gd name="connsiteY10" fmla="*/ 169056 h 183628"/>
                  <a:gd name="connsiteX11" fmla="*/ 68345 w 169016"/>
                  <a:gd name="connsiteY11" fmla="*/ 183629 h 183628"/>
                  <a:gd name="connsiteX12" fmla="*/ 0 w 169016"/>
                  <a:gd name="connsiteY12" fmla="*/ 183629 h 183628"/>
                  <a:gd name="connsiteX13" fmla="*/ 0 w 169016"/>
                  <a:gd name="connsiteY13" fmla="*/ 169056 h 183628"/>
                  <a:gd name="connsiteX14" fmla="*/ 25364 w 169016"/>
                  <a:gd name="connsiteY14" fmla="*/ 169056 h 183628"/>
                  <a:gd name="connsiteX15" fmla="*/ 25364 w 169016"/>
                  <a:gd name="connsiteY15" fmla="*/ 14513 h 183628"/>
                  <a:gd name="connsiteX16" fmla="*/ 0 w 169016"/>
                  <a:gd name="connsiteY16" fmla="*/ 14513 h 183628"/>
                  <a:gd name="connsiteX17" fmla="*/ 0 w 169016"/>
                  <a:gd name="connsiteY17" fmla="*/ 0 h 183628"/>
                  <a:gd name="connsiteX18" fmla="*/ 102184 w 169016"/>
                  <a:gd name="connsiteY18" fmla="*/ 0 h 183628"/>
                  <a:gd name="connsiteX19" fmla="*/ 129547 w 169016"/>
                  <a:gd name="connsiteY19" fmla="*/ 7856 h 183628"/>
                  <a:gd name="connsiteX20" fmla="*/ 140927 w 169016"/>
                  <a:gd name="connsiteY20" fmla="*/ 49595 h 183628"/>
                  <a:gd name="connsiteX21" fmla="*/ 115441 w 169016"/>
                  <a:gd name="connsiteY21" fmla="*/ 93973 h 183628"/>
                  <a:gd name="connsiteX22" fmla="*/ 119437 w 169016"/>
                  <a:gd name="connsiteY22" fmla="*/ 94513 h 183628"/>
                  <a:gd name="connsiteX23" fmla="*/ 140382 w 169016"/>
                  <a:gd name="connsiteY23" fmla="*/ 136492 h 183628"/>
                  <a:gd name="connsiteX24" fmla="*/ 142501 w 169016"/>
                  <a:gd name="connsiteY24" fmla="*/ 169116 h 183628"/>
                  <a:gd name="connsiteX25" fmla="*/ 142501 w 169016"/>
                  <a:gd name="connsiteY25" fmla="*/ 169116 h 183628"/>
                  <a:gd name="connsiteX26" fmla="*/ 97887 w 169016"/>
                  <a:gd name="connsiteY26" fmla="*/ 86237 h 183628"/>
                  <a:gd name="connsiteX27" fmla="*/ 117621 w 169016"/>
                  <a:gd name="connsiteY27" fmla="*/ 81080 h 183628"/>
                  <a:gd name="connsiteX28" fmla="*/ 125975 w 169016"/>
                  <a:gd name="connsiteY28" fmla="*/ 49775 h 183628"/>
                  <a:gd name="connsiteX29" fmla="*/ 117984 w 169016"/>
                  <a:gd name="connsiteY29" fmla="*/ 19250 h 183628"/>
                  <a:gd name="connsiteX30" fmla="*/ 98371 w 169016"/>
                  <a:gd name="connsiteY30" fmla="*/ 14513 h 183628"/>
                  <a:gd name="connsiteX31" fmla="*/ 39953 w 169016"/>
                  <a:gd name="connsiteY31" fmla="*/ 14513 h 183628"/>
                  <a:gd name="connsiteX32" fmla="*/ 39953 w 169016"/>
                  <a:gd name="connsiteY32" fmla="*/ 86237 h 183628"/>
                  <a:gd name="connsiteX33" fmla="*/ 97826 w 169016"/>
                  <a:gd name="connsiteY33" fmla="*/ 86237 h 18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69016" h="183628">
                    <a:moveTo>
                      <a:pt x="142501" y="169056"/>
                    </a:moveTo>
                    <a:lnTo>
                      <a:pt x="169016" y="169056"/>
                    </a:lnTo>
                    <a:lnTo>
                      <a:pt x="169016" y="183629"/>
                    </a:lnTo>
                    <a:lnTo>
                      <a:pt x="140624" y="183629"/>
                    </a:lnTo>
                    <a:cubicBezTo>
                      <a:pt x="135358" y="183629"/>
                      <a:pt x="132695" y="182849"/>
                      <a:pt x="130818" y="180990"/>
                    </a:cubicBezTo>
                    <a:cubicBezTo>
                      <a:pt x="127912" y="178051"/>
                      <a:pt x="126822" y="174213"/>
                      <a:pt x="125793" y="136672"/>
                    </a:cubicBezTo>
                    <a:cubicBezTo>
                      <a:pt x="125006" y="115623"/>
                      <a:pt x="122585" y="109626"/>
                      <a:pt x="118650" y="105667"/>
                    </a:cubicBezTo>
                    <a:cubicBezTo>
                      <a:pt x="114413" y="101170"/>
                      <a:pt x="108540" y="100810"/>
                      <a:pt x="97160" y="100810"/>
                    </a:cubicBezTo>
                    <a:lnTo>
                      <a:pt x="40014" y="100810"/>
                    </a:lnTo>
                    <a:lnTo>
                      <a:pt x="40014" y="169056"/>
                    </a:lnTo>
                    <a:lnTo>
                      <a:pt x="68345" y="169056"/>
                    </a:lnTo>
                    <a:lnTo>
                      <a:pt x="68345" y="183629"/>
                    </a:lnTo>
                    <a:lnTo>
                      <a:pt x="0" y="183629"/>
                    </a:lnTo>
                    <a:lnTo>
                      <a:pt x="0" y="169056"/>
                    </a:lnTo>
                    <a:lnTo>
                      <a:pt x="25364" y="169056"/>
                    </a:lnTo>
                    <a:lnTo>
                      <a:pt x="25364" y="14513"/>
                    </a:lnTo>
                    <a:lnTo>
                      <a:pt x="0" y="14513"/>
                    </a:lnTo>
                    <a:lnTo>
                      <a:pt x="0" y="0"/>
                    </a:lnTo>
                    <a:lnTo>
                      <a:pt x="102184" y="0"/>
                    </a:lnTo>
                    <a:cubicBezTo>
                      <a:pt x="115805" y="0"/>
                      <a:pt x="123735" y="1799"/>
                      <a:pt x="129547" y="7856"/>
                    </a:cubicBezTo>
                    <a:cubicBezTo>
                      <a:pt x="136750" y="14933"/>
                      <a:pt x="140927" y="23328"/>
                      <a:pt x="140927" y="49595"/>
                    </a:cubicBezTo>
                    <a:cubicBezTo>
                      <a:pt x="140927" y="81140"/>
                      <a:pt x="131908" y="89775"/>
                      <a:pt x="115441" y="93973"/>
                    </a:cubicBezTo>
                    <a:lnTo>
                      <a:pt x="119437" y="94513"/>
                    </a:lnTo>
                    <a:cubicBezTo>
                      <a:pt x="136629" y="97931"/>
                      <a:pt x="139050" y="104948"/>
                      <a:pt x="140382" y="136492"/>
                    </a:cubicBezTo>
                    <a:cubicBezTo>
                      <a:pt x="141411" y="160600"/>
                      <a:pt x="141714" y="162759"/>
                      <a:pt x="142501" y="169116"/>
                    </a:cubicBezTo>
                    <a:lnTo>
                      <a:pt x="142501" y="169116"/>
                    </a:lnTo>
                    <a:close/>
                    <a:moveTo>
                      <a:pt x="97887" y="86237"/>
                    </a:moveTo>
                    <a:cubicBezTo>
                      <a:pt x="108722" y="86237"/>
                      <a:pt x="113989" y="84738"/>
                      <a:pt x="117621" y="81080"/>
                    </a:cubicBezTo>
                    <a:cubicBezTo>
                      <a:pt x="121314" y="77362"/>
                      <a:pt x="125975" y="72144"/>
                      <a:pt x="125975" y="49775"/>
                    </a:cubicBezTo>
                    <a:cubicBezTo>
                      <a:pt x="125975" y="27406"/>
                      <a:pt x="122040" y="23208"/>
                      <a:pt x="117984" y="19250"/>
                    </a:cubicBezTo>
                    <a:cubicBezTo>
                      <a:pt x="114292" y="15592"/>
                      <a:pt x="108480" y="14513"/>
                      <a:pt x="98371" y="14513"/>
                    </a:cubicBezTo>
                    <a:lnTo>
                      <a:pt x="39953" y="14513"/>
                    </a:lnTo>
                    <a:lnTo>
                      <a:pt x="39953" y="86237"/>
                    </a:lnTo>
                    <a:lnTo>
                      <a:pt x="97826" y="86237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 232">
                <a:extLst>
                  <a:ext uri="{FF2B5EF4-FFF2-40B4-BE49-F238E27FC236}">
                    <a16:creationId xmlns:a16="http://schemas.microsoft.com/office/drawing/2014/main" id="{0EFCC698-70CD-B327-6103-CAE73E660782}"/>
                  </a:ext>
                </a:extLst>
              </p:cNvPr>
              <p:cNvSpPr/>
              <p:nvPr/>
            </p:nvSpPr>
            <p:spPr>
              <a:xfrm>
                <a:off x="10505345" y="376957"/>
                <a:ext cx="131968" cy="183808"/>
              </a:xfrm>
              <a:custGeom>
                <a:avLst/>
                <a:gdLst>
                  <a:gd name="connsiteX0" fmla="*/ 121072 w 131968"/>
                  <a:gd name="connsiteY0" fmla="*/ 175953 h 183808"/>
                  <a:gd name="connsiteX1" fmla="*/ 95102 w 131968"/>
                  <a:gd name="connsiteY1" fmla="*/ 183809 h 183808"/>
                  <a:gd name="connsiteX2" fmla="*/ 35474 w 131968"/>
                  <a:gd name="connsiteY2" fmla="*/ 183809 h 183808"/>
                  <a:gd name="connsiteX3" fmla="*/ 9565 w 131968"/>
                  <a:gd name="connsiteY3" fmla="*/ 176492 h 183808"/>
                  <a:gd name="connsiteX4" fmla="*/ 0 w 131968"/>
                  <a:gd name="connsiteY4" fmla="*/ 130255 h 183808"/>
                  <a:gd name="connsiteX5" fmla="*/ 14589 w 131968"/>
                  <a:gd name="connsiteY5" fmla="*/ 130255 h 183808"/>
                  <a:gd name="connsiteX6" fmla="*/ 20764 w 131968"/>
                  <a:gd name="connsiteY6" fmla="*/ 164198 h 183808"/>
                  <a:gd name="connsiteX7" fmla="*/ 38259 w 131968"/>
                  <a:gd name="connsiteY7" fmla="*/ 169236 h 183808"/>
                  <a:gd name="connsiteX8" fmla="*/ 93709 w 131968"/>
                  <a:gd name="connsiteY8" fmla="*/ 169236 h 183808"/>
                  <a:gd name="connsiteX9" fmla="*/ 111750 w 131968"/>
                  <a:gd name="connsiteY9" fmla="*/ 163959 h 183808"/>
                  <a:gd name="connsiteX10" fmla="*/ 116350 w 131968"/>
                  <a:gd name="connsiteY10" fmla="*/ 135233 h 183808"/>
                  <a:gd name="connsiteX11" fmla="*/ 112294 w 131968"/>
                  <a:gd name="connsiteY11" fmla="*/ 109386 h 183808"/>
                  <a:gd name="connsiteX12" fmla="*/ 92196 w 131968"/>
                  <a:gd name="connsiteY12" fmla="*/ 103509 h 183808"/>
                  <a:gd name="connsiteX13" fmla="*/ 38804 w 131968"/>
                  <a:gd name="connsiteY13" fmla="*/ 97452 h 183808"/>
                  <a:gd name="connsiteX14" fmla="*/ 11139 w 131968"/>
                  <a:gd name="connsiteY14" fmla="*/ 85877 h 183808"/>
                  <a:gd name="connsiteX15" fmla="*/ 2603 w 131968"/>
                  <a:gd name="connsiteY15" fmla="*/ 48276 h 183808"/>
                  <a:gd name="connsiteX16" fmla="*/ 13137 w 131968"/>
                  <a:gd name="connsiteY16" fmla="*/ 7856 h 183808"/>
                  <a:gd name="connsiteX17" fmla="*/ 38925 w 131968"/>
                  <a:gd name="connsiteY17" fmla="*/ 0 h 183808"/>
                  <a:gd name="connsiteX18" fmla="*/ 92741 w 131968"/>
                  <a:gd name="connsiteY18" fmla="*/ 0 h 183808"/>
                  <a:gd name="connsiteX19" fmla="*/ 118711 w 131968"/>
                  <a:gd name="connsiteY19" fmla="*/ 7376 h 183808"/>
                  <a:gd name="connsiteX20" fmla="*/ 128154 w 131968"/>
                  <a:gd name="connsiteY20" fmla="*/ 51994 h 183808"/>
                  <a:gd name="connsiteX21" fmla="*/ 113383 w 131968"/>
                  <a:gd name="connsiteY21" fmla="*/ 51994 h 183808"/>
                  <a:gd name="connsiteX22" fmla="*/ 107269 w 131968"/>
                  <a:gd name="connsiteY22" fmla="*/ 19550 h 183808"/>
                  <a:gd name="connsiteX23" fmla="*/ 89775 w 131968"/>
                  <a:gd name="connsiteY23" fmla="*/ 14573 h 183808"/>
                  <a:gd name="connsiteX24" fmla="*/ 42375 w 131968"/>
                  <a:gd name="connsiteY24" fmla="*/ 14573 h 183808"/>
                  <a:gd name="connsiteX25" fmla="*/ 24335 w 131968"/>
                  <a:gd name="connsiteY25" fmla="*/ 19790 h 183808"/>
                  <a:gd name="connsiteX26" fmla="*/ 17919 w 131968"/>
                  <a:gd name="connsiteY26" fmla="*/ 48036 h 183808"/>
                  <a:gd name="connsiteX27" fmla="*/ 23730 w 131968"/>
                  <a:gd name="connsiteY27" fmla="*/ 76162 h 183808"/>
                  <a:gd name="connsiteX28" fmla="*/ 43949 w 131968"/>
                  <a:gd name="connsiteY28" fmla="*/ 81859 h 183808"/>
                  <a:gd name="connsiteX29" fmla="*/ 95647 w 131968"/>
                  <a:gd name="connsiteY29" fmla="*/ 87137 h 183808"/>
                  <a:gd name="connsiteX30" fmla="*/ 123251 w 131968"/>
                  <a:gd name="connsiteY30" fmla="*/ 96072 h 183808"/>
                  <a:gd name="connsiteX31" fmla="*/ 131968 w 131968"/>
                  <a:gd name="connsiteY31" fmla="*/ 135233 h 183808"/>
                  <a:gd name="connsiteX32" fmla="*/ 121072 w 131968"/>
                  <a:gd name="connsiteY32" fmla="*/ 175893 h 183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31968" h="183808">
                    <a:moveTo>
                      <a:pt x="121072" y="175953"/>
                    </a:moveTo>
                    <a:cubicBezTo>
                      <a:pt x="116290" y="180990"/>
                      <a:pt x="108904" y="183809"/>
                      <a:pt x="95102" y="183809"/>
                    </a:cubicBezTo>
                    <a:lnTo>
                      <a:pt x="35474" y="183809"/>
                    </a:lnTo>
                    <a:cubicBezTo>
                      <a:pt x="22277" y="183809"/>
                      <a:pt x="15134" y="181710"/>
                      <a:pt x="9565" y="176492"/>
                    </a:cubicBezTo>
                    <a:cubicBezTo>
                      <a:pt x="2966" y="169596"/>
                      <a:pt x="0" y="163599"/>
                      <a:pt x="0" y="130255"/>
                    </a:cubicBezTo>
                    <a:lnTo>
                      <a:pt x="14589" y="130255"/>
                    </a:lnTo>
                    <a:cubicBezTo>
                      <a:pt x="14892" y="158621"/>
                      <a:pt x="16769" y="160240"/>
                      <a:pt x="20764" y="164198"/>
                    </a:cubicBezTo>
                    <a:cubicBezTo>
                      <a:pt x="24457" y="167917"/>
                      <a:pt x="29239" y="169236"/>
                      <a:pt x="38259" y="169236"/>
                    </a:cubicBezTo>
                    <a:lnTo>
                      <a:pt x="93709" y="169236"/>
                    </a:lnTo>
                    <a:cubicBezTo>
                      <a:pt x="103274" y="169236"/>
                      <a:pt x="108056" y="167677"/>
                      <a:pt x="111750" y="163959"/>
                    </a:cubicBezTo>
                    <a:cubicBezTo>
                      <a:pt x="116229" y="159761"/>
                      <a:pt x="116350" y="154663"/>
                      <a:pt x="116350" y="135233"/>
                    </a:cubicBezTo>
                    <a:cubicBezTo>
                      <a:pt x="116350" y="115802"/>
                      <a:pt x="117077" y="114123"/>
                      <a:pt x="112294" y="109386"/>
                    </a:cubicBezTo>
                    <a:cubicBezTo>
                      <a:pt x="108843" y="105967"/>
                      <a:pt x="104848" y="105368"/>
                      <a:pt x="92196" y="103509"/>
                    </a:cubicBezTo>
                    <a:lnTo>
                      <a:pt x="38804" y="97452"/>
                    </a:lnTo>
                    <a:cubicBezTo>
                      <a:pt x="22640" y="95772"/>
                      <a:pt x="15860" y="90555"/>
                      <a:pt x="11139" y="85877"/>
                    </a:cubicBezTo>
                    <a:cubicBezTo>
                      <a:pt x="5267" y="80000"/>
                      <a:pt x="2603" y="71664"/>
                      <a:pt x="2603" y="48276"/>
                    </a:cubicBezTo>
                    <a:cubicBezTo>
                      <a:pt x="2603" y="26747"/>
                      <a:pt x="5570" y="15472"/>
                      <a:pt x="13137" y="7856"/>
                    </a:cubicBezTo>
                    <a:cubicBezTo>
                      <a:pt x="18282" y="2879"/>
                      <a:pt x="25425" y="0"/>
                      <a:pt x="38925" y="0"/>
                    </a:cubicBezTo>
                    <a:lnTo>
                      <a:pt x="92741" y="0"/>
                    </a:lnTo>
                    <a:cubicBezTo>
                      <a:pt x="105998" y="0"/>
                      <a:pt x="113202" y="2099"/>
                      <a:pt x="118711" y="7376"/>
                    </a:cubicBezTo>
                    <a:cubicBezTo>
                      <a:pt x="125854" y="14693"/>
                      <a:pt x="127973" y="22069"/>
                      <a:pt x="128154" y="51994"/>
                    </a:cubicBezTo>
                    <a:lnTo>
                      <a:pt x="113383" y="51994"/>
                    </a:lnTo>
                    <a:cubicBezTo>
                      <a:pt x="113081" y="27047"/>
                      <a:pt x="111568" y="23748"/>
                      <a:pt x="107269" y="19550"/>
                    </a:cubicBezTo>
                    <a:cubicBezTo>
                      <a:pt x="103516" y="15892"/>
                      <a:pt x="98795" y="14573"/>
                      <a:pt x="89775" y="14573"/>
                    </a:cubicBezTo>
                    <a:lnTo>
                      <a:pt x="42375" y="14573"/>
                    </a:lnTo>
                    <a:cubicBezTo>
                      <a:pt x="32750" y="14573"/>
                      <a:pt x="28028" y="16192"/>
                      <a:pt x="24335" y="19790"/>
                    </a:cubicBezTo>
                    <a:cubicBezTo>
                      <a:pt x="19492" y="24528"/>
                      <a:pt x="17919" y="30645"/>
                      <a:pt x="17919" y="48036"/>
                    </a:cubicBezTo>
                    <a:cubicBezTo>
                      <a:pt x="17919" y="67227"/>
                      <a:pt x="19492" y="71904"/>
                      <a:pt x="23730" y="76162"/>
                    </a:cubicBezTo>
                    <a:cubicBezTo>
                      <a:pt x="27180" y="79520"/>
                      <a:pt x="31781" y="80240"/>
                      <a:pt x="43949" y="81859"/>
                    </a:cubicBezTo>
                    <a:lnTo>
                      <a:pt x="95647" y="87137"/>
                    </a:lnTo>
                    <a:cubicBezTo>
                      <a:pt x="110720" y="88696"/>
                      <a:pt x="118408" y="91335"/>
                      <a:pt x="123251" y="96072"/>
                    </a:cubicBezTo>
                    <a:cubicBezTo>
                      <a:pt x="129304" y="102129"/>
                      <a:pt x="131968" y="111305"/>
                      <a:pt x="131968" y="135233"/>
                    </a:cubicBezTo>
                    <a:cubicBezTo>
                      <a:pt x="131968" y="159161"/>
                      <a:pt x="128517" y="168516"/>
                      <a:pt x="121072" y="175893"/>
                    </a:cubicBez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 233">
                <a:extLst>
                  <a:ext uri="{FF2B5EF4-FFF2-40B4-BE49-F238E27FC236}">
                    <a16:creationId xmlns:a16="http://schemas.microsoft.com/office/drawing/2014/main" id="{651D9034-CEC2-482C-C372-95387E76F62C}"/>
                  </a:ext>
                </a:extLst>
              </p:cNvPr>
              <p:cNvSpPr/>
              <p:nvPr/>
            </p:nvSpPr>
            <p:spPr>
              <a:xfrm>
                <a:off x="10937873" y="377077"/>
                <a:ext cx="174584" cy="183688"/>
              </a:xfrm>
              <a:custGeom>
                <a:avLst/>
                <a:gdLst>
                  <a:gd name="connsiteX0" fmla="*/ 110417 w 174584"/>
                  <a:gd name="connsiteY0" fmla="*/ 0 h 183688"/>
                  <a:gd name="connsiteX1" fmla="*/ 110417 w 174584"/>
                  <a:gd name="connsiteY1" fmla="*/ 14573 h 183688"/>
                  <a:gd name="connsiteX2" fmla="*/ 137053 w 174584"/>
                  <a:gd name="connsiteY2" fmla="*/ 14573 h 183688"/>
                  <a:gd name="connsiteX3" fmla="*/ 88503 w 174584"/>
                  <a:gd name="connsiteY3" fmla="*/ 93673 h 183688"/>
                  <a:gd name="connsiteX4" fmla="*/ 87171 w 174584"/>
                  <a:gd name="connsiteY4" fmla="*/ 93673 h 183688"/>
                  <a:gd name="connsiteX5" fmla="*/ 39227 w 174584"/>
                  <a:gd name="connsiteY5" fmla="*/ 14573 h 183688"/>
                  <a:gd name="connsiteX6" fmla="*/ 65983 w 174584"/>
                  <a:gd name="connsiteY6" fmla="*/ 14573 h 183688"/>
                  <a:gd name="connsiteX7" fmla="*/ 65983 w 174584"/>
                  <a:gd name="connsiteY7" fmla="*/ 0 h 183688"/>
                  <a:gd name="connsiteX8" fmla="*/ 0 w 174584"/>
                  <a:gd name="connsiteY8" fmla="*/ 0 h 183688"/>
                  <a:gd name="connsiteX9" fmla="*/ 0 w 174584"/>
                  <a:gd name="connsiteY9" fmla="*/ 14573 h 183688"/>
                  <a:gd name="connsiteX10" fmla="*/ 21369 w 174584"/>
                  <a:gd name="connsiteY10" fmla="*/ 14573 h 183688"/>
                  <a:gd name="connsiteX11" fmla="*/ 80028 w 174584"/>
                  <a:gd name="connsiteY11" fmla="*/ 106267 h 183688"/>
                  <a:gd name="connsiteX12" fmla="*/ 80028 w 174584"/>
                  <a:gd name="connsiteY12" fmla="*/ 169116 h 183688"/>
                  <a:gd name="connsiteX13" fmla="*/ 52484 w 174584"/>
                  <a:gd name="connsiteY13" fmla="*/ 169116 h 183688"/>
                  <a:gd name="connsiteX14" fmla="*/ 52484 w 174584"/>
                  <a:gd name="connsiteY14" fmla="*/ 183689 h 183688"/>
                  <a:gd name="connsiteX15" fmla="*/ 121859 w 174584"/>
                  <a:gd name="connsiteY15" fmla="*/ 183689 h 183688"/>
                  <a:gd name="connsiteX16" fmla="*/ 121859 w 174584"/>
                  <a:gd name="connsiteY16" fmla="*/ 169116 h 183688"/>
                  <a:gd name="connsiteX17" fmla="*/ 94678 w 174584"/>
                  <a:gd name="connsiteY17" fmla="*/ 169116 h 183688"/>
                  <a:gd name="connsiteX18" fmla="*/ 94678 w 174584"/>
                  <a:gd name="connsiteY18" fmla="*/ 105967 h 183688"/>
                  <a:gd name="connsiteX19" fmla="*/ 152489 w 174584"/>
                  <a:gd name="connsiteY19" fmla="*/ 14573 h 183688"/>
                  <a:gd name="connsiteX20" fmla="*/ 174585 w 174584"/>
                  <a:gd name="connsiteY20" fmla="*/ 14573 h 183688"/>
                  <a:gd name="connsiteX21" fmla="*/ 174585 w 174584"/>
                  <a:gd name="connsiteY21" fmla="*/ 0 h 183688"/>
                  <a:gd name="connsiteX22" fmla="*/ 110417 w 174584"/>
                  <a:gd name="connsiteY2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74584" h="183688">
                    <a:moveTo>
                      <a:pt x="110417" y="0"/>
                    </a:moveTo>
                    <a:lnTo>
                      <a:pt x="110417" y="14573"/>
                    </a:lnTo>
                    <a:lnTo>
                      <a:pt x="137053" y="14573"/>
                    </a:lnTo>
                    <a:lnTo>
                      <a:pt x="88503" y="93673"/>
                    </a:lnTo>
                    <a:lnTo>
                      <a:pt x="87171" y="93673"/>
                    </a:lnTo>
                    <a:lnTo>
                      <a:pt x="39227" y="14573"/>
                    </a:lnTo>
                    <a:lnTo>
                      <a:pt x="65983" y="14573"/>
                    </a:lnTo>
                    <a:lnTo>
                      <a:pt x="65983" y="0"/>
                    </a:lnTo>
                    <a:lnTo>
                      <a:pt x="0" y="0"/>
                    </a:lnTo>
                    <a:lnTo>
                      <a:pt x="0" y="14573"/>
                    </a:lnTo>
                    <a:lnTo>
                      <a:pt x="21369" y="14573"/>
                    </a:lnTo>
                    <a:lnTo>
                      <a:pt x="80028" y="106267"/>
                    </a:lnTo>
                    <a:lnTo>
                      <a:pt x="80028" y="169116"/>
                    </a:lnTo>
                    <a:lnTo>
                      <a:pt x="52484" y="169116"/>
                    </a:lnTo>
                    <a:lnTo>
                      <a:pt x="52484" y="183689"/>
                    </a:lnTo>
                    <a:lnTo>
                      <a:pt x="121859" y="183689"/>
                    </a:lnTo>
                    <a:lnTo>
                      <a:pt x="121859" y="169116"/>
                    </a:lnTo>
                    <a:lnTo>
                      <a:pt x="94678" y="169116"/>
                    </a:lnTo>
                    <a:lnTo>
                      <a:pt x="94678" y="105967"/>
                    </a:lnTo>
                    <a:lnTo>
                      <a:pt x="152489" y="14573"/>
                    </a:lnTo>
                    <a:lnTo>
                      <a:pt x="174585" y="14573"/>
                    </a:lnTo>
                    <a:lnTo>
                      <a:pt x="174585" y="0"/>
                    </a:lnTo>
                    <a:lnTo>
                      <a:pt x="110417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 234">
                <a:extLst>
                  <a:ext uri="{FF2B5EF4-FFF2-40B4-BE49-F238E27FC236}">
                    <a16:creationId xmlns:a16="http://schemas.microsoft.com/office/drawing/2014/main" id="{F2E07821-CC73-4381-5FA5-E57A3F9F30F0}"/>
                  </a:ext>
                </a:extLst>
              </p:cNvPr>
              <p:cNvSpPr/>
              <p:nvPr/>
            </p:nvSpPr>
            <p:spPr>
              <a:xfrm>
                <a:off x="10762743" y="377077"/>
                <a:ext cx="152549" cy="183688"/>
              </a:xfrm>
              <a:custGeom>
                <a:avLst/>
                <a:gdLst>
                  <a:gd name="connsiteX0" fmla="*/ 0 w 152549"/>
                  <a:gd name="connsiteY0" fmla="*/ 0 h 183688"/>
                  <a:gd name="connsiteX1" fmla="*/ 0 w 152549"/>
                  <a:gd name="connsiteY1" fmla="*/ 48456 h 183688"/>
                  <a:gd name="connsiteX2" fmla="*/ 14650 w 152549"/>
                  <a:gd name="connsiteY2" fmla="*/ 48456 h 183688"/>
                  <a:gd name="connsiteX3" fmla="*/ 14650 w 152549"/>
                  <a:gd name="connsiteY3" fmla="*/ 11514 h 183688"/>
                  <a:gd name="connsiteX4" fmla="*/ 68950 w 152549"/>
                  <a:gd name="connsiteY4" fmla="*/ 11514 h 183688"/>
                  <a:gd name="connsiteX5" fmla="*/ 68950 w 152549"/>
                  <a:gd name="connsiteY5" fmla="*/ 169116 h 183688"/>
                  <a:gd name="connsiteX6" fmla="*/ 41527 w 152549"/>
                  <a:gd name="connsiteY6" fmla="*/ 169116 h 183688"/>
                  <a:gd name="connsiteX7" fmla="*/ 41527 w 152549"/>
                  <a:gd name="connsiteY7" fmla="*/ 183689 h 183688"/>
                  <a:gd name="connsiteX8" fmla="*/ 110902 w 152549"/>
                  <a:gd name="connsiteY8" fmla="*/ 183689 h 183688"/>
                  <a:gd name="connsiteX9" fmla="*/ 110902 w 152549"/>
                  <a:gd name="connsiteY9" fmla="*/ 169116 h 183688"/>
                  <a:gd name="connsiteX10" fmla="*/ 83600 w 152549"/>
                  <a:gd name="connsiteY10" fmla="*/ 169116 h 183688"/>
                  <a:gd name="connsiteX11" fmla="*/ 83600 w 152549"/>
                  <a:gd name="connsiteY11" fmla="*/ 11514 h 183688"/>
                  <a:gd name="connsiteX12" fmla="*/ 137840 w 152549"/>
                  <a:gd name="connsiteY12" fmla="*/ 11514 h 183688"/>
                  <a:gd name="connsiteX13" fmla="*/ 137840 w 152549"/>
                  <a:gd name="connsiteY13" fmla="*/ 48456 h 183688"/>
                  <a:gd name="connsiteX14" fmla="*/ 152550 w 152549"/>
                  <a:gd name="connsiteY14" fmla="*/ 48456 h 183688"/>
                  <a:gd name="connsiteX15" fmla="*/ 152550 w 152549"/>
                  <a:gd name="connsiteY15" fmla="*/ 0 h 183688"/>
                  <a:gd name="connsiteX16" fmla="*/ 0 w 152549"/>
                  <a:gd name="connsiteY16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2549" h="183688">
                    <a:moveTo>
                      <a:pt x="0" y="0"/>
                    </a:moveTo>
                    <a:lnTo>
                      <a:pt x="0" y="48456"/>
                    </a:lnTo>
                    <a:lnTo>
                      <a:pt x="14650" y="48456"/>
                    </a:lnTo>
                    <a:lnTo>
                      <a:pt x="14650" y="11514"/>
                    </a:lnTo>
                    <a:lnTo>
                      <a:pt x="68950" y="11514"/>
                    </a:lnTo>
                    <a:lnTo>
                      <a:pt x="68950" y="169116"/>
                    </a:lnTo>
                    <a:lnTo>
                      <a:pt x="41527" y="169116"/>
                    </a:lnTo>
                    <a:lnTo>
                      <a:pt x="41527" y="183689"/>
                    </a:lnTo>
                    <a:lnTo>
                      <a:pt x="110902" y="183689"/>
                    </a:lnTo>
                    <a:lnTo>
                      <a:pt x="110902" y="169116"/>
                    </a:lnTo>
                    <a:lnTo>
                      <a:pt x="83600" y="169116"/>
                    </a:lnTo>
                    <a:lnTo>
                      <a:pt x="83600" y="11514"/>
                    </a:lnTo>
                    <a:lnTo>
                      <a:pt x="137840" y="11514"/>
                    </a:lnTo>
                    <a:lnTo>
                      <a:pt x="137840" y="48456"/>
                    </a:lnTo>
                    <a:lnTo>
                      <a:pt x="152550" y="48456"/>
                    </a:lnTo>
                    <a:lnTo>
                      <a:pt x="1525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 235">
                <a:extLst>
                  <a:ext uri="{FF2B5EF4-FFF2-40B4-BE49-F238E27FC236}">
                    <a16:creationId xmlns:a16="http://schemas.microsoft.com/office/drawing/2014/main" id="{85087BA6-611F-DDAA-8480-74DAAF1413B3}"/>
                  </a:ext>
                </a:extLst>
              </p:cNvPr>
              <p:cNvSpPr/>
              <p:nvPr/>
            </p:nvSpPr>
            <p:spPr>
              <a:xfrm>
                <a:off x="10667460" y="377077"/>
                <a:ext cx="69132" cy="183688"/>
              </a:xfrm>
              <a:custGeom>
                <a:avLst/>
                <a:gdLst>
                  <a:gd name="connsiteX0" fmla="*/ 0 w 69132"/>
                  <a:gd name="connsiteY0" fmla="*/ 0 h 183688"/>
                  <a:gd name="connsiteX1" fmla="*/ 0 w 69132"/>
                  <a:gd name="connsiteY1" fmla="*/ 14573 h 183688"/>
                  <a:gd name="connsiteX2" fmla="*/ 27180 w 69132"/>
                  <a:gd name="connsiteY2" fmla="*/ 14573 h 183688"/>
                  <a:gd name="connsiteX3" fmla="*/ 27180 w 69132"/>
                  <a:gd name="connsiteY3" fmla="*/ 169116 h 183688"/>
                  <a:gd name="connsiteX4" fmla="*/ 0 w 69132"/>
                  <a:gd name="connsiteY4" fmla="*/ 169116 h 183688"/>
                  <a:gd name="connsiteX5" fmla="*/ 0 w 69132"/>
                  <a:gd name="connsiteY5" fmla="*/ 183689 h 183688"/>
                  <a:gd name="connsiteX6" fmla="*/ 69132 w 69132"/>
                  <a:gd name="connsiteY6" fmla="*/ 183689 h 183688"/>
                  <a:gd name="connsiteX7" fmla="*/ 69132 w 69132"/>
                  <a:gd name="connsiteY7" fmla="*/ 169116 h 183688"/>
                  <a:gd name="connsiteX8" fmla="*/ 42133 w 69132"/>
                  <a:gd name="connsiteY8" fmla="*/ 169116 h 183688"/>
                  <a:gd name="connsiteX9" fmla="*/ 42133 w 69132"/>
                  <a:gd name="connsiteY9" fmla="*/ 14573 h 183688"/>
                  <a:gd name="connsiteX10" fmla="*/ 69132 w 69132"/>
                  <a:gd name="connsiteY10" fmla="*/ 14573 h 183688"/>
                  <a:gd name="connsiteX11" fmla="*/ 69132 w 69132"/>
                  <a:gd name="connsiteY11" fmla="*/ 0 h 183688"/>
                  <a:gd name="connsiteX12" fmla="*/ 0 w 69132"/>
                  <a:gd name="connsiteY1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2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7180" y="14573"/>
                    </a:lnTo>
                    <a:lnTo>
                      <a:pt x="27180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69132" y="183689"/>
                    </a:lnTo>
                    <a:lnTo>
                      <a:pt x="69132" y="169116"/>
                    </a:lnTo>
                    <a:lnTo>
                      <a:pt x="42133" y="169116"/>
                    </a:lnTo>
                    <a:lnTo>
                      <a:pt x="42133" y="14573"/>
                    </a:lnTo>
                    <a:lnTo>
                      <a:pt x="69132" y="14573"/>
                    </a:lnTo>
                    <a:lnTo>
                      <a:pt x="6913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" name="Graphic 6">
              <a:extLst>
                <a:ext uri="{FF2B5EF4-FFF2-40B4-BE49-F238E27FC236}">
                  <a16:creationId xmlns:a16="http://schemas.microsoft.com/office/drawing/2014/main" id="{171AF13C-536C-3E1E-8545-BF32D87AC997}"/>
                </a:ext>
              </a:extLst>
            </p:cNvPr>
            <p:cNvGrpSpPr/>
            <p:nvPr/>
          </p:nvGrpSpPr>
          <p:grpSpPr>
            <a:xfrm>
              <a:off x="231304" y="206042"/>
              <a:ext cx="1465696" cy="522615"/>
              <a:chOff x="152400" y="206042"/>
              <a:chExt cx="1166221" cy="415833"/>
            </a:xfrm>
          </p:grpSpPr>
          <p:grpSp>
            <p:nvGrpSpPr>
              <p:cNvPr id="65" name="Graphic 6">
                <a:extLst>
                  <a:ext uri="{FF2B5EF4-FFF2-40B4-BE49-F238E27FC236}">
                    <a16:creationId xmlns:a16="http://schemas.microsoft.com/office/drawing/2014/main" id="{874711F5-1E7F-FCED-E1DB-3066F0BC49C6}"/>
                  </a:ext>
                </a:extLst>
              </p:cNvPr>
              <p:cNvGrpSpPr/>
              <p:nvPr/>
            </p:nvGrpSpPr>
            <p:grpSpPr>
              <a:xfrm>
                <a:off x="156576" y="584634"/>
                <a:ext cx="655178" cy="37181"/>
                <a:chOff x="156576" y="584634"/>
                <a:chExt cx="655178" cy="37181"/>
              </a:xfrm>
              <a:solidFill>
                <a:srgbClr val="DF8026"/>
              </a:solidFill>
            </p:grpSpPr>
            <p:sp>
              <p:nvSpPr>
                <p:cNvPr id="81" name="Freeform 192">
                  <a:extLst>
                    <a:ext uri="{FF2B5EF4-FFF2-40B4-BE49-F238E27FC236}">
                      <a16:creationId xmlns:a16="http://schemas.microsoft.com/office/drawing/2014/main" id="{39DC2DE7-E2AB-02C3-FE29-9D7B3B16C1B5}"/>
                    </a:ext>
                  </a:extLst>
                </p:cNvPr>
                <p:cNvSpPr/>
                <p:nvPr/>
              </p:nvSpPr>
              <p:spPr>
                <a:xfrm>
                  <a:off x="156576" y="584994"/>
                  <a:ext cx="34021" cy="36461"/>
                </a:xfrm>
                <a:custGeom>
                  <a:avLst/>
                  <a:gdLst>
                    <a:gd name="connsiteX0" fmla="*/ 15073 w 34021"/>
                    <a:gd name="connsiteY0" fmla="*/ 0 h 36461"/>
                    <a:gd name="connsiteX1" fmla="*/ 19008 w 34021"/>
                    <a:gd name="connsiteY1" fmla="*/ 0 h 36461"/>
                    <a:gd name="connsiteX2" fmla="*/ 34021 w 34021"/>
                    <a:gd name="connsiteY2" fmla="*/ 36462 h 36461"/>
                    <a:gd name="connsiteX3" fmla="*/ 29057 w 34021"/>
                    <a:gd name="connsiteY3" fmla="*/ 36462 h 36461"/>
                    <a:gd name="connsiteX4" fmla="*/ 24699 w 34021"/>
                    <a:gd name="connsiteY4" fmla="*/ 25787 h 36461"/>
                    <a:gd name="connsiteX5" fmla="*/ 9262 w 34021"/>
                    <a:gd name="connsiteY5" fmla="*/ 25787 h 36461"/>
                    <a:gd name="connsiteX6" fmla="*/ 4964 w 34021"/>
                    <a:gd name="connsiteY6" fmla="*/ 36462 h 36461"/>
                    <a:gd name="connsiteX7" fmla="*/ 0 w 34021"/>
                    <a:gd name="connsiteY7" fmla="*/ 36462 h 36461"/>
                    <a:gd name="connsiteX8" fmla="*/ 15073 w 34021"/>
                    <a:gd name="connsiteY8" fmla="*/ 0 h 36461"/>
                    <a:gd name="connsiteX9" fmla="*/ 23669 w 34021"/>
                    <a:gd name="connsiteY9" fmla="*/ 22189 h 36461"/>
                    <a:gd name="connsiteX10" fmla="*/ 17011 w 34021"/>
                    <a:gd name="connsiteY10" fmla="*/ 5337 h 36461"/>
                    <a:gd name="connsiteX11" fmla="*/ 10170 w 34021"/>
                    <a:gd name="connsiteY11" fmla="*/ 22189 h 36461"/>
                    <a:gd name="connsiteX12" fmla="*/ 23669 w 34021"/>
                    <a:gd name="connsiteY12" fmla="*/ 22189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4021" h="36461">
                      <a:moveTo>
                        <a:pt x="15073" y="0"/>
                      </a:moveTo>
                      <a:lnTo>
                        <a:pt x="19008" y="0"/>
                      </a:lnTo>
                      <a:lnTo>
                        <a:pt x="34021" y="36462"/>
                      </a:lnTo>
                      <a:lnTo>
                        <a:pt x="29057" y="36462"/>
                      </a:lnTo>
                      <a:lnTo>
                        <a:pt x="24699" y="25787"/>
                      </a:lnTo>
                      <a:lnTo>
                        <a:pt x="9262" y="25787"/>
                      </a:lnTo>
                      <a:lnTo>
                        <a:pt x="4964" y="36462"/>
                      </a:lnTo>
                      <a:lnTo>
                        <a:pt x="0" y="36462"/>
                      </a:lnTo>
                      <a:lnTo>
                        <a:pt x="15073" y="0"/>
                      </a:lnTo>
                      <a:close/>
                      <a:moveTo>
                        <a:pt x="23669" y="22189"/>
                      </a:moveTo>
                      <a:lnTo>
                        <a:pt x="17011" y="5337"/>
                      </a:lnTo>
                      <a:lnTo>
                        <a:pt x="10170" y="22189"/>
                      </a:lnTo>
                      <a:lnTo>
                        <a:pt x="23669" y="22189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" name="Freeform 193">
                  <a:extLst>
                    <a:ext uri="{FF2B5EF4-FFF2-40B4-BE49-F238E27FC236}">
                      <a16:creationId xmlns:a16="http://schemas.microsoft.com/office/drawing/2014/main" id="{8F9A0644-2B18-DBEE-E906-5223FE4F3A32}"/>
                    </a:ext>
                  </a:extLst>
                </p:cNvPr>
                <p:cNvSpPr/>
                <p:nvPr/>
              </p:nvSpPr>
              <p:spPr>
                <a:xfrm>
                  <a:off x="191687" y="584754"/>
                  <a:ext cx="31902" cy="36941"/>
                </a:xfrm>
                <a:custGeom>
                  <a:avLst/>
                  <a:gdLst>
                    <a:gd name="connsiteX0" fmla="*/ 121 w 31902"/>
                    <a:gd name="connsiteY0" fmla="*/ 18231 h 36941"/>
                    <a:gd name="connsiteX1" fmla="*/ 1271 w 31902"/>
                    <a:gd name="connsiteY1" fmla="*/ 11694 h 36941"/>
                    <a:gd name="connsiteX2" fmla="*/ 4722 w 31902"/>
                    <a:gd name="connsiteY2" fmla="*/ 5817 h 36941"/>
                    <a:gd name="connsiteX3" fmla="*/ 10231 w 31902"/>
                    <a:gd name="connsiteY3" fmla="*/ 1619 h 36941"/>
                    <a:gd name="connsiteX4" fmla="*/ 17616 w 31902"/>
                    <a:gd name="connsiteY4" fmla="*/ 0 h 36941"/>
                    <a:gd name="connsiteX5" fmla="*/ 26091 w 31902"/>
                    <a:gd name="connsiteY5" fmla="*/ 2219 h 36941"/>
                    <a:gd name="connsiteX6" fmla="*/ 31358 w 31902"/>
                    <a:gd name="connsiteY6" fmla="*/ 7976 h 36941"/>
                    <a:gd name="connsiteX7" fmla="*/ 27665 w 31902"/>
                    <a:gd name="connsiteY7" fmla="*/ 10315 h 36941"/>
                    <a:gd name="connsiteX8" fmla="*/ 25667 w 31902"/>
                    <a:gd name="connsiteY8" fmla="*/ 7376 h 36941"/>
                    <a:gd name="connsiteX9" fmla="*/ 23125 w 31902"/>
                    <a:gd name="connsiteY9" fmla="*/ 5457 h 36941"/>
                    <a:gd name="connsiteX10" fmla="*/ 20279 w 31902"/>
                    <a:gd name="connsiteY10" fmla="*/ 4438 h 36941"/>
                    <a:gd name="connsiteX11" fmla="*/ 17434 w 31902"/>
                    <a:gd name="connsiteY11" fmla="*/ 4138 h 36941"/>
                    <a:gd name="connsiteX12" fmla="*/ 11986 w 31902"/>
                    <a:gd name="connsiteY12" fmla="*/ 5397 h 36941"/>
                    <a:gd name="connsiteX13" fmla="*/ 7991 w 31902"/>
                    <a:gd name="connsiteY13" fmla="*/ 8696 h 36941"/>
                    <a:gd name="connsiteX14" fmla="*/ 5569 w 31902"/>
                    <a:gd name="connsiteY14" fmla="*/ 13253 h 36941"/>
                    <a:gd name="connsiteX15" fmla="*/ 4782 w 31902"/>
                    <a:gd name="connsiteY15" fmla="*/ 18351 h 36941"/>
                    <a:gd name="connsiteX16" fmla="*/ 5751 w 31902"/>
                    <a:gd name="connsiteY16" fmla="*/ 23808 h 36941"/>
                    <a:gd name="connsiteX17" fmla="*/ 8414 w 31902"/>
                    <a:gd name="connsiteY17" fmla="*/ 28426 h 36941"/>
                    <a:gd name="connsiteX18" fmla="*/ 12470 w 31902"/>
                    <a:gd name="connsiteY18" fmla="*/ 31604 h 36941"/>
                    <a:gd name="connsiteX19" fmla="*/ 17555 w 31902"/>
                    <a:gd name="connsiteY19" fmla="*/ 32804 h 36941"/>
                    <a:gd name="connsiteX20" fmla="*/ 20522 w 31902"/>
                    <a:gd name="connsiteY20" fmla="*/ 32444 h 36941"/>
                    <a:gd name="connsiteX21" fmla="*/ 23427 w 31902"/>
                    <a:gd name="connsiteY21" fmla="*/ 31304 h 36941"/>
                    <a:gd name="connsiteX22" fmla="*/ 26030 w 31902"/>
                    <a:gd name="connsiteY22" fmla="*/ 29325 h 36941"/>
                    <a:gd name="connsiteX23" fmla="*/ 28028 w 31902"/>
                    <a:gd name="connsiteY23" fmla="*/ 26447 h 36941"/>
                    <a:gd name="connsiteX24" fmla="*/ 31902 w 31902"/>
                    <a:gd name="connsiteY24" fmla="*/ 28546 h 36941"/>
                    <a:gd name="connsiteX25" fmla="*/ 29420 w 31902"/>
                    <a:gd name="connsiteY25" fmla="*/ 32144 h 36941"/>
                    <a:gd name="connsiteX26" fmla="*/ 25849 w 31902"/>
                    <a:gd name="connsiteY26" fmla="*/ 34783 h 36941"/>
                    <a:gd name="connsiteX27" fmla="*/ 21611 w 31902"/>
                    <a:gd name="connsiteY27" fmla="*/ 36402 h 36941"/>
                    <a:gd name="connsiteX28" fmla="*/ 17253 w 31902"/>
                    <a:gd name="connsiteY28" fmla="*/ 36942 h 36941"/>
                    <a:gd name="connsiteX29" fmla="*/ 10291 w 31902"/>
                    <a:gd name="connsiteY29" fmla="*/ 35322 h 36941"/>
                    <a:gd name="connsiteX30" fmla="*/ 4843 w 31902"/>
                    <a:gd name="connsiteY30" fmla="*/ 31065 h 36941"/>
                    <a:gd name="connsiteX31" fmla="*/ 1271 w 31902"/>
                    <a:gd name="connsiteY31" fmla="*/ 25068 h 36941"/>
                    <a:gd name="connsiteX32" fmla="*/ 0 w 31902"/>
                    <a:gd name="connsiteY32" fmla="*/ 18231 h 36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1902" h="36941">
                      <a:moveTo>
                        <a:pt x="121" y="18231"/>
                      </a:moveTo>
                      <a:cubicBezTo>
                        <a:pt x="121" y="16012"/>
                        <a:pt x="484" y="13853"/>
                        <a:pt x="1271" y="11694"/>
                      </a:cubicBezTo>
                      <a:cubicBezTo>
                        <a:pt x="2058" y="9535"/>
                        <a:pt x="3208" y="7556"/>
                        <a:pt x="4722" y="5817"/>
                      </a:cubicBezTo>
                      <a:cubicBezTo>
                        <a:pt x="6235" y="4078"/>
                        <a:pt x="8051" y="2699"/>
                        <a:pt x="10231" y="1619"/>
                      </a:cubicBezTo>
                      <a:cubicBezTo>
                        <a:pt x="12410" y="540"/>
                        <a:pt x="14892" y="0"/>
                        <a:pt x="17616" y="0"/>
                      </a:cubicBezTo>
                      <a:cubicBezTo>
                        <a:pt x="20885" y="0"/>
                        <a:pt x="23730" y="720"/>
                        <a:pt x="26091" y="2219"/>
                      </a:cubicBezTo>
                      <a:cubicBezTo>
                        <a:pt x="28452" y="3718"/>
                        <a:pt x="30207" y="5637"/>
                        <a:pt x="31358" y="7976"/>
                      </a:cubicBezTo>
                      <a:lnTo>
                        <a:pt x="27665" y="10315"/>
                      </a:lnTo>
                      <a:cubicBezTo>
                        <a:pt x="27120" y="9175"/>
                        <a:pt x="26454" y="8156"/>
                        <a:pt x="25667" y="7376"/>
                      </a:cubicBezTo>
                      <a:cubicBezTo>
                        <a:pt x="24880" y="6597"/>
                        <a:pt x="24033" y="5937"/>
                        <a:pt x="23125" y="5457"/>
                      </a:cubicBezTo>
                      <a:cubicBezTo>
                        <a:pt x="22217" y="4978"/>
                        <a:pt x="21248" y="4618"/>
                        <a:pt x="20279" y="4438"/>
                      </a:cubicBezTo>
                      <a:cubicBezTo>
                        <a:pt x="19311" y="4258"/>
                        <a:pt x="18342" y="4138"/>
                        <a:pt x="17434" y="4138"/>
                      </a:cubicBezTo>
                      <a:cubicBezTo>
                        <a:pt x="15376" y="4138"/>
                        <a:pt x="13560" y="4558"/>
                        <a:pt x="11986" y="5397"/>
                      </a:cubicBezTo>
                      <a:cubicBezTo>
                        <a:pt x="10412" y="6237"/>
                        <a:pt x="9080" y="7316"/>
                        <a:pt x="7991" y="8696"/>
                      </a:cubicBezTo>
                      <a:cubicBezTo>
                        <a:pt x="6901" y="10075"/>
                        <a:pt x="6114" y="11574"/>
                        <a:pt x="5569" y="13253"/>
                      </a:cubicBezTo>
                      <a:cubicBezTo>
                        <a:pt x="5024" y="14933"/>
                        <a:pt x="4782" y="16672"/>
                        <a:pt x="4782" y="18351"/>
                      </a:cubicBezTo>
                      <a:cubicBezTo>
                        <a:pt x="4782" y="20270"/>
                        <a:pt x="5085" y="22069"/>
                        <a:pt x="5751" y="23808"/>
                      </a:cubicBezTo>
                      <a:cubicBezTo>
                        <a:pt x="6417" y="25547"/>
                        <a:pt x="7264" y="27047"/>
                        <a:pt x="8414" y="28426"/>
                      </a:cubicBezTo>
                      <a:cubicBezTo>
                        <a:pt x="9565" y="29745"/>
                        <a:pt x="10896" y="30825"/>
                        <a:pt x="12470" y="31604"/>
                      </a:cubicBezTo>
                      <a:cubicBezTo>
                        <a:pt x="14044" y="32384"/>
                        <a:pt x="15739" y="32804"/>
                        <a:pt x="17555" y="32804"/>
                      </a:cubicBezTo>
                      <a:cubicBezTo>
                        <a:pt x="18524" y="32804"/>
                        <a:pt x="19493" y="32684"/>
                        <a:pt x="20522" y="32444"/>
                      </a:cubicBezTo>
                      <a:cubicBezTo>
                        <a:pt x="21551" y="32204"/>
                        <a:pt x="22519" y="31844"/>
                        <a:pt x="23427" y="31304"/>
                      </a:cubicBezTo>
                      <a:cubicBezTo>
                        <a:pt x="24335" y="30765"/>
                        <a:pt x="25243" y="30105"/>
                        <a:pt x="26030" y="29325"/>
                      </a:cubicBezTo>
                      <a:cubicBezTo>
                        <a:pt x="26817" y="28546"/>
                        <a:pt x="27483" y="27526"/>
                        <a:pt x="28028" y="26447"/>
                      </a:cubicBezTo>
                      <a:lnTo>
                        <a:pt x="31902" y="28546"/>
                      </a:lnTo>
                      <a:cubicBezTo>
                        <a:pt x="31297" y="29925"/>
                        <a:pt x="30510" y="31125"/>
                        <a:pt x="29420" y="32144"/>
                      </a:cubicBezTo>
                      <a:cubicBezTo>
                        <a:pt x="28391" y="33164"/>
                        <a:pt x="27181" y="34063"/>
                        <a:pt x="25849" y="34783"/>
                      </a:cubicBezTo>
                      <a:cubicBezTo>
                        <a:pt x="24517" y="35502"/>
                        <a:pt x="23125" y="36042"/>
                        <a:pt x="21611" y="36402"/>
                      </a:cubicBezTo>
                      <a:cubicBezTo>
                        <a:pt x="20098" y="36762"/>
                        <a:pt x="18645" y="36942"/>
                        <a:pt x="17253" y="36942"/>
                      </a:cubicBezTo>
                      <a:cubicBezTo>
                        <a:pt x="14710" y="36942"/>
                        <a:pt x="12410" y="36402"/>
                        <a:pt x="10291" y="35322"/>
                      </a:cubicBezTo>
                      <a:cubicBezTo>
                        <a:pt x="8172" y="34243"/>
                        <a:pt x="6356" y="32804"/>
                        <a:pt x="4843" y="31065"/>
                      </a:cubicBezTo>
                      <a:cubicBezTo>
                        <a:pt x="3329" y="29325"/>
                        <a:pt x="2119" y="27286"/>
                        <a:pt x="1271" y="25068"/>
                      </a:cubicBezTo>
                      <a:cubicBezTo>
                        <a:pt x="424" y="22849"/>
                        <a:pt x="0" y="20570"/>
                        <a:pt x="0" y="1823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" name="Freeform 194">
                  <a:extLst>
                    <a:ext uri="{FF2B5EF4-FFF2-40B4-BE49-F238E27FC236}">
                      <a16:creationId xmlns:a16="http://schemas.microsoft.com/office/drawing/2014/main" id="{EF3A7009-5489-878A-DDDF-D05DED4EC04D}"/>
                    </a:ext>
                  </a:extLst>
                </p:cNvPr>
                <p:cNvSpPr/>
                <p:nvPr/>
              </p:nvSpPr>
              <p:spPr>
                <a:xfrm>
                  <a:off x="226616" y="584754"/>
                  <a:ext cx="31902" cy="36941"/>
                </a:xfrm>
                <a:custGeom>
                  <a:avLst/>
                  <a:gdLst>
                    <a:gd name="connsiteX0" fmla="*/ 121 w 31902"/>
                    <a:gd name="connsiteY0" fmla="*/ 18231 h 36941"/>
                    <a:gd name="connsiteX1" fmla="*/ 1271 w 31902"/>
                    <a:gd name="connsiteY1" fmla="*/ 11694 h 36941"/>
                    <a:gd name="connsiteX2" fmla="*/ 4722 w 31902"/>
                    <a:gd name="connsiteY2" fmla="*/ 5817 h 36941"/>
                    <a:gd name="connsiteX3" fmla="*/ 10231 w 31902"/>
                    <a:gd name="connsiteY3" fmla="*/ 1619 h 36941"/>
                    <a:gd name="connsiteX4" fmla="*/ 17616 w 31902"/>
                    <a:gd name="connsiteY4" fmla="*/ 0 h 36941"/>
                    <a:gd name="connsiteX5" fmla="*/ 26091 w 31902"/>
                    <a:gd name="connsiteY5" fmla="*/ 2219 h 36941"/>
                    <a:gd name="connsiteX6" fmla="*/ 31358 w 31902"/>
                    <a:gd name="connsiteY6" fmla="*/ 7976 h 36941"/>
                    <a:gd name="connsiteX7" fmla="*/ 27665 w 31902"/>
                    <a:gd name="connsiteY7" fmla="*/ 10315 h 36941"/>
                    <a:gd name="connsiteX8" fmla="*/ 25667 w 31902"/>
                    <a:gd name="connsiteY8" fmla="*/ 7376 h 36941"/>
                    <a:gd name="connsiteX9" fmla="*/ 23125 w 31902"/>
                    <a:gd name="connsiteY9" fmla="*/ 5457 h 36941"/>
                    <a:gd name="connsiteX10" fmla="*/ 20279 w 31902"/>
                    <a:gd name="connsiteY10" fmla="*/ 4438 h 36941"/>
                    <a:gd name="connsiteX11" fmla="*/ 17434 w 31902"/>
                    <a:gd name="connsiteY11" fmla="*/ 4138 h 36941"/>
                    <a:gd name="connsiteX12" fmla="*/ 11986 w 31902"/>
                    <a:gd name="connsiteY12" fmla="*/ 5397 h 36941"/>
                    <a:gd name="connsiteX13" fmla="*/ 7991 w 31902"/>
                    <a:gd name="connsiteY13" fmla="*/ 8696 h 36941"/>
                    <a:gd name="connsiteX14" fmla="*/ 5569 w 31902"/>
                    <a:gd name="connsiteY14" fmla="*/ 13253 h 36941"/>
                    <a:gd name="connsiteX15" fmla="*/ 4782 w 31902"/>
                    <a:gd name="connsiteY15" fmla="*/ 18351 h 36941"/>
                    <a:gd name="connsiteX16" fmla="*/ 5751 w 31902"/>
                    <a:gd name="connsiteY16" fmla="*/ 23808 h 36941"/>
                    <a:gd name="connsiteX17" fmla="*/ 8414 w 31902"/>
                    <a:gd name="connsiteY17" fmla="*/ 28426 h 36941"/>
                    <a:gd name="connsiteX18" fmla="*/ 12470 w 31902"/>
                    <a:gd name="connsiteY18" fmla="*/ 31604 h 36941"/>
                    <a:gd name="connsiteX19" fmla="*/ 17555 w 31902"/>
                    <a:gd name="connsiteY19" fmla="*/ 32804 h 36941"/>
                    <a:gd name="connsiteX20" fmla="*/ 20522 w 31902"/>
                    <a:gd name="connsiteY20" fmla="*/ 32444 h 36941"/>
                    <a:gd name="connsiteX21" fmla="*/ 23427 w 31902"/>
                    <a:gd name="connsiteY21" fmla="*/ 31304 h 36941"/>
                    <a:gd name="connsiteX22" fmla="*/ 26030 w 31902"/>
                    <a:gd name="connsiteY22" fmla="*/ 29325 h 36941"/>
                    <a:gd name="connsiteX23" fmla="*/ 28028 w 31902"/>
                    <a:gd name="connsiteY23" fmla="*/ 26447 h 36941"/>
                    <a:gd name="connsiteX24" fmla="*/ 31902 w 31902"/>
                    <a:gd name="connsiteY24" fmla="*/ 28546 h 36941"/>
                    <a:gd name="connsiteX25" fmla="*/ 29420 w 31902"/>
                    <a:gd name="connsiteY25" fmla="*/ 32144 h 36941"/>
                    <a:gd name="connsiteX26" fmla="*/ 25849 w 31902"/>
                    <a:gd name="connsiteY26" fmla="*/ 34783 h 36941"/>
                    <a:gd name="connsiteX27" fmla="*/ 21611 w 31902"/>
                    <a:gd name="connsiteY27" fmla="*/ 36402 h 36941"/>
                    <a:gd name="connsiteX28" fmla="*/ 17253 w 31902"/>
                    <a:gd name="connsiteY28" fmla="*/ 36942 h 36941"/>
                    <a:gd name="connsiteX29" fmla="*/ 10291 w 31902"/>
                    <a:gd name="connsiteY29" fmla="*/ 35322 h 36941"/>
                    <a:gd name="connsiteX30" fmla="*/ 4843 w 31902"/>
                    <a:gd name="connsiteY30" fmla="*/ 31065 h 36941"/>
                    <a:gd name="connsiteX31" fmla="*/ 1271 w 31902"/>
                    <a:gd name="connsiteY31" fmla="*/ 25068 h 36941"/>
                    <a:gd name="connsiteX32" fmla="*/ 0 w 31902"/>
                    <a:gd name="connsiteY32" fmla="*/ 18231 h 36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1902" h="36941">
                      <a:moveTo>
                        <a:pt x="121" y="18231"/>
                      </a:moveTo>
                      <a:cubicBezTo>
                        <a:pt x="121" y="16012"/>
                        <a:pt x="484" y="13853"/>
                        <a:pt x="1271" y="11694"/>
                      </a:cubicBezTo>
                      <a:cubicBezTo>
                        <a:pt x="2058" y="9535"/>
                        <a:pt x="3208" y="7556"/>
                        <a:pt x="4722" y="5817"/>
                      </a:cubicBezTo>
                      <a:cubicBezTo>
                        <a:pt x="6235" y="4078"/>
                        <a:pt x="8051" y="2699"/>
                        <a:pt x="10231" y="1619"/>
                      </a:cubicBezTo>
                      <a:cubicBezTo>
                        <a:pt x="12410" y="540"/>
                        <a:pt x="14892" y="0"/>
                        <a:pt x="17616" y="0"/>
                      </a:cubicBezTo>
                      <a:cubicBezTo>
                        <a:pt x="20885" y="0"/>
                        <a:pt x="23730" y="720"/>
                        <a:pt x="26091" y="2219"/>
                      </a:cubicBezTo>
                      <a:cubicBezTo>
                        <a:pt x="28452" y="3718"/>
                        <a:pt x="30207" y="5637"/>
                        <a:pt x="31358" y="7976"/>
                      </a:cubicBezTo>
                      <a:lnTo>
                        <a:pt x="27665" y="10315"/>
                      </a:lnTo>
                      <a:cubicBezTo>
                        <a:pt x="27120" y="9175"/>
                        <a:pt x="26454" y="8156"/>
                        <a:pt x="25667" y="7376"/>
                      </a:cubicBezTo>
                      <a:cubicBezTo>
                        <a:pt x="24880" y="6597"/>
                        <a:pt x="24033" y="5937"/>
                        <a:pt x="23125" y="5457"/>
                      </a:cubicBezTo>
                      <a:cubicBezTo>
                        <a:pt x="22217" y="4978"/>
                        <a:pt x="21248" y="4618"/>
                        <a:pt x="20279" y="4438"/>
                      </a:cubicBezTo>
                      <a:cubicBezTo>
                        <a:pt x="19311" y="4258"/>
                        <a:pt x="18342" y="4138"/>
                        <a:pt x="17434" y="4138"/>
                      </a:cubicBezTo>
                      <a:cubicBezTo>
                        <a:pt x="15376" y="4138"/>
                        <a:pt x="13560" y="4558"/>
                        <a:pt x="11986" y="5397"/>
                      </a:cubicBezTo>
                      <a:cubicBezTo>
                        <a:pt x="10412" y="6237"/>
                        <a:pt x="9080" y="7316"/>
                        <a:pt x="7991" y="8696"/>
                      </a:cubicBezTo>
                      <a:cubicBezTo>
                        <a:pt x="6901" y="10075"/>
                        <a:pt x="6114" y="11574"/>
                        <a:pt x="5569" y="13253"/>
                      </a:cubicBezTo>
                      <a:cubicBezTo>
                        <a:pt x="5024" y="14933"/>
                        <a:pt x="4782" y="16672"/>
                        <a:pt x="4782" y="18351"/>
                      </a:cubicBezTo>
                      <a:cubicBezTo>
                        <a:pt x="4782" y="20270"/>
                        <a:pt x="5085" y="22069"/>
                        <a:pt x="5751" y="23808"/>
                      </a:cubicBezTo>
                      <a:cubicBezTo>
                        <a:pt x="6417" y="25547"/>
                        <a:pt x="7264" y="27047"/>
                        <a:pt x="8414" y="28426"/>
                      </a:cubicBezTo>
                      <a:cubicBezTo>
                        <a:pt x="9565" y="29745"/>
                        <a:pt x="10896" y="30825"/>
                        <a:pt x="12470" y="31604"/>
                      </a:cubicBezTo>
                      <a:cubicBezTo>
                        <a:pt x="14044" y="32384"/>
                        <a:pt x="15739" y="32804"/>
                        <a:pt x="17555" y="32804"/>
                      </a:cubicBezTo>
                      <a:cubicBezTo>
                        <a:pt x="18524" y="32804"/>
                        <a:pt x="19493" y="32684"/>
                        <a:pt x="20522" y="32444"/>
                      </a:cubicBezTo>
                      <a:cubicBezTo>
                        <a:pt x="21551" y="32204"/>
                        <a:pt x="22519" y="31844"/>
                        <a:pt x="23427" y="31304"/>
                      </a:cubicBezTo>
                      <a:cubicBezTo>
                        <a:pt x="24335" y="30765"/>
                        <a:pt x="25243" y="30105"/>
                        <a:pt x="26030" y="29325"/>
                      </a:cubicBezTo>
                      <a:cubicBezTo>
                        <a:pt x="26817" y="28546"/>
                        <a:pt x="27483" y="27526"/>
                        <a:pt x="28028" y="26447"/>
                      </a:cubicBezTo>
                      <a:lnTo>
                        <a:pt x="31902" y="28546"/>
                      </a:lnTo>
                      <a:cubicBezTo>
                        <a:pt x="31297" y="29925"/>
                        <a:pt x="30510" y="31125"/>
                        <a:pt x="29420" y="32144"/>
                      </a:cubicBezTo>
                      <a:cubicBezTo>
                        <a:pt x="28391" y="33164"/>
                        <a:pt x="27181" y="34063"/>
                        <a:pt x="25849" y="34783"/>
                      </a:cubicBezTo>
                      <a:cubicBezTo>
                        <a:pt x="24517" y="35502"/>
                        <a:pt x="23125" y="36042"/>
                        <a:pt x="21611" y="36402"/>
                      </a:cubicBezTo>
                      <a:cubicBezTo>
                        <a:pt x="20098" y="36762"/>
                        <a:pt x="18645" y="36942"/>
                        <a:pt x="17253" y="36942"/>
                      </a:cubicBezTo>
                      <a:cubicBezTo>
                        <a:pt x="14710" y="36942"/>
                        <a:pt x="12410" y="36402"/>
                        <a:pt x="10291" y="35322"/>
                      </a:cubicBezTo>
                      <a:cubicBezTo>
                        <a:pt x="8172" y="34243"/>
                        <a:pt x="6356" y="32804"/>
                        <a:pt x="4843" y="31065"/>
                      </a:cubicBezTo>
                      <a:cubicBezTo>
                        <a:pt x="3329" y="29325"/>
                        <a:pt x="2119" y="27286"/>
                        <a:pt x="1271" y="25068"/>
                      </a:cubicBezTo>
                      <a:cubicBezTo>
                        <a:pt x="424" y="22849"/>
                        <a:pt x="0" y="20570"/>
                        <a:pt x="0" y="1823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" name="Freeform 195">
                  <a:extLst>
                    <a:ext uri="{FF2B5EF4-FFF2-40B4-BE49-F238E27FC236}">
                      <a16:creationId xmlns:a16="http://schemas.microsoft.com/office/drawing/2014/main" id="{ED2E5D33-0697-58AD-3851-2F906E044185}"/>
                    </a:ext>
                  </a:extLst>
                </p:cNvPr>
                <p:cNvSpPr/>
                <p:nvPr/>
              </p:nvSpPr>
              <p:spPr>
                <a:xfrm>
                  <a:off x="264451" y="584994"/>
                  <a:ext cx="28088" cy="36521"/>
                </a:xfrm>
                <a:custGeom>
                  <a:avLst/>
                  <a:gdLst>
                    <a:gd name="connsiteX0" fmla="*/ 61 w 28088"/>
                    <a:gd name="connsiteY0" fmla="*/ 36462 h 36521"/>
                    <a:gd name="connsiteX1" fmla="*/ 61 w 28088"/>
                    <a:gd name="connsiteY1" fmla="*/ 0 h 36521"/>
                    <a:gd name="connsiteX2" fmla="*/ 15800 w 28088"/>
                    <a:gd name="connsiteY2" fmla="*/ 0 h 36521"/>
                    <a:gd name="connsiteX3" fmla="*/ 20279 w 28088"/>
                    <a:gd name="connsiteY3" fmla="*/ 1019 h 36521"/>
                    <a:gd name="connsiteX4" fmla="*/ 23791 w 28088"/>
                    <a:gd name="connsiteY4" fmla="*/ 3658 h 36521"/>
                    <a:gd name="connsiteX5" fmla="*/ 26091 w 28088"/>
                    <a:gd name="connsiteY5" fmla="*/ 7436 h 36521"/>
                    <a:gd name="connsiteX6" fmla="*/ 26938 w 28088"/>
                    <a:gd name="connsiteY6" fmla="*/ 11694 h 36521"/>
                    <a:gd name="connsiteX7" fmla="*/ 26394 w 28088"/>
                    <a:gd name="connsiteY7" fmla="*/ 15352 h 36521"/>
                    <a:gd name="connsiteX8" fmla="*/ 24820 w 28088"/>
                    <a:gd name="connsiteY8" fmla="*/ 18591 h 36521"/>
                    <a:gd name="connsiteX9" fmla="*/ 22398 w 28088"/>
                    <a:gd name="connsiteY9" fmla="*/ 21050 h 36521"/>
                    <a:gd name="connsiteX10" fmla="*/ 19190 w 28088"/>
                    <a:gd name="connsiteY10" fmla="*/ 22549 h 36521"/>
                    <a:gd name="connsiteX11" fmla="*/ 28089 w 28088"/>
                    <a:gd name="connsiteY11" fmla="*/ 36522 h 36521"/>
                    <a:gd name="connsiteX12" fmla="*/ 22822 w 28088"/>
                    <a:gd name="connsiteY12" fmla="*/ 36522 h 36521"/>
                    <a:gd name="connsiteX13" fmla="*/ 14408 w 28088"/>
                    <a:gd name="connsiteY13" fmla="*/ 23448 h 36521"/>
                    <a:gd name="connsiteX14" fmla="*/ 4661 w 28088"/>
                    <a:gd name="connsiteY14" fmla="*/ 23448 h 36521"/>
                    <a:gd name="connsiteX15" fmla="*/ 4661 w 28088"/>
                    <a:gd name="connsiteY15" fmla="*/ 36522 h 36521"/>
                    <a:gd name="connsiteX16" fmla="*/ 0 w 28088"/>
                    <a:gd name="connsiteY16" fmla="*/ 36522 h 36521"/>
                    <a:gd name="connsiteX17" fmla="*/ 4722 w 28088"/>
                    <a:gd name="connsiteY17" fmla="*/ 19310 h 36521"/>
                    <a:gd name="connsiteX18" fmla="*/ 15860 w 28088"/>
                    <a:gd name="connsiteY18" fmla="*/ 19310 h 36521"/>
                    <a:gd name="connsiteX19" fmla="*/ 18463 w 28088"/>
                    <a:gd name="connsiteY19" fmla="*/ 18711 h 36521"/>
                    <a:gd name="connsiteX20" fmla="*/ 20461 w 28088"/>
                    <a:gd name="connsiteY20" fmla="*/ 17032 h 36521"/>
                    <a:gd name="connsiteX21" fmla="*/ 21732 w 28088"/>
                    <a:gd name="connsiteY21" fmla="*/ 14573 h 36521"/>
                    <a:gd name="connsiteX22" fmla="*/ 22217 w 28088"/>
                    <a:gd name="connsiteY22" fmla="*/ 11694 h 36521"/>
                    <a:gd name="connsiteX23" fmla="*/ 21672 w 28088"/>
                    <a:gd name="connsiteY23" fmla="*/ 8816 h 36521"/>
                    <a:gd name="connsiteX24" fmla="*/ 20219 w 28088"/>
                    <a:gd name="connsiteY24" fmla="*/ 6417 h 36521"/>
                    <a:gd name="connsiteX25" fmla="*/ 18100 w 28088"/>
                    <a:gd name="connsiteY25" fmla="*/ 4798 h 36521"/>
                    <a:gd name="connsiteX26" fmla="*/ 15558 w 28088"/>
                    <a:gd name="connsiteY26" fmla="*/ 4198 h 36521"/>
                    <a:gd name="connsiteX27" fmla="*/ 4722 w 28088"/>
                    <a:gd name="connsiteY27" fmla="*/ 4198 h 36521"/>
                    <a:gd name="connsiteX28" fmla="*/ 4722 w 28088"/>
                    <a:gd name="connsiteY28" fmla="*/ 1937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8088" h="3652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5800" y="0"/>
                      </a:lnTo>
                      <a:cubicBezTo>
                        <a:pt x="17434" y="0"/>
                        <a:pt x="18887" y="360"/>
                        <a:pt x="20279" y="1019"/>
                      </a:cubicBezTo>
                      <a:cubicBezTo>
                        <a:pt x="21672" y="1679"/>
                        <a:pt x="22822" y="2579"/>
                        <a:pt x="23791" y="3658"/>
                      </a:cubicBezTo>
                      <a:cubicBezTo>
                        <a:pt x="24759" y="4798"/>
                        <a:pt x="25546" y="5997"/>
                        <a:pt x="26091" y="7436"/>
                      </a:cubicBezTo>
                      <a:cubicBezTo>
                        <a:pt x="26636" y="8816"/>
                        <a:pt x="26938" y="10255"/>
                        <a:pt x="26938" y="11694"/>
                      </a:cubicBezTo>
                      <a:cubicBezTo>
                        <a:pt x="26938" y="12954"/>
                        <a:pt x="26757" y="14213"/>
                        <a:pt x="26394" y="15352"/>
                      </a:cubicBezTo>
                      <a:cubicBezTo>
                        <a:pt x="26030" y="16552"/>
                        <a:pt x="25486" y="17631"/>
                        <a:pt x="24820" y="18591"/>
                      </a:cubicBezTo>
                      <a:cubicBezTo>
                        <a:pt x="24154" y="19550"/>
                        <a:pt x="23306" y="20390"/>
                        <a:pt x="22398" y="21050"/>
                      </a:cubicBezTo>
                      <a:cubicBezTo>
                        <a:pt x="21430" y="21709"/>
                        <a:pt x="20401" y="22249"/>
                        <a:pt x="19190" y="22549"/>
                      </a:cubicBezTo>
                      <a:lnTo>
                        <a:pt x="28089" y="36522"/>
                      </a:lnTo>
                      <a:lnTo>
                        <a:pt x="22822" y="36522"/>
                      </a:lnTo>
                      <a:lnTo>
                        <a:pt x="14408" y="23448"/>
                      </a:lnTo>
                      <a:lnTo>
                        <a:pt x="4661" y="23448"/>
                      </a:lnTo>
                      <a:lnTo>
                        <a:pt x="4661" y="36522"/>
                      </a:lnTo>
                      <a:lnTo>
                        <a:pt x="0" y="36522"/>
                      </a:lnTo>
                      <a:close/>
                      <a:moveTo>
                        <a:pt x="4722" y="19310"/>
                      </a:moveTo>
                      <a:lnTo>
                        <a:pt x="15860" y="19310"/>
                      </a:lnTo>
                      <a:cubicBezTo>
                        <a:pt x="16829" y="19310"/>
                        <a:pt x="17676" y="19131"/>
                        <a:pt x="18463" y="18711"/>
                      </a:cubicBezTo>
                      <a:cubicBezTo>
                        <a:pt x="19250" y="18291"/>
                        <a:pt x="19916" y="17751"/>
                        <a:pt x="20461" y="17032"/>
                      </a:cubicBezTo>
                      <a:cubicBezTo>
                        <a:pt x="21006" y="16312"/>
                        <a:pt x="21430" y="15532"/>
                        <a:pt x="21732" y="14573"/>
                      </a:cubicBezTo>
                      <a:cubicBezTo>
                        <a:pt x="22035" y="13673"/>
                        <a:pt x="22217" y="12714"/>
                        <a:pt x="22217" y="11694"/>
                      </a:cubicBezTo>
                      <a:cubicBezTo>
                        <a:pt x="22217" y="10675"/>
                        <a:pt x="22035" y="9715"/>
                        <a:pt x="21672" y="8816"/>
                      </a:cubicBezTo>
                      <a:cubicBezTo>
                        <a:pt x="21309" y="7916"/>
                        <a:pt x="20824" y="7136"/>
                        <a:pt x="20219" y="6417"/>
                      </a:cubicBezTo>
                      <a:cubicBezTo>
                        <a:pt x="19614" y="5697"/>
                        <a:pt x="18887" y="5157"/>
                        <a:pt x="18100" y="4798"/>
                      </a:cubicBezTo>
                      <a:cubicBezTo>
                        <a:pt x="17313" y="4438"/>
                        <a:pt x="16405" y="4198"/>
                        <a:pt x="15558" y="4198"/>
                      </a:cubicBezTo>
                      <a:lnTo>
                        <a:pt x="4722" y="4198"/>
                      </a:lnTo>
                      <a:lnTo>
                        <a:pt x="4722" y="1937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 196">
                  <a:extLst>
                    <a:ext uri="{FF2B5EF4-FFF2-40B4-BE49-F238E27FC236}">
                      <a16:creationId xmlns:a16="http://schemas.microsoft.com/office/drawing/2014/main" id="{76AB8A80-1574-C353-8DB1-64F38C0B18B8}"/>
                    </a:ext>
                  </a:extLst>
                </p:cNvPr>
                <p:cNvSpPr/>
                <p:nvPr/>
              </p:nvSpPr>
              <p:spPr>
                <a:xfrm>
                  <a:off x="298593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" name="Freeform 197">
                  <a:extLst>
                    <a:ext uri="{FF2B5EF4-FFF2-40B4-BE49-F238E27FC236}">
                      <a16:creationId xmlns:a16="http://schemas.microsoft.com/office/drawing/2014/main" id="{75A9095E-894F-314F-4A6A-0DD88801717F}"/>
                    </a:ext>
                  </a:extLst>
                </p:cNvPr>
                <p:cNvSpPr/>
                <p:nvPr/>
              </p:nvSpPr>
              <p:spPr>
                <a:xfrm>
                  <a:off x="329890" y="584994"/>
                  <a:ext cx="30570" cy="36461"/>
                </a:xfrm>
                <a:custGeom>
                  <a:avLst/>
                  <a:gdLst>
                    <a:gd name="connsiteX0" fmla="*/ 61 w 30570"/>
                    <a:gd name="connsiteY0" fmla="*/ 36462 h 36461"/>
                    <a:gd name="connsiteX1" fmla="*/ 61 w 30570"/>
                    <a:gd name="connsiteY1" fmla="*/ 0 h 36461"/>
                    <a:gd name="connsiteX2" fmla="*/ 12834 w 30570"/>
                    <a:gd name="connsiteY2" fmla="*/ 0 h 36461"/>
                    <a:gd name="connsiteX3" fmla="*/ 20582 w 30570"/>
                    <a:gd name="connsiteY3" fmla="*/ 1439 h 36461"/>
                    <a:gd name="connsiteX4" fmla="*/ 26151 w 30570"/>
                    <a:gd name="connsiteY4" fmla="*/ 5337 h 36461"/>
                    <a:gd name="connsiteX5" fmla="*/ 29481 w 30570"/>
                    <a:gd name="connsiteY5" fmla="*/ 11094 h 36461"/>
                    <a:gd name="connsiteX6" fmla="*/ 30571 w 30570"/>
                    <a:gd name="connsiteY6" fmla="*/ 18171 h 36461"/>
                    <a:gd name="connsiteX7" fmla="*/ 29299 w 30570"/>
                    <a:gd name="connsiteY7" fmla="*/ 25667 h 36461"/>
                    <a:gd name="connsiteX8" fmla="*/ 25728 w 30570"/>
                    <a:gd name="connsiteY8" fmla="*/ 31424 h 36461"/>
                    <a:gd name="connsiteX9" fmla="*/ 20098 w 30570"/>
                    <a:gd name="connsiteY9" fmla="*/ 35143 h 36461"/>
                    <a:gd name="connsiteX10" fmla="*/ 12773 w 30570"/>
                    <a:gd name="connsiteY10" fmla="*/ 36462 h 36461"/>
                    <a:gd name="connsiteX11" fmla="*/ 0 w 30570"/>
                    <a:gd name="connsiteY11" fmla="*/ 36462 h 36461"/>
                    <a:gd name="connsiteX12" fmla="*/ 25849 w 30570"/>
                    <a:gd name="connsiteY12" fmla="*/ 18231 h 36461"/>
                    <a:gd name="connsiteX13" fmla="*/ 25001 w 30570"/>
                    <a:gd name="connsiteY13" fmla="*/ 12534 h 36461"/>
                    <a:gd name="connsiteX14" fmla="*/ 22459 w 30570"/>
                    <a:gd name="connsiteY14" fmla="*/ 8096 h 36461"/>
                    <a:gd name="connsiteX15" fmla="*/ 18342 w 30570"/>
                    <a:gd name="connsiteY15" fmla="*/ 5217 h 36461"/>
                    <a:gd name="connsiteX16" fmla="*/ 12773 w 30570"/>
                    <a:gd name="connsiteY16" fmla="*/ 4138 h 36461"/>
                    <a:gd name="connsiteX17" fmla="*/ 4661 w 30570"/>
                    <a:gd name="connsiteY17" fmla="*/ 4138 h 36461"/>
                    <a:gd name="connsiteX18" fmla="*/ 4661 w 30570"/>
                    <a:gd name="connsiteY18" fmla="*/ 32384 h 36461"/>
                    <a:gd name="connsiteX19" fmla="*/ 12773 w 30570"/>
                    <a:gd name="connsiteY19" fmla="*/ 32384 h 36461"/>
                    <a:gd name="connsiteX20" fmla="*/ 18403 w 30570"/>
                    <a:gd name="connsiteY20" fmla="*/ 31304 h 36461"/>
                    <a:gd name="connsiteX21" fmla="*/ 22519 w 30570"/>
                    <a:gd name="connsiteY21" fmla="*/ 28306 h 36461"/>
                    <a:gd name="connsiteX22" fmla="*/ 25001 w 30570"/>
                    <a:gd name="connsiteY22" fmla="*/ 23808 h 36461"/>
                    <a:gd name="connsiteX23" fmla="*/ 25849 w 30570"/>
                    <a:gd name="connsiteY23" fmla="*/ 18171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0570" h="3646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2834" y="0"/>
                      </a:lnTo>
                      <a:cubicBezTo>
                        <a:pt x="15800" y="0"/>
                        <a:pt x="18342" y="480"/>
                        <a:pt x="20582" y="1439"/>
                      </a:cubicBezTo>
                      <a:cubicBezTo>
                        <a:pt x="22822" y="2399"/>
                        <a:pt x="24699" y="3718"/>
                        <a:pt x="26151" y="5337"/>
                      </a:cubicBezTo>
                      <a:cubicBezTo>
                        <a:pt x="27665" y="6957"/>
                        <a:pt x="28754" y="8936"/>
                        <a:pt x="29481" y="11094"/>
                      </a:cubicBezTo>
                      <a:cubicBezTo>
                        <a:pt x="30207" y="13313"/>
                        <a:pt x="30571" y="15652"/>
                        <a:pt x="30571" y="18171"/>
                      </a:cubicBezTo>
                      <a:cubicBezTo>
                        <a:pt x="30571" y="20930"/>
                        <a:pt x="30147" y="23448"/>
                        <a:pt x="29299" y="25667"/>
                      </a:cubicBezTo>
                      <a:cubicBezTo>
                        <a:pt x="28452" y="27886"/>
                        <a:pt x="27302" y="29805"/>
                        <a:pt x="25728" y="31424"/>
                      </a:cubicBezTo>
                      <a:cubicBezTo>
                        <a:pt x="24154" y="33044"/>
                        <a:pt x="22277" y="34243"/>
                        <a:pt x="20098" y="35143"/>
                      </a:cubicBezTo>
                      <a:cubicBezTo>
                        <a:pt x="17919" y="36042"/>
                        <a:pt x="15437" y="36462"/>
                        <a:pt x="12773" y="36462"/>
                      </a:cubicBezTo>
                      <a:lnTo>
                        <a:pt x="0" y="36462"/>
                      </a:lnTo>
                      <a:close/>
                      <a:moveTo>
                        <a:pt x="25849" y="18231"/>
                      </a:moveTo>
                      <a:cubicBezTo>
                        <a:pt x="25849" y="16192"/>
                        <a:pt x="25546" y="14273"/>
                        <a:pt x="25001" y="12534"/>
                      </a:cubicBezTo>
                      <a:cubicBezTo>
                        <a:pt x="24456" y="10795"/>
                        <a:pt x="23609" y="9295"/>
                        <a:pt x="22459" y="8096"/>
                      </a:cubicBezTo>
                      <a:cubicBezTo>
                        <a:pt x="21309" y="6897"/>
                        <a:pt x="19977" y="5877"/>
                        <a:pt x="18342" y="5217"/>
                      </a:cubicBezTo>
                      <a:cubicBezTo>
                        <a:pt x="16708" y="4498"/>
                        <a:pt x="14892" y="4138"/>
                        <a:pt x="12773" y="4138"/>
                      </a:cubicBezTo>
                      <a:lnTo>
                        <a:pt x="4661" y="4138"/>
                      </a:lnTo>
                      <a:lnTo>
                        <a:pt x="4661" y="32384"/>
                      </a:lnTo>
                      <a:lnTo>
                        <a:pt x="12773" y="32384"/>
                      </a:lnTo>
                      <a:cubicBezTo>
                        <a:pt x="14892" y="32384"/>
                        <a:pt x="16768" y="32024"/>
                        <a:pt x="18403" y="31304"/>
                      </a:cubicBezTo>
                      <a:cubicBezTo>
                        <a:pt x="20037" y="30585"/>
                        <a:pt x="21430" y="29565"/>
                        <a:pt x="22519" y="28306"/>
                      </a:cubicBezTo>
                      <a:cubicBezTo>
                        <a:pt x="23609" y="27047"/>
                        <a:pt x="24456" y="25547"/>
                        <a:pt x="25001" y="23808"/>
                      </a:cubicBezTo>
                      <a:cubicBezTo>
                        <a:pt x="25546" y="22069"/>
                        <a:pt x="25849" y="20210"/>
                        <a:pt x="25849" y="1817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" name="Freeform 198">
                  <a:extLst>
                    <a:ext uri="{FF2B5EF4-FFF2-40B4-BE49-F238E27FC236}">
                      <a16:creationId xmlns:a16="http://schemas.microsoft.com/office/drawing/2014/main" id="{C42CE957-5E13-E015-FEB6-A5A1790B012C}"/>
                    </a:ext>
                  </a:extLst>
                </p:cNvPr>
                <p:cNvSpPr/>
                <p:nvPr/>
              </p:nvSpPr>
              <p:spPr>
                <a:xfrm>
                  <a:off x="367059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" name="Freeform 199">
                  <a:extLst>
                    <a:ext uri="{FF2B5EF4-FFF2-40B4-BE49-F238E27FC236}">
                      <a16:creationId xmlns:a16="http://schemas.microsoft.com/office/drawing/2014/main" id="{77438BDB-5AED-A506-CF21-55FDA49799D4}"/>
                    </a:ext>
                  </a:extLst>
                </p:cNvPr>
                <p:cNvSpPr/>
                <p:nvPr/>
              </p:nvSpPr>
              <p:spPr>
                <a:xfrm>
                  <a:off x="377048" y="585053"/>
                  <a:ext cx="30086" cy="36461"/>
                </a:xfrm>
                <a:custGeom>
                  <a:avLst/>
                  <a:gdLst>
                    <a:gd name="connsiteX0" fmla="*/ 30086 w 30086"/>
                    <a:gd name="connsiteY0" fmla="*/ 4078 h 36461"/>
                    <a:gd name="connsiteX1" fmla="*/ 17374 w 30086"/>
                    <a:gd name="connsiteY1" fmla="*/ 4078 h 36461"/>
                    <a:gd name="connsiteX2" fmla="*/ 17374 w 30086"/>
                    <a:gd name="connsiteY2" fmla="*/ 36462 h 36461"/>
                    <a:gd name="connsiteX3" fmla="*/ 12712 w 30086"/>
                    <a:gd name="connsiteY3" fmla="*/ 36462 h 36461"/>
                    <a:gd name="connsiteX4" fmla="*/ 12712 w 30086"/>
                    <a:gd name="connsiteY4" fmla="*/ 4078 h 36461"/>
                    <a:gd name="connsiteX5" fmla="*/ 0 w 30086"/>
                    <a:gd name="connsiteY5" fmla="*/ 4078 h 36461"/>
                    <a:gd name="connsiteX6" fmla="*/ 0 w 30086"/>
                    <a:gd name="connsiteY6" fmla="*/ 0 h 36461"/>
                    <a:gd name="connsiteX7" fmla="*/ 30086 w 30086"/>
                    <a:gd name="connsiteY7" fmla="*/ 0 h 36461"/>
                    <a:gd name="connsiteX8" fmla="*/ 30086 w 30086"/>
                    <a:gd name="connsiteY8" fmla="*/ 4078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086" h="36461">
                      <a:moveTo>
                        <a:pt x="30086" y="4078"/>
                      </a:moveTo>
                      <a:lnTo>
                        <a:pt x="17374" y="4078"/>
                      </a:lnTo>
                      <a:lnTo>
                        <a:pt x="17374" y="36462"/>
                      </a:lnTo>
                      <a:lnTo>
                        <a:pt x="12712" y="36462"/>
                      </a:lnTo>
                      <a:lnTo>
                        <a:pt x="12712" y="4078"/>
                      </a:lnTo>
                      <a:lnTo>
                        <a:pt x="0" y="4078"/>
                      </a:lnTo>
                      <a:lnTo>
                        <a:pt x="0" y="0"/>
                      </a:lnTo>
                      <a:lnTo>
                        <a:pt x="30086" y="0"/>
                      </a:lnTo>
                      <a:lnTo>
                        <a:pt x="30086" y="407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" name="Freeform 200">
                  <a:extLst>
                    <a:ext uri="{FF2B5EF4-FFF2-40B4-BE49-F238E27FC236}">
                      <a16:creationId xmlns:a16="http://schemas.microsoft.com/office/drawing/2014/main" id="{8417827C-824D-C66D-3A4D-BC4986AE0C5A}"/>
                    </a:ext>
                  </a:extLst>
                </p:cNvPr>
                <p:cNvSpPr/>
                <p:nvPr/>
              </p:nvSpPr>
              <p:spPr>
                <a:xfrm>
                  <a:off x="412401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0" name="Freeform 201">
                  <a:extLst>
                    <a:ext uri="{FF2B5EF4-FFF2-40B4-BE49-F238E27FC236}">
                      <a16:creationId xmlns:a16="http://schemas.microsoft.com/office/drawing/2014/main" id="{8A111B63-34F9-C2FB-B2FB-0831A8045E39}"/>
                    </a:ext>
                  </a:extLst>
                </p:cNvPr>
                <p:cNvSpPr/>
                <p:nvPr/>
              </p:nvSpPr>
              <p:spPr>
                <a:xfrm>
                  <a:off x="443698" y="584994"/>
                  <a:ext cx="30570" cy="36461"/>
                </a:xfrm>
                <a:custGeom>
                  <a:avLst/>
                  <a:gdLst>
                    <a:gd name="connsiteX0" fmla="*/ 61 w 30570"/>
                    <a:gd name="connsiteY0" fmla="*/ 36462 h 36461"/>
                    <a:gd name="connsiteX1" fmla="*/ 61 w 30570"/>
                    <a:gd name="connsiteY1" fmla="*/ 0 h 36461"/>
                    <a:gd name="connsiteX2" fmla="*/ 12834 w 30570"/>
                    <a:gd name="connsiteY2" fmla="*/ 0 h 36461"/>
                    <a:gd name="connsiteX3" fmla="*/ 20582 w 30570"/>
                    <a:gd name="connsiteY3" fmla="*/ 1439 h 36461"/>
                    <a:gd name="connsiteX4" fmla="*/ 26151 w 30570"/>
                    <a:gd name="connsiteY4" fmla="*/ 5337 h 36461"/>
                    <a:gd name="connsiteX5" fmla="*/ 29481 w 30570"/>
                    <a:gd name="connsiteY5" fmla="*/ 11094 h 36461"/>
                    <a:gd name="connsiteX6" fmla="*/ 30571 w 30570"/>
                    <a:gd name="connsiteY6" fmla="*/ 18171 h 36461"/>
                    <a:gd name="connsiteX7" fmla="*/ 29299 w 30570"/>
                    <a:gd name="connsiteY7" fmla="*/ 25667 h 36461"/>
                    <a:gd name="connsiteX8" fmla="*/ 25728 w 30570"/>
                    <a:gd name="connsiteY8" fmla="*/ 31424 h 36461"/>
                    <a:gd name="connsiteX9" fmla="*/ 20098 w 30570"/>
                    <a:gd name="connsiteY9" fmla="*/ 35143 h 36461"/>
                    <a:gd name="connsiteX10" fmla="*/ 12773 w 30570"/>
                    <a:gd name="connsiteY10" fmla="*/ 36462 h 36461"/>
                    <a:gd name="connsiteX11" fmla="*/ 0 w 30570"/>
                    <a:gd name="connsiteY11" fmla="*/ 36462 h 36461"/>
                    <a:gd name="connsiteX12" fmla="*/ 25909 w 30570"/>
                    <a:gd name="connsiteY12" fmla="*/ 18231 h 36461"/>
                    <a:gd name="connsiteX13" fmla="*/ 25062 w 30570"/>
                    <a:gd name="connsiteY13" fmla="*/ 12534 h 36461"/>
                    <a:gd name="connsiteX14" fmla="*/ 22519 w 30570"/>
                    <a:gd name="connsiteY14" fmla="*/ 8096 h 36461"/>
                    <a:gd name="connsiteX15" fmla="*/ 18403 w 30570"/>
                    <a:gd name="connsiteY15" fmla="*/ 5217 h 36461"/>
                    <a:gd name="connsiteX16" fmla="*/ 12834 w 30570"/>
                    <a:gd name="connsiteY16" fmla="*/ 4138 h 36461"/>
                    <a:gd name="connsiteX17" fmla="*/ 4722 w 30570"/>
                    <a:gd name="connsiteY17" fmla="*/ 4138 h 36461"/>
                    <a:gd name="connsiteX18" fmla="*/ 4722 w 30570"/>
                    <a:gd name="connsiteY18" fmla="*/ 32384 h 36461"/>
                    <a:gd name="connsiteX19" fmla="*/ 12834 w 30570"/>
                    <a:gd name="connsiteY19" fmla="*/ 32384 h 36461"/>
                    <a:gd name="connsiteX20" fmla="*/ 18463 w 30570"/>
                    <a:gd name="connsiteY20" fmla="*/ 31304 h 36461"/>
                    <a:gd name="connsiteX21" fmla="*/ 22580 w 30570"/>
                    <a:gd name="connsiteY21" fmla="*/ 28306 h 36461"/>
                    <a:gd name="connsiteX22" fmla="*/ 25062 w 30570"/>
                    <a:gd name="connsiteY22" fmla="*/ 23808 h 36461"/>
                    <a:gd name="connsiteX23" fmla="*/ 25909 w 30570"/>
                    <a:gd name="connsiteY23" fmla="*/ 18171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0570" h="3646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2834" y="0"/>
                      </a:lnTo>
                      <a:cubicBezTo>
                        <a:pt x="15800" y="0"/>
                        <a:pt x="18342" y="480"/>
                        <a:pt x="20582" y="1439"/>
                      </a:cubicBezTo>
                      <a:cubicBezTo>
                        <a:pt x="22822" y="2399"/>
                        <a:pt x="24699" y="3718"/>
                        <a:pt x="26151" y="5337"/>
                      </a:cubicBezTo>
                      <a:cubicBezTo>
                        <a:pt x="27665" y="6957"/>
                        <a:pt x="28754" y="8936"/>
                        <a:pt x="29481" y="11094"/>
                      </a:cubicBezTo>
                      <a:cubicBezTo>
                        <a:pt x="30207" y="13313"/>
                        <a:pt x="30571" y="15652"/>
                        <a:pt x="30571" y="18171"/>
                      </a:cubicBezTo>
                      <a:cubicBezTo>
                        <a:pt x="30571" y="20930"/>
                        <a:pt x="30147" y="23448"/>
                        <a:pt x="29299" y="25667"/>
                      </a:cubicBezTo>
                      <a:cubicBezTo>
                        <a:pt x="28452" y="27886"/>
                        <a:pt x="27302" y="29805"/>
                        <a:pt x="25728" y="31424"/>
                      </a:cubicBezTo>
                      <a:cubicBezTo>
                        <a:pt x="24154" y="33044"/>
                        <a:pt x="22277" y="34243"/>
                        <a:pt x="20098" y="35143"/>
                      </a:cubicBezTo>
                      <a:cubicBezTo>
                        <a:pt x="17919" y="36042"/>
                        <a:pt x="15437" y="36462"/>
                        <a:pt x="12773" y="36462"/>
                      </a:cubicBezTo>
                      <a:lnTo>
                        <a:pt x="0" y="36462"/>
                      </a:lnTo>
                      <a:close/>
                      <a:moveTo>
                        <a:pt x="25909" y="18231"/>
                      </a:moveTo>
                      <a:cubicBezTo>
                        <a:pt x="25909" y="16192"/>
                        <a:pt x="25607" y="14273"/>
                        <a:pt x="25062" y="12534"/>
                      </a:cubicBezTo>
                      <a:cubicBezTo>
                        <a:pt x="24517" y="10795"/>
                        <a:pt x="23669" y="9295"/>
                        <a:pt x="22519" y="8096"/>
                      </a:cubicBezTo>
                      <a:cubicBezTo>
                        <a:pt x="21369" y="6897"/>
                        <a:pt x="20037" y="5877"/>
                        <a:pt x="18403" y="5217"/>
                      </a:cubicBezTo>
                      <a:cubicBezTo>
                        <a:pt x="16768" y="4498"/>
                        <a:pt x="14952" y="4138"/>
                        <a:pt x="12834" y="4138"/>
                      </a:cubicBezTo>
                      <a:lnTo>
                        <a:pt x="4722" y="4138"/>
                      </a:lnTo>
                      <a:lnTo>
                        <a:pt x="4722" y="32384"/>
                      </a:lnTo>
                      <a:lnTo>
                        <a:pt x="12834" y="32384"/>
                      </a:lnTo>
                      <a:cubicBezTo>
                        <a:pt x="14952" y="32384"/>
                        <a:pt x="16829" y="32024"/>
                        <a:pt x="18463" y="31304"/>
                      </a:cubicBezTo>
                      <a:cubicBezTo>
                        <a:pt x="20098" y="30585"/>
                        <a:pt x="21490" y="29565"/>
                        <a:pt x="22580" y="28306"/>
                      </a:cubicBezTo>
                      <a:cubicBezTo>
                        <a:pt x="23669" y="27047"/>
                        <a:pt x="24517" y="25547"/>
                        <a:pt x="25062" y="23808"/>
                      </a:cubicBezTo>
                      <a:cubicBezTo>
                        <a:pt x="25607" y="22069"/>
                        <a:pt x="25909" y="20210"/>
                        <a:pt x="25909" y="1817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1" name="Freeform 202">
                  <a:extLst>
                    <a:ext uri="{FF2B5EF4-FFF2-40B4-BE49-F238E27FC236}">
                      <a16:creationId xmlns:a16="http://schemas.microsoft.com/office/drawing/2014/main" id="{C6CEB361-4438-9113-7B75-A1BC4115C8CE}"/>
                    </a:ext>
                  </a:extLst>
                </p:cNvPr>
                <p:cNvSpPr/>
                <p:nvPr/>
              </p:nvSpPr>
              <p:spPr>
                <a:xfrm>
                  <a:off x="493518" y="584874"/>
                  <a:ext cx="31357" cy="36761"/>
                </a:xfrm>
                <a:custGeom>
                  <a:avLst/>
                  <a:gdLst>
                    <a:gd name="connsiteX0" fmla="*/ 15618 w 31357"/>
                    <a:gd name="connsiteY0" fmla="*/ 32684 h 36761"/>
                    <a:gd name="connsiteX1" fmla="*/ 20945 w 31357"/>
                    <a:gd name="connsiteY1" fmla="*/ 31424 h 36761"/>
                    <a:gd name="connsiteX2" fmla="*/ 24335 w 31357"/>
                    <a:gd name="connsiteY2" fmla="*/ 28186 h 36761"/>
                    <a:gd name="connsiteX3" fmla="*/ 26151 w 31357"/>
                    <a:gd name="connsiteY3" fmla="*/ 23688 h 36761"/>
                    <a:gd name="connsiteX4" fmla="*/ 26696 w 31357"/>
                    <a:gd name="connsiteY4" fmla="*/ 18531 h 36761"/>
                    <a:gd name="connsiteX5" fmla="*/ 26696 w 31357"/>
                    <a:gd name="connsiteY5" fmla="*/ 60 h 36761"/>
                    <a:gd name="connsiteX6" fmla="*/ 31358 w 31357"/>
                    <a:gd name="connsiteY6" fmla="*/ 60 h 36761"/>
                    <a:gd name="connsiteX7" fmla="*/ 31358 w 31357"/>
                    <a:gd name="connsiteY7" fmla="*/ 18531 h 36761"/>
                    <a:gd name="connsiteX8" fmla="*/ 30510 w 31357"/>
                    <a:gd name="connsiteY8" fmla="*/ 25547 h 36761"/>
                    <a:gd name="connsiteX9" fmla="*/ 27786 w 31357"/>
                    <a:gd name="connsiteY9" fmla="*/ 31364 h 36761"/>
                    <a:gd name="connsiteX10" fmla="*/ 22943 w 31357"/>
                    <a:gd name="connsiteY10" fmla="*/ 35322 h 36761"/>
                    <a:gd name="connsiteX11" fmla="*/ 15679 w 31357"/>
                    <a:gd name="connsiteY11" fmla="*/ 36762 h 36761"/>
                    <a:gd name="connsiteX12" fmla="*/ 8293 w 31357"/>
                    <a:gd name="connsiteY12" fmla="*/ 35202 h 36761"/>
                    <a:gd name="connsiteX13" fmla="*/ 3451 w 31357"/>
                    <a:gd name="connsiteY13" fmla="*/ 31124 h 36761"/>
                    <a:gd name="connsiteX14" fmla="*/ 787 w 31357"/>
                    <a:gd name="connsiteY14" fmla="*/ 25247 h 36761"/>
                    <a:gd name="connsiteX15" fmla="*/ 0 w 31357"/>
                    <a:gd name="connsiteY15" fmla="*/ 18471 h 36761"/>
                    <a:gd name="connsiteX16" fmla="*/ 0 w 31357"/>
                    <a:gd name="connsiteY16" fmla="*/ 0 h 36761"/>
                    <a:gd name="connsiteX17" fmla="*/ 4661 w 31357"/>
                    <a:gd name="connsiteY17" fmla="*/ 0 h 36761"/>
                    <a:gd name="connsiteX18" fmla="*/ 4661 w 31357"/>
                    <a:gd name="connsiteY18" fmla="*/ 18471 h 36761"/>
                    <a:gd name="connsiteX19" fmla="*/ 5206 w 31357"/>
                    <a:gd name="connsiteY19" fmla="*/ 23748 h 36761"/>
                    <a:gd name="connsiteX20" fmla="*/ 7022 w 31357"/>
                    <a:gd name="connsiteY20" fmla="*/ 28246 h 36761"/>
                    <a:gd name="connsiteX21" fmla="*/ 10412 w 31357"/>
                    <a:gd name="connsiteY21" fmla="*/ 31424 h 36761"/>
                    <a:gd name="connsiteX22" fmla="*/ 15679 w 31357"/>
                    <a:gd name="connsiteY22" fmla="*/ 32624 h 36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1357" h="36761">
                      <a:moveTo>
                        <a:pt x="15618" y="32684"/>
                      </a:moveTo>
                      <a:cubicBezTo>
                        <a:pt x="17737" y="32684"/>
                        <a:pt x="19553" y="32264"/>
                        <a:pt x="20945" y="31424"/>
                      </a:cubicBezTo>
                      <a:cubicBezTo>
                        <a:pt x="22338" y="30585"/>
                        <a:pt x="23488" y="29505"/>
                        <a:pt x="24335" y="28186"/>
                      </a:cubicBezTo>
                      <a:cubicBezTo>
                        <a:pt x="25183" y="26867"/>
                        <a:pt x="25788" y="25367"/>
                        <a:pt x="26151" y="23688"/>
                      </a:cubicBezTo>
                      <a:cubicBezTo>
                        <a:pt x="26515" y="22009"/>
                        <a:pt x="26696" y="20270"/>
                        <a:pt x="26696" y="18531"/>
                      </a:cubicBezTo>
                      <a:lnTo>
                        <a:pt x="26696" y="60"/>
                      </a:lnTo>
                      <a:lnTo>
                        <a:pt x="31358" y="60"/>
                      </a:lnTo>
                      <a:lnTo>
                        <a:pt x="31358" y="18531"/>
                      </a:lnTo>
                      <a:cubicBezTo>
                        <a:pt x="31358" y="20990"/>
                        <a:pt x="31055" y="23328"/>
                        <a:pt x="30510" y="25547"/>
                      </a:cubicBezTo>
                      <a:cubicBezTo>
                        <a:pt x="29965" y="27766"/>
                        <a:pt x="29057" y="29685"/>
                        <a:pt x="27786" y="31364"/>
                      </a:cubicBezTo>
                      <a:cubicBezTo>
                        <a:pt x="26515" y="33044"/>
                        <a:pt x="24941" y="34363"/>
                        <a:pt x="22943" y="35322"/>
                      </a:cubicBezTo>
                      <a:cubicBezTo>
                        <a:pt x="20945" y="36282"/>
                        <a:pt x="18524" y="36762"/>
                        <a:pt x="15679" y="36762"/>
                      </a:cubicBezTo>
                      <a:cubicBezTo>
                        <a:pt x="12834" y="36762"/>
                        <a:pt x="10291" y="36222"/>
                        <a:pt x="8293" y="35202"/>
                      </a:cubicBezTo>
                      <a:cubicBezTo>
                        <a:pt x="6296" y="34183"/>
                        <a:pt x="4661" y="32804"/>
                        <a:pt x="3451" y="31124"/>
                      </a:cubicBezTo>
                      <a:cubicBezTo>
                        <a:pt x="2240" y="29445"/>
                        <a:pt x="1332" y="27466"/>
                        <a:pt x="787" y="25247"/>
                      </a:cubicBezTo>
                      <a:cubicBezTo>
                        <a:pt x="242" y="23029"/>
                        <a:pt x="0" y="20750"/>
                        <a:pt x="0" y="18471"/>
                      </a:cubicBez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18471"/>
                      </a:lnTo>
                      <a:cubicBezTo>
                        <a:pt x="4661" y="20270"/>
                        <a:pt x="4843" y="22069"/>
                        <a:pt x="5206" y="23748"/>
                      </a:cubicBezTo>
                      <a:cubicBezTo>
                        <a:pt x="5569" y="25427"/>
                        <a:pt x="6175" y="26927"/>
                        <a:pt x="7022" y="28246"/>
                      </a:cubicBezTo>
                      <a:cubicBezTo>
                        <a:pt x="7870" y="29565"/>
                        <a:pt x="9020" y="30585"/>
                        <a:pt x="10412" y="31424"/>
                      </a:cubicBezTo>
                      <a:cubicBezTo>
                        <a:pt x="11804" y="32264"/>
                        <a:pt x="13560" y="32624"/>
                        <a:pt x="15679" y="32624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" name="Freeform 203">
                  <a:extLst>
                    <a:ext uri="{FF2B5EF4-FFF2-40B4-BE49-F238E27FC236}">
                      <a16:creationId xmlns:a16="http://schemas.microsoft.com/office/drawing/2014/main" id="{C539CCF5-4E0D-DE92-FB65-DB818A85B4AB}"/>
                    </a:ext>
                  </a:extLst>
                </p:cNvPr>
                <p:cNvSpPr/>
                <p:nvPr/>
              </p:nvSpPr>
              <p:spPr>
                <a:xfrm>
                  <a:off x="535228" y="584994"/>
                  <a:ext cx="31115" cy="36461"/>
                </a:xfrm>
                <a:custGeom>
                  <a:avLst/>
                  <a:gdLst>
                    <a:gd name="connsiteX0" fmla="*/ 4661 w 31115"/>
                    <a:gd name="connsiteY0" fmla="*/ 8636 h 36461"/>
                    <a:gd name="connsiteX1" fmla="*/ 4661 w 31115"/>
                    <a:gd name="connsiteY1" fmla="*/ 36462 h 36461"/>
                    <a:gd name="connsiteX2" fmla="*/ 0 w 31115"/>
                    <a:gd name="connsiteY2" fmla="*/ 36462 h 36461"/>
                    <a:gd name="connsiteX3" fmla="*/ 0 w 31115"/>
                    <a:gd name="connsiteY3" fmla="*/ 0 h 36461"/>
                    <a:gd name="connsiteX4" fmla="*/ 3632 w 31115"/>
                    <a:gd name="connsiteY4" fmla="*/ 0 h 36461"/>
                    <a:gd name="connsiteX5" fmla="*/ 26454 w 31115"/>
                    <a:gd name="connsiteY5" fmla="*/ 28426 h 36461"/>
                    <a:gd name="connsiteX6" fmla="*/ 26454 w 31115"/>
                    <a:gd name="connsiteY6" fmla="*/ 60 h 36461"/>
                    <a:gd name="connsiteX7" fmla="*/ 31115 w 31115"/>
                    <a:gd name="connsiteY7" fmla="*/ 60 h 36461"/>
                    <a:gd name="connsiteX8" fmla="*/ 31115 w 31115"/>
                    <a:gd name="connsiteY8" fmla="*/ 36462 h 36461"/>
                    <a:gd name="connsiteX9" fmla="*/ 27181 w 31115"/>
                    <a:gd name="connsiteY9" fmla="*/ 36462 h 36461"/>
                    <a:gd name="connsiteX10" fmla="*/ 4661 w 31115"/>
                    <a:gd name="connsiteY10" fmla="*/ 8636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1115" h="36461">
                      <a:moveTo>
                        <a:pt x="4661" y="8636"/>
                      </a:moveTo>
                      <a:lnTo>
                        <a:pt x="466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3632" y="0"/>
                      </a:lnTo>
                      <a:lnTo>
                        <a:pt x="26454" y="28426"/>
                      </a:lnTo>
                      <a:lnTo>
                        <a:pt x="26454" y="60"/>
                      </a:lnTo>
                      <a:lnTo>
                        <a:pt x="31115" y="60"/>
                      </a:lnTo>
                      <a:lnTo>
                        <a:pt x="31115" y="36462"/>
                      </a:lnTo>
                      <a:lnTo>
                        <a:pt x="27181" y="36462"/>
                      </a:lnTo>
                      <a:lnTo>
                        <a:pt x="4661" y="8636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3" name="Freeform 204">
                  <a:extLst>
                    <a:ext uri="{FF2B5EF4-FFF2-40B4-BE49-F238E27FC236}">
                      <a16:creationId xmlns:a16="http://schemas.microsoft.com/office/drawing/2014/main" id="{29996A30-FFB5-9B18-F0B3-EE046625A8C2}"/>
                    </a:ext>
                  </a:extLst>
                </p:cNvPr>
                <p:cNvSpPr/>
                <p:nvPr/>
              </p:nvSpPr>
              <p:spPr>
                <a:xfrm>
                  <a:off x="577239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" name="Freeform 205">
                  <a:extLst>
                    <a:ext uri="{FF2B5EF4-FFF2-40B4-BE49-F238E27FC236}">
                      <a16:creationId xmlns:a16="http://schemas.microsoft.com/office/drawing/2014/main" id="{4307860C-F8A2-32E9-775F-D1672B0840E4}"/>
                    </a:ext>
                  </a:extLst>
                </p:cNvPr>
                <p:cNvSpPr/>
                <p:nvPr/>
              </p:nvSpPr>
              <p:spPr>
                <a:xfrm>
                  <a:off x="588862" y="584994"/>
                  <a:ext cx="34142" cy="36461"/>
                </a:xfrm>
                <a:custGeom>
                  <a:avLst/>
                  <a:gdLst>
                    <a:gd name="connsiteX0" fmla="*/ 4964 w 34142"/>
                    <a:gd name="connsiteY0" fmla="*/ 0 h 36461"/>
                    <a:gd name="connsiteX1" fmla="*/ 17132 w 34142"/>
                    <a:gd name="connsiteY1" fmla="*/ 30645 h 36461"/>
                    <a:gd name="connsiteX2" fmla="*/ 29239 w 34142"/>
                    <a:gd name="connsiteY2" fmla="*/ 0 h 36461"/>
                    <a:gd name="connsiteX3" fmla="*/ 34142 w 34142"/>
                    <a:gd name="connsiteY3" fmla="*/ 0 h 36461"/>
                    <a:gd name="connsiteX4" fmla="*/ 19129 w 34142"/>
                    <a:gd name="connsiteY4" fmla="*/ 36462 h 36461"/>
                    <a:gd name="connsiteX5" fmla="*/ 15073 w 34142"/>
                    <a:gd name="connsiteY5" fmla="*/ 36462 h 36461"/>
                    <a:gd name="connsiteX6" fmla="*/ 0 w 34142"/>
                    <a:gd name="connsiteY6" fmla="*/ 0 h 36461"/>
                    <a:gd name="connsiteX7" fmla="*/ 4903 w 34142"/>
                    <a:gd name="connsiteY7" fmla="*/ 0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4142" h="36461">
                      <a:moveTo>
                        <a:pt x="4964" y="0"/>
                      </a:moveTo>
                      <a:lnTo>
                        <a:pt x="17132" y="30645"/>
                      </a:lnTo>
                      <a:lnTo>
                        <a:pt x="29239" y="0"/>
                      </a:lnTo>
                      <a:lnTo>
                        <a:pt x="34142" y="0"/>
                      </a:lnTo>
                      <a:lnTo>
                        <a:pt x="19129" y="36462"/>
                      </a:lnTo>
                      <a:lnTo>
                        <a:pt x="15073" y="36462"/>
                      </a:lnTo>
                      <a:lnTo>
                        <a:pt x="0" y="0"/>
                      </a:lnTo>
                      <a:lnTo>
                        <a:pt x="4903" y="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" name="Freeform 206">
                  <a:extLst>
                    <a:ext uri="{FF2B5EF4-FFF2-40B4-BE49-F238E27FC236}">
                      <a16:creationId xmlns:a16="http://schemas.microsoft.com/office/drawing/2014/main" id="{36B4A4EF-DA0F-886B-FEC1-B882B0AEB20D}"/>
                    </a:ext>
                  </a:extLst>
                </p:cNvPr>
                <p:cNvSpPr/>
                <p:nvPr/>
              </p:nvSpPr>
              <p:spPr>
                <a:xfrm>
                  <a:off x="630148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" name="Freeform 207">
                  <a:extLst>
                    <a:ext uri="{FF2B5EF4-FFF2-40B4-BE49-F238E27FC236}">
                      <a16:creationId xmlns:a16="http://schemas.microsoft.com/office/drawing/2014/main" id="{A622E312-2901-4F98-976C-2D3805510CFB}"/>
                    </a:ext>
                  </a:extLst>
                </p:cNvPr>
                <p:cNvSpPr/>
                <p:nvPr/>
              </p:nvSpPr>
              <p:spPr>
                <a:xfrm>
                  <a:off x="663503" y="584994"/>
                  <a:ext cx="28088" cy="36521"/>
                </a:xfrm>
                <a:custGeom>
                  <a:avLst/>
                  <a:gdLst>
                    <a:gd name="connsiteX0" fmla="*/ 61 w 28088"/>
                    <a:gd name="connsiteY0" fmla="*/ 36462 h 36521"/>
                    <a:gd name="connsiteX1" fmla="*/ 61 w 28088"/>
                    <a:gd name="connsiteY1" fmla="*/ 0 h 36521"/>
                    <a:gd name="connsiteX2" fmla="*/ 15800 w 28088"/>
                    <a:gd name="connsiteY2" fmla="*/ 0 h 36521"/>
                    <a:gd name="connsiteX3" fmla="*/ 20279 w 28088"/>
                    <a:gd name="connsiteY3" fmla="*/ 1019 h 36521"/>
                    <a:gd name="connsiteX4" fmla="*/ 23791 w 28088"/>
                    <a:gd name="connsiteY4" fmla="*/ 3658 h 36521"/>
                    <a:gd name="connsiteX5" fmla="*/ 26091 w 28088"/>
                    <a:gd name="connsiteY5" fmla="*/ 7436 h 36521"/>
                    <a:gd name="connsiteX6" fmla="*/ 26938 w 28088"/>
                    <a:gd name="connsiteY6" fmla="*/ 11694 h 36521"/>
                    <a:gd name="connsiteX7" fmla="*/ 26394 w 28088"/>
                    <a:gd name="connsiteY7" fmla="*/ 15352 h 36521"/>
                    <a:gd name="connsiteX8" fmla="*/ 24820 w 28088"/>
                    <a:gd name="connsiteY8" fmla="*/ 18591 h 36521"/>
                    <a:gd name="connsiteX9" fmla="*/ 22398 w 28088"/>
                    <a:gd name="connsiteY9" fmla="*/ 21050 h 36521"/>
                    <a:gd name="connsiteX10" fmla="*/ 19190 w 28088"/>
                    <a:gd name="connsiteY10" fmla="*/ 22549 h 36521"/>
                    <a:gd name="connsiteX11" fmla="*/ 28089 w 28088"/>
                    <a:gd name="connsiteY11" fmla="*/ 36522 h 36521"/>
                    <a:gd name="connsiteX12" fmla="*/ 22822 w 28088"/>
                    <a:gd name="connsiteY12" fmla="*/ 36522 h 36521"/>
                    <a:gd name="connsiteX13" fmla="*/ 14407 w 28088"/>
                    <a:gd name="connsiteY13" fmla="*/ 23448 h 36521"/>
                    <a:gd name="connsiteX14" fmla="*/ 4661 w 28088"/>
                    <a:gd name="connsiteY14" fmla="*/ 23448 h 36521"/>
                    <a:gd name="connsiteX15" fmla="*/ 4661 w 28088"/>
                    <a:gd name="connsiteY15" fmla="*/ 36522 h 36521"/>
                    <a:gd name="connsiteX16" fmla="*/ 0 w 28088"/>
                    <a:gd name="connsiteY16" fmla="*/ 36522 h 36521"/>
                    <a:gd name="connsiteX17" fmla="*/ 4722 w 28088"/>
                    <a:gd name="connsiteY17" fmla="*/ 19310 h 36521"/>
                    <a:gd name="connsiteX18" fmla="*/ 15860 w 28088"/>
                    <a:gd name="connsiteY18" fmla="*/ 19310 h 36521"/>
                    <a:gd name="connsiteX19" fmla="*/ 18463 w 28088"/>
                    <a:gd name="connsiteY19" fmla="*/ 18711 h 36521"/>
                    <a:gd name="connsiteX20" fmla="*/ 20461 w 28088"/>
                    <a:gd name="connsiteY20" fmla="*/ 17032 h 36521"/>
                    <a:gd name="connsiteX21" fmla="*/ 21732 w 28088"/>
                    <a:gd name="connsiteY21" fmla="*/ 14573 h 36521"/>
                    <a:gd name="connsiteX22" fmla="*/ 22217 w 28088"/>
                    <a:gd name="connsiteY22" fmla="*/ 11694 h 36521"/>
                    <a:gd name="connsiteX23" fmla="*/ 21672 w 28088"/>
                    <a:gd name="connsiteY23" fmla="*/ 8816 h 36521"/>
                    <a:gd name="connsiteX24" fmla="*/ 20219 w 28088"/>
                    <a:gd name="connsiteY24" fmla="*/ 6417 h 36521"/>
                    <a:gd name="connsiteX25" fmla="*/ 18100 w 28088"/>
                    <a:gd name="connsiteY25" fmla="*/ 4798 h 36521"/>
                    <a:gd name="connsiteX26" fmla="*/ 15558 w 28088"/>
                    <a:gd name="connsiteY26" fmla="*/ 4198 h 36521"/>
                    <a:gd name="connsiteX27" fmla="*/ 4722 w 28088"/>
                    <a:gd name="connsiteY27" fmla="*/ 4198 h 36521"/>
                    <a:gd name="connsiteX28" fmla="*/ 4722 w 28088"/>
                    <a:gd name="connsiteY28" fmla="*/ 1937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8088" h="3652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5800" y="0"/>
                      </a:lnTo>
                      <a:cubicBezTo>
                        <a:pt x="17434" y="0"/>
                        <a:pt x="18887" y="360"/>
                        <a:pt x="20279" y="1019"/>
                      </a:cubicBezTo>
                      <a:cubicBezTo>
                        <a:pt x="21672" y="1679"/>
                        <a:pt x="22822" y="2579"/>
                        <a:pt x="23791" y="3658"/>
                      </a:cubicBezTo>
                      <a:cubicBezTo>
                        <a:pt x="24759" y="4798"/>
                        <a:pt x="25546" y="5997"/>
                        <a:pt x="26091" y="7436"/>
                      </a:cubicBezTo>
                      <a:cubicBezTo>
                        <a:pt x="26636" y="8816"/>
                        <a:pt x="26938" y="10255"/>
                        <a:pt x="26938" y="11694"/>
                      </a:cubicBezTo>
                      <a:cubicBezTo>
                        <a:pt x="26938" y="12954"/>
                        <a:pt x="26757" y="14213"/>
                        <a:pt x="26394" y="15352"/>
                      </a:cubicBezTo>
                      <a:cubicBezTo>
                        <a:pt x="26030" y="16552"/>
                        <a:pt x="25486" y="17631"/>
                        <a:pt x="24820" y="18591"/>
                      </a:cubicBezTo>
                      <a:cubicBezTo>
                        <a:pt x="24154" y="19550"/>
                        <a:pt x="23306" y="20390"/>
                        <a:pt x="22398" y="21050"/>
                      </a:cubicBezTo>
                      <a:cubicBezTo>
                        <a:pt x="21430" y="21709"/>
                        <a:pt x="20401" y="22249"/>
                        <a:pt x="19190" y="22549"/>
                      </a:cubicBezTo>
                      <a:lnTo>
                        <a:pt x="28089" y="36522"/>
                      </a:lnTo>
                      <a:lnTo>
                        <a:pt x="22822" y="36522"/>
                      </a:lnTo>
                      <a:lnTo>
                        <a:pt x="14407" y="23448"/>
                      </a:lnTo>
                      <a:lnTo>
                        <a:pt x="4661" y="23448"/>
                      </a:lnTo>
                      <a:lnTo>
                        <a:pt x="4661" y="36522"/>
                      </a:lnTo>
                      <a:lnTo>
                        <a:pt x="0" y="36522"/>
                      </a:lnTo>
                      <a:close/>
                      <a:moveTo>
                        <a:pt x="4722" y="19310"/>
                      </a:moveTo>
                      <a:lnTo>
                        <a:pt x="15860" y="19310"/>
                      </a:lnTo>
                      <a:cubicBezTo>
                        <a:pt x="16829" y="19310"/>
                        <a:pt x="17676" y="19131"/>
                        <a:pt x="18463" y="18711"/>
                      </a:cubicBezTo>
                      <a:cubicBezTo>
                        <a:pt x="19250" y="18291"/>
                        <a:pt x="19916" y="17751"/>
                        <a:pt x="20461" y="17032"/>
                      </a:cubicBezTo>
                      <a:cubicBezTo>
                        <a:pt x="21006" y="16312"/>
                        <a:pt x="21430" y="15532"/>
                        <a:pt x="21732" y="14573"/>
                      </a:cubicBezTo>
                      <a:cubicBezTo>
                        <a:pt x="22035" y="13673"/>
                        <a:pt x="22217" y="12714"/>
                        <a:pt x="22217" y="11694"/>
                      </a:cubicBezTo>
                      <a:cubicBezTo>
                        <a:pt x="22217" y="10675"/>
                        <a:pt x="22035" y="9715"/>
                        <a:pt x="21672" y="8816"/>
                      </a:cubicBezTo>
                      <a:cubicBezTo>
                        <a:pt x="21309" y="7916"/>
                        <a:pt x="20824" y="7136"/>
                        <a:pt x="20219" y="6417"/>
                      </a:cubicBezTo>
                      <a:cubicBezTo>
                        <a:pt x="19614" y="5697"/>
                        <a:pt x="18887" y="5157"/>
                        <a:pt x="18100" y="4798"/>
                      </a:cubicBezTo>
                      <a:cubicBezTo>
                        <a:pt x="17313" y="4438"/>
                        <a:pt x="16405" y="4198"/>
                        <a:pt x="15558" y="4198"/>
                      </a:cubicBezTo>
                      <a:lnTo>
                        <a:pt x="4722" y="4198"/>
                      </a:lnTo>
                      <a:lnTo>
                        <a:pt x="4722" y="1937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7" name="Freeform 208">
                  <a:extLst>
                    <a:ext uri="{FF2B5EF4-FFF2-40B4-BE49-F238E27FC236}">
                      <a16:creationId xmlns:a16="http://schemas.microsoft.com/office/drawing/2014/main" id="{379D8DD1-2572-99C9-375E-C00C21539DBA}"/>
                    </a:ext>
                  </a:extLst>
                </p:cNvPr>
                <p:cNvSpPr/>
                <p:nvPr/>
              </p:nvSpPr>
              <p:spPr>
                <a:xfrm>
                  <a:off x="696737" y="584634"/>
                  <a:ext cx="28330" cy="37181"/>
                </a:xfrm>
                <a:custGeom>
                  <a:avLst/>
                  <a:gdLst>
                    <a:gd name="connsiteX0" fmla="*/ 24578 w 28330"/>
                    <a:gd name="connsiteY0" fmla="*/ 8036 h 37181"/>
                    <a:gd name="connsiteX1" fmla="*/ 22943 w 28330"/>
                    <a:gd name="connsiteY1" fmla="*/ 6657 h 37181"/>
                    <a:gd name="connsiteX2" fmla="*/ 20582 w 28330"/>
                    <a:gd name="connsiteY2" fmla="*/ 5457 h 37181"/>
                    <a:gd name="connsiteX3" fmla="*/ 17737 w 28330"/>
                    <a:gd name="connsiteY3" fmla="*/ 4558 h 37181"/>
                    <a:gd name="connsiteX4" fmla="*/ 14529 w 28330"/>
                    <a:gd name="connsiteY4" fmla="*/ 4198 h 37181"/>
                    <a:gd name="connsiteX5" fmla="*/ 8233 w 28330"/>
                    <a:gd name="connsiteY5" fmla="*/ 5817 h 37181"/>
                    <a:gd name="connsiteX6" fmla="*/ 6235 w 28330"/>
                    <a:gd name="connsiteY6" fmla="*/ 10195 h 37181"/>
                    <a:gd name="connsiteX7" fmla="*/ 6780 w 28330"/>
                    <a:gd name="connsiteY7" fmla="*/ 12654 h 37181"/>
                    <a:gd name="connsiteX8" fmla="*/ 8596 w 28330"/>
                    <a:gd name="connsiteY8" fmla="*/ 14333 h 37181"/>
                    <a:gd name="connsiteX9" fmla="*/ 11623 w 28330"/>
                    <a:gd name="connsiteY9" fmla="*/ 15532 h 37181"/>
                    <a:gd name="connsiteX10" fmla="*/ 15921 w 28330"/>
                    <a:gd name="connsiteY10" fmla="*/ 16612 h 37181"/>
                    <a:gd name="connsiteX11" fmla="*/ 21066 w 28330"/>
                    <a:gd name="connsiteY11" fmla="*/ 17991 h 37181"/>
                    <a:gd name="connsiteX12" fmla="*/ 25001 w 28330"/>
                    <a:gd name="connsiteY12" fmla="*/ 19970 h 37181"/>
                    <a:gd name="connsiteX13" fmla="*/ 27483 w 28330"/>
                    <a:gd name="connsiteY13" fmla="*/ 22849 h 37181"/>
                    <a:gd name="connsiteX14" fmla="*/ 28331 w 28330"/>
                    <a:gd name="connsiteY14" fmla="*/ 26987 h 37181"/>
                    <a:gd name="connsiteX15" fmla="*/ 27302 w 28330"/>
                    <a:gd name="connsiteY15" fmla="*/ 31544 h 37181"/>
                    <a:gd name="connsiteX16" fmla="*/ 24456 w 28330"/>
                    <a:gd name="connsiteY16" fmla="*/ 34723 h 37181"/>
                    <a:gd name="connsiteX17" fmla="*/ 20219 w 28330"/>
                    <a:gd name="connsiteY17" fmla="*/ 36582 h 37181"/>
                    <a:gd name="connsiteX18" fmla="*/ 14952 w 28330"/>
                    <a:gd name="connsiteY18" fmla="*/ 37182 h 37181"/>
                    <a:gd name="connsiteX19" fmla="*/ 6901 w 28330"/>
                    <a:gd name="connsiteY19" fmla="*/ 35862 h 37181"/>
                    <a:gd name="connsiteX20" fmla="*/ 0 w 28330"/>
                    <a:gd name="connsiteY20" fmla="*/ 32024 h 37181"/>
                    <a:gd name="connsiteX21" fmla="*/ 2240 w 28330"/>
                    <a:gd name="connsiteY21" fmla="*/ 28126 h 37181"/>
                    <a:gd name="connsiteX22" fmla="*/ 4419 w 28330"/>
                    <a:gd name="connsiteY22" fmla="*/ 29865 h 37181"/>
                    <a:gd name="connsiteX23" fmla="*/ 7446 w 28330"/>
                    <a:gd name="connsiteY23" fmla="*/ 31424 h 37181"/>
                    <a:gd name="connsiteX24" fmla="*/ 11078 w 28330"/>
                    <a:gd name="connsiteY24" fmla="*/ 32564 h 37181"/>
                    <a:gd name="connsiteX25" fmla="*/ 15134 w 28330"/>
                    <a:gd name="connsiteY25" fmla="*/ 32984 h 37181"/>
                    <a:gd name="connsiteX26" fmla="*/ 21248 w 28330"/>
                    <a:gd name="connsiteY26" fmla="*/ 31604 h 37181"/>
                    <a:gd name="connsiteX27" fmla="*/ 23427 w 28330"/>
                    <a:gd name="connsiteY27" fmla="*/ 27466 h 37181"/>
                    <a:gd name="connsiteX28" fmla="*/ 22701 w 28330"/>
                    <a:gd name="connsiteY28" fmla="*/ 24888 h 37181"/>
                    <a:gd name="connsiteX29" fmla="*/ 20643 w 28330"/>
                    <a:gd name="connsiteY29" fmla="*/ 23089 h 37181"/>
                    <a:gd name="connsiteX30" fmla="*/ 17313 w 28330"/>
                    <a:gd name="connsiteY30" fmla="*/ 21709 h 37181"/>
                    <a:gd name="connsiteX31" fmla="*/ 12773 w 28330"/>
                    <a:gd name="connsiteY31" fmla="*/ 20510 h 37181"/>
                    <a:gd name="connsiteX32" fmla="*/ 7870 w 28330"/>
                    <a:gd name="connsiteY32" fmla="*/ 19071 h 37181"/>
                    <a:gd name="connsiteX33" fmla="*/ 4298 w 28330"/>
                    <a:gd name="connsiteY33" fmla="*/ 17211 h 37181"/>
                    <a:gd name="connsiteX34" fmla="*/ 2119 w 28330"/>
                    <a:gd name="connsiteY34" fmla="*/ 14573 h 37181"/>
                    <a:gd name="connsiteX35" fmla="*/ 1392 w 28330"/>
                    <a:gd name="connsiteY35" fmla="*/ 10855 h 37181"/>
                    <a:gd name="connsiteX36" fmla="*/ 2361 w 28330"/>
                    <a:gd name="connsiteY36" fmla="*/ 6237 h 37181"/>
                    <a:gd name="connsiteX37" fmla="*/ 5085 w 28330"/>
                    <a:gd name="connsiteY37" fmla="*/ 2819 h 37181"/>
                    <a:gd name="connsiteX38" fmla="*/ 9262 w 28330"/>
                    <a:gd name="connsiteY38" fmla="*/ 720 h 37181"/>
                    <a:gd name="connsiteX39" fmla="*/ 14529 w 28330"/>
                    <a:gd name="connsiteY39" fmla="*/ 0 h 37181"/>
                    <a:gd name="connsiteX40" fmla="*/ 21248 w 28330"/>
                    <a:gd name="connsiteY40" fmla="*/ 1139 h 37181"/>
                    <a:gd name="connsiteX41" fmla="*/ 26575 w 28330"/>
                    <a:gd name="connsiteY41" fmla="*/ 4198 h 37181"/>
                    <a:gd name="connsiteX42" fmla="*/ 24396 w 28330"/>
                    <a:gd name="connsiteY42" fmla="*/ 7976 h 37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28330" h="37181">
                      <a:moveTo>
                        <a:pt x="24578" y="8036"/>
                      </a:moveTo>
                      <a:cubicBezTo>
                        <a:pt x="24154" y="7556"/>
                        <a:pt x="23609" y="7076"/>
                        <a:pt x="22943" y="6657"/>
                      </a:cubicBezTo>
                      <a:cubicBezTo>
                        <a:pt x="22277" y="6237"/>
                        <a:pt x="21490" y="5817"/>
                        <a:pt x="20582" y="5457"/>
                      </a:cubicBezTo>
                      <a:cubicBezTo>
                        <a:pt x="19674" y="5097"/>
                        <a:pt x="18766" y="4798"/>
                        <a:pt x="17737" y="4558"/>
                      </a:cubicBezTo>
                      <a:cubicBezTo>
                        <a:pt x="16708" y="4318"/>
                        <a:pt x="15679" y="4198"/>
                        <a:pt x="14529" y="4198"/>
                      </a:cubicBezTo>
                      <a:cubicBezTo>
                        <a:pt x="11683" y="4198"/>
                        <a:pt x="9565" y="4738"/>
                        <a:pt x="8233" y="5817"/>
                      </a:cubicBezTo>
                      <a:cubicBezTo>
                        <a:pt x="6901" y="6897"/>
                        <a:pt x="6235" y="8336"/>
                        <a:pt x="6235" y="10195"/>
                      </a:cubicBezTo>
                      <a:cubicBezTo>
                        <a:pt x="6235" y="11214"/>
                        <a:pt x="6417" y="11994"/>
                        <a:pt x="6780" y="12654"/>
                      </a:cubicBezTo>
                      <a:cubicBezTo>
                        <a:pt x="7143" y="13313"/>
                        <a:pt x="7749" y="13853"/>
                        <a:pt x="8596" y="14333"/>
                      </a:cubicBezTo>
                      <a:cubicBezTo>
                        <a:pt x="9444" y="14813"/>
                        <a:pt x="10412" y="15172"/>
                        <a:pt x="11623" y="15532"/>
                      </a:cubicBezTo>
                      <a:cubicBezTo>
                        <a:pt x="12834" y="15892"/>
                        <a:pt x="14286" y="16252"/>
                        <a:pt x="15921" y="16612"/>
                      </a:cubicBezTo>
                      <a:cubicBezTo>
                        <a:pt x="17798" y="17032"/>
                        <a:pt x="19553" y="17511"/>
                        <a:pt x="21066" y="17991"/>
                      </a:cubicBezTo>
                      <a:cubicBezTo>
                        <a:pt x="22580" y="18531"/>
                        <a:pt x="23912" y="19190"/>
                        <a:pt x="25001" y="19970"/>
                      </a:cubicBezTo>
                      <a:cubicBezTo>
                        <a:pt x="26091" y="20750"/>
                        <a:pt x="26938" y="21709"/>
                        <a:pt x="27483" y="22849"/>
                      </a:cubicBezTo>
                      <a:cubicBezTo>
                        <a:pt x="28028" y="23988"/>
                        <a:pt x="28331" y="25367"/>
                        <a:pt x="28331" y="26987"/>
                      </a:cubicBezTo>
                      <a:cubicBezTo>
                        <a:pt x="28331" y="28726"/>
                        <a:pt x="27968" y="30225"/>
                        <a:pt x="27302" y="31544"/>
                      </a:cubicBezTo>
                      <a:cubicBezTo>
                        <a:pt x="26636" y="32804"/>
                        <a:pt x="25667" y="33883"/>
                        <a:pt x="24456" y="34723"/>
                      </a:cubicBezTo>
                      <a:cubicBezTo>
                        <a:pt x="23246" y="35562"/>
                        <a:pt x="21853" y="36162"/>
                        <a:pt x="20219" y="36582"/>
                      </a:cubicBezTo>
                      <a:cubicBezTo>
                        <a:pt x="18584" y="37002"/>
                        <a:pt x="16829" y="37182"/>
                        <a:pt x="14952" y="37182"/>
                      </a:cubicBezTo>
                      <a:cubicBezTo>
                        <a:pt x="12107" y="37182"/>
                        <a:pt x="9444" y="36762"/>
                        <a:pt x="6901" y="35862"/>
                      </a:cubicBezTo>
                      <a:cubicBezTo>
                        <a:pt x="4359" y="34963"/>
                        <a:pt x="2058" y="33703"/>
                        <a:pt x="0" y="32024"/>
                      </a:cubicBezTo>
                      <a:lnTo>
                        <a:pt x="2240" y="28126"/>
                      </a:lnTo>
                      <a:cubicBezTo>
                        <a:pt x="2785" y="28726"/>
                        <a:pt x="3511" y="29265"/>
                        <a:pt x="4419" y="29865"/>
                      </a:cubicBezTo>
                      <a:cubicBezTo>
                        <a:pt x="5327" y="30465"/>
                        <a:pt x="6296" y="30945"/>
                        <a:pt x="7446" y="31424"/>
                      </a:cubicBezTo>
                      <a:cubicBezTo>
                        <a:pt x="8596" y="31904"/>
                        <a:pt x="9807" y="32264"/>
                        <a:pt x="11078" y="32564"/>
                      </a:cubicBezTo>
                      <a:cubicBezTo>
                        <a:pt x="12349" y="32864"/>
                        <a:pt x="13742" y="32984"/>
                        <a:pt x="15134" y="32984"/>
                      </a:cubicBezTo>
                      <a:cubicBezTo>
                        <a:pt x="17737" y="32984"/>
                        <a:pt x="19795" y="32504"/>
                        <a:pt x="21248" y="31604"/>
                      </a:cubicBezTo>
                      <a:cubicBezTo>
                        <a:pt x="22701" y="30705"/>
                        <a:pt x="23427" y="29265"/>
                        <a:pt x="23427" y="27466"/>
                      </a:cubicBezTo>
                      <a:cubicBezTo>
                        <a:pt x="23427" y="26447"/>
                        <a:pt x="23185" y="25607"/>
                        <a:pt x="22701" y="24888"/>
                      </a:cubicBezTo>
                      <a:cubicBezTo>
                        <a:pt x="22217" y="24168"/>
                        <a:pt x="21551" y="23568"/>
                        <a:pt x="20643" y="23089"/>
                      </a:cubicBezTo>
                      <a:cubicBezTo>
                        <a:pt x="19735" y="22549"/>
                        <a:pt x="18645" y="22129"/>
                        <a:pt x="17313" y="21709"/>
                      </a:cubicBezTo>
                      <a:cubicBezTo>
                        <a:pt x="15981" y="21289"/>
                        <a:pt x="14468" y="20930"/>
                        <a:pt x="12773" y="20510"/>
                      </a:cubicBezTo>
                      <a:cubicBezTo>
                        <a:pt x="10896" y="20090"/>
                        <a:pt x="9262" y="19610"/>
                        <a:pt x="7870" y="19071"/>
                      </a:cubicBezTo>
                      <a:cubicBezTo>
                        <a:pt x="6477" y="18531"/>
                        <a:pt x="5267" y="17931"/>
                        <a:pt x="4298" y="17211"/>
                      </a:cubicBezTo>
                      <a:cubicBezTo>
                        <a:pt x="3329" y="16492"/>
                        <a:pt x="2603" y="15592"/>
                        <a:pt x="2119" y="14573"/>
                      </a:cubicBezTo>
                      <a:cubicBezTo>
                        <a:pt x="1634" y="13553"/>
                        <a:pt x="1392" y="12294"/>
                        <a:pt x="1392" y="10855"/>
                      </a:cubicBezTo>
                      <a:cubicBezTo>
                        <a:pt x="1392" y="9115"/>
                        <a:pt x="1695" y="7556"/>
                        <a:pt x="2361" y="6237"/>
                      </a:cubicBezTo>
                      <a:cubicBezTo>
                        <a:pt x="3027" y="4918"/>
                        <a:pt x="3935" y="3778"/>
                        <a:pt x="5085" y="2819"/>
                      </a:cubicBezTo>
                      <a:cubicBezTo>
                        <a:pt x="6235" y="1859"/>
                        <a:pt x="7688" y="1199"/>
                        <a:pt x="9262" y="720"/>
                      </a:cubicBezTo>
                      <a:cubicBezTo>
                        <a:pt x="10896" y="240"/>
                        <a:pt x="12652" y="0"/>
                        <a:pt x="14529" y="0"/>
                      </a:cubicBezTo>
                      <a:cubicBezTo>
                        <a:pt x="17011" y="0"/>
                        <a:pt x="19250" y="360"/>
                        <a:pt x="21248" y="1139"/>
                      </a:cubicBezTo>
                      <a:cubicBezTo>
                        <a:pt x="23246" y="1919"/>
                        <a:pt x="25062" y="2879"/>
                        <a:pt x="26575" y="4198"/>
                      </a:cubicBezTo>
                      <a:lnTo>
                        <a:pt x="24396" y="7976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8" name="Freeform 209">
                  <a:extLst>
                    <a:ext uri="{FF2B5EF4-FFF2-40B4-BE49-F238E27FC236}">
                      <a16:creationId xmlns:a16="http://schemas.microsoft.com/office/drawing/2014/main" id="{AF03548C-022D-E540-6096-92BD5C7B5713}"/>
                    </a:ext>
                  </a:extLst>
                </p:cNvPr>
                <p:cNvSpPr/>
                <p:nvPr/>
              </p:nvSpPr>
              <p:spPr>
                <a:xfrm>
                  <a:off x="733361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" name="Freeform 210">
                  <a:extLst>
                    <a:ext uri="{FF2B5EF4-FFF2-40B4-BE49-F238E27FC236}">
                      <a16:creationId xmlns:a16="http://schemas.microsoft.com/office/drawing/2014/main" id="{9FACB2BB-FBFE-1B2E-819B-B2599865B5AF}"/>
                    </a:ext>
                  </a:extLst>
                </p:cNvPr>
                <p:cNvSpPr/>
                <p:nvPr/>
              </p:nvSpPr>
              <p:spPr>
                <a:xfrm>
                  <a:off x="745408" y="585053"/>
                  <a:ext cx="30086" cy="36461"/>
                </a:xfrm>
                <a:custGeom>
                  <a:avLst/>
                  <a:gdLst>
                    <a:gd name="connsiteX0" fmla="*/ 30086 w 30086"/>
                    <a:gd name="connsiteY0" fmla="*/ 4078 h 36461"/>
                    <a:gd name="connsiteX1" fmla="*/ 17374 w 30086"/>
                    <a:gd name="connsiteY1" fmla="*/ 4078 h 36461"/>
                    <a:gd name="connsiteX2" fmla="*/ 17374 w 30086"/>
                    <a:gd name="connsiteY2" fmla="*/ 36462 h 36461"/>
                    <a:gd name="connsiteX3" fmla="*/ 12712 w 30086"/>
                    <a:gd name="connsiteY3" fmla="*/ 36462 h 36461"/>
                    <a:gd name="connsiteX4" fmla="*/ 12712 w 30086"/>
                    <a:gd name="connsiteY4" fmla="*/ 4078 h 36461"/>
                    <a:gd name="connsiteX5" fmla="*/ 0 w 30086"/>
                    <a:gd name="connsiteY5" fmla="*/ 4078 h 36461"/>
                    <a:gd name="connsiteX6" fmla="*/ 0 w 30086"/>
                    <a:gd name="connsiteY6" fmla="*/ 0 h 36461"/>
                    <a:gd name="connsiteX7" fmla="*/ 30086 w 30086"/>
                    <a:gd name="connsiteY7" fmla="*/ 0 h 36461"/>
                    <a:gd name="connsiteX8" fmla="*/ 30086 w 30086"/>
                    <a:gd name="connsiteY8" fmla="*/ 4078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086" h="36461">
                      <a:moveTo>
                        <a:pt x="30086" y="4078"/>
                      </a:moveTo>
                      <a:lnTo>
                        <a:pt x="17374" y="4078"/>
                      </a:lnTo>
                      <a:lnTo>
                        <a:pt x="17374" y="36462"/>
                      </a:lnTo>
                      <a:lnTo>
                        <a:pt x="12712" y="36462"/>
                      </a:lnTo>
                      <a:lnTo>
                        <a:pt x="12712" y="4078"/>
                      </a:lnTo>
                      <a:lnTo>
                        <a:pt x="0" y="4078"/>
                      </a:lnTo>
                      <a:lnTo>
                        <a:pt x="0" y="0"/>
                      </a:lnTo>
                      <a:lnTo>
                        <a:pt x="30086" y="0"/>
                      </a:lnTo>
                      <a:lnTo>
                        <a:pt x="30086" y="407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" name="Freeform 211">
                  <a:extLst>
                    <a:ext uri="{FF2B5EF4-FFF2-40B4-BE49-F238E27FC236}">
                      <a16:creationId xmlns:a16="http://schemas.microsoft.com/office/drawing/2014/main" id="{5BE81CAF-AB47-008E-D568-5B63D53E8CEF}"/>
                    </a:ext>
                  </a:extLst>
                </p:cNvPr>
                <p:cNvSpPr/>
                <p:nvPr/>
              </p:nvSpPr>
              <p:spPr>
                <a:xfrm>
                  <a:off x="779187" y="584934"/>
                  <a:ext cx="32568" cy="36521"/>
                </a:xfrm>
                <a:custGeom>
                  <a:avLst/>
                  <a:gdLst>
                    <a:gd name="connsiteX0" fmla="*/ 5085 w 32568"/>
                    <a:gd name="connsiteY0" fmla="*/ 60 h 36521"/>
                    <a:gd name="connsiteX1" fmla="*/ 16224 w 32568"/>
                    <a:gd name="connsiteY1" fmla="*/ 19071 h 36521"/>
                    <a:gd name="connsiteX2" fmla="*/ 27483 w 32568"/>
                    <a:gd name="connsiteY2" fmla="*/ 60 h 36521"/>
                    <a:gd name="connsiteX3" fmla="*/ 32568 w 32568"/>
                    <a:gd name="connsiteY3" fmla="*/ 60 h 36521"/>
                    <a:gd name="connsiteX4" fmla="*/ 18584 w 32568"/>
                    <a:gd name="connsiteY4" fmla="*/ 23208 h 36521"/>
                    <a:gd name="connsiteX5" fmla="*/ 18584 w 32568"/>
                    <a:gd name="connsiteY5" fmla="*/ 36522 h 36521"/>
                    <a:gd name="connsiteX6" fmla="*/ 13923 w 32568"/>
                    <a:gd name="connsiteY6" fmla="*/ 36522 h 36521"/>
                    <a:gd name="connsiteX7" fmla="*/ 13923 w 32568"/>
                    <a:gd name="connsiteY7" fmla="*/ 23089 h 36521"/>
                    <a:gd name="connsiteX8" fmla="*/ 0 w 32568"/>
                    <a:gd name="connsiteY8" fmla="*/ 0 h 36521"/>
                    <a:gd name="connsiteX9" fmla="*/ 5146 w 32568"/>
                    <a:gd name="connsiteY9" fmla="*/ 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568" h="36521">
                      <a:moveTo>
                        <a:pt x="5085" y="60"/>
                      </a:moveTo>
                      <a:lnTo>
                        <a:pt x="16224" y="19071"/>
                      </a:lnTo>
                      <a:lnTo>
                        <a:pt x="27483" y="60"/>
                      </a:lnTo>
                      <a:lnTo>
                        <a:pt x="32568" y="60"/>
                      </a:lnTo>
                      <a:lnTo>
                        <a:pt x="18584" y="23208"/>
                      </a:lnTo>
                      <a:lnTo>
                        <a:pt x="18584" y="36522"/>
                      </a:lnTo>
                      <a:lnTo>
                        <a:pt x="13923" y="36522"/>
                      </a:lnTo>
                      <a:lnTo>
                        <a:pt x="13923" y="23089"/>
                      </a:lnTo>
                      <a:lnTo>
                        <a:pt x="0" y="0"/>
                      </a:lnTo>
                      <a:lnTo>
                        <a:pt x="5146" y="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6" name="Graphic 6">
                <a:extLst>
                  <a:ext uri="{FF2B5EF4-FFF2-40B4-BE49-F238E27FC236}">
                    <a16:creationId xmlns:a16="http://schemas.microsoft.com/office/drawing/2014/main" id="{C45964E6-4ABF-6ADE-9FFA-507BCBD4C6CB}"/>
                  </a:ext>
                </a:extLst>
              </p:cNvPr>
              <p:cNvGrpSpPr/>
              <p:nvPr/>
            </p:nvGrpSpPr>
            <p:grpSpPr>
              <a:xfrm>
                <a:off x="154155" y="211019"/>
                <a:ext cx="713171" cy="190705"/>
                <a:chOff x="154155" y="211019"/>
                <a:chExt cx="713171" cy="190705"/>
              </a:xfrm>
              <a:solidFill>
                <a:srgbClr val="DF8026"/>
              </a:solidFill>
            </p:grpSpPr>
            <p:sp>
              <p:nvSpPr>
                <p:cNvPr id="77" name="Freeform 188">
                  <a:extLst>
                    <a:ext uri="{FF2B5EF4-FFF2-40B4-BE49-F238E27FC236}">
                      <a16:creationId xmlns:a16="http://schemas.microsoft.com/office/drawing/2014/main" id="{FA262BAB-5E39-A38E-4818-68998425152E}"/>
                    </a:ext>
                  </a:extLst>
                </p:cNvPr>
                <p:cNvSpPr/>
                <p:nvPr/>
              </p:nvSpPr>
              <p:spPr>
                <a:xfrm>
                  <a:off x="154155" y="212099"/>
                  <a:ext cx="160480" cy="188126"/>
                </a:xfrm>
                <a:custGeom>
                  <a:avLst/>
                  <a:gdLst>
                    <a:gd name="connsiteX0" fmla="*/ 24093 w 160480"/>
                    <a:gd name="connsiteY0" fmla="*/ 44498 h 188126"/>
                    <a:gd name="connsiteX1" fmla="*/ 24093 w 160480"/>
                    <a:gd name="connsiteY1" fmla="*/ 188067 h 188126"/>
                    <a:gd name="connsiteX2" fmla="*/ 0 w 160480"/>
                    <a:gd name="connsiteY2" fmla="*/ 188067 h 188126"/>
                    <a:gd name="connsiteX3" fmla="*/ 0 w 160480"/>
                    <a:gd name="connsiteY3" fmla="*/ 0 h 188126"/>
                    <a:gd name="connsiteX4" fmla="*/ 18706 w 160480"/>
                    <a:gd name="connsiteY4" fmla="*/ 0 h 188126"/>
                    <a:gd name="connsiteX5" fmla="*/ 136387 w 160480"/>
                    <a:gd name="connsiteY5" fmla="*/ 146507 h 188126"/>
                    <a:gd name="connsiteX6" fmla="*/ 136387 w 160480"/>
                    <a:gd name="connsiteY6" fmla="*/ 300 h 188126"/>
                    <a:gd name="connsiteX7" fmla="*/ 160480 w 160480"/>
                    <a:gd name="connsiteY7" fmla="*/ 300 h 188126"/>
                    <a:gd name="connsiteX8" fmla="*/ 160480 w 160480"/>
                    <a:gd name="connsiteY8" fmla="*/ 188126 h 188126"/>
                    <a:gd name="connsiteX9" fmla="*/ 140140 w 160480"/>
                    <a:gd name="connsiteY9" fmla="*/ 188126 h 188126"/>
                    <a:gd name="connsiteX10" fmla="*/ 24093 w 160480"/>
                    <a:gd name="connsiteY10" fmla="*/ 44498 h 1881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60480" h="188126">
                      <a:moveTo>
                        <a:pt x="24093" y="44498"/>
                      </a:moveTo>
                      <a:lnTo>
                        <a:pt x="24093" y="188067"/>
                      </a:lnTo>
                      <a:lnTo>
                        <a:pt x="0" y="188067"/>
                      </a:lnTo>
                      <a:lnTo>
                        <a:pt x="0" y="0"/>
                      </a:lnTo>
                      <a:lnTo>
                        <a:pt x="18706" y="0"/>
                      </a:lnTo>
                      <a:lnTo>
                        <a:pt x="136387" y="146507"/>
                      </a:lnTo>
                      <a:lnTo>
                        <a:pt x="136387" y="300"/>
                      </a:lnTo>
                      <a:lnTo>
                        <a:pt x="160480" y="300"/>
                      </a:lnTo>
                      <a:lnTo>
                        <a:pt x="160480" y="188126"/>
                      </a:lnTo>
                      <a:lnTo>
                        <a:pt x="140140" y="188126"/>
                      </a:lnTo>
                      <a:lnTo>
                        <a:pt x="24093" y="4449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" name="Freeform 189">
                  <a:extLst>
                    <a:ext uri="{FF2B5EF4-FFF2-40B4-BE49-F238E27FC236}">
                      <a16:creationId xmlns:a16="http://schemas.microsoft.com/office/drawing/2014/main" id="{3F2F3686-0834-DE0B-0EFC-3756ECC57106}"/>
                    </a:ext>
                  </a:extLst>
                </p:cNvPr>
                <p:cNvSpPr/>
                <p:nvPr/>
              </p:nvSpPr>
              <p:spPr>
                <a:xfrm>
                  <a:off x="340060" y="212099"/>
                  <a:ext cx="175674" cy="188066"/>
                </a:xfrm>
                <a:custGeom>
                  <a:avLst/>
                  <a:gdLst>
                    <a:gd name="connsiteX0" fmla="*/ 77788 w 175674"/>
                    <a:gd name="connsiteY0" fmla="*/ 0 h 188066"/>
                    <a:gd name="connsiteX1" fmla="*/ 98128 w 175674"/>
                    <a:gd name="connsiteY1" fmla="*/ 0 h 188066"/>
                    <a:gd name="connsiteX2" fmla="*/ 175675 w 175674"/>
                    <a:gd name="connsiteY2" fmla="*/ 188067 h 188066"/>
                    <a:gd name="connsiteX3" fmla="*/ 150008 w 175674"/>
                    <a:gd name="connsiteY3" fmla="*/ 188067 h 188066"/>
                    <a:gd name="connsiteX4" fmla="*/ 127549 w 175674"/>
                    <a:gd name="connsiteY4" fmla="*/ 132954 h 188066"/>
                    <a:gd name="connsiteX5" fmla="*/ 47884 w 175674"/>
                    <a:gd name="connsiteY5" fmla="*/ 132954 h 188066"/>
                    <a:gd name="connsiteX6" fmla="*/ 25667 w 175674"/>
                    <a:gd name="connsiteY6" fmla="*/ 188067 h 188066"/>
                    <a:gd name="connsiteX7" fmla="*/ 0 w 175674"/>
                    <a:gd name="connsiteY7" fmla="*/ 188067 h 188066"/>
                    <a:gd name="connsiteX8" fmla="*/ 77788 w 175674"/>
                    <a:gd name="connsiteY8" fmla="*/ 0 h 188066"/>
                    <a:gd name="connsiteX9" fmla="*/ 122161 w 175674"/>
                    <a:gd name="connsiteY9" fmla="*/ 114423 h 188066"/>
                    <a:gd name="connsiteX10" fmla="*/ 87958 w 175674"/>
                    <a:gd name="connsiteY10" fmla="*/ 27526 h 188066"/>
                    <a:gd name="connsiteX11" fmla="*/ 52666 w 175674"/>
                    <a:gd name="connsiteY11" fmla="*/ 114423 h 188066"/>
                    <a:gd name="connsiteX12" fmla="*/ 122161 w 175674"/>
                    <a:gd name="connsiteY12" fmla="*/ 114423 h 188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74" h="188066">
                      <a:moveTo>
                        <a:pt x="77788" y="0"/>
                      </a:moveTo>
                      <a:lnTo>
                        <a:pt x="98128" y="0"/>
                      </a:lnTo>
                      <a:lnTo>
                        <a:pt x="175675" y="188067"/>
                      </a:lnTo>
                      <a:lnTo>
                        <a:pt x="150008" y="188067"/>
                      </a:lnTo>
                      <a:lnTo>
                        <a:pt x="127549" y="132954"/>
                      </a:lnTo>
                      <a:lnTo>
                        <a:pt x="47884" y="132954"/>
                      </a:lnTo>
                      <a:lnTo>
                        <a:pt x="25667" y="188067"/>
                      </a:lnTo>
                      <a:lnTo>
                        <a:pt x="0" y="188067"/>
                      </a:lnTo>
                      <a:lnTo>
                        <a:pt x="77788" y="0"/>
                      </a:lnTo>
                      <a:close/>
                      <a:moveTo>
                        <a:pt x="122161" y="114423"/>
                      </a:moveTo>
                      <a:lnTo>
                        <a:pt x="87958" y="27526"/>
                      </a:lnTo>
                      <a:lnTo>
                        <a:pt x="52666" y="114423"/>
                      </a:lnTo>
                      <a:lnTo>
                        <a:pt x="122161" y="114423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" name="Freeform 190">
                  <a:extLst>
                    <a:ext uri="{FF2B5EF4-FFF2-40B4-BE49-F238E27FC236}">
                      <a16:creationId xmlns:a16="http://schemas.microsoft.com/office/drawing/2014/main" id="{860B6146-2DBD-7EEA-4C1C-5CA6B73B66AE}"/>
                    </a:ext>
                  </a:extLst>
                </p:cNvPr>
                <p:cNvSpPr/>
                <p:nvPr/>
              </p:nvSpPr>
              <p:spPr>
                <a:xfrm>
                  <a:off x="521062" y="212099"/>
                  <a:ext cx="175674" cy="188066"/>
                </a:xfrm>
                <a:custGeom>
                  <a:avLst/>
                  <a:gdLst>
                    <a:gd name="connsiteX0" fmla="*/ 77788 w 175674"/>
                    <a:gd name="connsiteY0" fmla="*/ 0 h 188066"/>
                    <a:gd name="connsiteX1" fmla="*/ 98128 w 175674"/>
                    <a:gd name="connsiteY1" fmla="*/ 0 h 188066"/>
                    <a:gd name="connsiteX2" fmla="*/ 175675 w 175674"/>
                    <a:gd name="connsiteY2" fmla="*/ 188067 h 188066"/>
                    <a:gd name="connsiteX3" fmla="*/ 150008 w 175674"/>
                    <a:gd name="connsiteY3" fmla="*/ 188067 h 188066"/>
                    <a:gd name="connsiteX4" fmla="*/ 127549 w 175674"/>
                    <a:gd name="connsiteY4" fmla="*/ 132954 h 188066"/>
                    <a:gd name="connsiteX5" fmla="*/ 47884 w 175674"/>
                    <a:gd name="connsiteY5" fmla="*/ 132954 h 188066"/>
                    <a:gd name="connsiteX6" fmla="*/ 25667 w 175674"/>
                    <a:gd name="connsiteY6" fmla="*/ 188067 h 188066"/>
                    <a:gd name="connsiteX7" fmla="*/ 0 w 175674"/>
                    <a:gd name="connsiteY7" fmla="*/ 188067 h 188066"/>
                    <a:gd name="connsiteX8" fmla="*/ 77788 w 175674"/>
                    <a:gd name="connsiteY8" fmla="*/ 0 h 188066"/>
                    <a:gd name="connsiteX9" fmla="*/ 122161 w 175674"/>
                    <a:gd name="connsiteY9" fmla="*/ 114423 h 188066"/>
                    <a:gd name="connsiteX10" fmla="*/ 87958 w 175674"/>
                    <a:gd name="connsiteY10" fmla="*/ 27526 h 188066"/>
                    <a:gd name="connsiteX11" fmla="*/ 52666 w 175674"/>
                    <a:gd name="connsiteY11" fmla="*/ 114423 h 188066"/>
                    <a:gd name="connsiteX12" fmla="*/ 122161 w 175674"/>
                    <a:gd name="connsiteY12" fmla="*/ 114423 h 188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74" h="188066">
                      <a:moveTo>
                        <a:pt x="77788" y="0"/>
                      </a:moveTo>
                      <a:lnTo>
                        <a:pt x="98128" y="0"/>
                      </a:lnTo>
                      <a:lnTo>
                        <a:pt x="175675" y="188067"/>
                      </a:lnTo>
                      <a:lnTo>
                        <a:pt x="150008" y="188067"/>
                      </a:lnTo>
                      <a:lnTo>
                        <a:pt x="127549" y="132954"/>
                      </a:lnTo>
                      <a:lnTo>
                        <a:pt x="47884" y="132954"/>
                      </a:lnTo>
                      <a:lnTo>
                        <a:pt x="25667" y="188067"/>
                      </a:lnTo>
                      <a:lnTo>
                        <a:pt x="0" y="188067"/>
                      </a:lnTo>
                      <a:lnTo>
                        <a:pt x="77788" y="0"/>
                      </a:lnTo>
                      <a:close/>
                      <a:moveTo>
                        <a:pt x="122161" y="114423"/>
                      </a:moveTo>
                      <a:lnTo>
                        <a:pt x="87958" y="27526"/>
                      </a:lnTo>
                      <a:lnTo>
                        <a:pt x="52666" y="114423"/>
                      </a:lnTo>
                      <a:lnTo>
                        <a:pt x="122161" y="114423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" name="Freeform 191">
                  <a:extLst>
                    <a:ext uri="{FF2B5EF4-FFF2-40B4-BE49-F238E27FC236}">
                      <a16:creationId xmlns:a16="http://schemas.microsoft.com/office/drawing/2014/main" id="{B6FF60D4-815A-5712-8516-DFB4B071778B}"/>
                    </a:ext>
                  </a:extLst>
                </p:cNvPr>
                <p:cNvSpPr/>
                <p:nvPr/>
              </p:nvSpPr>
              <p:spPr>
                <a:xfrm>
                  <a:off x="702851" y="211019"/>
                  <a:ext cx="164475" cy="190705"/>
                </a:xfrm>
                <a:custGeom>
                  <a:avLst/>
                  <a:gdLst>
                    <a:gd name="connsiteX0" fmla="*/ 0 w 164475"/>
                    <a:gd name="connsiteY0" fmla="*/ 93793 h 190705"/>
                    <a:gd name="connsiteX1" fmla="*/ 5993 w 164475"/>
                    <a:gd name="connsiteY1" fmla="*/ 60030 h 190705"/>
                    <a:gd name="connsiteX2" fmla="*/ 23669 w 164475"/>
                    <a:gd name="connsiteY2" fmla="*/ 29805 h 190705"/>
                    <a:gd name="connsiteX3" fmla="*/ 52121 w 164475"/>
                    <a:gd name="connsiteY3" fmla="*/ 8216 h 190705"/>
                    <a:gd name="connsiteX4" fmla="*/ 90380 w 164475"/>
                    <a:gd name="connsiteY4" fmla="*/ 0 h 190705"/>
                    <a:gd name="connsiteX5" fmla="*/ 133966 w 164475"/>
                    <a:gd name="connsiteY5" fmla="*/ 11394 h 190705"/>
                    <a:gd name="connsiteX6" fmla="*/ 160965 w 164475"/>
                    <a:gd name="connsiteY6" fmla="*/ 41080 h 190705"/>
                    <a:gd name="connsiteX7" fmla="*/ 141956 w 164475"/>
                    <a:gd name="connsiteY7" fmla="*/ 53254 h 190705"/>
                    <a:gd name="connsiteX8" fmla="*/ 131665 w 164475"/>
                    <a:gd name="connsiteY8" fmla="*/ 38141 h 190705"/>
                    <a:gd name="connsiteX9" fmla="*/ 118590 w 164475"/>
                    <a:gd name="connsiteY9" fmla="*/ 28366 h 190705"/>
                    <a:gd name="connsiteX10" fmla="*/ 104000 w 164475"/>
                    <a:gd name="connsiteY10" fmla="*/ 23089 h 190705"/>
                    <a:gd name="connsiteX11" fmla="*/ 89290 w 164475"/>
                    <a:gd name="connsiteY11" fmla="*/ 21469 h 190705"/>
                    <a:gd name="connsiteX12" fmla="*/ 61323 w 164475"/>
                    <a:gd name="connsiteY12" fmla="*/ 27946 h 190705"/>
                    <a:gd name="connsiteX13" fmla="*/ 40862 w 164475"/>
                    <a:gd name="connsiteY13" fmla="*/ 44918 h 190705"/>
                    <a:gd name="connsiteX14" fmla="*/ 28452 w 164475"/>
                    <a:gd name="connsiteY14" fmla="*/ 68486 h 190705"/>
                    <a:gd name="connsiteX15" fmla="*/ 24335 w 164475"/>
                    <a:gd name="connsiteY15" fmla="*/ 94873 h 190705"/>
                    <a:gd name="connsiteX16" fmla="*/ 29299 w 164475"/>
                    <a:gd name="connsiteY16" fmla="*/ 123059 h 190705"/>
                    <a:gd name="connsiteX17" fmla="*/ 43041 w 164475"/>
                    <a:gd name="connsiteY17" fmla="*/ 146747 h 190705"/>
                    <a:gd name="connsiteX18" fmla="*/ 63926 w 164475"/>
                    <a:gd name="connsiteY18" fmla="*/ 163179 h 190705"/>
                    <a:gd name="connsiteX19" fmla="*/ 90138 w 164475"/>
                    <a:gd name="connsiteY19" fmla="*/ 169296 h 190705"/>
                    <a:gd name="connsiteX20" fmla="*/ 105514 w 164475"/>
                    <a:gd name="connsiteY20" fmla="*/ 167437 h 190705"/>
                    <a:gd name="connsiteX21" fmla="*/ 120648 w 164475"/>
                    <a:gd name="connsiteY21" fmla="*/ 161500 h 190705"/>
                    <a:gd name="connsiteX22" fmla="*/ 134147 w 164475"/>
                    <a:gd name="connsiteY22" fmla="*/ 151185 h 190705"/>
                    <a:gd name="connsiteX23" fmla="*/ 144438 w 164475"/>
                    <a:gd name="connsiteY23" fmla="*/ 136192 h 190705"/>
                    <a:gd name="connsiteX24" fmla="*/ 164476 w 164475"/>
                    <a:gd name="connsiteY24" fmla="*/ 147047 h 190705"/>
                    <a:gd name="connsiteX25" fmla="*/ 151763 w 164475"/>
                    <a:gd name="connsiteY25" fmla="*/ 165698 h 190705"/>
                    <a:gd name="connsiteX26" fmla="*/ 133300 w 164475"/>
                    <a:gd name="connsiteY26" fmla="*/ 179311 h 190705"/>
                    <a:gd name="connsiteX27" fmla="*/ 111507 w 164475"/>
                    <a:gd name="connsiteY27" fmla="*/ 187767 h 190705"/>
                    <a:gd name="connsiteX28" fmla="*/ 89048 w 164475"/>
                    <a:gd name="connsiteY28" fmla="*/ 190705 h 190705"/>
                    <a:gd name="connsiteX29" fmla="*/ 53211 w 164475"/>
                    <a:gd name="connsiteY29" fmla="*/ 182249 h 190705"/>
                    <a:gd name="connsiteX30" fmla="*/ 25001 w 164475"/>
                    <a:gd name="connsiteY30" fmla="*/ 160120 h 190705"/>
                    <a:gd name="connsiteX31" fmla="*/ 6538 w 164475"/>
                    <a:gd name="connsiteY31" fmla="*/ 129116 h 190705"/>
                    <a:gd name="connsiteX32" fmla="*/ 0 w 164475"/>
                    <a:gd name="connsiteY32" fmla="*/ 93733 h 190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164475" h="190705">
                      <a:moveTo>
                        <a:pt x="0" y="93793"/>
                      </a:moveTo>
                      <a:cubicBezTo>
                        <a:pt x="0" y="82459"/>
                        <a:pt x="1998" y="71245"/>
                        <a:pt x="5993" y="60030"/>
                      </a:cubicBezTo>
                      <a:cubicBezTo>
                        <a:pt x="9988" y="48816"/>
                        <a:pt x="15860" y="38741"/>
                        <a:pt x="23669" y="29805"/>
                      </a:cubicBezTo>
                      <a:cubicBezTo>
                        <a:pt x="31418" y="20870"/>
                        <a:pt x="40922" y="13673"/>
                        <a:pt x="52121" y="8216"/>
                      </a:cubicBezTo>
                      <a:cubicBezTo>
                        <a:pt x="63381" y="2759"/>
                        <a:pt x="76093" y="0"/>
                        <a:pt x="90380" y="0"/>
                      </a:cubicBezTo>
                      <a:cubicBezTo>
                        <a:pt x="107330" y="0"/>
                        <a:pt x="121858" y="3778"/>
                        <a:pt x="133966" y="11394"/>
                      </a:cubicBezTo>
                      <a:cubicBezTo>
                        <a:pt x="146073" y="19011"/>
                        <a:pt x="155093" y="28906"/>
                        <a:pt x="160965" y="41080"/>
                      </a:cubicBezTo>
                      <a:lnTo>
                        <a:pt x="141956" y="53254"/>
                      </a:lnTo>
                      <a:cubicBezTo>
                        <a:pt x="139111" y="47257"/>
                        <a:pt x="135661" y="42219"/>
                        <a:pt x="131665" y="38141"/>
                      </a:cubicBezTo>
                      <a:cubicBezTo>
                        <a:pt x="127670" y="34063"/>
                        <a:pt x="123311" y="30825"/>
                        <a:pt x="118590" y="28366"/>
                      </a:cubicBezTo>
                      <a:cubicBezTo>
                        <a:pt x="113868" y="25907"/>
                        <a:pt x="109025" y="24108"/>
                        <a:pt x="104000" y="23089"/>
                      </a:cubicBezTo>
                      <a:cubicBezTo>
                        <a:pt x="99037" y="22009"/>
                        <a:pt x="94133" y="21469"/>
                        <a:pt x="89290" y="21469"/>
                      </a:cubicBezTo>
                      <a:cubicBezTo>
                        <a:pt x="78757" y="21469"/>
                        <a:pt x="69435" y="23628"/>
                        <a:pt x="61323" y="27946"/>
                      </a:cubicBezTo>
                      <a:cubicBezTo>
                        <a:pt x="53211" y="32264"/>
                        <a:pt x="46370" y="37901"/>
                        <a:pt x="40862" y="44918"/>
                      </a:cubicBezTo>
                      <a:cubicBezTo>
                        <a:pt x="35353" y="51874"/>
                        <a:pt x="31176" y="59730"/>
                        <a:pt x="28452" y="68486"/>
                      </a:cubicBezTo>
                      <a:cubicBezTo>
                        <a:pt x="25667" y="77242"/>
                        <a:pt x="24335" y="85997"/>
                        <a:pt x="24335" y="94873"/>
                      </a:cubicBezTo>
                      <a:cubicBezTo>
                        <a:pt x="24335" y="104768"/>
                        <a:pt x="25970" y="114183"/>
                        <a:pt x="29299" y="123059"/>
                      </a:cubicBezTo>
                      <a:cubicBezTo>
                        <a:pt x="32568" y="131994"/>
                        <a:pt x="37169" y="139850"/>
                        <a:pt x="43041" y="146747"/>
                      </a:cubicBezTo>
                      <a:cubicBezTo>
                        <a:pt x="48913" y="153644"/>
                        <a:pt x="55875" y="159101"/>
                        <a:pt x="63926" y="163179"/>
                      </a:cubicBezTo>
                      <a:cubicBezTo>
                        <a:pt x="71977" y="167257"/>
                        <a:pt x="80694" y="169296"/>
                        <a:pt x="90138" y="169296"/>
                      </a:cubicBezTo>
                      <a:cubicBezTo>
                        <a:pt x="95102" y="169296"/>
                        <a:pt x="100247" y="168696"/>
                        <a:pt x="105514" y="167437"/>
                      </a:cubicBezTo>
                      <a:cubicBezTo>
                        <a:pt x="110780" y="166177"/>
                        <a:pt x="115805" y="164198"/>
                        <a:pt x="120648" y="161500"/>
                      </a:cubicBezTo>
                      <a:cubicBezTo>
                        <a:pt x="125491" y="158741"/>
                        <a:pt x="129970" y="155323"/>
                        <a:pt x="134147" y="151185"/>
                      </a:cubicBezTo>
                      <a:cubicBezTo>
                        <a:pt x="138324" y="147047"/>
                        <a:pt x="141775" y="142069"/>
                        <a:pt x="144438" y="136192"/>
                      </a:cubicBezTo>
                      <a:lnTo>
                        <a:pt x="164476" y="147047"/>
                      </a:lnTo>
                      <a:cubicBezTo>
                        <a:pt x="161449" y="154123"/>
                        <a:pt x="157211" y="160360"/>
                        <a:pt x="151763" y="165698"/>
                      </a:cubicBezTo>
                      <a:cubicBezTo>
                        <a:pt x="146315" y="171095"/>
                        <a:pt x="140201" y="175653"/>
                        <a:pt x="133300" y="179311"/>
                      </a:cubicBezTo>
                      <a:cubicBezTo>
                        <a:pt x="126459" y="183029"/>
                        <a:pt x="119195" y="185848"/>
                        <a:pt x="111507" y="187767"/>
                      </a:cubicBezTo>
                      <a:cubicBezTo>
                        <a:pt x="103819" y="189686"/>
                        <a:pt x="96373" y="190705"/>
                        <a:pt x="89048" y="190705"/>
                      </a:cubicBezTo>
                      <a:cubicBezTo>
                        <a:pt x="76033" y="190705"/>
                        <a:pt x="64107" y="187887"/>
                        <a:pt x="53211" y="182249"/>
                      </a:cubicBezTo>
                      <a:cubicBezTo>
                        <a:pt x="42314" y="176612"/>
                        <a:pt x="32931" y="169236"/>
                        <a:pt x="25001" y="160120"/>
                      </a:cubicBezTo>
                      <a:cubicBezTo>
                        <a:pt x="17071" y="151005"/>
                        <a:pt x="10896" y="140690"/>
                        <a:pt x="6538" y="129116"/>
                      </a:cubicBezTo>
                      <a:cubicBezTo>
                        <a:pt x="2179" y="117542"/>
                        <a:pt x="0" y="105787"/>
                        <a:pt x="0" y="93733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7" name="Graphic 6">
                <a:extLst>
                  <a:ext uri="{FF2B5EF4-FFF2-40B4-BE49-F238E27FC236}">
                    <a16:creationId xmlns:a16="http://schemas.microsoft.com/office/drawing/2014/main" id="{54B59586-A218-98DD-F3CC-682EF1B85CF3}"/>
                  </a:ext>
                </a:extLst>
              </p:cNvPr>
              <p:cNvGrpSpPr/>
              <p:nvPr/>
            </p:nvGrpSpPr>
            <p:grpSpPr>
              <a:xfrm>
                <a:off x="152400" y="417017"/>
                <a:ext cx="659294" cy="143688"/>
                <a:chOff x="152400" y="417017"/>
                <a:chExt cx="659294" cy="143688"/>
              </a:xfrm>
              <a:solidFill>
                <a:srgbClr val="424343"/>
              </a:solidFill>
            </p:grpSpPr>
            <p:sp>
              <p:nvSpPr>
                <p:cNvPr id="72" name="Freeform 183">
                  <a:extLst>
                    <a:ext uri="{FF2B5EF4-FFF2-40B4-BE49-F238E27FC236}">
                      <a16:creationId xmlns:a16="http://schemas.microsoft.com/office/drawing/2014/main" id="{C2F881E8-E3BC-C3B9-3DBB-9E4D3138B1DF}"/>
                    </a:ext>
                  </a:extLst>
                </p:cNvPr>
                <p:cNvSpPr/>
                <p:nvPr/>
              </p:nvSpPr>
              <p:spPr>
                <a:xfrm>
                  <a:off x="152400" y="417017"/>
                  <a:ext cx="124643" cy="143688"/>
                </a:xfrm>
                <a:custGeom>
                  <a:avLst/>
                  <a:gdLst>
                    <a:gd name="connsiteX0" fmla="*/ 112778 w 124643"/>
                    <a:gd name="connsiteY0" fmla="*/ 121919 h 143688"/>
                    <a:gd name="connsiteX1" fmla="*/ 66831 w 124643"/>
                    <a:gd name="connsiteY1" fmla="*/ 143689 h 143688"/>
                    <a:gd name="connsiteX2" fmla="*/ 40135 w 124643"/>
                    <a:gd name="connsiteY2" fmla="*/ 137512 h 143688"/>
                    <a:gd name="connsiteX3" fmla="*/ 19008 w 124643"/>
                    <a:gd name="connsiteY3" fmla="*/ 121140 h 143688"/>
                    <a:gd name="connsiteX4" fmla="*/ 5024 w 124643"/>
                    <a:gd name="connsiteY4" fmla="*/ 98111 h 143688"/>
                    <a:gd name="connsiteX5" fmla="*/ 0 w 124643"/>
                    <a:gd name="connsiteY5" fmla="*/ 71664 h 143688"/>
                    <a:gd name="connsiteX6" fmla="*/ 4964 w 124643"/>
                    <a:gd name="connsiteY6" fmla="*/ 44498 h 143688"/>
                    <a:gd name="connsiteX7" fmla="*/ 18766 w 124643"/>
                    <a:gd name="connsiteY7" fmla="*/ 21649 h 143688"/>
                    <a:gd name="connsiteX8" fmla="*/ 39711 w 124643"/>
                    <a:gd name="connsiteY8" fmla="*/ 5877 h 143688"/>
                    <a:gd name="connsiteX9" fmla="*/ 66105 w 124643"/>
                    <a:gd name="connsiteY9" fmla="*/ 0 h 143688"/>
                    <a:gd name="connsiteX10" fmla="*/ 85234 w 124643"/>
                    <a:gd name="connsiteY10" fmla="*/ 2279 h 143688"/>
                    <a:gd name="connsiteX11" fmla="*/ 100671 w 124643"/>
                    <a:gd name="connsiteY11" fmla="*/ 8696 h 143688"/>
                    <a:gd name="connsiteX12" fmla="*/ 112354 w 124643"/>
                    <a:gd name="connsiteY12" fmla="*/ 18471 h 143688"/>
                    <a:gd name="connsiteX13" fmla="*/ 120708 w 124643"/>
                    <a:gd name="connsiteY13" fmla="*/ 30945 h 143688"/>
                    <a:gd name="connsiteX14" fmla="*/ 109812 w 124643"/>
                    <a:gd name="connsiteY14" fmla="*/ 38141 h 143688"/>
                    <a:gd name="connsiteX15" fmla="*/ 91470 w 124643"/>
                    <a:gd name="connsiteY15" fmla="*/ 18771 h 143688"/>
                    <a:gd name="connsiteX16" fmla="*/ 65863 w 124643"/>
                    <a:gd name="connsiteY16" fmla="*/ 12594 h 143688"/>
                    <a:gd name="connsiteX17" fmla="*/ 44433 w 124643"/>
                    <a:gd name="connsiteY17" fmla="*/ 17571 h 143688"/>
                    <a:gd name="connsiteX18" fmla="*/ 28089 w 124643"/>
                    <a:gd name="connsiteY18" fmla="*/ 30825 h 143688"/>
                    <a:gd name="connsiteX19" fmla="*/ 17737 w 124643"/>
                    <a:gd name="connsiteY19" fmla="*/ 49775 h 143688"/>
                    <a:gd name="connsiteX20" fmla="*/ 14105 w 124643"/>
                    <a:gd name="connsiteY20" fmla="*/ 71844 h 143688"/>
                    <a:gd name="connsiteX21" fmla="*/ 18221 w 124643"/>
                    <a:gd name="connsiteY21" fmla="*/ 94573 h 143688"/>
                    <a:gd name="connsiteX22" fmla="*/ 29602 w 124643"/>
                    <a:gd name="connsiteY22" fmla="*/ 113404 h 143688"/>
                    <a:gd name="connsiteX23" fmla="*/ 46613 w 124643"/>
                    <a:gd name="connsiteY23" fmla="*/ 126297 h 143688"/>
                    <a:gd name="connsiteX24" fmla="*/ 67861 w 124643"/>
                    <a:gd name="connsiteY24" fmla="*/ 131095 h 143688"/>
                    <a:gd name="connsiteX25" fmla="*/ 91348 w 124643"/>
                    <a:gd name="connsiteY25" fmla="*/ 125398 h 143688"/>
                    <a:gd name="connsiteX26" fmla="*/ 112778 w 124643"/>
                    <a:gd name="connsiteY26" fmla="*/ 107347 h 143688"/>
                    <a:gd name="connsiteX27" fmla="*/ 112778 w 124643"/>
                    <a:gd name="connsiteY27" fmla="*/ 83778 h 143688"/>
                    <a:gd name="connsiteX28" fmla="*/ 80936 w 124643"/>
                    <a:gd name="connsiteY28" fmla="*/ 83778 h 143688"/>
                    <a:gd name="connsiteX29" fmla="*/ 80936 w 124643"/>
                    <a:gd name="connsiteY29" fmla="*/ 72984 h 143688"/>
                    <a:gd name="connsiteX30" fmla="*/ 124643 w 124643"/>
                    <a:gd name="connsiteY30" fmla="*/ 72984 h 143688"/>
                    <a:gd name="connsiteX31" fmla="*/ 124643 w 124643"/>
                    <a:gd name="connsiteY31" fmla="*/ 142609 h 143688"/>
                    <a:gd name="connsiteX32" fmla="*/ 112778 w 124643"/>
                    <a:gd name="connsiteY32" fmla="*/ 142609 h 143688"/>
                    <a:gd name="connsiteX33" fmla="*/ 112778 w 124643"/>
                    <a:gd name="connsiteY33" fmla="*/ 121859 h 14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124643" h="143688">
                      <a:moveTo>
                        <a:pt x="112778" y="121919"/>
                      </a:moveTo>
                      <a:cubicBezTo>
                        <a:pt x="99460" y="136432"/>
                        <a:pt x="84205" y="143689"/>
                        <a:pt x="66831" y="143689"/>
                      </a:cubicBezTo>
                      <a:cubicBezTo>
                        <a:pt x="57146" y="143689"/>
                        <a:pt x="48247" y="141650"/>
                        <a:pt x="40135" y="137512"/>
                      </a:cubicBezTo>
                      <a:cubicBezTo>
                        <a:pt x="32023" y="133374"/>
                        <a:pt x="24941" y="127916"/>
                        <a:pt x="19008" y="121140"/>
                      </a:cubicBezTo>
                      <a:cubicBezTo>
                        <a:pt x="13015" y="114363"/>
                        <a:pt x="8354" y="106687"/>
                        <a:pt x="5024" y="98111"/>
                      </a:cubicBezTo>
                      <a:cubicBezTo>
                        <a:pt x="1695" y="89536"/>
                        <a:pt x="0" y="80720"/>
                        <a:pt x="0" y="71664"/>
                      </a:cubicBezTo>
                      <a:cubicBezTo>
                        <a:pt x="0" y="62609"/>
                        <a:pt x="1634" y="53194"/>
                        <a:pt x="4964" y="44498"/>
                      </a:cubicBezTo>
                      <a:cubicBezTo>
                        <a:pt x="8233" y="35862"/>
                        <a:pt x="12834" y="28246"/>
                        <a:pt x="18766" y="21649"/>
                      </a:cubicBezTo>
                      <a:cubicBezTo>
                        <a:pt x="24699" y="15053"/>
                        <a:pt x="31660" y="9835"/>
                        <a:pt x="39711" y="5877"/>
                      </a:cubicBezTo>
                      <a:cubicBezTo>
                        <a:pt x="47763" y="1979"/>
                        <a:pt x="56540" y="0"/>
                        <a:pt x="66105" y="0"/>
                      </a:cubicBezTo>
                      <a:cubicBezTo>
                        <a:pt x="73067" y="0"/>
                        <a:pt x="79483" y="780"/>
                        <a:pt x="85234" y="2279"/>
                      </a:cubicBezTo>
                      <a:cubicBezTo>
                        <a:pt x="90985" y="3838"/>
                        <a:pt x="96131" y="5937"/>
                        <a:pt x="100671" y="8696"/>
                      </a:cubicBezTo>
                      <a:cubicBezTo>
                        <a:pt x="105151" y="11454"/>
                        <a:pt x="109085" y="14693"/>
                        <a:pt x="112354" y="18471"/>
                      </a:cubicBezTo>
                      <a:cubicBezTo>
                        <a:pt x="115623" y="22249"/>
                        <a:pt x="118408" y="26447"/>
                        <a:pt x="120708" y="30945"/>
                      </a:cubicBezTo>
                      <a:lnTo>
                        <a:pt x="109812" y="38141"/>
                      </a:lnTo>
                      <a:cubicBezTo>
                        <a:pt x="105090" y="29385"/>
                        <a:pt x="98976" y="22909"/>
                        <a:pt x="91470" y="18771"/>
                      </a:cubicBezTo>
                      <a:cubicBezTo>
                        <a:pt x="83963" y="14633"/>
                        <a:pt x="75428" y="12594"/>
                        <a:pt x="65863" y="12594"/>
                      </a:cubicBezTo>
                      <a:cubicBezTo>
                        <a:pt x="57933" y="12594"/>
                        <a:pt x="50790" y="14273"/>
                        <a:pt x="44433" y="17571"/>
                      </a:cubicBezTo>
                      <a:cubicBezTo>
                        <a:pt x="38077" y="20870"/>
                        <a:pt x="32629" y="25307"/>
                        <a:pt x="28089" y="30825"/>
                      </a:cubicBezTo>
                      <a:cubicBezTo>
                        <a:pt x="23609" y="36342"/>
                        <a:pt x="20158" y="42699"/>
                        <a:pt x="17737" y="49775"/>
                      </a:cubicBezTo>
                      <a:cubicBezTo>
                        <a:pt x="15316" y="56912"/>
                        <a:pt x="14105" y="64228"/>
                        <a:pt x="14105" y="71844"/>
                      </a:cubicBezTo>
                      <a:cubicBezTo>
                        <a:pt x="14105" y="79820"/>
                        <a:pt x="15497" y="87377"/>
                        <a:pt x="18221" y="94573"/>
                      </a:cubicBezTo>
                      <a:cubicBezTo>
                        <a:pt x="20945" y="101769"/>
                        <a:pt x="24759" y="108066"/>
                        <a:pt x="29602" y="113404"/>
                      </a:cubicBezTo>
                      <a:cubicBezTo>
                        <a:pt x="34445" y="118801"/>
                        <a:pt x="40135" y="123059"/>
                        <a:pt x="46613" y="126297"/>
                      </a:cubicBezTo>
                      <a:cubicBezTo>
                        <a:pt x="53150" y="129476"/>
                        <a:pt x="60233" y="131095"/>
                        <a:pt x="67861" y="131095"/>
                      </a:cubicBezTo>
                      <a:cubicBezTo>
                        <a:pt x="76033" y="131095"/>
                        <a:pt x="83903" y="129176"/>
                        <a:pt x="91348" y="125398"/>
                      </a:cubicBezTo>
                      <a:cubicBezTo>
                        <a:pt x="98794" y="121620"/>
                        <a:pt x="105938" y="115563"/>
                        <a:pt x="112778" y="107347"/>
                      </a:cubicBezTo>
                      <a:lnTo>
                        <a:pt x="112778" y="83778"/>
                      </a:lnTo>
                      <a:lnTo>
                        <a:pt x="80936" y="83778"/>
                      </a:lnTo>
                      <a:lnTo>
                        <a:pt x="80936" y="72984"/>
                      </a:lnTo>
                      <a:lnTo>
                        <a:pt x="124643" y="72984"/>
                      </a:lnTo>
                      <a:lnTo>
                        <a:pt x="124643" y="142609"/>
                      </a:lnTo>
                      <a:lnTo>
                        <a:pt x="112778" y="142609"/>
                      </a:lnTo>
                      <a:lnTo>
                        <a:pt x="112778" y="121859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" name="Freeform 184">
                  <a:extLst>
                    <a:ext uri="{FF2B5EF4-FFF2-40B4-BE49-F238E27FC236}">
                      <a16:creationId xmlns:a16="http://schemas.microsoft.com/office/drawing/2014/main" id="{1E5C938A-BD6A-939A-0E4F-E124BD74066D}"/>
                    </a:ext>
                  </a:extLst>
                </p:cNvPr>
                <p:cNvSpPr/>
                <p:nvPr/>
              </p:nvSpPr>
              <p:spPr>
                <a:xfrm>
                  <a:off x="306100" y="417977"/>
                  <a:ext cx="105998" cy="141769"/>
                </a:xfrm>
                <a:custGeom>
                  <a:avLst/>
                  <a:gdLst>
                    <a:gd name="connsiteX0" fmla="*/ 0 w 105998"/>
                    <a:gd name="connsiteY0" fmla="*/ 141710 h 141769"/>
                    <a:gd name="connsiteX1" fmla="*/ 0 w 105998"/>
                    <a:gd name="connsiteY1" fmla="*/ 0 h 141769"/>
                    <a:gd name="connsiteX2" fmla="*/ 60415 w 105998"/>
                    <a:gd name="connsiteY2" fmla="*/ 0 h 141769"/>
                    <a:gd name="connsiteX3" fmla="*/ 77425 w 105998"/>
                    <a:gd name="connsiteY3" fmla="*/ 3898 h 141769"/>
                    <a:gd name="connsiteX4" fmla="*/ 90804 w 105998"/>
                    <a:gd name="connsiteY4" fmla="*/ 14093 h 141769"/>
                    <a:gd name="connsiteX5" fmla="*/ 99581 w 105998"/>
                    <a:gd name="connsiteY5" fmla="*/ 28366 h 141769"/>
                    <a:gd name="connsiteX6" fmla="*/ 102729 w 105998"/>
                    <a:gd name="connsiteY6" fmla="*/ 44558 h 141769"/>
                    <a:gd name="connsiteX7" fmla="*/ 100429 w 105998"/>
                    <a:gd name="connsiteY7" fmla="*/ 59430 h 141769"/>
                    <a:gd name="connsiteX8" fmla="*/ 94012 w 105998"/>
                    <a:gd name="connsiteY8" fmla="*/ 72204 h 141769"/>
                    <a:gd name="connsiteX9" fmla="*/ 84024 w 105998"/>
                    <a:gd name="connsiteY9" fmla="*/ 81799 h 141769"/>
                    <a:gd name="connsiteX10" fmla="*/ 70948 w 105998"/>
                    <a:gd name="connsiteY10" fmla="*/ 87077 h 141769"/>
                    <a:gd name="connsiteX11" fmla="*/ 105998 w 105998"/>
                    <a:gd name="connsiteY11" fmla="*/ 141770 h 141769"/>
                    <a:gd name="connsiteX12" fmla="*/ 90077 w 105998"/>
                    <a:gd name="connsiteY12" fmla="*/ 141770 h 141769"/>
                    <a:gd name="connsiteX13" fmla="*/ 56419 w 105998"/>
                    <a:gd name="connsiteY13" fmla="*/ 89476 h 141769"/>
                    <a:gd name="connsiteX14" fmla="*/ 14105 w 105998"/>
                    <a:gd name="connsiteY14" fmla="*/ 89476 h 141769"/>
                    <a:gd name="connsiteX15" fmla="*/ 14105 w 105998"/>
                    <a:gd name="connsiteY15" fmla="*/ 141770 h 141769"/>
                    <a:gd name="connsiteX16" fmla="*/ 0 w 105998"/>
                    <a:gd name="connsiteY16" fmla="*/ 141770 h 141769"/>
                    <a:gd name="connsiteX17" fmla="*/ 14105 w 105998"/>
                    <a:gd name="connsiteY17" fmla="*/ 77062 h 141769"/>
                    <a:gd name="connsiteX18" fmla="*/ 60838 w 105998"/>
                    <a:gd name="connsiteY18" fmla="*/ 77062 h 141769"/>
                    <a:gd name="connsiteX19" fmla="*/ 72219 w 105998"/>
                    <a:gd name="connsiteY19" fmla="*/ 74363 h 141769"/>
                    <a:gd name="connsiteX20" fmla="*/ 80997 w 105998"/>
                    <a:gd name="connsiteY20" fmla="*/ 67107 h 141769"/>
                    <a:gd name="connsiteX21" fmla="*/ 86627 w 105998"/>
                    <a:gd name="connsiteY21" fmla="*/ 56732 h 141769"/>
                    <a:gd name="connsiteX22" fmla="*/ 88624 w 105998"/>
                    <a:gd name="connsiteY22" fmla="*/ 44558 h 141769"/>
                    <a:gd name="connsiteX23" fmla="*/ 86324 w 105998"/>
                    <a:gd name="connsiteY23" fmla="*/ 32264 h 141769"/>
                    <a:gd name="connsiteX24" fmla="*/ 80089 w 105998"/>
                    <a:gd name="connsiteY24" fmla="*/ 22009 h 141769"/>
                    <a:gd name="connsiteX25" fmla="*/ 70827 w 105998"/>
                    <a:gd name="connsiteY25" fmla="*/ 15053 h 141769"/>
                    <a:gd name="connsiteX26" fmla="*/ 59628 w 105998"/>
                    <a:gd name="connsiteY26" fmla="*/ 12474 h 141769"/>
                    <a:gd name="connsiteX27" fmla="*/ 14105 w 105998"/>
                    <a:gd name="connsiteY27" fmla="*/ 12474 h 141769"/>
                    <a:gd name="connsiteX28" fmla="*/ 14105 w 105998"/>
                    <a:gd name="connsiteY28" fmla="*/ 77122 h 141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5998" h="141769">
                      <a:moveTo>
                        <a:pt x="0" y="141710"/>
                      </a:moveTo>
                      <a:lnTo>
                        <a:pt x="0" y="0"/>
                      </a:lnTo>
                      <a:lnTo>
                        <a:pt x="60415" y="0"/>
                      </a:lnTo>
                      <a:cubicBezTo>
                        <a:pt x="66589" y="0"/>
                        <a:pt x="72280" y="1319"/>
                        <a:pt x="77425" y="3898"/>
                      </a:cubicBezTo>
                      <a:cubicBezTo>
                        <a:pt x="82571" y="6477"/>
                        <a:pt x="87050" y="9895"/>
                        <a:pt x="90804" y="14093"/>
                      </a:cubicBezTo>
                      <a:cubicBezTo>
                        <a:pt x="94557" y="18291"/>
                        <a:pt x="97463" y="23029"/>
                        <a:pt x="99581" y="28366"/>
                      </a:cubicBezTo>
                      <a:cubicBezTo>
                        <a:pt x="101640" y="33703"/>
                        <a:pt x="102729" y="39101"/>
                        <a:pt x="102729" y="44558"/>
                      </a:cubicBezTo>
                      <a:cubicBezTo>
                        <a:pt x="102729" y="50015"/>
                        <a:pt x="101942" y="54693"/>
                        <a:pt x="100429" y="59430"/>
                      </a:cubicBezTo>
                      <a:cubicBezTo>
                        <a:pt x="98855" y="64168"/>
                        <a:pt x="96736" y="68426"/>
                        <a:pt x="94012" y="72204"/>
                      </a:cubicBezTo>
                      <a:cubicBezTo>
                        <a:pt x="91227" y="75982"/>
                        <a:pt x="87958" y="79161"/>
                        <a:pt x="84024" y="81799"/>
                      </a:cubicBezTo>
                      <a:cubicBezTo>
                        <a:pt x="80149" y="84378"/>
                        <a:pt x="75791" y="86177"/>
                        <a:pt x="70948" y="87077"/>
                      </a:cubicBezTo>
                      <a:lnTo>
                        <a:pt x="105998" y="141770"/>
                      </a:lnTo>
                      <a:lnTo>
                        <a:pt x="90077" y="141770"/>
                      </a:lnTo>
                      <a:lnTo>
                        <a:pt x="56419" y="89476"/>
                      </a:lnTo>
                      <a:lnTo>
                        <a:pt x="14105" y="89476"/>
                      </a:lnTo>
                      <a:lnTo>
                        <a:pt x="14105" y="141770"/>
                      </a:lnTo>
                      <a:lnTo>
                        <a:pt x="0" y="141770"/>
                      </a:lnTo>
                      <a:close/>
                      <a:moveTo>
                        <a:pt x="14105" y="77062"/>
                      </a:moveTo>
                      <a:lnTo>
                        <a:pt x="60838" y="77062"/>
                      </a:lnTo>
                      <a:cubicBezTo>
                        <a:pt x="65015" y="77062"/>
                        <a:pt x="68769" y="76162"/>
                        <a:pt x="72219" y="74363"/>
                      </a:cubicBezTo>
                      <a:cubicBezTo>
                        <a:pt x="75670" y="72564"/>
                        <a:pt x="78575" y="70165"/>
                        <a:pt x="80997" y="67107"/>
                      </a:cubicBezTo>
                      <a:cubicBezTo>
                        <a:pt x="83418" y="64048"/>
                        <a:pt x="85295" y="60570"/>
                        <a:pt x="86627" y="56732"/>
                      </a:cubicBezTo>
                      <a:cubicBezTo>
                        <a:pt x="87958" y="52894"/>
                        <a:pt x="88624" y="48816"/>
                        <a:pt x="88624" y="44558"/>
                      </a:cubicBezTo>
                      <a:cubicBezTo>
                        <a:pt x="88624" y="40300"/>
                        <a:pt x="87837" y="36222"/>
                        <a:pt x="86324" y="32264"/>
                      </a:cubicBezTo>
                      <a:cubicBezTo>
                        <a:pt x="84750" y="28366"/>
                        <a:pt x="82692" y="24888"/>
                        <a:pt x="80089" y="22009"/>
                      </a:cubicBezTo>
                      <a:cubicBezTo>
                        <a:pt x="77486" y="19071"/>
                        <a:pt x="74398" y="16732"/>
                        <a:pt x="70827" y="15053"/>
                      </a:cubicBezTo>
                      <a:cubicBezTo>
                        <a:pt x="67255" y="13313"/>
                        <a:pt x="63563" y="12474"/>
                        <a:pt x="59628" y="12474"/>
                      </a:cubicBezTo>
                      <a:lnTo>
                        <a:pt x="14105" y="12474"/>
                      </a:lnTo>
                      <a:lnTo>
                        <a:pt x="14105" y="77122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" name="Freeform 185">
                  <a:extLst>
                    <a:ext uri="{FF2B5EF4-FFF2-40B4-BE49-F238E27FC236}">
                      <a16:creationId xmlns:a16="http://schemas.microsoft.com/office/drawing/2014/main" id="{20538EC4-E149-6240-C20C-CFC4B55504AA}"/>
                    </a:ext>
                  </a:extLst>
                </p:cNvPr>
                <p:cNvSpPr/>
                <p:nvPr/>
              </p:nvSpPr>
              <p:spPr>
                <a:xfrm>
                  <a:off x="419846" y="417977"/>
                  <a:ext cx="131180" cy="141709"/>
                </a:xfrm>
                <a:custGeom>
                  <a:avLst/>
                  <a:gdLst>
                    <a:gd name="connsiteX0" fmla="*/ 59870 w 131180"/>
                    <a:gd name="connsiteY0" fmla="*/ 0 h 141709"/>
                    <a:gd name="connsiteX1" fmla="*/ 71735 w 131180"/>
                    <a:gd name="connsiteY1" fmla="*/ 0 h 141709"/>
                    <a:gd name="connsiteX2" fmla="*/ 131181 w 131180"/>
                    <a:gd name="connsiteY2" fmla="*/ 141710 h 141709"/>
                    <a:gd name="connsiteX3" fmla="*/ 116289 w 131180"/>
                    <a:gd name="connsiteY3" fmla="*/ 141710 h 141709"/>
                    <a:gd name="connsiteX4" fmla="*/ 97765 w 131180"/>
                    <a:gd name="connsiteY4" fmla="*/ 97392 h 141709"/>
                    <a:gd name="connsiteX5" fmla="*/ 33476 w 131180"/>
                    <a:gd name="connsiteY5" fmla="*/ 97392 h 141709"/>
                    <a:gd name="connsiteX6" fmla="*/ 15134 w 131180"/>
                    <a:gd name="connsiteY6" fmla="*/ 141710 h 141709"/>
                    <a:gd name="connsiteX7" fmla="*/ 0 w 131180"/>
                    <a:gd name="connsiteY7" fmla="*/ 141710 h 141709"/>
                    <a:gd name="connsiteX8" fmla="*/ 59809 w 131180"/>
                    <a:gd name="connsiteY8" fmla="*/ 0 h 141709"/>
                    <a:gd name="connsiteX9" fmla="*/ 94557 w 131180"/>
                    <a:gd name="connsiteY9" fmla="*/ 86417 h 141709"/>
                    <a:gd name="connsiteX10" fmla="*/ 65742 w 131180"/>
                    <a:gd name="connsiteY10" fmla="*/ 16372 h 141709"/>
                    <a:gd name="connsiteX11" fmla="*/ 36503 w 131180"/>
                    <a:gd name="connsiteY11" fmla="*/ 86417 h 141709"/>
                    <a:gd name="connsiteX12" fmla="*/ 94496 w 131180"/>
                    <a:gd name="connsiteY12" fmla="*/ 86417 h 141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31180" h="141709">
                      <a:moveTo>
                        <a:pt x="59870" y="0"/>
                      </a:moveTo>
                      <a:lnTo>
                        <a:pt x="71735" y="0"/>
                      </a:lnTo>
                      <a:lnTo>
                        <a:pt x="131181" y="141710"/>
                      </a:lnTo>
                      <a:lnTo>
                        <a:pt x="116289" y="141710"/>
                      </a:lnTo>
                      <a:lnTo>
                        <a:pt x="97765" y="97392"/>
                      </a:lnTo>
                      <a:lnTo>
                        <a:pt x="33476" y="97392"/>
                      </a:lnTo>
                      <a:lnTo>
                        <a:pt x="15134" y="141710"/>
                      </a:lnTo>
                      <a:lnTo>
                        <a:pt x="0" y="141710"/>
                      </a:lnTo>
                      <a:lnTo>
                        <a:pt x="59809" y="0"/>
                      </a:lnTo>
                      <a:close/>
                      <a:moveTo>
                        <a:pt x="94557" y="86417"/>
                      </a:moveTo>
                      <a:lnTo>
                        <a:pt x="65742" y="16372"/>
                      </a:lnTo>
                      <a:lnTo>
                        <a:pt x="36503" y="86417"/>
                      </a:lnTo>
                      <a:lnTo>
                        <a:pt x="94496" y="86417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" name="Freeform 186">
                  <a:extLst>
                    <a:ext uri="{FF2B5EF4-FFF2-40B4-BE49-F238E27FC236}">
                      <a16:creationId xmlns:a16="http://schemas.microsoft.com/office/drawing/2014/main" id="{3F49E2BA-E95A-CB10-377F-22DD02BD16A1}"/>
                    </a:ext>
                  </a:extLst>
                </p:cNvPr>
                <p:cNvSpPr/>
                <p:nvPr/>
              </p:nvSpPr>
              <p:spPr>
                <a:xfrm>
                  <a:off x="571610" y="417977"/>
                  <a:ext cx="117076" cy="141769"/>
                </a:xfrm>
                <a:custGeom>
                  <a:avLst/>
                  <a:gdLst>
                    <a:gd name="connsiteX0" fmla="*/ 0 w 117076"/>
                    <a:gd name="connsiteY0" fmla="*/ 141710 h 141769"/>
                    <a:gd name="connsiteX1" fmla="*/ 0 w 117076"/>
                    <a:gd name="connsiteY1" fmla="*/ 0 h 141769"/>
                    <a:gd name="connsiteX2" fmla="*/ 48550 w 117076"/>
                    <a:gd name="connsiteY2" fmla="*/ 0 h 141769"/>
                    <a:gd name="connsiteX3" fmla="*/ 78454 w 117076"/>
                    <a:gd name="connsiteY3" fmla="*/ 5577 h 141769"/>
                    <a:gd name="connsiteX4" fmla="*/ 99823 w 117076"/>
                    <a:gd name="connsiteY4" fmla="*/ 20750 h 141769"/>
                    <a:gd name="connsiteX5" fmla="*/ 112718 w 117076"/>
                    <a:gd name="connsiteY5" fmla="*/ 43179 h 141769"/>
                    <a:gd name="connsiteX6" fmla="*/ 117076 w 117076"/>
                    <a:gd name="connsiteY6" fmla="*/ 70645 h 141769"/>
                    <a:gd name="connsiteX7" fmla="*/ 112233 w 117076"/>
                    <a:gd name="connsiteY7" fmla="*/ 99910 h 141769"/>
                    <a:gd name="connsiteX8" fmla="*/ 98431 w 117076"/>
                    <a:gd name="connsiteY8" fmla="*/ 122279 h 141769"/>
                    <a:gd name="connsiteX9" fmla="*/ 76880 w 117076"/>
                    <a:gd name="connsiteY9" fmla="*/ 136672 h 141769"/>
                    <a:gd name="connsiteX10" fmla="*/ 48550 w 117076"/>
                    <a:gd name="connsiteY10" fmla="*/ 141770 h 141769"/>
                    <a:gd name="connsiteX11" fmla="*/ 0 w 117076"/>
                    <a:gd name="connsiteY11" fmla="*/ 141770 h 141769"/>
                    <a:gd name="connsiteX12" fmla="*/ 102911 w 117076"/>
                    <a:gd name="connsiteY12" fmla="*/ 70645 h 141769"/>
                    <a:gd name="connsiteX13" fmla="*/ 99279 w 117076"/>
                    <a:gd name="connsiteY13" fmla="*/ 47197 h 141769"/>
                    <a:gd name="connsiteX14" fmla="*/ 88685 w 117076"/>
                    <a:gd name="connsiteY14" fmla="*/ 28726 h 141769"/>
                    <a:gd name="connsiteX15" fmla="*/ 71674 w 117076"/>
                    <a:gd name="connsiteY15" fmla="*/ 16672 h 141769"/>
                    <a:gd name="connsiteX16" fmla="*/ 48489 w 117076"/>
                    <a:gd name="connsiteY16" fmla="*/ 12414 h 141769"/>
                    <a:gd name="connsiteX17" fmla="*/ 14044 w 117076"/>
                    <a:gd name="connsiteY17" fmla="*/ 12414 h 141769"/>
                    <a:gd name="connsiteX18" fmla="*/ 14044 w 117076"/>
                    <a:gd name="connsiteY18" fmla="*/ 129356 h 141769"/>
                    <a:gd name="connsiteX19" fmla="*/ 48489 w 117076"/>
                    <a:gd name="connsiteY19" fmla="*/ 129356 h 141769"/>
                    <a:gd name="connsiteX20" fmla="*/ 71977 w 117076"/>
                    <a:gd name="connsiteY20" fmla="*/ 124858 h 141769"/>
                    <a:gd name="connsiteX21" fmla="*/ 88988 w 117076"/>
                    <a:gd name="connsiteY21" fmla="*/ 112504 h 141769"/>
                    <a:gd name="connsiteX22" fmla="*/ 99339 w 117076"/>
                    <a:gd name="connsiteY22" fmla="*/ 93973 h 141769"/>
                    <a:gd name="connsiteX23" fmla="*/ 102850 w 117076"/>
                    <a:gd name="connsiteY23" fmla="*/ 70705 h 141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17076" h="141769">
                      <a:moveTo>
                        <a:pt x="0" y="141710"/>
                      </a:moveTo>
                      <a:lnTo>
                        <a:pt x="0" y="0"/>
                      </a:lnTo>
                      <a:lnTo>
                        <a:pt x="48550" y="0"/>
                      </a:lnTo>
                      <a:cubicBezTo>
                        <a:pt x="59991" y="0"/>
                        <a:pt x="69919" y="1859"/>
                        <a:pt x="78454" y="5577"/>
                      </a:cubicBezTo>
                      <a:cubicBezTo>
                        <a:pt x="86990" y="9295"/>
                        <a:pt x="94073" y="14333"/>
                        <a:pt x="99823" y="20750"/>
                      </a:cubicBezTo>
                      <a:cubicBezTo>
                        <a:pt x="105514" y="27166"/>
                        <a:pt x="109812" y="34603"/>
                        <a:pt x="112718" y="43179"/>
                      </a:cubicBezTo>
                      <a:cubicBezTo>
                        <a:pt x="115623" y="51754"/>
                        <a:pt x="117076" y="60930"/>
                        <a:pt x="117076" y="70645"/>
                      </a:cubicBezTo>
                      <a:cubicBezTo>
                        <a:pt x="117076" y="81440"/>
                        <a:pt x="115442" y="91155"/>
                        <a:pt x="112233" y="99910"/>
                      </a:cubicBezTo>
                      <a:cubicBezTo>
                        <a:pt x="109025" y="108606"/>
                        <a:pt x="104424" y="116042"/>
                        <a:pt x="98431" y="122279"/>
                      </a:cubicBezTo>
                      <a:cubicBezTo>
                        <a:pt x="92438" y="128456"/>
                        <a:pt x="85295" y="133254"/>
                        <a:pt x="76880" y="136672"/>
                      </a:cubicBezTo>
                      <a:cubicBezTo>
                        <a:pt x="68466" y="140090"/>
                        <a:pt x="59022" y="141770"/>
                        <a:pt x="48550" y="141770"/>
                      </a:cubicBezTo>
                      <a:lnTo>
                        <a:pt x="0" y="141770"/>
                      </a:lnTo>
                      <a:close/>
                      <a:moveTo>
                        <a:pt x="102911" y="70645"/>
                      </a:moveTo>
                      <a:cubicBezTo>
                        <a:pt x="102911" y="62129"/>
                        <a:pt x="101700" y="54333"/>
                        <a:pt x="99279" y="47197"/>
                      </a:cubicBezTo>
                      <a:cubicBezTo>
                        <a:pt x="96857" y="40060"/>
                        <a:pt x="93346" y="33943"/>
                        <a:pt x="88685" y="28726"/>
                      </a:cubicBezTo>
                      <a:cubicBezTo>
                        <a:pt x="84084" y="23568"/>
                        <a:pt x="78394" y="19490"/>
                        <a:pt x="71674" y="16672"/>
                      </a:cubicBezTo>
                      <a:cubicBezTo>
                        <a:pt x="64955" y="13793"/>
                        <a:pt x="57206" y="12414"/>
                        <a:pt x="48489" y="12414"/>
                      </a:cubicBezTo>
                      <a:lnTo>
                        <a:pt x="14044" y="12414"/>
                      </a:lnTo>
                      <a:lnTo>
                        <a:pt x="14044" y="129356"/>
                      </a:lnTo>
                      <a:lnTo>
                        <a:pt x="48489" y="129356"/>
                      </a:lnTo>
                      <a:cubicBezTo>
                        <a:pt x="57327" y="129356"/>
                        <a:pt x="65197" y="127856"/>
                        <a:pt x="71977" y="124858"/>
                      </a:cubicBezTo>
                      <a:cubicBezTo>
                        <a:pt x="78757" y="121859"/>
                        <a:pt x="84447" y="117721"/>
                        <a:pt x="88988" y="112504"/>
                      </a:cubicBezTo>
                      <a:cubicBezTo>
                        <a:pt x="93528" y="107227"/>
                        <a:pt x="97039" y="101050"/>
                        <a:pt x="99339" y="93973"/>
                      </a:cubicBezTo>
                      <a:cubicBezTo>
                        <a:pt x="101700" y="86837"/>
                        <a:pt x="102850" y="79101"/>
                        <a:pt x="102850" y="70705"/>
                      </a:cubicBez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" name="Freeform 187">
                  <a:extLst>
                    <a:ext uri="{FF2B5EF4-FFF2-40B4-BE49-F238E27FC236}">
                      <a16:creationId xmlns:a16="http://schemas.microsoft.com/office/drawing/2014/main" id="{29CC9CA7-0DFF-45B6-80F7-CD47FF2A9B94}"/>
                    </a:ext>
                  </a:extLst>
                </p:cNvPr>
                <p:cNvSpPr/>
                <p:nvPr/>
              </p:nvSpPr>
              <p:spPr>
                <a:xfrm>
                  <a:off x="715624" y="417977"/>
                  <a:ext cx="96070" cy="141709"/>
                </a:xfrm>
                <a:custGeom>
                  <a:avLst/>
                  <a:gdLst>
                    <a:gd name="connsiteX0" fmla="*/ 96070 w 96070"/>
                    <a:gd name="connsiteY0" fmla="*/ 129356 h 141709"/>
                    <a:gd name="connsiteX1" fmla="*/ 96070 w 96070"/>
                    <a:gd name="connsiteY1" fmla="*/ 141710 h 141709"/>
                    <a:gd name="connsiteX2" fmla="*/ 0 w 96070"/>
                    <a:gd name="connsiteY2" fmla="*/ 141710 h 141709"/>
                    <a:gd name="connsiteX3" fmla="*/ 0 w 96070"/>
                    <a:gd name="connsiteY3" fmla="*/ 0 h 141709"/>
                    <a:gd name="connsiteX4" fmla="*/ 94254 w 96070"/>
                    <a:gd name="connsiteY4" fmla="*/ 0 h 141709"/>
                    <a:gd name="connsiteX5" fmla="*/ 94254 w 96070"/>
                    <a:gd name="connsiteY5" fmla="*/ 12354 h 141709"/>
                    <a:gd name="connsiteX6" fmla="*/ 14105 w 96070"/>
                    <a:gd name="connsiteY6" fmla="*/ 12354 h 141709"/>
                    <a:gd name="connsiteX7" fmla="*/ 14105 w 96070"/>
                    <a:gd name="connsiteY7" fmla="*/ 63448 h 141709"/>
                    <a:gd name="connsiteX8" fmla="*/ 84024 w 96070"/>
                    <a:gd name="connsiteY8" fmla="*/ 63448 h 141709"/>
                    <a:gd name="connsiteX9" fmla="*/ 84024 w 96070"/>
                    <a:gd name="connsiteY9" fmla="*/ 75203 h 141709"/>
                    <a:gd name="connsiteX10" fmla="*/ 14105 w 96070"/>
                    <a:gd name="connsiteY10" fmla="*/ 75203 h 141709"/>
                    <a:gd name="connsiteX11" fmla="*/ 14105 w 96070"/>
                    <a:gd name="connsiteY11" fmla="*/ 129296 h 141709"/>
                    <a:gd name="connsiteX12" fmla="*/ 96070 w 96070"/>
                    <a:gd name="connsiteY12" fmla="*/ 129296 h 141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6070" h="141709">
                      <a:moveTo>
                        <a:pt x="96070" y="129356"/>
                      </a:moveTo>
                      <a:lnTo>
                        <a:pt x="96070" y="141710"/>
                      </a:lnTo>
                      <a:lnTo>
                        <a:pt x="0" y="141710"/>
                      </a:lnTo>
                      <a:lnTo>
                        <a:pt x="0" y="0"/>
                      </a:lnTo>
                      <a:lnTo>
                        <a:pt x="94254" y="0"/>
                      </a:lnTo>
                      <a:lnTo>
                        <a:pt x="94254" y="12354"/>
                      </a:lnTo>
                      <a:lnTo>
                        <a:pt x="14105" y="12354"/>
                      </a:lnTo>
                      <a:lnTo>
                        <a:pt x="14105" y="63448"/>
                      </a:lnTo>
                      <a:lnTo>
                        <a:pt x="84024" y="63448"/>
                      </a:lnTo>
                      <a:lnTo>
                        <a:pt x="84024" y="75203"/>
                      </a:lnTo>
                      <a:lnTo>
                        <a:pt x="14105" y="75203"/>
                      </a:lnTo>
                      <a:lnTo>
                        <a:pt x="14105" y="129296"/>
                      </a:lnTo>
                      <a:lnTo>
                        <a:pt x="96070" y="129296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68" name="Freeform 179">
                <a:extLst>
                  <a:ext uri="{FF2B5EF4-FFF2-40B4-BE49-F238E27FC236}">
                    <a16:creationId xmlns:a16="http://schemas.microsoft.com/office/drawing/2014/main" id="{03D28AE3-63BC-7137-120F-23B17FD492CE}"/>
                  </a:ext>
                </a:extLst>
              </p:cNvPr>
              <p:cNvSpPr/>
              <p:nvPr/>
            </p:nvSpPr>
            <p:spPr>
              <a:xfrm>
                <a:off x="852314" y="214977"/>
                <a:ext cx="383554" cy="406897"/>
              </a:xfrm>
              <a:custGeom>
                <a:avLst/>
                <a:gdLst>
                  <a:gd name="connsiteX0" fmla="*/ 156788 w 383554"/>
                  <a:gd name="connsiteY0" fmla="*/ 0 h 406897"/>
                  <a:gd name="connsiteX1" fmla="*/ 227372 w 383554"/>
                  <a:gd name="connsiteY1" fmla="*/ 0 h 406897"/>
                  <a:gd name="connsiteX2" fmla="*/ 383555 w 383554"/>
                  <a:gd name="connsiteY2" fmla="*/ 406898 h 406897"/>
                  <a:gd name="connsiteX3" fmla="*/ 301408 w 383554"/>
                  <a:gd name="connsiteY3" fmla="*/ 406898 h 406897"/>
                  <a:gd name="connsiteX4" fmla="*/ 263209 w 383554"/>
                  <a:gd name="connsiteY4" fmla="*/ 305488 h 406897"/>
                  <a:gd name="connsiteX5" fmla="*/ 119740 w 383554"/>
                  <a:gd name="connsiteY5" fmla="*/ 305488 h 406897"/>
                  <a:gd name="connsiteX6" fmla="*/ 82147 w 383554"/>
                  <a:gd name="connsiteY6" fmla="*/ 406898 h 406897"/>
                  <a:gd name="connsiteX7" fmla="*/ 0 w 383554"/>
                  <a:gd name="connsiteY7" fmla="*/ 406898 h 406897"/>
                  <a:gd name="connsiteX8" fmla="*/ 156788 w 383554"/>
                  <a:gd name="connsiteY8" fmla="*/ 0 h 406897"/>
                  <a:gd name="connsiteX9" fmla="*/ 248802 w 383554"/>
                  <a:gd name="connsiteY9" fmla="*/ 249836 h 406897"/>
                  <a:gd name="connsiteX10" fmla="*/ 192140 w 383554"/>
                  <a:gd name="connsiteY10" fmla="*/ 89955 h 406897"/>
                  <a:gd name="connsiteX11" fmla="*/ 133118 w 383554"/>
                  <a:gd name="connsiteY11" fmla="*/ 249836 h 406897"/>
                  <a:gd name="connsiteX12" fmla="*/ 248802 w 383554"/>
                  <a:gd name="connsiteY12" fmla="*/ 249836 h 40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3554" h="406897">
                    <a:moveTo>
                      <a:pt x="156788" y="0"/>
                    </a:moveTo>
                    <a:lnTo>
                      <a:pt x="227372" y="0"/>
                    </a:lnTo>
                    <a:lnTo>
                      <a:pt x="383555" y="406898"/>
                    </a:lnTo>
                    <a:lnTo>
                      <a:pt x="301408" y="406898"/>
                    </a:lnTo>
                    <a:lnTo>
                      <a:pt x="263209" y="305488"/>
                    </a:lnTo>
                    <a:lnTo>
                      <a:pt x="119740" y="305488"/>
                    </a:lnTo>
                    <a:lnTo>
                      <a:pt x="82147" y="406898"/>
                    </a:lnTo>
                    <a:lnTo>
                      <a:pt x="0" y="406898"/>
                    </a:lnTo>
                    <a:lnTo>
                      <a:pt x="156788" y="0"/>
                    </a:lnTo>
                    <a:close/>
                    <a:moveTo>
                      <a:pt x="248802" y="249836"/>
                    </a:moveTo>
                    <a:lnTo>
                      <a:pt x="192140" y="89955"/>
                    </a:lnTo>
                    <a:lnTo>
                      <a:pt x="133118" y="249836"/>
                    </a:lnTo>
                    <a:lnTo>
                      <a:pt x="248802" y="249836"/>
                    </a:lnTo>
                    <a:close/>
                  </a:path>
                </a:pathLst>
              </a:custGeom>
              <a:solidFill>
                <a:srgbClr val="AC5F27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 180">
                <a:extLst>
                  <a:ext uri="{FF2B5EF4-FFF2-40B4-BE49-F238E27FC236}">
                    <a16:creationId xmlns:a16="http://schemas.microsoft.com/office/drawing/2014/main" id="{DA4C1C4B-BAE9-7BE1-ADC0-594502DF0DA2}"/>
                  </a:ext>
                </a:extLst>
              </p:cNvPr>
              <p:cNvSpPr/>
              <p:nvPr/>
            </p:nvSpPr>
            <p:spPr>
              <a:xfrm>
                <a:off x="1143067" y="206042"/>
                <a:ext cx="175553" cy="180390"/>
              </a:xfrm>
              <a:custGeom>
                <a:avLst/>
                <a:gdLst>
                  <a:gd name="connsiteX0" fmla="*/ 175554 w 175553"/>
                  <a:gd name="connsiteY0" fmla="*/ 70405 h 180390"/>
                  <a:gd name="connsiteX1" fmla="*/ 175554 w 175553"/>
                  <a:gd name="connsiteY1" fmla="*/ 109985 h 180390"/>
                  <a:gd name="connsiteX2" fmla="*/ 109994 w 175553"/>
                  <a:gd name="connsiteY2" fmla="*/ 109985 h 180390"/>
                  <a:gd name="connsiteX3" fmla="*/ 109994 w 175553"/>
                  <a:gd name="connsiteY3" fmla="*/ 180390 h 180390"/>
                  <a:gd name="connsiteX4" fmla="*/ 65560 w 175553"/>
                  <a:gd name="connsiteY4" fmla="*/ 180390 h 180390"/>
                  <a:gd name="connsiteX5" fmla="*/ 65560 w 175553"/>
                  <a:gd name="connsiteY5" fmla="*/ 109985 h 180390"/>
                  <a:gd name="connsiteX6" fmla="*/ 0 w 175553"/>
                  <a:gd name="connsiteY6" fmla="*/ 109985 h 180390"/>
                  <a:gd name="connsiteX7" fmla="*/ 0 w 175553"/>
                  <a:gd name="connsiteY7" fmla="*/ 70405 h 180390"/>
                  <a:gd name="connsiteX8" fmla="*/ 65560 w 175553"/>
                  <a:gd name="connsiteY8" fmla="*/ 70405 h 180390"/>
                  <a:gd name="connsiteX9" fmla="*/ 65560 w 175553"/>
                  <a:gd name="connsiteY9" fmla="*/ 0 h 180390"/>
                  <a:gd name="connsiteX10" fmla="*/ 109994 w 175553"/>
                  <a:gd name="connsiteY10" fmla="*/ 0 h 180390"/>
                  <a:gd name="connsiteX11" fmla="*/ 109994 w 175553"/>
                  <a:gd name="connsiteY11" fmla="*/ 70405 h 180390"/>
                  <a:gd name="connsiteX12" fmla="*/ 175554 w 175553"/>
                  <a:gd name="connsiteY12" fmla="*/ 70405 h 180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5553" h="180390">
                    <a:moveTo>
                      <a:pt x="175554" y="70405"/>
                    </a:moveTo>
                    <a:lnTo>
                      <a:pt x="175554" y="109985"/>
                    </a:lnTo>
                    <a:lnTo>
                      <a:pt x="109994" y="109985"/>
                    </a:lnTo>
                    <a:lnTo>
                      <a:pt x="109994" y="180390"/>
                    </a:lnTo>
                    <a:lnTo>
                      <a:pt x="65560" y="180390"/>
                    </a:lnTo>
                    <a:lnTo>
                      <a:pt x="65560" y="109985"/>
                    </a:lnTo>
                    <a:lnTo>
                      <a:pt x="0" y="109985"/>
                    </a:lnTo>
                    <a:lnTo>
                      <a:pt x="0" y="70405"/>
                    </a:lnTo>
                    <a:lnTo>
                      <a:pt x="65560" y="70405"/>
                    </a:lnTo>
                    <a:lnTo>
                      <a:pt x="65560" y="0"/>
                    </a:lnTo>
                    <a:lnTo>
                      <a:pt x="109994" y="0"/>
                    </a:lnTo>
                    <a:lnTo>
                      <a:pt x="109994" y="70405"/>
                    </a:lnTo>
                    <a:lnTo>
                      <a:pt x="175554" y="70405"/>
                    </a:lnTo>
                    <a:close/>
                  </a:path>
                </a:pathLst>
              </a:custGeom>
              <a:solidFill>
                <a:srgbClr val="AC5F27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 181">
                <a:extLst>
                  <a:ext uri="{FF2B5EF4-FFF2-40B4-BE49-F238E27FC236}">
                    <a16:creationId xmlns:a16="http://schemas.microsoft.com/office/drawing/2014/main" id="{78BCA368-7BAB-ECAE-8FE5-8C959044E6D2}"/>
                  </a:ext>
                </a:extLst>
              </p:cNvPr>
              <p:cNvSpPr/>
              <p:nvPr/>
            </p:nvSpPr>
            <p:spPr>
              <a:xfrm>
                <a:off x="844323" y="212099"/>
                <a:ext cx="383554" cy="406897"/>
              </a:xfrm>
              <a:custGeom>
                <a:avLst/>
                <a:gdLst>
                  <a:gd name="connsiteX0" fmla="*/ 156788 w 383554"/>
                  <a:gd name="connsiteY0" fmla="*/ 0 h 406897"/>
                  <a:gd name="connsiteX1" fmla="*/ 227372 w 383554"/>
                  <a:gd name="connsiteY1" fmla="*/ 0 h 406897"/>
                  <a:gd name="connsiteX2" fmla="*/ 383555 w 383554"/>
                  <a:gd name="connsiteY2" fmla="*/ 406898 h 406897"/>
                  <a:gd name="connsiteX3" fmla="*/ 301407 w 383554"/>
                  <a:gd name="connsiteY3" fmla="*/ 406898 h 406897"/>
                  <a:gd name="connsiteX4" fmla="*/ 263209 w 383554"/>
                  <a:gd name="connsiteY4" fmla="*/ 305488 h 406897"/>
                  <a:gd name="connsiteX5" fmla="*/ 119740 w 383554"/>
                  <a:gd name="connsiteY5" fmla="*/ 305488 h 406897"/>
                  <a:gd name="connsiteX6" fmla="*/ 82147 w 383554"/>
                  <a:gd name="connsiteY6" fmla="*/ 406898 h 406897"/>
                  <a:gd name="connsiteX7" fmla="*/ 0 w 383554"/>
                  <a:gd name="connsiteY7" fmla="*/ 406898 h 406897"/>
                  <a:gd name="connsiteX8" fmla="*/ 156788 w 383554"/>
                  <a:gd name="connsiteY8" fmla="*/ 0 h 406897"/>
                  <a:gd name="connsiteX9" fmla="*/ 248741 w 383554"/>
                  <a:gd name="connsiteY9" fmla="*/ 249896 h 406897"/>
                  <a:gd name="connsiteX10" fmla="*/ 192080 w 383554"/>
                  <a:gd name="connsiteY10" fmla="*/ 90015 h 406897"/>
                  <a:gd name="connsiteX11" fmla="*/ 133058 w 383554"/>
                  <a:gd name="connsiteY11" fmla="*/ 249896 h 406897"/>
                  <a:gd name="connsiteX12" fmla="*/ 248741 w 383554"/>
                  <a:gd name="connsiteY12" fmla="*/ 249896 h 40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3554" h="406897">
                    <a:moveTo>
                      <a:pt x="156788" y="0"/>
                    </a:moveTo>
                    <a:lnTo>
                      <a:pt x="227372" y="0"/>
                    </a:lnTo>
                    <a:lnTo>
                      <a:pt x="383555" y="406898"/>
                    </a:lnTo>
                    <a:lnTo>
                      <a:pt x="301407" y="406898"/>
                    </a:lnTo>
                    <a:lnTo>
                      <a:pt x="263209" y="305488"/>
                    </a:lnTo>
                    <a:lnTo>
                      <a:pt x="119740" y="305488"/>
                    </a:lnTo>
                    <a:lnTo>
                      <a:pt x="82147" y="406898"/>
                    </a:lnTo>
                    <a:lnTo>
                      <a:pt x="0" y="406898"/>
                    </a:lnTo>
                    <a:lnTo>
                      <a:pt x="156788" y="0"/>
                    </a:lnTo>
                    <a:close/>
                    <a:moveTo>
                      <a:pt x="248741" y="249896"/>
                    </a:moveTo>
                    <a:lnTo>
                      <a:pt x="192080" y="90015"/>
                    </a:lnTo>
                    <a:lnTo>
                      <a:pt x="133058" y="249896"/>
                    </a:lnTo>
                    <a:lnTo>
                      <a:pt x="248741" y="249896"/>
                    </a:lnTo>
                    <a:close/>
                  </a:path>
                </a:pathLst>
              </a:custGeom>
              <a:solidFill>
                <a:srgbClr val="DF8026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 182">
                <a:extLst>
                  <a:ext uri="{FF2B5EF4-FFF2-40B4-BE49-F238E27FC236}">
                    <a16:creationId xmlns:a16="http://schemas.microsoft.com/office/drawing/2014/main" id="{3AADAF2D-1100-4AB5-4122-34F4F0D7D149}"/>
                  </a:ext>
                </a:extLst>
              </p:cNvPr>
              <p:cNvSpPr/>
              <p:nvPr/>
            </p:nvSpPr>
            <p:spPr>
              <a:xfrm>
                <a:off x="1137437" y="206042"/>
                <a:ext cx="175553" cy="180390"/>
              </a:xfrm>
              <a:custGeom>
                <a:avLst/>
                <a:gdLst>
                  <a:gd name="connsiteX0" fmla="*/ 175554 w 175553"/>
                  <a:gd name="connsiteY0" fmla="*/ 70405 h 180390"/>
                  <a:gd name="connsiteX1" fmla="*/ 175554 w 175553"/>
                  <a:gd name="connsiteY1" fmla="*/ 109985 h 180390"/>
                  <a:gd name="connsiteX2" fmla="*/ 109993 w 175553"/>
                  <a:gd name="connsiteY2" fmla="*/ 109985 h 180390"/>
                  <a:gd name="connsiteX3" fmla="*/ 109993 w 175553"/>
                  <a:gd name="connsiteY3" fmla="*/ 180390 h 180390"/>
                  <a:gd name="connsiteX4" fmla="*/ 65560 w 175553"/>
                  <a:gd name="connsiteY4" fmla="*/ 180390 h 180390"/>
                  <a:gd name="connsiteX5" fmla="*/ 65560 w 175553"/>
                  <a:gd name="connsiteY5" fmla="*/ 109985 h 180390"/>
                  <a:gd name="connsiteX6" fmla="*/ 0 w 175553"/>
                  <a:gd name="connsiteY6" fmla="*/ 109985 h 180390"/>
                  <a:gd name="connsiteX7" fmla="*/ 0 w 175553"/>
                  <a:gd name="connsiteY7" fmla="*/ 70405 h 180390"/>
                  <a:gd name="connsiteX8" fmla="*/ 65560 w 175553"/>
                  <a:gd name="connsiteY8" fmla="*/ 70405 h 180390"/>
                  <a:gd name="connsiteX9" fmla="*/ 65560 w 175553"/>
                  <a:gd name="connsiteY9" fmla="*/ 0 h 180390"/>
                  <a:gd name="connsiteX10" fmla="*/ 109993 w 175553"/>
                  <a:gd name="connsiteY10" fmla="*/ 0 h 180390"/>
                  <a:gd name="connsiteX11" fmla="*/ 109993 w 175553"/>
                  <a:gd name="connsiteY11" fmla="*/ 70405 h 180390"/>
                  <a:gd name="connsiteX12" fmla="*/ 175554 w 175553"/>
                  <a:gd name="connsiteY12" fmla="*/ 70405 h 180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5553" h="180390">
                    <a:moveTo>
                      <a:pt x="175554" y="70405"/>
                    </a:moveTo>
                    <a:lnTo>
                      <a:pt x="175554" y="109985"/>
                    </a:lnTo>
                    <a:lnTo>
                      <a:pt x="109993" y="109985"/>
                    </a:lnTo>
                    <a:lnTo>
                      <a:pt x="109993" y="180390"/>
                    </a:lnTo>
                    <a:lnTo>
                      <a:pt x="65560" y="180390"/>
                    </a:lnTo>
                    <a:lnTo>
                      <a:pt x="65560" y="109985"/>
                    </a:lnTo>
                    <a:lnTo>
                      <a:pt x="0" y="109985"/>
                    </a:lnTo>
                    <a:lnTo>
                      <a:pt x="0" y="70405"/>
                    </a:lnTo>
                    <a:lnTo>
                      <a:pt x="65560" y="70405"/>
                    </a:lnTo>
                    <a:lnTo>
                      <a:pt x="65560" y="0"/>
                    </a:lnTo>
                    <a:lnTo>
                      <a:pt x="109993" y="0"/>
                    </a:lnTo>
                    <a:lnTo>
                      <a:pt x="109993" y="70405"/>
                    </a:lnTo>
                    <a:lnTo>
                      <a:pt x="175554" y="70405"/>
                    </a:lnTo>
                    <a:close/>
                  </a:path>
                </a:pathLst>
              </a:custGeom>
              <a:solidFill>
                <a:srgbClr val="DF8026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" name="Graphic 6">
              <a:extLst>
                <a:ext uri="{FF2B5EF4-FFF2-40B4-BE49-F238E27FC236}">
                  <a16:creationId xmlns:a16="http://schemas.microsoft.com/office/drawing/2014/main" id="{79A80F77-DD0F-904D-79AE-83ECFF604C10}"/>
                </a:ext>
              </a:extLst>
            </p:cNvPr>
            <p:cNvGrpSpPr/>
            <p:nvPr/>
          </p:nvGrpSpPr>
          <p:grpSpPr>
            <a:xfrm>
              <a:off x="1893513" y="205261"/>
              <a:ext cx="1838187" cy="524499"/>
              <a:chOff x="1605379" y="205262"/>
              <a:chExt cx="1462604" cy="417332"/>
            </a:xfrm>
          </p:grpSpPr>
          <p:grpSp>
            <p:nvGrpSpPr>
              <p:cNvPr id="16" name="Graphic 6">
                <a:extLst>
                  <a:ext uri="{FF2B5EF4-FFF2-40B4-BE49-F238E27FC236}">
                    <a16:creationId xmlns:a16="http://schemas.microsoft.com/office/drawing/2014/main" id="{EE8DF9B4-E55E-FC8C-FECD-8FA2A99D3285}"/>
                  </a:ext>
                </a:extLst>
              </p:cNvPr>
              <p:cNvGrpSpPr/>
              <p:nvPr/>
            </p:nvGrpSpPr>
            <p:grpSpPr>
              <a:xfrm>
                <a:off x="1605379" y="205262"/>
                <a:ext cx="443000" cy="417332"/>
                <a:chOff x="1605379" y="205262"/>
                <a:chExt cx="443000" cy="417332"/>
              </a:xfrm>
            </p:grpSpPr>
            <p:sp>
              <p:nvSpPr>
                <p:cNvPr id="53" name="Freeform 164">
                  <a:extLst>
                    <a:ext uri="{FF2B5EF4-FFF2-40B4-BE49-F238E27FC236}">
                      <a16:creationId xmlns:a16="http://schemas.microsoft.com/office/drawing/2014/main" id="{F542F4D2-6533-088F-0BE1-00FB16E5AB7D}"/>
                    </a:ext>
                  </a:extLst>
                </p:cNvPr>
                <p:cNvSpPr/>
                <p:nvPr/>
              </p:nvSpPr>
              <p:spPr>
                <a:xfrm>
                  <a:off x="1605379" y="205262"/>
                  <a:ext cx="443000" cy="237601"/>
                </a:xfrm>
                <a:custGeom>
                  <a:avLst/>
                  <a:gdLst>
                    <a:gd name="connsiteX0" fmla="*/ 80936 w 443000"/>
                    <a:gd name="connsiteY0" fmla="*/ 215413 h 237601"/>
                    <a:gd name="connsiteX1" fmla="*/ 34505 w 443000"/>
                    <a:gd name="connsiteY1" fmla="*/ 170495 h 237601"/>
                    <a:gd name="connsiteX2" fmla="*/ 163689 w 443000"/>
                    <a:gd name="connsiteY2" fmla="*/ 151904 h 237601"/>
                    <a:gd name="connsiteX3" fmla="*/ 221500 w 443000"/>
                    <a:gd name="connsiteY3" fmla="*/ 35922 h 237601"/>
                    <a:gd name="connsiteX4" fmla="*/ 279312 w 443000"/>
                    <a:gd name="connsiteY4" fmla="*/ 151904 h 237601"/>
                    <a:gd name="connsiteX5" fmla="*/ 408495 w 443000"/>
                    <a:gd name="connsiteY5" fmla="*/ 170495 h 237601"/>
                    <a:gd name="connsiteX6" fmla="*/ 362004 w 443000"/>
                    <a:gd name="connsiteY6" fmla="*/ 215413 h 237601"/>
                    <a:gd name="connsiteX7" fmla="*/ 362004 w 443000"/>
                    <a:gd name="connsiteY7" fmla="*/ 237602 h 237601"/>
                    <a:gd name="connsiteX8" fmla="*/ 443001 w 443000"/>
                    <a:gd name="connsiteY8" fmla="*/ 159401 h 237601"/>
                    <a:gd name="connsiteX9" fmla="*/ 289906 w 443000"/>
                    <a:gd name="connsiteY9" fmla="*/ 137392 h 237601"/>
                    <a:gd name="connsiteX10" fmla="*/ 221500 w 443000"/>
                    <a:gd name="connsiteY10" fmla="*/ 0 h 237601"/>
                    <a:gd name="connsiteX11" fmla="*/ 153034 w 443000"/>
                    <a:gd name="connsiteY11" fmla="*/ 137392 h 237601"/>
                    <a:gd name="connsiteX12" fmla="*/ 0 w 443000"/>
                    <a:gd name="connsiteY12" fmla="*/ 159401 h 237601"/>
                    <a:gd name="connsiteX13" fmla="*/ 80936 w 443000"/>
                    <a:gd name="connsiteY13" fmla="*/ 237602 h 237601"/>
                    <a:gd name="connsiteX14" fmla="*/ 80936 w 443000"/>
                    <a:gd name="connsiteY14" fmla="*/ 215413 h 237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43000" h="237601">
                      <a:moveTo>
                        <a:pt x="80936" y="215413"/>
                      </a:moveTo>
                      <a:lnTo>
                        <a:pt x="34505" y="170495"/>
                      </a:lnTo>
                      <a:lnTo>
                        <a:pt x="163689" y="151904"/>
                      </a:lnTo>
                      <a:lnTo>
                        <a:pt x="221500" y="35922"/>
                      </a:lnTo>
                      <a:lnTo>
                        <a:pt x="279312" y="151904"/>
                      </a:lnTo>
                      <a:lnTo>
                        <a:pt x="408495" y="170495"/>
                      </a:lnTo>
                      <a:lnTo>
                        <a:pt x="362004" y="215413"/>
                      </a:lnTo>
                      <a:lnTo>
                        <a:pt x="362004" y="237602"/>
                      </a:lnTo>
                      <a:lnTo>
                        <a:pt x="443001" y="159401"/>
                      </a:lnTo>
                      <a:lnTo>
                        <a:pt x="289906" y="137392"/>
                      </a:lnTo>
                      <a:lnTo>
                        <a:pt x="221500" y="0"/>
                      </a:lnTo>
                      <a:lnTo>
                        <a:pt x="153034" y="137392"/>
                      </a:lnTo>
                      <a:lnTo>
                        <a:pt x="0" y="159401"/>
                      </a:lnTo>
                      <a:lnTo>
                        <a:pt x="80936" y="237602"/>
                      </a:lnTo>
                      <a:lnTo>
                        <a:pt x="80936" y="215413"/>
                      </a:lnTo>
                      <a:close/>
                    </a:path>
                  </a:pathLst>
                </a:custGeom>
                <a:solidFill>
                  <a:srgbClr val="F28128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" name="Freeform 165">
                  <a:extLst>
                    <a:ext uri="{FF2B5EF4-FFF2-40B4-BE49-F238E27FC236}">
                      <a16:creationId xmlns:a16="http://schemas.microsoft.com/office/drawing/2014/main" id="{19EE6653-F566-945B-A397-9F0C5B55DED1}"/>
                    </a:ext>
                  </a:extLst>
                </p:cNvPr>
                <p:cNvSpPr/>
                <p:nvPr/>
              </p:nvSpPr>
              <p:spPr>
                <a:xfrm>
                  <a:off x="1690008" y="525683"/>
                  <a:ext cx="273742" cy="96911"/>
                </a:xfrm>
                <a:custGeom>
                  <a:avLst/>
                  <a:gdLst>
                    <a:gd name="connsiteX0" fmla="*/ 240690 w 273742"/>
                    <a:gd name="connsiteY0" fmla="*/ 0 h 96911"/>
                    <a:gd name="connsiteX1" fmla="*/ 252434 w 273742"/>
                    <a:gd name="connsiteY1" fmla="*/ 67886 h 96911"/>
                    <a:gd name="connsiteX2" fmla="*/ 136871 w 273742"/>
                    <a:gd name="connsiteY2" fmla="*/ 7676 h 96911"/>
                    <a:gd name="connsiteX3" fmla="*/ 21309 w 273742"/>
                    <a:gd name="connsiteY3" fmla="*/ 67886 h 96911"/>
                    <a:gd name="connsiteX4" fmla="*/ 33052 w 273742"/>
                    <a:gd name="connsiteY4" fmla="*/ 0 h 96911"/>
                    <a:gd name="connsiteX5" fmla="*/ 16768 w 273742"/>
                    <a:gd name="connsiteY5" fmla="*/ 0 h 96911"/>
                    <a:gd name="connsiteX6" fmla="*/ 0 w 273742"/>
                    <a:gd name="connsiteY6" fmla="*/ 96912 h 96911"/>
                    <a:gd name="connsiteX7" fmla="*/ 136871 w 273742"/>
                    <a:gd name="connsiteY7" fmla="*/ 25667 h 96911"/>
                    <a:gd name="connsiteX8" fmla="*/ 273743 w 273742"/>
                    <a:gd name="connsiteY8" fmla="*/ 96912 h 96911"/>
                    <a:gd name="connsiteX9" fmla="*/ 256974 w 273742"/>
                    <a:gd name="connsiteY9" fmla="*/ 0 h 96911"/>
                    <a:gd name="connsiteX10" fmla="*/ 240690 w 273742"/>
                    <a:gd name="connsiteY10" fmla="*/ 0 h 969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73742" h="96911">
                      <a:moveTo>
                        <a:pt x="240690" y="0"/>
                      </a:moveTo>
                      <a:lnTo>
                        <a:pt x="252434" y="67886"/>
                      </a:lnTo>
                      <a:lnTo>
                        <a:pt x="136871" y="7676"/>
                      </a:lnTo>
                      <a:lnTo>
                        <a:pt x="21309" y="67886"/>
                      </a:lnTo>
                      <a:lnTo>
                        <a:pt x="33052" y="0"/>
                      </a:lnTo>
                      <a:lnTo>
                        <a:pt x="16768" y="0"/>
                      </a:lnTo>
                      <a:lnTo>
                        <a:pt x="0" y="96912"/>
                      </a:lnTo>
                      <a:lnTo>
                        <a:pt x="136871" y="25667"/>
                      </a:lnTo>
                      <a:lnTo>
                        <a:pt x="273743" y="96912"/>
                      </a:lnTo>
                      <a:lnTo>
                        <a:pt x="256974" y="0"/>
                      </a:lnTo>
                      <a:lnTo>
                        <a:pt x="240690" y="0"/>
                      </a:lnTo>
                      <a:close/>
                    </a:path>
                  </a:pathLst>
                </a:custGeom>
                <a:solidFill>
                  <a:srgbClr val="585860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55" name="Graphic 6">
                  <a:extLst>
                    <a:ext uri="{FF2B5EF4-FFF2-40B4-BE49-F238E27FC236}">
                      <a16:creationId xmlns:a16="http://schemas.microsoft.com/office/drawing/2014/main" id="{AF0C0EBC-878A-C926-9799-65A262A938B8}"/>
                    </a:ext>
                  </a:extLst>
                </p:cNvPr>
                <p:cNvGrpSpPr/>
                <p:nvPr/>
              </p:nvGrpSpPr>
              <p:grpSpPr>
                <a:xfrm>
                  <a:off x="1711558" y="380975"/>
                  <a:ext cx="231125" cy="61889"/>
                  <a:chOff x="1711558" y="380975"/>
                  <a:chExt cx="231125" cy="61889"/>
                </a:xfrm>
                <a:solidFill>
                  <a:srgbClr val="585860"/>
                </a:solidFill>
              </p:grpSpPr>
              <p:sp>
                <p:nvSpPr>
                  <p:cNvPr id="61" name="Freeform 172">
                    <a:extLst>
                      <a:ext uri="{FF2B5EF4-FFF2-40B4-BE49-F238E27FC236}">
                        <a16:creationId xmlns:a16="http://schemas.microsoft.com/office/drawing/2014/main" id="{6DDB5E89-ACB7-6AEA-25E5-34F822A6FBB6}"/>
                      </a:ext>
                    </a:extLst>
                  </p:cNvPr>
                  <p:cNvSpPr/>
                  <p:nvPr/>
                </p:nvSpPr>
                <p:spPr>
                  <a:xfrm>
                    <a:off x="1711558" y="380975"/>
                    <a:ext cx="53876" cy="61889"/>
                  </a:xfrm>
                  <a:custGeom>
                    <a:avLst/>
                    <a:gdLst>
                      <a:gd name="connsiteX0" fmla="*/ 61 w 53876"/>
                      <a:gd name="connsiteY0" fmla="*/ 61889 h 61889"/>
                      <a:gd name="connsiteX1" fmla="*/ 61 w 53876"/>
                      <a:gd name="connsiteY1" fmla="*/ 55352 h 61889"/>
                      <a:gd name="connsiteX2" fmla="*/ 6901 w 53876"/>
                      <a:gd name="connsiteY2" fmla="*/ 54093 h 61889"/>
                      <a:gd name="connsiteX3" fmla="*/ 6901 w 53876"/>
                      <a:gd name="connsiteY3" fmla="*/ 7856 h 61889"/>
                      <a:gd name="connsiteX4" fmla="*/ 61 w 53876"/>
                      <a:gd name="connsiteY4" fmla="*/ 6597 h 61889"/>
                      <a:gd name="connsiteX5" fmla="*/ 61 w 53876"/>
                      <a:gd name="connsiteY5" fmla="*/ 0 h 61889"/>
                      <a:gd name="connsiteX6" fmla="*/ 28936 w 53876"/>
                      <a:gd name="connsiteY6" fmla="*/ 0 h 61889"/>
                      <a:gd name="connsiteX7" fmla="*/ 40922 w 53876"/>
                      <a:gd name="connsiteY7" fmla="*/ 2159 h 61889"/>
                      <a:gd name="connsiteX8" fmla="*/ 48489 w 53876"/>
                      <a:gd name="connsiteY8" fmla="*/ 8276 h 61889"/>
                      <a:gd name="connsiteX9" fmla="*/ 51092 w 53876"/>
                      <a:gd name="connsiteY9" fmla="*/ 17931 h 61889"/>
                      <a:gd name="connsiteX10" fmla="*/ 48489 w 53876"/>
                      <a:gd name="connsiteY10" fmla="*/ 27406 h 61889"/>
                      <a:gd name="connsiteX11" fmla="*/ 41225 w 53876"/>
                      <a:gd name="connsiteY11" fmla="*/ 33703 h 61889"/>
                      <a:gd name="connsiteX12" fmla="*/ 30328 w 53876"/>
                      <a:gd name="connsiteY12" fmla="*/ 36042 h 61889"/>
                      <a:gd name="connsiteX13" fmla="*/ 17616 w 53876"/>
                      <a:gd name="connsiteY13" fmla="*/ 36162 h 61889"/>
                      <a:gd name="connsiteX14" fmla="*/ 17616 w 53876"/>
                      <a:gd name="connsiteY14" fmla="*/ 54093 h 61889"/>
                      <a:gd name="connsiteX15" fmla="*/ 24456 w 53876"/>
                      <a:gd name="connsiteY15" fmla="*/ 55352 h 61889"/>
                      <a:gd name="connsiteX16" fmla="*/ 24456 w 53876"/>
                      <a:gd name="connsiteY16" fmla="*/ 61889 h 61889"/>
                      <a:gd name="connsiteX17" fmla="*/ 0 w 53876"/>
                      <a:gd name="connsiteY17" fmla="*/ 61889 h 61889"/>
                      <a:gd name="connsiteX18" fmla="*/ 17737 w 53876"/>
                      <a:gd name="connsiteY18" fmla="*/ 27766 h 61889"/>
                      <a:gd name="connsiteX19" fmla="*/ 28512 w 53876"/>
                      <a:gd name="connsiteY19" fmla="*/ 27766 h 61889"/>
                      <a:gd name="connsiteX20" fmla="*/ 37532 w 53876"/>
                      <a:gd name="connsiteY20" fmla="*/ 25307 h 61889"/>
                      <a:gd name="connsiteX21" fmla="*/ 40438 w 53876"/>
                      <a:gd name="connsiteY21" fmla="*/ 18171 h 61889"/>
                      <a:gd name="connsiteX22" fmla="*/ 37593 w 53876"/>
                      <a:gd name="connsiteY22" fmla="*/ 10915 h 61889"/>
                      <a:gd name="connsiteX23" fmla="*/ 28997 w 53876"/>
                      <a:gd name="connsiteY23" fmla="*/ 8216 h 61889"/>
                      <a:gd name="connsiteX24" fmla="*/ 17737 w 53876"/>
                      <a:gd name="connsiteY24" fmla="*/ 8216 h 61889"/>
                      <a:gd name="connsiteX25" fmla="*/ 17737 w 53876"/>
                      <a:gd name="connsiteY25" fmla="*/ 27706 h 61889"/>
                      <a:gd name="connsiteX26" fmla="*/ 40680 w 53876"/>
                      <a:gd name="connsiteY26" fmla="*/ 61889 h 61889"/>
                      <a:gd name="connsiteX27" fmla="*/ 28754 w 53876"/>
                      <a:gd name="connsiteY27" fmla="*/ 33403 h 61889"/>
                      <a:gd name="connsiteX28" fmla="*/ 38864 w 53876"/>
                      <a:gd name="connsiteY28" fmla="*/ 31724 h 61889"/>
                      <a:gd name="connsiteX29" fmla="*/ 48973 w 53876"/>
                      <a:gd name="connsiteY29" fmla="*/ 54213 h 61889"/>
                      <a:gd name="connsiteX30" fmla="*/ 53877 w 53876"/>
                      <a:gd name="connsiteY30" fmla="*/ 55233 h 61889"/>
                      <a:gd name="connsiteX31" fmla="*/ 53877 w 53876"/>
                      <a:gd name="connsiteY31" fmla="*/ 61889 h 61889"/>
                      <a:gd name="connsiteX32" fmla="*/ 40680 w 53876"/>
                      <a:gd name="connsiteY32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3876" h="61889">
                        <a:moveTo>
                          <a:pt x="61" y="61889"/>
                        </a:moveTo>
                        <a:lnTo>
                          <a:pt x="61" y="55352"/>
                        </a:lnTo>
                        <a:lnTo>
                          <a:pt x="6901" y="54093"/>
                        </a:lnTo>
                        <a:lnTo>
                          <a:pt x="6901" y="7856"/>
                        </a:lnTo>
                        <a:lnTo>
                          <a:pt x="61" y="6597"/>
                        </a:lnTo>
                        <a:lnTo>
                          <a:pt x="61" y="0"/>
                        </a:lnTo>
                        <a:lnTo>
                          <a:pt x="28936" y="0"/>
                        </a:lnTo>
                        <a:cubicBezTo>
                          <a:pt x="33658" y="0"/>
                          <a:pt x="37653" y="720"/>
                          <a:pt x="40922" y="2159"/>
                        </a:cubicBezTo>
                        <a:cubicBezTo>
                          <a:pt x="44252" y="3598"/>
                          <a:pt x="46794" y="5637"/>
                          <a:pt x="48489" y="8276"/>
                        </a:cubicBezTo>
                        <a:cubicBezTo>
                          <a:pt x="50245" y="10915"/>
                          <a:pt x="51092" y="14153"/>
                          <a:pt x="51092" y="17931"/>
                        </a:cubicBezTo>
                        <a:cubicBezTo>
                          <a:pt x="51092" y="21709"/>
                          <a:pt x="50245" y="24708"/>
                          <a:pt x="48489" y="27406"/>
                        </a:cubicBezTo>
                        <a:cubicBezTo>
                          <a:pt x="46734" y="30105"/>
                          <a:pt x="44312" y="32204"/>
                          <a:pt x="41225" y="33703"/>
                        </a:cubicBezTo>
                        <a:cubicBezTo>
                          <a:pt x="38137" y="35202"/>
                          <a:pt x="34505" y="35982"/>
                          <a:pt x="30328" y="36042"/>
                        </a:cubicBezTo>
                        <a:lnTo>
                          <a:pt x="17616" y="36162"/>
                        </a:lnTo>
                        <a:lnTo>
                          <a:pt x="17616" y="54093"/>
                        </a:lnTo>
                        <a:lnTo>
                          <a:pt x="24456" y="55352"/>
                        </a:lnTo>
                        <a:lnTo>
                          <a:pt x="24456" y="61889"/>
                        </a:lnTo>
                        <a:lnTo>
                          <a:pt x="0" y="61889"/>
                        </a:lnTo>
                        <a:close/>
                        <a:moveTo>
                          <a:pt x="17737" y="27766"/>
                        </a:moveTo>
                        <a:lnTo>
                          <a:pt x="28512" y="27766"/>
                        </a:lnTo>
                        <a:cubicBezTo>
                          <a:pt x="32568" y="27766"/>
                          <a:pt x="35595" y="26927"/>
                          <a:pt x="37532" y="25307"/>
                        </a:cubicBezTo>
                        <a:cubicBezTo>
                          <a:pt x="39469" y="23688"/>
                          <a:pt x="40438" y="21289"/>
                          <a:pt x="40438" y="18171"/>
                        </a:cubicBezTo>
                        <a:cubicBezTo>
                          <a:pt x="40438" y="15053"/>
                          <a:pt x="39469" y="12714"/>
                          <a:pt x="37593" y="10915"/>
                        </a:cubicBezTo>
                        <a:cubicBezTo>
                          <a:pt x="35716" y="9115"/>
                          <a:pt x="32810" y="8216"/>
                          <a:pt x="28997" y="8216"/>
                        </a:cubicBezTo>
                        <a:lnTo>
                          <a:pt x="17737" y="8216"/>
                        </a:lnTo>
                        <a:lnTo>
                          <a:pt x="17737" y="27706"/>
                        </a:lnTo>
                        <a:close/>
                        <a:moveTo>
                          <a:pt x="40680" y="61889"/>
                        </a:moveTo>
                        <a:lnTo>
                          <a:pt x="28754" y="33403"/>
                        </a:lnTo>
                        <a:lnTo>
                          <a:pt x="38864" y="31724"/>
                        </a:lnTo>
                        <a:lnTo>
                          <a:pt x="48973" y="54213"/>
                        </a:lnTo>
                        <a:lnTo>
                          <a:pt x="53877" y="55233"/>
                        </a:lnTo>
                        <a:lnTo>
                          <a:pt x="53877" y="61889"/>
                        </a:lnTo>
                        <a:lnTo>
                          <a:pt x="40680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2" name="Freeform 173">
                    <a:extLst>
                      <a:ext uri="{FF2B5EF4-FFF2-40B4-BE49-F238E27FC236}">
                        <a16:creationId xmlns:a16="http://schemas.microsoft.com/office/drawing/2014/main" id="{946FC4D6-9417-4478-6E5F-7870FC7FD155}"/>
                      </a:ext>
                    </a:extLst>
                  </p:cNvPr>
                  <p:cNvSpPr/>
                  <p:nvPr/>
                </p:nvSpPr>
                <p:spPr>
                  <a:xfrm>
                    <a:off x="1771610" y="380975"/>
                    <a:ext cx="48670" cy="61889"/>
                  </a:xfrm>
                  <a:custGeom>
                    <a:avLst/>
                    <a:gdLst>
                      <a:gd name="connsiteX0" fmla="*/ 0 w 48670"/>
                      <a:gd name="connsiteY0" fmla="*/ 61889 h 61889"/>
                      <a:gd name="connsiteX1" fmla="*/ 0 w 48670"/>
                      <a:gd name="connsiteY1" fmla="*/ 55352 h 61889"/>
                      <a:gd name="connsiteX2" fmla="*/ 6840 w 48670"/>
                      <a:gd name="connsiteY2" fmla="*/ 54093 h 61889"/>
                      <a:gd name="connsiteX3" fmla="*/ 6840 w 48670"/>
                      <a:gd name="connsiteY3" fmla="*/ 7856 h 61889"/>
                      <a:gd name="connsiteX4" fmla="*/ 0 w 48670"/>
                      <a:gd name="connsiteY4" fmla="*/ 6597 h 61889"/>
                      <a:gd name="connsiteX5" fmla="*/ 0 w 48670"/>
                      <a:gd name="connsiteY5" fmla="*/ 0 h 61889"/>
                      <a:gd name="connsiteX6" fmla="*/ 47581 w 48670"/>
                      <a:gd name="connsiteY6" fmla="*/ 0 h 61889"/>
                      <a:gd name="connsiteX7" fmla="*/ 47581 w 48670"/>
                      <a:gd name="connsiteY7" fmla="*/ 15952 h 61889"/>
                      <a:gd name="connsiteX8" fmla="*/ 39167 w 48670"/>
                      <a:gd name="connsiteY8" fmla="*/ 15952 h 61889"/>
                      <a:gd name="connsiteX9" fmla="*/ 38440 w 48670"/>
                      <a:gd name="connsiteY9" fmla="*/ 8276 h 61889"/>
                      <a:gd name="connsiteX10" fmla="*/ 17616 w 48670"/>
                      <a:gd name="connsiteY10" fmla="*/ 8276 h 61889"/>
                      <a:gd name="connsiteX11" fmla="*/ 17616 w 48670"/>
                      <a:gd name="connsiteY11" fmla="*/ 25787 h 61889"/>
                      <a:gd name="connsiteX12" fmla="*/ 39530 w 48670"/>
                      <a:gd name="connsiteY12" fmla="*/ 25787 h 61889"/>
                      <a:gd name="connsiteX13" fmla="*/ 39530 w 48670"/>
                      <a:gd name="connsiteY13" fmla="*/ 34063 h 61889"/>
                      <a:gd name="connsiteX14" fmla="*/ 17616 w 48670"/>
                      <a:gd name="connsiteY14" fmla="*/ 34063 h 61889"/>
                      <a:gd name="connsiteX15" fmla="*/ 17616 w 48670"/>
                      <a:gd name="connsiteY15" fmla="*/ 53733 h 61889"/>
                      <a:gd name="connsiteX16" fmla="*/ 39590 w 48670"/>
                      <a:gd name="connsiteY16" fmla="*/ 53733 h 61889"/>
                      <a:gd name="connsiteX17" fmla="*/ 40317 w 48670"/>
                      <a:gd name="connsiteY17" fmla="*/ 45877 h 61889"/>
                      <a:gd name="connsiteX18" fmla="*/ 48671 w 48670"/>
                      <a:gd name="connsiteY18" fmla="*/ 45877 h 61889"/>
                      <a:gd name="connsiteX19" fmla="*/ 48671 w 48670"/>
                      <a:gd name="connsiteY19" fmla="*/ 61889 h 61889"/>
                      <a:gd name="connsiteX20" fmla="*/ 0 w 48670"/>
                      <a:gd name="connsiteY20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48670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6840" y="54093"/>
                        </a:lnTo>
                        <a:lnTo>
                          <a:pt x="6840" y="78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47581" y="0"/>
                        </a:lnTo>
                        <a:lnTo>
                          <a:pt x="47581" y="15952"/>
                        </a:lnTo>
                        <a:lnTo>
                          <a:pt x="39167" y="15952"/>
                        </a:lnTo>
                        <a:lnTo>
                          <a:pt x="38440" y="8276"/>
                        </a:lnTo>
                        <a:lnTo>
                          <a:pt x="17616" y="8276"/>
                        </a:lnTo>
                        <a:lnTo>
                          <a:pt x="17616" y="25787"/>
                        </a:lnTo>
                        <a:lnTo>
                          <a:pt x="39530" y="25787"/>
                        </a:lnTo>
                        <a:lnTo>
                          <a:pt x="39530" y="34063"/>
                        </a:lnTo>
                        <a:lnTo>
                          <a:pt x="17616" y="34063"/>
                        </a:lnTo>
                        <a:lnTo>
                          <a:pt x="17616" y="53733"/>
                        </a:lnTo>
                        <a:lnTo>
                          <a:pt x="39590" y="53733"/>
                        </a:lnTo>
                        <a:lnTo>
                          <a:pt x="40317" y="45877"/>
                        </a:lnTo>
                        <a:lnTo>
                          <a:pt x="48671" y="45877"/>
                        </a:lnTo>
                        <a:lnTo>
                          <a:pt x="48671" y="61889"/>
                        </a:lnTo>
                        <a:lnTo>
                          <a:pt x="0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3" name="Freeform 174">
                    <a:extLst>
                      <a:ext uri="{FF2B5EF4-FFF2-40B4-BE49-F238E27FC236}">
                        <a16:creationId xmlns:a16="http://schemas.microsoft.com/office/drawing/2014/main" id="{3BB5E7BE-A3BC-A5B9-D42D-DAAA8805C5EA}"/>
                      </a:ext>
                    </a:extLst>
                  </p:cNvPr>
                  <p:cNvSpPr/>
                  <p:nvPr/>
                </p:nvSpPr>
                <p:spPr>
                  <a:xfrm>
                    <a:off x="1826879" y="380975"/>
                    <a:ext cx="61383" cy="61889"/>
                  </a:xfrm>
                  <a:custGeom>
                    <a:avLst/>
                    <a:gdLst>
                      <a:gd name="connsiteX0" fmla="*/ 25788 w 61383"/>
                      <a:gd name="connsiteY0" fmla="*/ 61889 h 61889"/>
                      <a:gd name="connsiteX1" fmla="*/ 5327 w 61383"/>
                      <a:gd name="connsiteY1" fmla="*/ 7256 h 61889"/>
                      <a:gd name="connsiteX2" fmla="*/ 0 w 61383"/>
                      <a:gd name="connsiteY2" fmla="*/ 6597 h 61889"/>
                      <a:gd name="connsiteX3" fmla="*/ 0 w 61383"/>
                      <a:gd name="connsiteY3" fmla="*/ 0 h 61889"/>
                      <a:gd name="connsiteX4" fmla="*/ 22701 w 61383"/>
                      <a:gd name="connsiteY4" fmla="*/ 0 h 61889"/>
                      <a:gd name="connsiteX5" fmla="*/ 22701 w 61383"/>
                      <a:gd name="connsiteY5" fmla="*/ 6597 h 61889"/>
                      <a:gd name="connsiteX6" fmla="*/ 17011 w 61383"/>
                      <a:gd name="connsiteY6" fmla="*/ 7496 h 61889"/>
                      <a:gd name="connsiteX7" fmla="*/ 30026 w 61383"/>
                      <a:gd name="connsiteY7" fmla="*/ 45218 h 61889"/>
                      <a:gd name="connsiteX8" fmla="*/ 31176 w 61383"/>
                      <a:gd name="connsiteY8" fmla="*/ 49236 h 61889"/>
                      <a:gd name="connsiteX9" fmla="*/ 31418 w 61383"/>
                      <a:gd name="connsiteY9" fmla="*/ 49236 h 61889"/>
                      <a:gd name="connsiteX10" fmla="*/ 32629 w 61383"/>
                      <a:gd name="connsiteY10" fmla="*/ 45218 h 61889"/>
                      <a:gd name="connsiteX11" fmla="*/ 45826 w 61383"/>
                      <a:gd name="connsiteY11" fmla="*/ 7436 h 61889"/>
                      <a:gd name="connsiteX12" fmla="*/ 39348 w 61383"/>
                      <a:gd name="connsiteY12" fmla="*/ 6597 h 61889"/>
                      <a:gd name="connsiteX13" fmla="*/ 39348 w 61383"/>
                      <a:gd name="connsiteY13" fmla="*/ 0 h 61889"/>
                      <a:gd name="connsiteX14" fmla="*/ 61383 w 61383"/>
                      <a:gd name="connsiteY14" fmla="*/ 0 h 61889"/>
                      <a:gd name="connsiteX15" fmla="*/ 61383 w 61383"/>
                      <a:gd name="connsiteY15" fmla="*/ 6597 h 61889"/>
                      <a:gd name="connsiteX16" fmla="*/ 55996 w 61383"/>
                      <a:gd name="connsiteY16" fmla="*/ 7256 h 61889"/>
                      <a:gd name="connsiteX17" fmla="*/ 36321 w 61383"/>
                      <a:gd name="connsiteY17" fmla="*/ 61889 h 61889"/>
                      <a:gd name="connsiteX18" fmla="*/ 25849 w 61383"/>
                      <a:gd name="connsiteY18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61383" h="61889">
                        <a:moveTo>
                          <a:pt x="25788" y="61889"/>
                        </a:moveTo>
                        <a:lnTo>
                          <a:pt x="5327" y="72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22701" y="0"/>
                        </a:lnTo>
                        <a:lnTo>
                          <a:pt x="22701" y="6597"/>
                        </a:lnTo>
                        <a:lnTo>
                          <a:pt x="17011" y="7496"/>
                        </a:lnTo>
                        <a:lnTo>
                          <a:pt x="30026" y="45218"/>
                        </a:lnTo>
                        <a:lnTo>
                          <a:pt x="31176" y="49236"/>
                        </a:lnTo>
                        <a:lnTo>
                          <a:pt x="31418" y="49236"/>
                        </a:lnTo>
                        <a:lnTo>
                          <a:pt x="32629" y="45218"/>
                        </a:lnTo>
                        <a:lnTo>
                          <a:pt x="45826" y="7436"/>
                        </a:lnTo>
                        <a:lnTo>
                          <a:pt x="39348" y="6597"/>
                        </a:lnTo>
                        <a:lnTo>
                          <a:pt x="39348" y="0"/>
                        </a:lnTo>
                        <a:lnTo>
                          <a:pt x="61383" y="0"/>
                        </a:lnTo>
                        <a:lnTo>
                          <a:pt x="61383" y="6597"/>
                        </a:lnTo>
                        <a:lnTo>
                          <a:pt x="55996" y="7256"/>
                        </a:lnTo>
                        <a:lnTo>
                          <a:pt x="36321" y="61889"/>
                        </a:lnTo>
                        <a:lnTo>
                          <a:pt x="25849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4" name="Freeform 175">
                    <a:extLst>
                      <a:ext uri="{FF2B5EF4-FFF2-40B4-BE49-F238E27FC236}">
                        <a16:creationId xmlns:a16="http://schemas.microsoft.com/office/drawing/2014/main" id="{FD89C754-90CD-A113-7256-947947800DA9}"/>
                      </a:ext>
                    </a:extLst>
                  </p:cNvPr>
                  <p:cNvSpPr/>
                  <p:nvPr/>
                </p:nvSpPr>
                <p:spPr>
                  <a:xfrm>
                    <a:off x="1881966" y="380975"/>
                    <a:ext cx="60717" cy="61889"/>
                  </a:xfrm>
                  <a:custGeom>
                    <a:avLst/>
                    <a:gdLst>
                      <a:gd name="connsiteX0" fmla="*/ 0 w 60717"/>
                      <a:gd name="connsiteY0" fmla="*/ 61889 h 61889"/>
                      <a:gd name="connsiteX1" fmla="*/ 0 w 60717"/>
                      <a:gd name="connsiteY1" fmla="*/ 55352 h 61889"/>
                      <a:gd name="connsiteX2" fmla="*/ 4540 w 60717"/>
                      <a:gd name="connsiteY2" fmla="*/ 54693 h 61889"/>
                      <a:gd name="connsiteX3" fmla="*/ 25243 w 60717"/>
                      <a:gd name="connsiteY3" fmla="*/ 0 h 61889"/>
                      <a:gd name="connsiteX4" fmla="*/ 35777 w 60717"/>
                      <a:gd name="connsiteY4" fmla="*/ 0 h 61889"/>
                      <a:gd name="connsiteX5" fmla="*/ 56177 w 60717"/>
                      <a:gd name="connsiteY5" fmla="*/ 54693 h 61889"/>
                      <a:gd name="connsiteX6" fmla="*/ 60717 w 60717"/>
                      <a:gd name="connsiteY6" fmla="*/ 55352 h 61889"/>
                      <a:gd name="connsiteX7" fmla="*/ 60717 w 60717"/>
                      <a:gd name="connsiteY7" fmla="*/ 61889 h 61889"/>
                      <a:gd name="connsiteX8" fmla="*/ 40862 w 60717"/>
                      <a:gd name="connsiteY8" fmla="*/ 61889 h 61889"/>
                      <a:gd name="connsiteX9" fmla="*/ 40862 w 60717"/>
                      <a:gd name="connsiteY9" fmla="*/ 55352 h 61889"/>
                      <a:gd name="connsiteX10" fmla="*/ 45341 w 60717"/>
                      <a:gd name="connsiteY10" fmla="*/ 54573 h 61889"/>
                      <a:gd name="connsiteX11" fmla="*/ 42012 w 60717"/>
                      <a:gd name="connsiteY11" fmla="*/ 44858 h 61889"/>
                      <a:gd name="connsiteX12" fmla="*/ 18766 w 60717"/>
                      <a:gd name="connsiteY12" fmla="*/ 44858 h 61889"/>
                      <a:gd name="connsiteX13" fmla="*/ 15376 w 60717"/>
                      <a:gd name="connsiteY13" fmla="*/ 54573 h 61889"/>
                      <a:gd name="connsiteX14" fmla="*/ 19856 w 60717"/>
                      <a:gd name="connsiteY14" fmla="*/ 55352 h 61889"/>
                      <a:gd name="connsiteX15" fmla="*/ 19856 w 60717"/>
                      <a:gd name="connsiteY15" fmla="*/ 61889 h 61889"/>
                      <a:gd name="connsiteX16" fmla="*/ 0 w 60717"/>
                      <a:gd name="connsiteY16" fmla="*/ 61889 h 61889"/>
                      <a:gd name="connsiteX17" fmla="*/ 21551 w 60717"/>
                      <a:gd name="connsiteY17" fmla="*/ 36582 h 61889"/>
                      <a:gd name="connsiteX18" fmla="*/ 39167 w 60717"/>
                      <a:gd name="connsiteY18" fmla="*/ 36582 h 61889"/>
                      <a:gd name="connsiteX19" fmla="*/ 31055 w 60717"/>
                      <a:gd name="connsiteY19" fmla="*/ 13673 h 61889"/>
                      <a:gd name="connsiteX20" fmla="*/ 30510 w 60717"/>
                      <a:gd name="connsiteY20" fmla="*/ 11994 h 61889"/>
                      <a:gd name="connsiteX21" fmla="*/ 30268 w 60717"/>
                      <a:gd name="connsiteY21" fmla="*/ 11994 h 61889"/>
                      <a:gd name="connsiteX22" fmla="*/ 29662 w 60717"/>
                      <a:gd name="connsiteY22" fmla="*/ 13733 h 61889"/>
                      <a:gd name="connsiteX23" fmla="*/ 21551 w 60717"/>
                      <a:gd name="connsiteY23" fmla="*/ 36582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0717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4540" y="54693"/>
                        </a:lnTo>
                        <a:lnTo>
                          <a:pt x="25243" y="0"/>
                        </a:lnTo>
                        <a:lnTo>
                          <a:pt x="35777" y="0"/>
                        </a:lnTo>
                        <a:lnTo>
                          <a:pt x="56177" y="54693"/>
                        </a:lnTo>
                        <a:lnTo>
                          <a:pt x="60717" y="55352"/>
                        </a:lnTo>
                        <a:lnTo>
                          <a:pt x="60717" y="61889"/>
                        </a:lnTo>
                        <a:lnTo>
                          <a:pt x="40862" y="61889"/>
                        </a:lnTo>
                        <a:lnTo>
                          <a:pt x="40862" y="55352"/>
                        </a:lnTo>
                        <a:lnTo>
                          <a:pt x="45341" y="54573"/>
                        </a:lnTo>
                        <a:lnTo>
                          <a:pt x="42012" y="44858"/>
                        </a:lnTo>
                        <a:lnTo>
                          <a:pt x="18766" y="44858"/>
                        </a:lnTo>
                        <a:lnTo>
                          <a:pt x="15376" y="54573"/>
                        </a:lnTo>
                        <a:lnTo>
                          <a:pt x="19856" y="55352"/>
                        </a:lnTo>
                        <a:lnTo>
                          <a:pt x="19856" y="61889"/>
                        </a:lnTo>
                        <a:lnTo>
                          <a:pt x="0" y="61889"/>
                        </a:lnTo>
                        <a:close/>
                        <a:moveTo>
                          <a:pt x="21551" y="36582"/>
                        </a:moveTo>
                        <a:lnTo>
                          <a:pt x="39167" y="36582"/>
                        </a:lnTo>
                        <a:lnTo>
                          <a:pt x="31055" y="13673"/>
                        </a:lnTo>
                        <a:lnTo>
                          <a:pt x="30510" y="11994"/>
                        </a:lnTo>
                        <a:lnTo>
                          <a:pt x="30268" y="11994"/>
                        </a:lnTo>
                        <a:lnTo>
                          <a:pt x="29662" y="13733"/>
                        </a:lnTo>
                        <a:lnTo>
                          <a:pt x="21551" y="36582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6" name="Graphic 6">
                  <a:extLst>
                    <a:ext uri="{FF2B5EF4-FFF2-40B4-BE49-F238E27FC236}">
                      <a16:creationId xmlns:a16="http://schemas.microsoft.com/office/drawing/2014/main" id="{94B3E94A-F402-F800-230A-A8109F24A3A4}"/>
                    </a:ext>
                  </a:extLst>
                </p:cNvPr>
                <p:cNvGrpSpPr/>
                <p:nvPr/>
              </p:nvGrpSpPr>
              <p:grpSpPr>
                <a:xfrm>
                  <a:off x="1712285" y="453539"/>
                  <a:ext cx="227372" cy="63688"/>
                  <a:chOff x="1712285" y="453539"/>
                  <a:chExt cx="227372" cy="63688"/>
                </a:xfrm>
                <a:solidFill>
                  <a:srgbClr val="F28128"/>
                </a:solidFill>
              </p:grpSpPr>
              <p:sp>
                <p:nvSpPr>
                  <p:cNvPr id="57" name="Freeform 168">
                    <a:extLst>
                      <a:ext uri="{FF2B5EF4-FFF2-40B4-BE49-F238E27FC236}">
                        <a16:creationId xmlns:a16="http://schemas.microsoft.com/office/drawing/2014/main" id="{36A12F93-DDBF-28A7-D7A7-B370BDA8C648}"/>
                      </a:ext>
                    </a:extLst>
                  </p:cNvPr>
                  <p:cNvSpPr/>
                  <p:nvPr/>
                </p:nvSpPr>
                <p:spPr>
                  <a:xfrm>
                    <a:off x="1712285" y="454438"/>
                    <a:ext cx="53876" cy="61889"/>
                  </a:xfrm>
                  <a:custGeom>
                    <a:avLst/>
                    <a:gdLst>
                      <a:gd name="connsiteX0" fmla="*/ 61 w 53876"/>
                      <a:gd name="connsiteY0" fmla="*/ 61889 h 61889"/>
                      <a:gd name="connsiteX1" fmla="*/ 61 w 53876"/>
                      <a:gd name="connsiteY1" fmla="*/ 55352 h 61889"/>
                      <a:gd name="connsiteX2" fmla="*/ 6901 w 53876"/>
                      <a:gd name="connsiteY2" fmla="*/ 54093 h 61889"/>
                      <a:gd name="connsiteX3" fmla="*/ 6901 w 53876"/>
                      <a:gd name="connsiteY3" fmla="*/ 7856 h 61889"/>
                      <a:gd name="connsiteX4" fmla="*/ 61 w 53876"/>
                      <a:gd name="connsiteY4" fmla="*/ 6597 h 61889"/>
                      <a:gd name="connsiteX5" fmla="*/ 61 w 53876"/>
                      <a:gd name="connsiteY5" fmla="*/ 0 h 61889"/>
                      <a:gd name="connsiteX6" fmla="*/ 28936 w 53876"/>
                      <a:gd name="connsiteY6" fmla="*/ 0 h 61889"/>
                      <a:gd name="connsiteX7" fmla="*/ 40922 w 53876"/>
                      <a:gd name="connsiteY7" fmla="*/ 2159 h 61889"/>
                      <a:gd name="connsiteX8" fmla="*/ 48489 w 53876"/>
                      <a:gd name="connsiteY8" fmla="*/ 8276 h 61889"/>
                      <a:gd name="connsiteX9" fmla="*/ 51092 w 53876"/>
                      <a:gd name="connsiteY9" fmla="*/ 17931 h 61889"/>
                      <a:gd name="connsiteX10" fmla="*/ 48489 w 53876"/>
                      <a:gd name="connsiteY10" fmla="*/ 27406 h 61889"/>
                      <a:gd name="connsiteX11" fmla="*/ 41225 w 53876"/>
                      <a:gd name="connsiteY11" fmla="*/ 33703 h 61889"/>
                      <a:gd name="connsiteX12" fmla="*/ 30328 w 53876"/>
                      <a:gd name="connsiteY12" fmla="*/ 36042 h 61889"/>
                      <a:gd name="connsiteX13" fmla="*/ 17616 w 53876"/>
                      <a:gd name="connsiteY13" fmla="*/ 36162 h 61889"/>
                      <a:gd name="connsiteX14" fmla="*/ 17616 w 53876"/>
                      <a:gd name="connsiteY14" fmla="*/ 54093 h 61889"/>
                      <a:gd name="connsiteX15" fmla="*/ 24456 w 53876"/>
                      <a:gd name="connsiteY15" fmla="*/ 55352 h 61889"/>
                      <a:gd name="connsiteX16" fmla="*/ 24456 w 53876"/>
                      <a:gd name="connsiteY16" fmla="*/ 61889 h 61889"/>
                      <a:gd name="connsiteX17" fmla="*/ 0 w 53876"/>
                      <a:gd name="connsiteY17" fmla="*/ 61889 h 61889"/>
                      <a:gd name="connsiteX18" fmla="*/ 17677 w 53876"/>
                      <a:gd name="connsiteY18" fmla="*/ 27766 h 61889"/>
                      <a:gd name="connsiteX19" fmla="*/ 28452 w 53876"/>
                      <a:gd name="connsiteY19" fmla="*/ 27766 h 61889"/>
                      <a:gd name="connsiteX20" fmla="*/ 37472 w 53876"/>
                      <a:gd name="connsiteY20" fmla="*/ 25307 h 61889"/>
                      <a:gd name="connsiteX21" fmla="*/ 40377 w 53876"/>
                      <a:gd name="connsiteY21" fmla="*/ 18171 h 61889"/>
                      <a:gd name="connsiteX22" fmla="*/ 37532 w 53876"/>
                      <a:gd name="connsiteY22" fmla="*/ 10915 h 61889"/>
                      <a:gd name="connsiteX23" fmla="*/ 28936 w 53876"/>
                      <a:gd name="connsiteY23" fmla="*/ 8216 h 61889"/>
                      <a:gd name="connsiteX24" fmla="*/ 17677 w 53876"/>
                      <a:gd name="connsiteY24" fmla="*/ 8216 h 61889"/>
                      <a:gd name="connsiteX25" fmla="*/ 17677 w 53876"/>
                      <a:gd name="connsiteY25" fmla="*/ 27706 h 61889"/>
                      <a:gd name="connsiteX26" fmla="*/ 40680 w 53876"/>
                      <a:gd name="connsiteY26" fmla="*/ 61889 h 61889"/>
                      <a:gd name="connsiteX27" fmla="*/ 28754 w 53876"/>
                      <a:gd name="connsiteY27" fmla="*/ 33403 h 61889"/>
                      <a:gd name="connsiteX28" fmla="*/ 38864 w 53876"/>
                      <a:gd name="connsiteY28" fmla="*/ 31724 h 61889"/>
                      <a:gd name="connsiteX29" fmla="*/ 48973 w 53876"/>
                      <a:gd name="connsiteY29" fmla="*/ 54213 h 61889"/>
                      <a:gd name="connsiteX30" fmla="*/ 53877 w 53876"/>
                      <a:gd name="connsiteY30" fmla="*/ 55233 h 61889"/>
                      <a:gd name="connsiteX31" fmla="*/ 53877 w 53876"/>
                      <a:gd name="connsiteY31" fmla="*/ 61889 h 61889"/>
                      <a:gd name="connsiteX32" fmla="*/ 40680 w 53876"/>
                      <a:gd name="connsiteY32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3876" h="61889">
                        <a:moveTo>
                          <a:pt x="61" y="61889"/>
                        </a:moveTo>
                        <a:lnTo>
                          <a:pt x="61" y="55352"/>
                        </a:lnTo>
                        <a:lnTo>
                          <a:pt x="6901" y="54093"/>
                        </a:lnTo>
                        <a:lnTo>
                          <a:pt x="6901" y="7856"/>
                        </a:lnTo>
                        <a:lnTo>
                          <a:pt x="61" y="6597"/>
                        </a:lnTo>
                        <a:lnTo>
                          <a:pt x="61" y="0"/>
                        </a:lnTo>
                        <a:lnTo>
                          <a:pt x="28936" y="0"/>
                        </a:lnTo>
                        <a:cubicBezTo>
                          <a:pt x="33658" y="0"/>
                          <a:pt x="37653" y="720"/>
                          <a:pt x="40922" y="2159"/>
                        </a:cubicBezTo>
                        <a:cubicBezTo>
                          <a:pt x="44252" y="3598"/>
                          <a:pt x="46794" y="5637"/>
                          <a:pt x="48489" y="8276"/>
                        </a:cubicBezTo>
                        <a:cubicBezTo>
                          <a:pt x="50245" y="10915"/>
                          <a:pt x="51092" y="14153"/>
                          <a:pt x="51092" y="17931"/>
                        </a:cubicBezTo>
                        <a:cubicBezTo>
                          <a:pt x="51092" y="21709"/>
                          <a:pt x="50245" y="24708"/>
                          <a:pt x="48489" y="27406"/>
                        </a:cubicBezTo>
                        <a:cubicBezTo>
                          <a:pt x="46734" y="30105"/>
                          <a:pt x="44312" y="32204"/>
                          <a:pt x="41225" y="33703"/>
                        </a:cubicBezTo>
                        <a:cubicBezTo>
                          <a:pt x="38138" y="35202"/>
                          <a:pt x="34505" y="35982"/>
                          <a:pt x="30328" y="36042"/>
                        </a:cubicBezTo>
                        <a:lnTo>
                          <a:pt x="17616" y="36162"/>
                        </a:lnTo>
                        <a:lnTo>
                          <a:pt x="17616" y="54093"/>
                        </a:lnTo>
                        <a:lnTo>
                          <a:pt x="24456" y="55352"/>
                        </a:lnTo>
                        <a:lnTo>
                          <a:pt x="24456" y="61889"/>
                        </a:lnTo>
                        <a:lnTo>
                          <a:pt x="0" y="61889"/>
                        </a:lnTo>
                        <a:close/>
                        <a:moveTo>
                          <a:pt x="17677" y="27766"/>
                        </a:moveTo>
                        <a:lnTo>
                          <a:pt x="28452" y="27766"/>
                        </a:lnTo>
                        <a:cubicBezTo>
                          <a:pt x="32508" y="27766"/>
                          <a:pt x="35534" y="26927"/>
                          <a:pt x="37472" y="25307"/>
                        </a:cubicBezTo>
                        <a:cubicBezTo>
                          <a:pt x="39409" y="23688"/>
                          <a:pt x="40377" y="21289"/>
                          <a:pt x="40377" y="18171"/>
                        </a:cubicBezTo>
                        <a:cubicBezTo>
                          <a:pt x="40377" y="15053"/>
                          <a:pt x="39409" y="12714"/>
                          <a:pt x="37532" y="10915"/>
                        </a:cubicBezTo>
                        <a:cubicBezTo>
                          <a:pt x="35656" y="9115"/>
                          <a:pt x="32750" y="8216"/>
                          <a:pt x="28936" y="8216"/>
                        </a:cubicBezTo>
                        <a:lnTo>
                          <a:pt x="17677" y="8216"/>
                        </a:lnTo>
                        <a:lnTo>
                          <a:pt x="17677" y="27706"/>
                        </a:lnTo>
                        <a:close/>
                        <a:moveTo>
                          <a:pt x="40680" y="61889"/>
                        </a:moveTo>
                        <a:lnTo>
                          <a:pt x="28754" y="33403"/>
                        </a:lnTo>
                        <a:lnTo>
                          <a:pt x="38864" y="31724"/>
                        </a:lnTo>
                        <a:lnTo>
                          <a:pt x="48973" y="54213"/>
                        </a:lnTo>
                        <a:lnTo>
                          <a:pt x="53877" y="55233"/>
                        </a:lnTo>
                        <a:lnTo>
                          <a:pt x="53877" y="61889"/>
                        </a:lnTo>
                        <a:lnTo>
                          <a:pt x="40680" y="61889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8" name="Freeform 169">
                    <a:extLst>
                      <a:ext uri="{FF2B5EF4-FFF2-40B4-BE49-F238E27FC236}">
                        <a16:creationId xmlns:a16="http://schemas.microsoft.com/office/drawing/2014/main" id="{27DEEB7B-8461-2F71-E0E8-28399A182F75}"/>
                      </a:ext>
                    </a:extLst>
                  </p:cNvPr>
                  <p:cNvSpPr/>
                  <p:nvPr/>
                </p:nvSpPr>
                <p:spPr>
                  <a:xfrm>
                    <a:off x="1771792" y="454438"/>
                    <a:ext cx="60717" cy="61889"/>
                  </a:xfrm>
                  <a:custGeom>
                    <a:avLst/>
                    <a:gdLst>
                      <a:gd name="connsiteX0" fmla="*/ 0 w 60717"/>
                      <a:gd name="connsiteY0" fmla="*/ 61889 h 61889"/>
                      <a:gd name="connsiteX1" fmla="*/ 0 w 60717"/>
                      <a:gd name="connsiteY1" fmla="*/ 55352 h 61889"/>
                      <a:gd name="connsiteX2" fmla="*/ 4540 w 60717"/>
                      <a:gd name="connsiteY2" fmla="*/ 54693 h 61889"/>
                      <a:gd name="connsiteX3" fmla="*/ 25243 w 60717"/>
                      <a:gd name="connsiteY3" fmla="*/ 0 h 61889"/>
                      <a:gd name="connsiteX4" fmla="*/ 35777 w 60717"/>
                      <a:gd name="connsiteY4" fmla="*/ 0 h 61889"/>
                      <a:gd name="connsiteX5" fmla="*/ 56177 w 60717"/>
                      <a:gd name="connsiteY5" fmla="*/ 54693 h 61889"/>
                      <a:gd name="connsiteX6" fmla="*/ 60717 w 60717"/>
                      <a:gd name="connsiteY6" fmla="*/ 55352 h 61889"/>
                      <a:gd name="connsiteX7" fmla="*/ 60717 w 60717"/>
                      <a:gd name="connsiteY7" fmla="*/ 61889 h 61889"/>
                      <a:gd name="connsiteX8" fmla="*/ 40862 w 60717"/>
                      <a:gd name="connsiteY8" fmla="*/ 61889 h 61889"/>
                      <a:gd name="connsiteX9" fmla="*/ 40862 w 60717"/>
                      <a:gd name="connsiteY9" fmla="*/ 55352 h 61889"/>
                      <a:gd name="connsiteX10" fmla="*/ 45341 w 60717"/>
                      <a:gd name="connsiteY10" fmla="*/ 54573 h 61889"/>
                      <a:gd name="connsiteX11" fmla="*/ 42012 w 60717"/>
                      <a:gd name="connsiteY11" fmla="*/ 44858 h 61889"/>
                      <a:gd name="connsiteX12" fmla="*/ 18766 w 60717"/>
                      <a:gd name="connsiteY12" fmla="*/ 44858 h 61889"/>
                      <a:gd name="connsiteX13" fmla="*/ 15376 w 60717"/>
                      <a:gd name="connsiteY13" fmla="*/ 54573 h 61889"/>
                      <a:gd name="connsiteX14" fmla="*/ 19856 w 60717"/>
                      <a:gd name="connsiteY14" fmla="*/ 55352 h 61889"/>
                      <a:gd name="connsiteX15" fmla="*/ 19856 w 60717"/>
                      <a:gd name="connsiteY15" fmla="*/ 61889 h 61889"/>
                      <a:gd name="connsiteX16" fmla="*/ 0 w 60717"/>
                      <a:gd name="connsiteY16" fmla="*/ 61889 h 61889"/>
                      <a:gd name="connsiteX17" fmla="*/ 21551 w 60717"/>
                      <a:gd name="connsiteY17" fmla="*/ 36582 h 61889"/>
                      <a:gd name="connsiteX18" fmla="*/ 39167 w 60717"/>
                      <a:gd name="connsiteY18" fmla="*/ 36582 h 61889"/>
                      <a:gd name="connsiteX19" fmla="*/ 31055 w 60717"/>
                      <a:gd name="connsiteY19" fmla="*/ 13673 h 61889"/>
                      <a:gd name="connsiteX20" fmla="*/ 30510 w 60717"/>
                      <a:gd name="connsiteY20" fmla="*/ 11994 h 61889"/>
                      <a:gd name="connsiteX21" fmla="*/ 30268 w 60717"/>
                      <a:gd name="connsiteY21" fmla="*/ 11994 h 61889"/>
                      <a:gd name="connsiteX22" fmla="*/ 29662 w 60717"/>
                      <a:gd name="connsiteY22" fmla="*/ 13733 h 61889"/>
                      <a:gd name="connsiteX23" fmla="*/ 21551 w 60717"/>
                      <a:gd name="connsiteY23" fmla="*/ 36582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0717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4540" y="54693"/>
                        </a:lnTo>
                        <a:lnTo>
                          <a:pt x="25243" y="0"/>
                        </a:lnTo>
                        <a:lnTo>
                          <a:pt x="35777" y="0"/>
                        </a:lnTo>
                        <a:lnTo>
                          <a:pt x="56177" y="54693"/>
                        </a:lnTo>
                        <a:lnTo>
                          <a:pt x="60717" y="55352"/>
                        </a:lnTo>
                        <a:lnTo>
                          <a:pt x="60717" y="61889"/>
                        </a:lnTo>
                        <a:lnTo>
                          <a:pt x="40862" y="61889"/>
                        </a:lnTo>
                        <a:lnTo>
                          <a:pt x="40862" y="55352"/>
                        </a:lnTo>
                        <a:lnTo>
                          <a:pt x="45341" y="54573"/>
                        </a:lnTo>
                        <a:lnTo>
                          <a:pt x="42012" y="44858"/>
                        </a:lnTo>
                        <a:lnTo>
                          <a:pt x="18766" y="44858"/>
                        </a:lnTo>
                        <a:lnTo>
                          <a:pt x="15376" y="54573"/>
                        </a:lnTo>
                        <a:lnTo>
                          <a:pt x="19856" y="55352"/>
                        </a:lnTo>
                        <a:lnTo>
                          <a:pt x="19856" y="61889"/>
                        </a:lnTo>
                        <a:lnTo>
                          <a:pt x="0" y="61889"/>
                        </a:lnTo>
                        <a:close/>
                        <a:moveTo>
                          <a:pt x="21551" y="36582"/>
                        </a:moveTo>
                        <a:lnTo>
                          <a:pt x="39167" y="36582"/>
                        </a:lnTo>
                        <a:lnTo>
                          <a:pt x="31055" y="13673"/>
                        </a:lnTo>
                        <a:lnTo>
                          <a:pt x="30510" y="11994"/>
                        </a:lnTo>
                        <a:lnTo>
                          <a:pt x="30268" y="11994"/>
                        </a:lnTo>
                        <a:lnTo>
                          <a:pt x="29662" y="13733"/>
                        </a:lnTo>
                        <a:lnTo>
                          <a:pt x="21551" y="36582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9" name="Freeform 170">
                    <a:extLst>
                      <a:ext uri="{FF2B5EF4-FFF2-40B4-BE49-F238E27FC236}">
                        <a16:creationId xmlns:a16="http://schemas.microsoft.com/office/drawing/2014/main" id="{2B8D3671-07DD-EFB9-5944-BA7002AD4504}"/>
                      </a:ext>
                    </a:extLst>
                  </p:cNvPr>
                  <p:cNvSpPr/>
                  <p:nvPr/>
                </p:nvSpPr>
                <p:spPr>
                  <a:xfrm>
                    <a:off x="1834749" y="453539"/>
                    <a:ext cx="49336" cy="63688"/>
                  </a:xfrm>
                  <a:custGeom>
                    <a:avLst/>
                    <a:gdLst>
                      <a:gd name="connsiteX0" fmla="*/ 29239 w 49336"/>
                      <a:gd name="connsiteY0" fmla="*/ 63688 h 63688"/>
                      <a:gd name="connsiteX1" fmla="*/ 13439 w 49336"/>
                      <a:gd name="connsiteY1" fmla="*/ 59790 h 63688"/>
                      <a:gd name="connsiteX2" fmla="*/ 3451 w 49336"/>
                      <a:gd name="connsiteY2" fmla="*/ 48936 h 63688"/>
                      <a:gd name="connsiteX3" fmla="*/ 0 w 49336"/>
                      <a:gd name="connsiteY3" fmla="*/ 32684 h 63688"/>
                      <a:gd name="connsiteX4" fmla="*/ 0 w 49336"/>
                      <a:gd name="connsiteY4" fmla="*/ 31125 h 63688"/>
                      <a:gd name="connsiteX5" fmla="*/ 3451 w 49336"/>
                      <a:gd name="connsiteY5" fmla="*/ 15053 h 63688"/>
                      <a:gd name="connsiteX6" fmla="*/ 13257 w 49336"/>
                      <a:gd name="connsiteY6" fmla="*/ 4018 h 63688"/>
                      <a:gd name="connsiteX7" fmla="*/ 28512 w 49336"/>
                      <a:gd name="connsiteY7" fmla="*/ 0 h 63688"/>
                      <a:gd name="connsiteX8" fmla="*/ 40075 w 49336"/>
                      <a:gd name="connsiteY8" fmla="*/ 1799 h 63688"/>
                      <a:gd name="connsiteX9" fmla="*/ 49337 w 49336"/>
                      <a:gd name="connsiteY9" fmla="*/ 6957 h 63688"/>
                      <a:gd name="connsiteX10" fmla="*/ 49337 w 49336"/>
                      <a:gd name="connsiteY10" fmla="*/ 21229 h 63688"/>
                      <a:gd name="connsiteX11" fmla="*/ 41104 w 49336"/>
                      <a:gd name="connsiteY11" fmla="*/ 21229 h 63688"/>
                      <a:gd name="connsiteX12" fmla="*/ 40014 w 49336"/>
                      <a:gd name="connsiteY12" fmla="*/ 11694 h 63688"/>
                      <a:gd name="connsiteX13" fmla="*/ 36866 w 49336"/>
                      <a:gd name="connsiteY13" fmla="*/ 9955 h 63688"/>
                      <a:gd name="connsiteX14" fmla="*/ 33113 w 49336"/>
                      <a:gd name="connsiteY14" fmla="*/ 8876 h 63688"/>
                      <a:gd name="connsiteX15" fmla="*/ 28694 w 49336"/>
                      <a:gd name="connsiteY15" fmla="*/ 8516 h 63688"/>
                      <a:gd name="connsiteX16" fmla="*/ 19069 w 49336"/>
                      <a:gd name="connsiteY16" fmla="*/ 11334 h 63688"/>
                      <a:gd name="connsiteX17" fmla="*/ 12955 w 49336"/>
                      <a:gd name="connsiteY17" fmla="*/ 19190 h 63688"/>
                      <a:gd name="connsiteX18" fmla="*/ 10836 w 49336"/>
                      <a:gd name="connsiteY18" fmla="*/ 31065 h 63688"/>
                      <a:gd name="connsiteX19" fmla="*/ 10836 w 49336"/>
                      <a:gd name="connsiteY19" fmla="*/ 32744 h 63688"/>
                      <a:gd name="connsiteX20" fmla="*/ 13076 w 49336"/>
                      <a:gd name="connsiteY20" fmla="*/ 44858 h 63688"/>
                      <a:gd name="connsiteX21" fmla="*/ 19493 w 49336"/>
                      <a:gd name="connsiteY21" fmla="*/ 52654 h 63688"/>
                      <a:gd name="connsiteX22" fmla="*/ 29541 w 49336"/>
                      <a:gd name="connsiteY22" fmla="*/ 55352 h 63688"/>
                      <a:gd name="connsiteX23" fmla="*/ 35171 w 49336"/>
                      <a:gd name="connsiteY23" fmla="*/ 54693 h 63688"/>
                      <a:gd name="connsiteX24" fmla="*/ 40014 w 49336"/>
                      <a:gd name="connsiteY24" fmla="*/ 52954 h 63688"/>
                      <a:gd name="connsiteX25" fmla="*/ 41164 w 49336"/>
                      <a:gd name="connsiteY25" fmla="*/ 44258 h 63688"/>
                      <a:gd name="connsiteX26" fmla="*/ 49337 w 49336"/>
                      <a:gd name="connsiteY26" fmla="*/ 44258 h 63688"/>
                      <a:gd name="connsiteX27" fmla="*/ 49337 w 49336"/>
                      <a:gd name="connsiteY27" fmla="*/ 58471 h 63688"/>
                      <a:gd name="connsiteX28" fmla="*/ 40498 w 49336"/>
                      <a:gd name="connsiteY28" fmla="*/ 62249 h 63688"/>
                      <a:gd name="connsiteX29" fmla="*/ 29299 w 49336"/>
                      <a:gd name="connsiteY29" fmla="*/ 63688 h 636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9336" h="63688">
                        <a:moveTo>
                          <a:pt x="29239" y="63688"/>
                        </a:moveTo>
                        <a:cubicBezTo>
                          <a:pt x="23064" y="63688"/>
                          <a:pt x="17858" y="62369"/>
                          <a:pt x="13439" y="59790"/>
                        </a:cubicBezTo>
                        <a:cubicBezTo>
                          <a:pt x="9080" y="57212"/>
                          <a:pt x="5751" y="53553"/>
                          <a:pt x="3451" y="48936"/>
                        </a:cubicBezTo>
                        <a:cubicBezTo>
                          <a:pt x="1150" y="44258"/>
                          <a:pt x="0" y="38861"/>
                          <a:pt x="0" y="32684"/>
                        </a:cubicBezTo>
                        <a:lnTo>
                          <a:pt x="0" y="31125"/>
                        </a:lnTo>
                        <a:cubicBezTo>
                          <a:pt x="0" y="25068"/>
                          <a:pt x="1150" y="19730"/>
                          <a:pt x="3451" y="15053"/>
                        </a:cubicBezTo>
                        <a:cubicBezTo>
                          <a:pt x="5751" y="10375"/>
                          <a:pt x="9020" y="6717"/>
                          <a:pt x="13257" y="4018"/>
                        </a:cubicBezTo>
                        <a:cubicBezTo>
                          <a:pt x="17495" y="1319"/>
                          <a:pt x="22640" y="0"/>
                          <a:pt x="28512" y="0"/>
                        </a:cubicBezTo>
                        <a:cubicBezTo>
                          <a:pt x="32689" y="0"/>
                          <a:pt x="36503" y="600"/>
                          <a:pt x="40075" y="1799"/>
                        </a:cubicBezTo>
                        <a:cubicBezTo>
                          <a:pt x="43646" y="2999"/>
                          <a:pt x="46734" y="4738"/>
                          <a:pt x="49337" y="6957"/>
                        </a:cubicBezTo>
                        <a:lnTo>
                          <a:pt x="49337" y="21229"/>
                        </a:lnTo>
                        <a:lnTo>
                          <a:pt x="41104" y="21229"/>
                        </a:lnTo>
                        <a:lnTo>
                          <a:pt x="40014" y="11694"/>
                        </a:lnTo>
                        <a:cubicBezTo>
                          <a:pt x="39045" y="11035"/>
                          <a:pt x="38016" y="10435"/>
                          <a:pt x="36866" y="9955"/>
                        </a:cubicBezTo>
                        <a:cubicBezTo>
                          <a:pt x="35716" y="9475"/>
                          <a:pt x="34445" y="9115"/>
                          <a:pt x="33113" y="8876"/>
                        </a:cubicBezTo>
                        <a:cubicBezTo>
                          <a:pt x="31781" y="8636"/>
                          <a:pt x="30268" y="8516"/>
                          <a:pt x="28694" y="8516"/>
                        </a:cubicBezTo>
                        <a:cubicBezTo>
                          <a:pt x="24941" y="8516"/>
                          <a:pt x="21732" y="9475"/>
                          <a:pt x="19069" y="11334"/>
                        </a:cubicBezTo>
                        <a:cubicBezTo>
                          <a:pt x="16405" y="13193"/>
                          <a:pt x="14347" y="15832"/>
                          <a:pt x="12955" y="19190"/>
                        </a:cubicBezTo>
                        <a:cubicBezTo>
                          <a:pt x="11562" y="22549"/>
                          <a:pt x="10836" y="26507"/>
                          <a:pt x="10836" y="31065"/>
                        </a:cubicBezTo>
                        <a:lnTo>
                          <a:pt x="10836" y="32744"/>
                        </a:lnTo>
                        <a:cubicBezTo>
                          <a:pt x="10836" y="37421"/>
                          <a:pt x="11562" y="41499"/>
                          <a:pt x="13076" y="44858"/>
                        </a:cubicBezTo>
                        <a:cubicBezTo>
                          <a:pt x="14589" y="48216"/>
                          <a:pt x="16708" y="50855"/>
                          <a:pt x="19493" y="52654"/>
                        </a:cubicBezTo>
                        <a:cubicBezTo>
                          <a:pt x="22277" y="54453"/>
                          <a:pt x="25607" y="55352"/>
                          <a:pt x="29541" y="55352"/>
                        </a:cubicBezTo>
                        <a:cubicBezTo>
                          <a:pt x="31418" y="55352"/>
                          <a:pt x="33295" y="55113"/>
                          <a:pt x="35171" y="54693"/>
                        </a:cubicBezTo>
                        <a:cubicBezTo>
                          <a:pt x="36987" y="54273"/>
                          <a:pt x="38622" y="53673"/>
                          <a:pt x="40014" y="52954"/>
                        </a:cubicBezTo>
                        <a:lnTo>
                          <a:pt x="41164" y="44258"/>
                        </a:lnTo>
                        <a:lnTo>
                          <a:pt x="49337" y="44258"/>
                        </a:lnTo>
                        <a:lnTo>
                          <a:pt x="49337" y="58471"/>
                        </a:lnTo>
                        <a:cubicBezTo>
                          <a:pt x="46915" y="60030"/>
                          <a:pt x="44009" y="61290"/>
                          <a:pt x="40498" y="62249"/>
                        </a:cubicBezTo>
                        <a:cubicBezTo>
                          <a:pt x="36987" y="63209"/>
                          <a:pt x="33295" y="63688"/>
                          <a:pt x="29299" y="63688"/>
                        </a:cubicBez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0" name="Freeform 171">
                    <a:extLst>
                      <a:ext uri="{FF2B5EF4-FFF2-40B4-BE49-F238E27FC236}">
                        <a16:creationId xmlns:a16="http://schemas.microsoft.com/office/drawing/2014/main" id="{C7EDA6C2-578B-1F1B-A61C-272B5865EF32}"/>
                      </a:ext>
                    </a:extLst>
                  </p:cNvPr>
                  <p:cNvSpPr/>
                  <p:nvPr/>
                </p:nvSpPr>
                <p:spPr>
                  <a:xfrm>
                    <a:off x="1890986" y="454438"/>
                    <a:ext cx="48670" cy="61889"/>
                  </a:xfrm>
                  <a:custGeom>
                    <a:avLst/>
                    <a:gdLst>
                      <a:gd name="connsiteX0" fmla="*/ 0 w 48670"/>
                      <a:gd name="connsiteY0" fmla="*/ 61889 h 61889"/>
                      <a:gd name="connsiteX1" fmla="*/ 0 w 48670"/>
                      <a:gd name="connsiteY1" fmla="*/ 55352 h 61889"/>
                      <a:gd name="connsiteX2" fmla="*/ 6840 w 48670"/>
                      <a:gd name="connsiteY2" fmla="*/ 54093 h 61889"/>
                      <a:gd name="connsiteX3" fmla="*/ 6840 w 48670"/>
                      <a:gd name="connsiteY3" fmla="*/ 7856 h 61889"/>
                      <a:gd name="connsiteX4" fmla="*/ 0 w 48670"/>
                      <a:gd name="connsiteY4" fmla="*/ 6597 h 61889"/>
                      <a:gd name="connsiteX5" fmla="*/ 0 w 48670"/>
                      <a:gd name="connsiteY5" fmla="*/ 0 h 61889"/>
                      <a:gd name="connsiteX6" fmla="*/ 47581 w 48670"/>
                      <a:gd name="connsiteY6" fmla="*/ 0 h 61889"/>
                      <a:gd name="connsiteX7" fmla="*/ 47581 w 48670"/>
                      <a:gd name="connsiteY7" fmla="*/ 15952 h 61889"/>
                      <a:gd name="connsiteX8" fmla="*/ 39167 w 48670"/>
                      <a:gd name="connsiteY8" fmla="*/ 15952 h 61889"/>
                      <a:gd name="connsiteX9" fmla="*/ 38440 w 48670"/>
                      <a:gd name="connsiteY9" fmla="*/ 8276 h 61889"/>
                      <a:gd name="connsiteX10" fmla="*/ 17616 w 48670"/>
                      <a:gd name="connsiteY10" fmla="*/ 8276 h 61889"/>
                      <a:gd name="connsiteX11" fmla="*/ 17616 w 48670"/>
                      <a:gd name="connsiteY11" fmla="*/ 25787 h 61889"/>
                      <a:gd name="connsiteX12" fmla="*/ 39530 w 48670"/>
                      <a:gd name="connsiteY12" fmla="*/ 25787 h 61889"/>
                      <a:gd name="connsiteX13" fmla="*/ 39530 w 48670"/>
                      <a:gd name="connsiteY13" fmla="*/ 34063 h 61889"/>
                      <a:gd name="connsiteX14" fmla="*/ 17616 w 48670"/>
                      <a:gd name="connsiteY14" fmla="*/ 34063 h 61889"/>
                      <a:gd name="connsiteX15" fmla="*/ 17616 w 48670"/>
                      <a:gd name="connsiteY15" fmla="*/ 53733 h 61889"/>
                      <a:gd name="connsiteX16" fmla="*/ 39590 w 48670"/>
                      <a:gd name="connsiteY16" fmla="*/ 53733 h 61889"/>
                      <a:gd name="connsiteX17" fmla="*/ 40317 w 48670"/>
                      <a:gd name="connsiteY17" fmla="*/ 45877 h 61889"/>
                      <a:gd name="connsiteX18" fmla="*/ 48671 w 48670"/>
                      <a:gd name="connsiteY18" fmla="*/ 45877 h 61889"/>
                      <a:gd name="connsiteX19" fmla="*/ 48671 w 48670"/>
                      <a:gd name="connsiteY19" fmla="*/ 61889 h 61889"/>
                      <a:gd name="connsiteX20" fmla="*/ 0 w 48670"/>
                      <a:gd name="connsiteY20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48670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6840" y="54093"/>
                        </a:lnTo>
                        <a:lnTo>
                          <a:pt x="6840" y="78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47581" y="0"/>
                        </a:lnTo>
                        <a:lnTo>
                          <a:pt x="47581" y="15952"/>
                        </a:lnTo>
                        <a:lnTo>
                          <a:pt x="39167" y="15952"/>
                        </a:lnTo>
                        <a:lnTo>
                          <a:pt x="38440" y="8276"/>
                        </a:lnTo>
                        <a:lnTo>
                          <a:pt x="17616" y="8276"/>
                        </a:lnTo>
                        <a:lnTo>
                          <a:pt x="17616" y="25787"/>
                        </a:lnTo>
                        <a:lnTo>
                          <a:pt x="39530" y="25787"/>
                        </a:lnTo>
                        <a:lnTo>
                          <a:pt x="39530" y="34063"/>
                        </a:lnTo>
                        <a:lnTo>
                          <a:pt x="17616" y="34063"/>
                        </a:lnTo>
                        <a:lnTo>
                          <a:pt x="17616" y="53733"/>
                        </a:lnTo>
                        <a:lnTo>
                          <a:pt x="39590" y="53733"/>
                        </a:lnTo>
                        <a:lnTo>
                          <a:pt x="40317" y="45877"/>
                        </a:lnTo>
                        <a:lnTo>
                          <a:pt x="48671" y="45877"/>
                        </a:lnTo>
                        <a:lnTo>
                          <a:pt x="48671" y="61889"/>
                        </a:lnTo>
                        <a:lnTo>
                          <a:pt x="0" y="61889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7" name="Graphic 6">
                <a:extLst>
                  <a:ext uri="{FF2B5EF4-FFF2-40B4-BE49-F238E27FC236}">
                    <a16:creationId xmlns:a16="http://schemas.microsoft.com/office/drawing/2014/main" id="{33B73F28-1855-544E-C2AB-553AED522B02}"/>
                  </a:ext>
                </a:extLst>
              </p:cNvPr>
              <p:cNvGrpSpPr/>
              <p:nvPr/>
            </p:nvGrpSpPr>
            <p:grpSpPr>
              <a:xfrm>
                <a:off x="2094326" y="313448"/>
                <a:ext cx="973657" cy="201080"/>
                <a:chOff x="2094326" y="313448"/>
                <a:chExt cx="973657" cy="201080"/>
              </a:xfrm>
              <a:solidFill>
                <a:srgbClr val="585860"/>
              </a:solidFill>
            </p:grpSpPr>
            <p:grpSp>
              <p:nvGrpSpPr>
                <p:cNvPr id="18" name="Graphic 6">
                  <a:extLst>
                    <a:ext uri="{FF2B5EF4-FFF2-40B4-BE49-F238E27FC236}">
                      <a16:creationId xmlns:a16="http://schemas.microsoft.com/office/drawing/2014/main" id="{F6A2449F-FBF9-7FA2-D535-8906066C1341}"/>
                    </a:ext>
                  </a:extLst>
                </p:cNvPr>
                <p:cNvGrpSpPr/>
                <p:nvPr/>
              </p:nvGrpSpPr>
              <p:grpSpPr>
                <a:xfrm>
                  <a:off x="2094326" y="313448"/>
                  <a:ext cx="874923" cy="95532"/>
                  <a:chOff x="2094326" y="313448"/>
                  <a:chExt cx="874923" cy="95532"/>
                </a:xfrm>
                <a:solidFill>
                  <a:srgbClr val="585860"/>
                </a:solidFill>
              </p:grpSpPr>
              <p:sp>
                <p:nvSpPr>
                  <p:cNvPr id="39" name="Freeform 150">
                    <a:extLst>
                      <a:ext uri="{FF2B5EF4-FFF2-40B4-BE49-F238E27FC236}">
                        <a16:creationId xmlns:a16="http://schemas.microsoft.com/office/drawing/2014/main" id="{D3A1D8B1-3985-38D2-D498-479580E98DFF}"/>
                      </a:ext>
                    </a:extLst>
                  </p:cNvPr>
                  <p:cNvSpPr/>
                  <p:nvPr/>
                </p:nvSpPr>
                <p:spPr>
                  <a:xfrm>
                    <a:off x="2094326" y="319326"/>
                    <a:ext cx="59990" cy="68965"/>
                  </a:xfrm>
                  <a:custGeom>
                    <a:avLst/>
                    <a:gdLst>
                      <a:gd name="connsiteX0" fmla="*/ 60 w 59990"/>
                      <a:gd name="connsiteY0" fmla="*/ 68966 h 68965"/>
                      <a:gd name="connsiteX1" fmla="*/ 60 w 59990"/>
                      <a:gd name="connsiteY1" fmla="*/ 61649 h 68965"/>
                      <a:gd name="connsiteX2" fmla="*/ 7627 w 59990"/>
                      <a:gd name="connsiteY2" fmla="*/ 60210 h 68965"/>
                      <a:gd name="connsiteX3" fmla="*/ 7627 w 59990"/>
                      <a:gd name="connsiteY3" fmla="*/ 8756 h 68965"/>
                      <a:gd name="connsiteX4" fmla="*/ 60 w 59990"/>
                      <a:gd name="connsiteY4" fmla="*/ 7316 h 68965"/>
                      <a:gd name="connsiteX5" fmla="*/ 60 w 59990"/>
                      <a:gd name="connsiteY5" fmla="*/ 0 h 68965"/>
                      <a:gd name="connsiteX6" fmla="*/ 32205 w 59990"/>
                      <a:gd name="connsiteY6" fmla="*/ 0 h 68965"/>
                      <a:gd name="connsiteX7" fmla="*/ 45583 w 59990"/>
                      <a:gd name="connsiteY7" fmla="*/ 2399 h 68965"/>
                      <a:gd name="connsiteX8" fmla="*/ 54058 w 59990"/>
                      <a:gd name="connsiteY8" fmla="*/ 9235 h 68965"/>
                      <a:gd name="connsiteX9" fmla="*/ 56964 w 59990"/>
                      <a:gd name="connsiteY9" fmla="*/ 19970 h 68965"/>
                      <a:gd name="connsiteX10" fmla="*/ 54058 w 59990"/>
                      <a:gd name="connsiteY10" fmla="*/ 30525 h 68965"/>
                      <a:gd name="connsiteX11" fmla="*/ 46007 w 59990"/>
                      <a:gd name="connsiteY11" fmla="*/ 37481 h 68965"/>
                      <a:gd name="connsiteX12" fmla="*/ 33839 w 59990"/>
                      <a:gd name="connsiteY12" fmla="*/ 40060 h 68965"/>
                      <a:gd name="connsiteX13" fmla="*/ 19674 w 59990"/>
                      <a:gd name="connsiteY13" fmla="*/ 40180 h 68965"/>
                      <a:gd name="connsiteX14" fmla="*/ 19674 w 59990"/>
                      <a:gd name="connsiteY14" fmla="*/ 60150 h 68965"/>
                      <a:gd name="connsiteX15" fmla="*/ 27241 w 59990"/>
                      <a:gd name="connsiteY15" fmla="*/ 61589 h 68965"/>
                      <a:gd name="connsiteX16" fmla="*/ 27241 w 59990"/>
                      <a:gd name="connsiteY16" fmla="*/ 68906 h 68965"/>
                      <a:gd name="connsiteX17" fmla="*/ 0 w 59990"/>
                      <a:gd name="connsiteY17" fmla="*/ 68906 h 68965"/>
                      <a:gd name="connsiteX18" fmla="*/ 19674 w 59990"/>
                      <a:gd name="connsiteY18" fmla="*/ 31005 h 68965"/>
                      <a:gd name="connsiteX19" fmla="*/ 31660 w 59990"/>
                      <a:gd name="connsiteY19" fmla="*/ 31005 h 68965"/>
                      <a:gd name="connsiteX20" fmla="*/ 41709 w 59990"/>
                      <a:gd name="connsiteY20" fmla="*/ 28306 h 68965"/>
                      <a:gd name="connsiteX21" fmla="*/ 44978 w 59990"/>
                      <a:gd name="connsiteY21" fmla="*/ 20390 h 68965"/>
                      <a:gd name="connsiteX22" fmla="*/ 41830 w 59990"/>
                      <a:gd name="connsiteY22" fmla="*/ 12294 h 68965"/>
                      <a:gd name="connsiteX23" fmla="*/ 32205 w 59990"/>
                      <a:gd name="connsiteY23" fmla="*/ 9295 h 68965"/>
                      <a:gd name="connsiteX24" fmla="*/ 19674 w 59990"/>
                      <a:gd name="connsiteY24" fmla="*/ 9295 h 68965"/>
                      <a:gd name="connsiteX25" fmla="*/ 19674 w 59990"/>
                      <a:gd name="connsiteY25" fmla="*/ 31005 h 68965"/>
                      <a:gd name="connsiteX26" fmla="*/ 45281 w 59990"/>
                      <a:gd name="connsiteY26" fmla="*/ 68966 h 68965"/>
                      <a:gd name="connsiteX27" fmla="*/ 32023 w 59990"/>
                      <a:gd name="connsiteY27" fmla="*/ 37241 h 68965"/>
                      <a:gd name="connsiteX28" fmla="*/ 43283 w 59990"/>
                      <a:gd name="connsiteY28" fmla="*/ 35382 h 68965"/>
                      <a:gd name="connsiteX29" fmla="*/ 54543 w 59990"/>
                      <a:gd name="connsiteY29" fmla="*/ 60390 h 68965"/>
                      <a:gd name="connsiteX30" fmla="*/ 59991 w 59990"/>
                      <a:gd name="connsiteY30" fmla="*/ 61529 h 68965"/>
                      <a:gd name="connsiteX31" fmla="*/ 59991 w 59990"/>
                      <a:gd name="connsiteY31" fmla="*/ 68906 h 68965"/>
                      <a:gd name="connsiteX32" fmla="*/ 45281 w 59990"/>
                      <a:gd name="connsiteY32" fmla="*/ 6890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9990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32205" y="0"/>
                        </a:lnTo>
                        <a:cubicBezTo>
                          <a:pt x="37411" y="0"/>
                          <a:pt x="41891" y="780"/>
                          <a:pt x="45583" y="2399"/>
                        </a:cubicBezTo>
                        <a:cubicBezTo>
                          <a:pt x="49276" y="4018"/>
                          <a:pt x="52121" y="6297"/>
                          <a:pt x="54058" y="9235"/>
                        </a:cubicBezTo>
                        <a:cubicBezTo>
                          <a:pt x="55996" y="12174"/>
                          <a:pt x="56964" y="15772"/>
                          <a:pt x="56964" y="19970"/>
                        </a:cubicBezTo>
                        <a:cubicBezTo>
                          <a:pt x="56964" y="24168"/>
                          <a:pt x="55996" y="27526"/>
                          <a:pt x="54058" y="30525"/>
                        </a:cubicBezTo>
                        <a:cubicBezTo>
                          <a:pt x="52121" y="33523"/>
                          <a:pt x="49458" y="35862"/>
                          <a:pt x="46007" y="37481"/>
                        </a:cubicBezTo>
                        <a:cubicBezTo>
                          <a:pt x="42557" y="39161"/>
                          <a:pt x="38501" y="40000"/>
                          <a:pt x="33839" y="40060"/>
                        </a:cubicBezTo>
                        <a:lnTo>
                          <a:pt x="19674" y="40180"/>
                        </a:lnTo>
                        <a:lnTo>
                          <a:pt x="19674" y="60150"/>
                        </a:lnTo>
                        <a:lnTo>
                          <a:pt x="27241" y="61589"/>
                        </a:lnTo>
                        <a:lnTo>
                          <a:pt x="27241" y="68906"/>
                        </a:lnTo>
                        <a:lnTo>
                          <a:pt x="0" y="68906"/>
                        </a:lnTo>
                        <a:close/>
                        <a:moveTo>
                          <a:pt x="19674" y="31005"/>
                        </a:moveTo>
                        <a:lnTo>
                          <a:pt x="31660" y="31005"/>
                        </a:lnTo>
                        <a:cubicBezTo>
                          <a:pt x="36200" y="31005"/>
                          <a:pt x="39530" y="30105"/>
                          <a:pt x="41709" y="28306"/>
                        </a:cubicBezTo>
                        <a:cubicBezTo>
                          <a:pt x="43888" y="26507"/>
                          <a:pt x="44978" y="23868"/>
                          <a:pt x="44978" y="20390"/>
                        </a:cubicBezTo>
                        <a:cubicBezTo>
                          <a:pt x="44978" y="16912"/>
                          <a:pt x="43949" y="14333"/>
                          <a:pt x="41830" y="12294"/>
                        </a:cubicBezTo>
                        <a:cubicBezTo>
                          <a:pt x="39711" y="10315"/>
                          <a:pt x="36503" y="9295"/>
                          <a:pt x="32205" y="9295"/>
                        </a:cubicBezTo>
                        <a:lnTo>
                          <a:pt x="19674" y="9295"/>
                        </a:lnTo>
                        <a:lnTo>
                          <a:pt x="19674" y="31005"/>
                        </a:lnTo>
                        <a:close/>
                        <a:moveTo>
                          <a:pt x="45281" y="68966"/>
                        </a:moveTo>
                        <a:lnTo>
                          <a:pt x="32023" y="37241"/>
                        </a:lnTo>
                        <a:lnTo>
                          <a:pt x="43283" y="35382"/>
                        </a:lnTo>
                        <a:lnTo>
                          <a:pt x="54543" y="60390"/>
                        </a:lnTo>
                        <a:lnTo>
                          <a:pt x="59991" y="61529"/>
                        </a:lnTo>
                        <a:lnTo>
                          <a:pt x="59991" y="68906"/>
                        </a:lnTo>
                        <a:lnTo>
                          <a:pt x="45281" y="6890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0" name="Freeform 151">
                    <a:extLst>
                      <a:ext uri="{FF2B5EF4-FFF2-40B4-BE49-F238E27FC236}">
                        <a16:creationId xmlns:a16="http://schemas.microsoft.com/office/drawing/2014/main" id="{C4CA05C9-44A6-50E0-80B7-EC721CE5B95A}"/>
                      </a:ext>
                    </a:extLst>
                  </p:cNvPr>
                  <p:cNvSpPr/>
                  <p:nvPr/>
                </p:nvSpPr>
                <p:spPr>
                  <a:xfrm>
                    <a:off x="2161097" y="319326"/>
                    <a:ext cx="54179" cy="68965"/>
                  </a:xfrm>
                  <a:custGeom>
                    <a:avLst/>
                    <a:gdLst>
                      <a:gd name="connsiteX0" fmla="*/ 60 w 54179"/>
                      <a:gd name="connsiteY0" fmla="*/ 68966 h 68965"/>
                      <a:gd name="connsiteX1" fmla="*/ 60 w 54179"/>
                      <a:gd name="connsiteY1" fmla="*/ 61649 h 68965"/>
                      <a:gd name="connsiteX2" fmla="*/ 7627 w 54179"/>
                      <a:gd name="connsiteY2" fmla="*/ 60210 h 68965"/>
                      <a:gd name="connsiteX3" fmla="*/ 7627 w 54179"/>
                      <a:gd name="connsiteY3" fmla="*/ 8756 h 68965"/>
                      <a:gd name="connsiteX4" fmla="*/ 60 w 54179"/>
                      <a:gd name="connsiteY4" fmla="*/ 7316 h 68965"/>
                      <a:gd name="connsiteX5" fmla="*/ 60 w 54179"/>
                      <a:gd name="connsiteY5" fmla="*/ 0 h 68965"/>
                      <a:gd name="connsiteX6" fmla="*/ 53029 w 54179"/>
                      <a:gd name="connsiteY6" fmla="*/ 0 h 68965"/>
                      <a:gd name="connsiteX7" fmla="*/ 53029 w 54179"/>
                      <a:gd name="connsiteY7" fmla="*/ 17751 h 68965"/>
                      <a:gd name="connsiteX8" fmla="*/ 43646 w 54179"/>
                      <a:gd name="connsiteY8" fmla="*/ 17751 h 68965"/>
                      <a:gd name="connsiteX9" fmla="*/ 42859 w 54179"/>
                      <a:gd name="connsiteY9" fmla="*/ 9175 h 68965"/>
                      <a:gd name="connsiteX10" fmla="*/ 19674 w 54179"/>
                      <a:gd name="connsiteY10" fmla="*/ 9175 h 68965"/>
                      <a:gd name="connsiteX11" fmla="*/ 19674 w 54179"/>
                      <a:gd name="connsiteY11" fmla="*/ 28666 h 68965"/>
                      <a:gd name="connsiteX12" fmla="*/ 44070 w 54179"/>
                      <a:gd name="connsiteY12" fmla="*/ 28666 h 68965"/>
                      <a:gd name="connsiteX13" fmla="*/ 44070 w 54179"/>
                      <a:gd name="connsiteY13" fmla="*/ 37901 h 68965"/>
                      <a:gd name="connsiteX14" fmla="*/ 19674 w 54179"/>
                      <a:gd name="connsiteY14" fmla="*/ 37901 h 68965"/>
                      <a:gd name="connsiteX15" fmla="*/ 19674 w 54179"/>
                      <a:gd name="connsiteY15" fmla="*/ 59790 h 68965"/>
                      <a:gd name="connsiteX16" fmla="*/ 44130 w 54179"/>
                      <a:gd name="connsiteY16" fmla="*/ 59790 h 68965"/>
                      <a:gd name="connsiteX17" fmla="*/ 44917 w 54179"/>
                      <a:gd name="connsiteY17" fmla="*/ 51035 h 68965"/>
                      <a:gd name="connsiteX18" fmla="*/ 54179 w 54179"/>
                      <a:gd name="connsiteY18" fmla="*/ 51035 h 68965"/>
                      <a:gd name="connsiteX19" fmla="*/ 54179 w 54179"/>
                      <a:gd name="connsiteY19" fmla="*/ 68846 h 68965"/>
                      <a:gd name="connsiteX20" fmla="*/ 0 w 54179"/>
                      <a:gd name="connsiteY20" fmla="*/ 6884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4179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53029" y="0"/>
                        </a:lnTo>
                        <a:lnTo>
                          <a:pt x="53029" y="17751"/>
                        </a:lnTo>
                        <a:lnTo>
                          <a:pt x="43646" y="17751"/>
                        </a:lnTo>
                        <a:lnTo>
                          <a:pt x="42859" y="9175"/>
                        </a:lnTo>
                        <a:lnTo>
                          <a:pt x="19674" y="9175"/>
                        </a:lnTo>
                        <a:lnTo>
                          <a:pt x="19674" y="28666"/>
                        </a:lnTo>
                        <a:lnTo>
                          <a:pt x="44070" y="28666"/>
                        </a:lnTo>
                        <a:lnTo>
                          <a:pt x="44070" y="37901"/>
                        </a:lnTo>
                        <a:lnTo>
                          <a:pt x="19674" y="37901"/>
                        </a:lnTo>
                        <a:lnTo>
                          <a:pt x="19674" y="59790"/>
                        </a:lnTo>
                        <a:lnTo>
                          <a:pt x="44130" y="59790"/>
                        </a:lnTo>
                        <a:lnTo>
                          <a:pt x="44917" y="51035"/>
                        </a:lnTo>
                        <a:lnTo>
                          <a:pt x="54179" y="51035"/>
                        </a:lnTo>
                        <a:lnTo>
                          <a:pt x="54179" y="68846"/>
                        </a:lnTo>
                        <a:lnTo>
                          <a:pt x="0" y="6884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1" name="Freeform 152">
                    <a:extLst>
                      <a:ext uri="{FF2B5EF4-FFF2-40B4-BE49-F238E27FC236}">
                        <a16:creationId xmlns:a16="http://schemas.microsoft.com/office/drawing/2014/main" id="{2BDC31F1-FFE2-ECF2-4B0F-F171C98589B3}"/>
                      </a:ext>
                    </a:extLst>
                  </p:cNvPr>
                  <p:cNvSpPr/>
                  <p:nvPr/>
                </p:nvSpPr>
                <p:spPr>
                  <a:xfrm>
                    <a:off x="2222722" y="319386"/>
                    <a:ext cx="68284" cy="68965"/>
                  </a:xfrm>
                  <a:custGeom>
                    <a:avLst/>
                    <a:gdLst>
                      <a:gd name="connsiteX0" fmla="*/ 28694 w 68284"/>
                      <a:gd name="connsiteY0" fmla="*/ 68906 h 68965"/>
                      <a:gd name="connsiteX1" fmla="*/ 5933 w 68284"/>
                      <a:gd name="connsiteY1" fmla="*/ 8096 h 68965"/>
                      <a:gd name="connsiteX2" fmla="*/ 0 w 68284"/>
                      <a:gd name="connsiteY2" fmla="*/ 7316 h 68965"/>
                      <a:gd name="connsiteX3" fmla="*/ 0 w 68284"/>
                      <a:gd name="connsiteY3" fmla="*/ 0 h 68965"/>
                      <a:gd name="connsiteX4" fmla="*/ 25243 w 68284"/>
                      <a:gd name="connsiteY4" fmla="*/ 0 h 68965"/>
                      <a:gd name="connsiteX5" fmla="*/ 25243 w 68284"/>
                      <a:gd name="connsiteY5" fmla="*/ 7316 h 68965"/>
                      <a:gd name="connsiteX6" fmla="*/ 18948 w 68284"/>
                      <a:gd name="connsiteY6" fmla="*/ 8336 h 68965"/>
                      <a:gd name="connsiteX7" fmla="*/ 33416 w 68284"/>
                      <a:gd name="connsiteY7" fmla="*/ 50315 h 68965"/>
                      <a:gd name="connsiteX8" fmla="*/ 34687 w 68284"/>
                      <a:gd name="connsiteY8" fmla="*/ 54813 h 68965"/>
                      <a:gd name="connsiteX9" fmla="*/ 34990 w 68284"/>
                      <a:gd name="connsiteY9" fmla="*/ 54813 h 68965"/>
                      <a:gd name="connsiteX10" fmla="*/ 36321 w 68284"/>
                      <a:gd name="connsiteY10" fmla="*/ 50375 h 68965"/>
                      <a:gd name="connsiteX11" fmla="*/ 50971 w 68284"/>
                      <a:gd name="connsiteY11" fmla="*/ 8336 h 68965"/>
                      <a:gd name="connsiteX12" fmla="*/ 43767 w 68284"/>
                      <a:gd name="connsiteY12" fmla="*/ 7376 h 68965"/>
                      <a:gd name="connsiteX13" fmla="*/ 43767 w 68284"/>
                      <a:gd name="connsiteY13" fmla="*/ 60 h 68965"/>
                      <a:gd name="connsiteX14" fmla="*/ 68284 w 68284"/>
                      <a:gd name="connsiteY14" fmla="*/ 60 h 68965"/>
                      <a:gd name="connsiteX15" fmla="*/ 68284 w 68284"/>
                      <a:gd name="connsiteY15" fmla="*/ 7376 h 68965"/>
                      <a:gd name="connsiteX16" fmla="*/ 62291 w 68284"/>
                      <a:gd name="connsiteY16" fmla="*/ 8156 h 68965"/>
                      <a:gd name="connsiteX17" fmla="*/ 40377 w 68284"/>
                      <a:gd name="connsiteY17" fmla="*/ 68966 h 68965"/>
                      <a:gd name="connsiteX18" fmla="*/ 28694 w 68284"/>
                      <a:gd name="connsiteY18" fmla="*/ 6896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68284" h="68965">
                        <a:moveTo>
                          <a:pt x="28694" y="68906"/>
                        </a:moveTo>
                        <a:lnTo>
                          <a:pt x="5933" y="809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25243" y="0"/>
                        </a:lnTo>
                        <a:lnTo>
                          <a:pt x="25243" y="7316"/>
                        </a:lnTo>
                        <a:lnTo>
                          <a:pt x="18948" y="8336"/>
                        </a:lnTo>
                        <a:lnTo>
                          <a:pt x="33416" y="50315"/>
                        </a:lnTo>
                        <a:lnTo>
                          <a:pt x="34687" y="54813"/>
                        </a:lnTo>
                        <a:lnTo>
                          <a:pt x="34990" y="54813"/>
                        </a:lnTo>
                        <a:lnTo>
                          <a:pt x="36321" y="50375"/>
                        </a:lnTo>
                        <a:lnTo>
                          <a:pt x="50971" y="8336"/>
                        </a:lnTo>
                        <a:lnTo>
                          <a:pt x="43767" y="7376"/>
                        </a:lnTo>
                        <a:lnTo>
                          <a:pt x="43767" y="60"/>
                        </a:lnTo>
                        <a:lnTo>
                          <a:pt x="68284" y="60"/>
                        </a:lnTo>
                        <a:lnTo>
                          <a:pt x="68284" y="7376"/>
                        </a:lnTo>
                        <a:lnTo>
                          <a:pt x="62291" y="8156"/>
                        </a:lnTo>
                        <a:lnTo>
                          <a:pt x="40377" y="68966"/>
                        </a:lnTo>
                        <a:lnTo>
                          <a:pt x="28694" y="6896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2" name="Freeform 153">
                    <a:extLst>
                      <a:ext uri="{FF2B5EF4-FFF2-40B4-BE49-F238E27FC236}">
                        <a16:creationId xmlns:a16="http://schemas.microsoft.com/office/drawing/2014/main" id="{A4A266F9-0BDD-9413-141B-22F881126E52}"/>
                      </a:ext>
                    </a:extLst>
                  </p:cNvPr>
                  <p:cNvSpPr/>
                  <p:nvPr/>
                </p:nvSpPr>
                <p:spPr>
                  <a:xfrm>
                    <a:off x="2283984" y="319386"/>
                    <a:ext cx="67618" cy="68905"/>
                  </a:xfrm>
                  <a:custGeom>
                    <a:avLst/>
                    <a:gdLst>
                      <a:gd name="connsiteX0" fmla="*/ 0 w 67618"/>
                      <a:gd name="connsiteY0" fmla="*/ 68906 h 68905"/>
                      <a:gd name="connsiteX1" fmla="*/ 0 w 67618"/>
                      <a:gd name="connsiteY1" fmla="*/ 61589 h 68905"/>
                      <a:gd name="connsiteX2" fmla="*/ 5085 w 67618"/>
                      <a:gd name="connsiteY2" fmla="*/ 60870 h 68905"/>
                      <a:gd name="connsiteX3" fmla="*/ 28089 w 67618"/>
                      <a:gd name="connsiteY3" fmla="*/ 0 h 68905"/>
                      <a:gd name="connsiteX4" fmla="*/ 39772 w 67618"/>
                      <a:gd name="connsiteY4" fmla="*/ 0 h 68905"/>
                      <a:gd name="connsiteX5" fmla="*/ 62534 w 67618"/>
                      <a:gd name="connsiteY5" fmla="*/ 60870 h 68905"/>
                      <a:gd name="connsiteX6" fmla="*/ 67619 w 67618"/>
                      <a:gd name="connsiteY6" fmla="*/ 61589 h 68905"/>
                      <a:gd name="connsiteX7" fmla="*/ 67619 w 67618"/>
                      <a:gd name="connsiteY7" fmla="*/ 68906 h 68905"/>
                      <a:gd name="connsiteX8" fmla="*/ 45523 w 67618"/>
                      <a:gd name="connsiteY8" fmla="*/ 68906 h 68905"/>
                      <a:gd name="connsiteX9" fmla="*/ 45523 w 67618"/>
                      <a:gd name="connsiteY9" fmla="*/ 61589 h 68905"/>
                      <a:gd name="connsiteX10" fmla="*/ 50487 w 67618"/>
                      <a:gd name="connsiteY10" fmla="*/ 60690 h 68905"/>
                      <a:gd name="connsiteX11" fmla="*/ 46794 w 67618"/>
                      <a:gd name="connsiteY11" fmla="*/ 49835 h 68905"/>
                      <a:gd name="connsiteX12" fmla="*/ 20885 w 67618"/>
                      <a:gd name="connsiteY12" fmla="*/ 49835 h 68905"/>
                      <a:gd name="connsiteX13" fmla="*/ 17132 w 67618"/>
                      <a:gd name="connsiteY13" fmla="*/ 60690 h 68905"/>
                      <a:gd name="connsiteX14" fmla="*/ 22156 w 67618"/>
                      <a:gd name="connsiteY14" fmla="*/ 61589 h 68905"/>
                      <a:gd name="connsiteX15" fmla="*/ 22156 w 67618"/>
                      <a:gd name="connsiteY15" fmla="*/ 68906 h 68905"/>
                      <a:gd name="connsiteX16" fmla="*/ 61 w 67618"/>
                      <a:gd name="connsiteY16" fmla="*/ 68906 h 68905"/>
                      <a:gd name="connsiteX17" fmla="*/ 24033 w 67618"/>
                      <a:gd name="connsiteY17" fmla="*/ 40720 h 68905"/>
                      <a:gd name="connsiteX18" fmla="*/ 43646 w 67618"/>
                      <a:gd name="connsiteY18" fmla="*/ 40720 h 68905"/>
                      <a:gd name="connsiteX19" fmla="*/ 34626 w 67618"/>
                      <a:gd name="connsiteY19" fmla="*/ 15232 h 68905"/>
                      <a:gd name="connsiteX20" fmla="*/ 34021 w 67618"/>
                      <a:gd name="connsiteY20" fmla="*/ 13373 h 68905"/>
                      <a:gd name="connsiteX21" fmla="*/ 33718 w 67618"/>
                      <a:gd name="connsiteY21" fmla="*/ 13373 h 68905"/>
                      <a:gd name="connsiteX22" fmla="*/ 33052 w 67618"/>
                      <a:gd name="connsiteY22" fmla="*/ 15292 h 68905"/>
                      <a:gd name="connsiteX23" fmla="*/ 24033 w 67618"/>
                      <a:gd name="connsiteY23" fmla="*/ 40720 h 68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7618" h="68905">
                        <a:moveTo>
                          <a:pt x="0" y="68906"/>
                        </a:moveTo>
                        <a:lnTo>
                          <a:pt x="0" y="61589"/>
                        </a:lnTo>
                        <a:lnTo>
                          <a:pt x="5085" y="60870"/>
                        </a:lnTo>
                        <a:lnTo>
                          <a:pt x="28089" y="0"/>
                        </a:lnTo>
                        <a:lnTo>
                          <a:pt x="39772" y="0"/>
                        </a:lnTo>
                        <a:lnTo>
                          <a:pt x="62534" y="60870"/>
                        </a:lnTo>
                        <a:lnTo>
                          <a:pt x="67619" y="61589"/>
                        </a:lnTo>
                        <a:lnTo>
                          <a:pt x="67619" y="68906"/>
                        </a:lnTo>
                        <a:lnTo>
                          <a:pt x="45523" y="68906"/>
                        </a:lnTo>
                        <a:lnTo>
                          <a:pt x="45523" y="61589"/>
                        </a:lnTo>
                        <a:lnTo>
                          <a:pt x="50487" y="60690"/>
                        </a:lnTo>
                        <a:lnTo>
                          <a:pt x="46794" y="49835"/>
                        </a:lnTo>
                        <a:lnTo>
                          <a:pt x="20885" y="49835"/>
                        </a:lnTo>
                        <a:lnTo>
                          <a:pt x="17132" y="60690"/>
                        </a:lnTo>
                        <a:lnTo>
                          <a:pt x="22156" y="61589"/>
                        </a:lnTo>
                        <a:lnTo>
                          <a:pt x="22156" y="68906"/>
                        </a:lnTo>
                        <a:lnTo>
                          <a:pt x="61" y="68906"/>
                        </a:lnTo>
                        <a:close/>
                        <a:moveTo>
                          <a:pt x="24033" y="40720"/>
                        </a:moveTo>
                        <a:lnTo>
                          <a:pt x="43646" y="40720"/>
                        </a:lnTo>
                        <a:lnTo>
                          <a:pt x="34626" y="15232"/>
                        </a:lnTo>
                        <a:lnTo>
                          <a:pt x="34021" y="13373"/>
                        </a:lnTo>
                        <a:lnTo>
                          <a:pt x="33718" y="13373"/>
                        </a:lnTo>
                        <a:lnTo>
                          <a:pt x="33052" y="15292"/>
                        </a:lnTo>
                        <a:lnTo>
                          <a:pt x="24033" y="40720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3" name="Freeform 154">
                    <a:extLst>
                      <a:ext uri="{FF2B5EF4-FFF2-40B4-BE49-F238E27FC236}">
                        <a16:creationId xmlns:a16="http://schemas.microsoft.com/office/drawing/2014/main" id="{D34E2D25-B214-07E9-C154-04C13B072F49}"/>
                      </a:ext>
                    </a:extLst>
                  </p:cNvPr>
                  <p:cNvSpPr/>
                  <p:nvPr/>
                </p:nvSpPr>
                <p:spPr>
                  <a:xfrm>
                    <a:off x="2380721" y="319386"/>
                    <a:ext cx="67618" cy="68905"/>
                  </a:xfrm>
                  <a:custGeom>
                    <a:avLst/>
                    <a:gdLst>
                      <a:gd name="connsiteX0" fmla="*/ 0 w 67618"/>
                      <a:gd name="connsiteY0" fmla="*/ 68906 h 68905"/>
                      <a:gd name="connsiteX1" fmla="*/ 0 w 67618"/>
                      <a:gd name="connsiteY1" fmla="*/ 61589 h 68905"/>
                      <a:gd name="connsiteX2" fmla="*/ 5085 w 67618"/>
                      <a:gd name="connsiteY2" fmla="*/ 60870 h 68905"/>
                      <a:gd name="connsiteX3" fmla="*/ 28088 w 67618"/>
                      <a:gd name="connsiteY3" fmla="*/ 0 h 68905"/>
                      <a:gd name="connsiteX4" fmla="*/ 39772 w 67618"/>
                      <a:gd name="connsiteY4" fmla="*/ 0 h 68905"/>
                      <a:gd name="connsiteX5" fmla="*/ 62533 w 67618"/>
                      <a:gd name="connsiteY5" fmla="*/ 60870 h 68905"/>
                      <a:gd name="connsiteX6" fmla="*/ 67618 w 67618"/>
                      <a:gd name="connsiteY6" fmla="*/ 61589 h 68905"/>
                      <a:gd name="connsiteX7" fmla="*/ 67618 w 67618"/>
                      <a:gd name="connsiteY7" fmla="*/ 68906 h 68905"/>
                      <a:gd name="connsiteX8" fmla="*/ 45523 w 67618"/>
                      <a:gd name="connsiteY8" fmla="*/ 68906 h 68905"/>
                      <a:gd name="connsiteX9" fmla="*/ 45523 w 67618"/>
                      <a:gd name="connsiteY9" fmla="*/ 61589 h 68905"/>
                      <a:gd name="connsiteX10" fmla="*/ 50487 w 67618"/>
                      <a:gd name="connsiteY10" fmla="*/ 60690 h 68905"/>
                      <a:gd name="connsiteX11" fmla="*/ 46794 w 67618"/>
                      <a:gd name="connsiteY11" fmla="*/ 49835 h 68905"/>
                      <a:gd name="connsiteX12" fmla="*/ 20885 w 67618"/>
                      <a:gd name="connsiteY12" fmla="*/ 49835 h 68905"/>
                      <a:gd name="connsiteX13" fmla="*/ 17132 w 67618"/>
                      <a:gd name="connsiteY13" fmla="*/ 60690 h 68905"/>
                      <a:gd name="connsiteX14" fmla="*/ 22156 w 67618"/>
                      <a:gd name="connsiteY14" fmla="*/ 61589 h 68905"/>
                      <a:gd name="connsiteX15" fmla="*/ 22156 w 67618"/>
                      <a:gd name="connsiteY15" fmla="*/ 68906 h 68905"/>
                      <a:gd name="connsiteX16" fmla="*/ 60 w 67618"/>
                      <a:gd name="connsiteY16" fmla="*/ 68906 h 68905"/>
                      <a:gd name="connsiteX17" fmla="*/ 24033 w 67618"/>
                      <a:gd name="connsiteY17" fmla="*/ 40720 h 68905"/>
                      <a:gd name="connsiteX18" fmla="*/ 43646 w 67618"/>
                      <a:gd name="connsiteY18" fmla="*/ 40720 h 68905"/>
                      <a:gd name="connsiteX19" fmla="*/ 34626 w 67618"/>
                      <a:gd name="connsiteY19" fmla="*/ 15232 h 68905"/>
                      <a:gd name="connsiteX20" fmla="*/ 34021 w 67618"/>
                      <a:gd name="connsiteY20" fmla="*/ 13373 h 68905"/>
                      <a:gd name="connsiteX21" fmla="*/ 33718 w 67618"/>
                      <a:gd name="connsiteY21" fmla="*/ 13373 h 68905"/>
                      <a:gd name="connsiteX22" fmla="*/ 33052 w 67618"/>
                      <a:gd name="connsiteY22" fmla="*/ 15292 h 68905"/>
                      <a:gd name="connsiteX23" fmla="*/ 24033 w 67618"/>
                      <a:gd name="connsiteY23" fmla="*/ 40720 h 68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7618" h="68905">
                        <a:moveTo>
                          <a:pt x="0" y="68906"/>
                        </a:moveTo>
                        <a:lnTo>
                          <a:pt x="0" y="61589"/>
                        </a:lnTo>
                        <a:lnTo>
                          <a:pt x="5085" y="60870"/>
                        </a:lnTo>
                        <a:lnTo>
                          <a:pt x="28088" y="0"/>
                        </a:lnTo>
                        <a:lnTo>
                          <a:pt x="39772" y="0"/>
                        </a:lnTo>
                        <a:lnTo>
                          <a:pt x="62533" y="60870"/>
                        </a:lnTo>
                        <a:lnTo>
                          <a:pt x="67618" y="61589"/>
                        </a:lnTo>
                        <a:lnTo>
                          <a:pt x="67618" y="68906"/>
                        </a:lnTo>
                        <a:lnTo>
                          <a:pt x="45523" y="68906"/>
                        </a:lnTo>
                        <a:lnTo>
                          <a:pt x="45523" y="61589"/>
                        </a:lnTo>
                        <a:lnTo>
                          <a:pt x="50487" y="60690"/>
                        </a:lnTo>
                        <a:lnTo>
                          <a:pt x="46794" y="49835"/>
                        </a:lnTo>
                        <a:lnTo>
                          <a:pt x="20885" y="49835"/>
                        </a:lnTo>
                        <a:lnTo>
                          <a:pt x="17132" y="60690"/>
                        </a:lnTo>
                        <a:lnTo>
                          <a:pt x="22156" y="61589"/>
                        </a:lnTo>
                        <a:lnTo>
                          <a:pt x="22156" y="68906"/>
                        </a:lnTo>
                        <a:lnTo>
                          <a:pt x="60" y="68906"/>
                        </a:lnTo>
                        <a:close/>
                        <a:moveTo>
                          <a:pt x="24033" y="40720"/>
                        </a:moveTo>
                        <a:lnTo>
                          <a:pt x="43646" y="40720"/>
                        </a:lnTo>
                        <a:lnTo>
                          <a:pt x="34626" y="15232"/>
                        </a:lnTo>
                        <a:lnTo>
                          <a:pt x="34021" y="13373"/>
                        </a:lnTo>
                        <a:lnTo>
                          <a:pt x="33718" y="13373"/>
                        </a:lnTo>
                        <a:lnTo>
                          <a:pt x="33052" y="15292"/>
                        </a:lnTo>
                        <a:lnTo>
                          <a:pt x="24033" y="40720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4" name="Freeform 155">
                    <a:extLst>
                      <a:ext uri="{FF2B5EF4-FFF2-40B4-BE49-F238E27FC236}">
                        <a16:creationId xmlns:a16="http://schemas.microsoft.com/office/drawing/2014/main" id="{BC5FEDD8-872E-BD4F-0AA7-54875092C4AF}"/>
                      </a:ext>
                    </a:extLst>
                  </p:cNvPr>
                  <p:cNvSpPr/>
                  <p:nvPr/>
                </p:nvSpPr>
                <p:spPr>
                  <a:xfrm>
                    <a:off x="2453364" y="336057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8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8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7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5" name="Freeform 156">
                    <a:extLst>
                      <a:ext uri="{FF2B5EF4-FFF2-40B4-BE49-F238E27FC236}">
                        <a16:creationId xmlns:a16="http://schemas.microsoft.com/office/drawing/2014/main" id="{2D06E142-6044-7D27-1F4A-EBFCA2135169}"/>
                      </a:ext>
                    </a:extLst>
                  </p:cNvPr>
                  <p:cNvSpPr/>
                  <p:nvPr/>
                </p:nvSpPr>
                <p:spPr>
                  <a:xfrm>
                    <a:off x="2505364" y="336117"/>
                    <a:ext cx="48247" cy="53133"/>
                  </a:xfrm>
                  <a:custGeom>
                    <a:avLst/>
                    <a:gdLst>
                      <a:gd name="connsiteX0" fmla="*/ 16708 w 48247"/>
                      <a:gd name="connsiteY0" fmla="*/ 53134 h 53133"/>
                      <a:gd name="connsiteX1" fmla="*/ 4419 w 48247"/>
                      <a:gd name="connsiteY1" fmla="*/ 49116 h 53133"/>
                      <a:gd name="connsiteX2" fmla="*/ 0 w 48247"/>
                      <a:gd name="connsiteY2" fmla="*/ 38021 h 53133"/>
                      <a:gd name="connsiteX3" fmla="*/ 2664 w 48247"/>
                      <a:gd name="connsiteY3" fmla="*/ 29565 h 53133"/>
                      <a:gd name="connsiteX4" fmla="*/ 10473 w 48247"/>
                      <a:gd name="connsiteY4" fmla="*/ 23868 h 53133"/>
                      <a:gd name="connsiteX5" fmla="*/ 23004 w 48247"/>
                      <a:gd name="connsiteY5" fmla="*/ 21829 h 53133"/>
                      <a:gd name="connsiteX6" fmla="*/ 30873 w 48247"/>
                      <a:gd name="connsiteY6" fmla="*/ 21829 h 53133"/>
                      <a:gd name="connsiteX7" fmla="*/ 30873 w 48247"/>
                      <a:gd name="connsiteY7" fmla="*/ 17511 h 53133"/>
                      <a:gd name="connsiteX8" fmla="*/ 28391 w 48247"/>
                      <a:gd name="connsiteY8" fmla="*/ 11035 h 53133"/>
                      <a:gd name="connsiteX9" fmla="*/ 21248 w 48247"/>
                      <a:gd name="connsiteY9" fmla="*/ 8636 h 53133"/>
                      <a:gd name="connsiteX10" fmla="*/ 16526 w 48247"/>
                      <a:gd name="connsiteY10" fmla="*/ 9295 h 53133"/>
                      <a:gd name="connsiteX11" fmla="*/ 12834 w 48247"/>
                      <a:gd name="connsiteY11" fmla="*/ 11094 h 53133"/>
                      <a:gd name="connsiteX12" fmla="*/ 11744 w 48247"/>
                      <a:gd name="connsiteY12" fmla="*/ 17991 h 53133"/>
                      <a:gd name="connsiteX13" fmla="*/ 2906 w 48247"/>
                      <a:gd name="connsiteY13" fmla="*/ 17991 h 53133"/>
                      <a:gd name="connsiteX14" fmla="*/ 2785 w 48247"/>
                      <a:gd name="connsiteY14" fmla="*/ 5337 h 53133"/>
                      <a:gd name="connsiteX15" fmla="*/ 11260 w 48247"/>
                      <a:gd name="connsiteY15" fmla="*/ 1439 h 53133"/>
                      <a:gd name="connsiteX16" fmla="*/ 21672 w 48247"/>
                      <a:gd name="connsiteY16" fmla="*/ 0 h 53133"/>
                      <a:gd name="connsiteX17" fmla="*/ 37169 w 48247"/>
                      <a:gd name="connsiteY17" fmla="*/ 4558 h 53133"/>
                      <a:gd name="connsiteX18" fmla="*/ 42859 w 48247"/>
                      <a:gd name="connsiteY18" fmla="*/ 17631 h 53133"/>
                      <a:gd name="connsiteX19" fmla="*/ 42859 w 48247"/>
                      <a:gd name="connsiteY19" fmla="*/ 40180 h 53133"/>
                      <a:gd name="connsiteX20" fmla="*/ 42859 w 48247"/>
                      <a:gd name="connsiteY20" fmla="*/ 42219 h 53133"/>
                      <a:gd name="connsiteX21" fmla="*/ 42980 w 48247"/>
                      <a:gd name="connsiteY21" fmla="*/ 44138 h 53133"/>
                      <a:gd name="connsiteX22" fmla="*/ 48247 w 48247"/>
                      <a:gd name="connsiteY22" fmla="*/ 44798 h 53133"/>
                      <a:gd name="connsiteX23" fmla="*/ 48247 w 48247"/>
                      <a:gd name="connsiteY23" fmla="*/ 52114 h 53133"/>
                      <a:gd name="connsiteX24" fmla="*/ 32508 w 48247"/>
                      <a:gd name="connsiteY24" fmla="*/ 52114 h 53133"/>
                      <a:gd name="connsiteX25" fmla="*/ 31600 w 48247"/>
                      <a:gd name="connsiteY25" fmla="*/ 48876 h 53133"/>
                      <a:gd name="connsiteX26" fmla="*/ 30994 w 48247"/>
                      <a:gd name="connsiteY26" fmla="*/ 45757 h 53133"/>
                      <a:gd name="connsiteX27" fmla="*/ 24759 w 48247"/>
                      <a:gd name="connsiteY27" fmla="*/ 51035 h 53133"/>
                      <a:gd name="connsiteX28" fmla="*/ 16526 w 48247"/>
                      <a:gd name="connsiteY28" fmla="*/ 53074 h 53133"/>
                      <a:gd name="connsiteX29" fmla="*/ 19432 w 48247"/>
                      <a:gd name="connsiteY29" fmla="*/ 43958 h 53133"/>
                      <a:gd name="connsiteX30" fmla="*/ 26212 w 48247"/>
                      <a:gd name="connsiteY30" fmla="*/ 42279 h 53133"/>
                      <a:gd name="connsiteX31" fmla="*/ 30934 w 48247"/>
                      <a:gd name="connsiteY31" fmla="*/ 38021 h 53133"/>
                      <a:gd name="connsiteX32" fmla="*/ 30934 w 48247"/>
                      <a:gd name="connsiteY32" fmla="*/ 29445 h 53133"/>
                      <a:gd name="connsiteX33" fmla="*/ 22883 w 48247"/>
                      <a:gd name="connsiteY33" fmla="*/ 29445 h 53133"/>
                      <a:gd name="connsiteX34" fmla="*/ 14710 w 48247"/>
                      <a:gd name="connsiteY34" fmla="*/ 31904 h 53133"/>
                      <a:gd name="connsiteX35" fmla="*/ 11986 w 48247"/>
                      <a:gd name="connsiteY35" fmla="*/ 37721 h 53133"/>
                      <a:gd name="connsiteX36" fmla="*/ 13923 w 48247"/>
                      <a:gd name="connsiteY36" fmla="*/ 42339 h 53133"/>
                      <a:gd name="connsiteX37" fmla="*/ 19432 w 48247"/>
                      <a:gd name="connsiteY37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48247" h="53133">
                        <a:moveTo>
                          <a:pt x="16708" y="53134"/>
                        </a:moveTo>
                        <a:cubicBezTo>
                          <a:pt x="11441" y="53134"/>
                          <a:pt x="7385" y="51814"/>
                          <a:pt x="4419" y="49116"/>
                        </a:cubicBezTo>
                        <a:cubicBezTo>
                          <a:pt x="1513" y="46417"/>
                          <a:pt x="0" y="42759"/>
                          <a:pt x="0" y="38021"/>
                        </a:cubicBezTo>
                        <a:cubicBezTo>
                          <a:pt x="0" y="34783"/>
                          <a:pt x="908" y="31964"/>
                          <a:pt x="2664" y="29565"/>
                        </a:cubicBezTo>
                        <a:cubicBezTo>
                          <a:pt x="4419" y="27166"/>
                          <a:pt x="7083" y="25247"/>
                          <a:pt x="10473" y="23868"/>
                        </a:cubicBezTo>
                        <a:cubicBezTo>
                          <a:pt x="13923" y="22489"/>
                          <a:pt x="18100" y="21829"/>
                          <a:pt x="23004" y="21829"/>
                        </a:cubicBezTo>
                        <a:lnTo>
                          <a:pt x="30873" y="21829"/>
                        </a:lnTo>
                        <a:lnTo>
                          <a:pt x="30873" y="17511"/>
                        </a:lnTo>
                        <a:cubicBezTo>
                          <a:pt x="30873" y="14813"/>
                          <a:pt x="30026" y="12654"/>
                          <a:pt x="28391" y="11035"/>
                        </a:cubicBezTo>
                        <a:cubicBezTo>
                          <a:pt x="26757" y="9415"/>
                          <a:pt x="24396" y="8636"/>
                          <a:pt x="21248" y="8636"/>
                        </a:cubicBezTo>
                        <a:cubicBezTo>
                          <a:pt x="19493" y="8636"/>
                          <a:pt x="17919" y="8876"/>
                          <a:pt x="16526" y="9295"/>
                        </a:cubicBezTo>
                        <a:cubicBezTo>
                          <a:pt x="15134" y="9715"/>
                          <a:pt x="13923" y="10315"/>
                          <a:pt x="12834" y="11094"/>
                        </a:cubicBezTo>
                        <a:lnTo>
                          <a:pt x="11744" y="17991"/>
                        </a:lnTo>
                        <a:lnTo>
                          <a:pt x="2906" y="17991"/>
                        </a:lnTo>
                        <a:lnTo>
                          <a:pt x="2785" y="5337"/>
                        </a:lnTo>
                        <a:cubicBezTo>
                          <a:pt x="5327" y="3718"/>
                          <a:pt x="8172" y="2399"/>
                          <a:pt x="11260" y="1439"/>
                        </a:cubicBezTo>
                        <a:cubicBezTo>
                          <a:pt x="14408" y="480"/>
                          <a:pt x="17858" y="0"/>
                          <a:pt x="21672" y="0"/>
                        </a:cubicBezTo>
                        <a:cubicBezTo>
                          <a:pt x="28210" y="0"/>
                          <a:pt x="33416" y="1499"/>
                          <a:pt x="37169" y="4558"/>
                        </a:cubicBezTo>
                        <a:cubicBezTo>
                          <a:pt x="40922" y="7616"/>
                          <a:pt x="42859" y="11934"/>
                          <a:pt x="42859" y="17631"/>
                        </a:cubicBezTo>
                        <a:lnTo>
                          <a:pt x="42859" y="40180"/>
                        </a:lnTo>
                        <a:cubicBezTo>
                          <a:pt x="42859" y="40900"/>
                          <a:pt x="42859" y="41559"/>
                          <a:pt x="42859" y="42219"/>
                        </a:cubicBezTo>
                        <a:cubicBezTo>
                          <a:pt x="42859" y="42879"/>
                          <a:pt x="42859" y="43538"/>
                          <a:pt x="42980" y="44138"/>
                        </a:cubicBezTo>
                        <a:lnTo>
                          <a:pt x="48247" y="44798"/>
                        </a:lnTo>
                        <a:lnTo>
                          <a:pt x="48247" y="52114"/>
                        </a:lnTo>
                        <a:lnTo>
                          <a:pt x="32508" y="52114"/>
                        </a:lnTo>
                        <a:cubicBezTo>
                          <a:pt x="32205" y="51035"/>
                          <a:pt x="31902" y="49955"/>
                          <a:pt x="31600" y="48876"/>
                        </a:cubicBezTo>
                        <a:cubicBezTo>
                          <a:pt x="31297" y="47796"/>
                          <a:pt x="31115" y="46777"/>
                          <a:pt x="30994" y="45757"/>
                        </a:cubicBezTo>
                        <a:cubicBezTo>
                          <a:pt x="29299" y="47916"/>
                          <a:pt x="27180" y="49655"/>
                          <a:pt x="24759" y="51035"/>
                        </a:cubicBezTo>
                        <a:cubicBezTo>
                          <a:pt x="22338" y="52414"/>
                          <a:pt x="19553" y="53074"/>
                          <a:pt x="16526" y="53074"/>
                        </a:cubicBezTo>
                        <a:close/>
                        <a:moveTo>
                          <a:pt x="19432" y="43958"/>
                        </a:moveTo>
                        <a:cubicBezTo>
                          <a:pt x="21853" y="43958"/>
                          <a:pt x="24093" y="43418"/>
                          <a:pt x="26212" y="42279"/>
                        </a:cubicBezTo>
                        <a:cubicBezTo>
                          <a:pt x="28331" y="41140"/>
                          <a:pt x="29905" y="39760"/>
                          <a:pt x="30934" y="38021"/>
                        </a:cubicBezTo>
                        <a:lnTo>
                          <a:pt x="30934" y="29445"/>
                        </a:lnTo>
                        <a:lnTo>
                          <a:pt x="22883" y="29445"/>
                        </a:lnTo>
                        <a:cubicBezTo>
                          <a:pt x="19311" y="29445"/>
                          <a:pt x="16587" y="30285"/>
                          <a:pt x="14710" y="31904"/>
                        </a:cubicBezTo>
                        <a:cubicBezTo>
                          <a:pt x="12834" y="33523"/>
                          <a:pt x="11986" y="35502"/>
                          <a:pt x="11986" y="37721"/>
                        </a:cubicBezTo>
                        <a:cubicBezTo>
                          <a:pt x="11986" y="39700"/>
                          <a:pt x="12652" y="41259"/>
                          <a:pt x="13923" y="42339"/>
                        </a:cubicBezTo>
                        <a:cubicBezTo>
                          <a:pt x="15195" y="43418"/>
                          <a:pt x="17011" y="43958"/>
                          <a:pt x="19432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6" name="Freeform 157">
                    <a:extLst>
                      <a:ext uri="{FF2B5EF4-FFF2-40B4-BE49-F238E27FC236}">
                        <a16:creationId xmlns:a16="http://schemas.microsoft.com/office/drawing/2014/main" id="{FA936043-3934-DD6E-6323-F1F54CD90424}"/>
                      </a:ext>
                    </a:extLst>
                  </p:cNvPr>
                  <p:cNvSpPr/>
                  <p:nvPr/>
                </p:nvSpPr>
                <p:spPr>
                  <a:xfrm>
                    <a:off x="2559846" y="314408"/>
                    <a:ext cx="52484" cy="74902"/>
                  </a:xfrm>
                  <a:custGeom>
                    <a:avLst/>
                    <a:gdLst>
                      <a:gd name="connsiteX0" fmla="*/ 19856 w 52484"/>
                      <a:gd name="connsiteY0" fmla="*/ 74843 h 74902"/>
                      <a:gd name="connsiteX1" fmla="*/ 9141 w 52484"/>
                      <a:gd name="connsiteY1" fmla="*/ 71724 h 74902"/>
                      <a:gd name="connsiteX2" fmla="*/ 2361 w 52484"/>
                      <a:gd name="connsiteY2" fmla="*/ 62969 h 74902"/>
                      <a:gd name="connsiteX3" fmla="*/ 0 w 52484"/>
                      <a:gd name="connsiteY3" fmla="*/ 49895 h 74902"/>
                      <a:gd name="connsiteX4" fmla="*/ 0 w 52484"/>
                      <a:gd name="connsiteY4" fmla="*/ 48876 h 74902"/>
                      <a:gd name="connsiteX5" fmla="*/ 2361 w 52484"/>
                      <a:gd name="connsiteY5" fmla="*/ 34603 h 74902"/>
                      <a:gd name="connsiteX6" fmla="*/ 9201 w 52484"/>
                      <a:gd name="connsiteY6" fmla="*/ 25068 h 74902"/>
                      <a:gd name="connsiteX7" fmla="*/ 19856 w 52484"/>
                      <a:gd name="connsiteY7" fmla="*/ 21649 h 74902"/>
                      <a:gd name="connsiteX8" fmla="*/ 27604 w 52484"/>
                      <a:gd name="connsiteY8" fmla="*/ 23328 h 74902"/>
                      <a:gd name="connsiteX9" fmla="*/ 33295 w 52484"/>
                      <a:gd name="connsiteY9" fmla="*/ 28126 h 74902"/>
                      <a:gd name="connsiteX10" fmla="*/ 33295 w 52484"/>
                      <a:gd name="connsiteY10" fmla="*/ 8756 h 74902"/>
                      <a:gd name="connsiteX11" fmla="*/ 25728 w 52484"/>
                      <a:gd name="connsiteY11" fmla="*/ 7316 h 74902"/>
                      <a:gd name="connsiteX12" fmla="*/ 25728 w 52484"/>
                      <a:gd name="connsiteY12" fmla="*/ 0 h 74902"/>
                      <a:gd name="connsiteX13" fmla="*/ 45341 w 52484"/>
                      <a:gd name="connsiteY13" fmla="*/ 0 h 74902"/>
                      <a:gd name="connsiteX14" fmla="*/ 45341 w 52484"/>
                      <a:gd name="connsiteY14" fmla="*/ 65128 h 74902"/>
                      <a:gd name="connsiteX15" fmla="*/ 52484 w 52484"/>
                      <a:gd name="connsiteY15" fmla="*/ 66567 h 74902"/>
                      <a:gd name="connsiteX16" fmla="*/ 52484 w 52484"/>
                      <a:gd name="connsiteY16" fmla="*/ 73883 h 74902"/>
                      <a:gd name="connsiteX17" fmla="*/ 34929 w 52484"/>
                      <a:gd name="connsiteY17" fmla="*/ 73883 h 74902"/>
                      <a:gd name="connsiteX18" fmla="*/ 33960 w 52484"/>
                      <a:gd name="connsiteY18" fmla="*/ 67706 h 74902"/>
                      <a:gd name="connsiteX19" fmla="*/ 28028 w 52484"/>
                      <a:gd name="connsiteY19" fmla="*/ 73104 h 74902"/>
                      <a:gd name="connsiteX20" fmla="*/ 19856 w 52484"/>
                      <a:gd name="connsiteY20" fmla="*/ 74903 h 74902"/>
                      <a:gd name="connsiteX21" fmla="*/ 23246 w 52484"/>
                      <a:gd name="connsiteY21" fmla="*/ 65427 h 74902"/>
                      <a:gd name="connsiteX22" fmla="*/ 29178 w 52484"/>
                      <a:gd name="connsiteY22" fmla="*/ 63928 h 74902"/>
                      <a:gd name="connsiteX23" fmla="*/ 33295 w 52484"/>
                      <a:gd name="connsiteY23" fmla="*/ 59610 h 74902"/>
                      <a:gd name="connsiteX24" fmla="*/ 33295 w 52484"/>
                      <a:gd name="connsiteY24" fmla="*/ 37062 h 74902"/>
                      <a:gd name="connsiteX25" fmla="*/ 29239 w 52484"/>
                      <a:gd name="connsiteY25" fmla="*/ 32744 h 74902"/>
                      <a:gd name="connsiteX26" fmla="*/ 23367 w 52484"/>
                      <a:gd name="connsiteY26" fmla="*/ 31184 h 74902"/>
                      <a:gd name="connsiteX27" fmla="*/ 16950 w 52484"/>
                      <a:gd name="connsiteY27" fmla="*/ 33403 h 74902"/>
                      <a:gd name="connsiteX28" fmla="*/ 13257 w 52484"/>
                      <a:gd name="connsiteY28" fmla="*/ 39640 h 74902"/>
                      <a:gd name="connsiteX29" fmla="*/ 12047 w 52484"/>
                      <a:gd name="connsiteY29" fmla="*/ 48936 h 74902"/>
                      <a:gd name="connsiteX30" fmla="*/ 12047 w 52484"/>
                      <a:gd name="connsiteY30" fmla="*/ 49955 h 74902"/>
                      <a:gd name="connsiteX31" fmla="*/ 14710 w 52484"/>
                      <a:gd name="connsiteY31" fmla="*/ 61290 h 74902"/>
                      <a:gd name="connsiteX32" fmla="*/ 23306 w 52484"/>
                      <a:gd name="connsiteY32" fmla="*/ 65487 h 749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2484" h="74902">
                        <a:moveTo>
                          <a:pt x="19856" y="74843"/>
                        </a:moveTo>
                        <a:cubicBezTo>
                          <a:pt x="15679" y="74843"/>
                          <a:pt x="12107" y="73823"/>
                          <a:pt x="9141" y="71724"/>
                        </a:cubicBezTo>
                        <a:cubicBezTo>
                          <a:pt x="6175" y="69625"/>
                          <a:pt x="3935" y="66747"/>
                          <a:pt x="2361" y="62969"/>
                        </a:cubicBezTo>
                        <a:cubicBezTo>
                          <a:pt x="787" y="59251"/>
                          <a:pt x="0" y="54873"/>
                          <a:pt x="0" y="49895"/>
                        </a:cubicBezTo>
                        <a:lnTo>
                          <a:pt x="0" y="48876"/>
                        </a:lnTo>
                        <a:cubicBezTo>
                          <a:pt x="0" y="43418"/>
                          <a:pt x="787" y="38681"/>
                          <a:pt x="2361" y="34603"/>
                        </a:cubicBezTo>
                        <a:cubicBezTo>
                          <a:pt x="3935" y="30525"/>
                          <a:pt x="6235" y="27346"/>
                          <a:pt x="9201" y="25068"/>
                        </a:cubicBezTo>
                        <a:cubicBezTo>
                          <a:pt x="12168" y="22789"/>
                          <a:pt x="15739" y="21649"/>
                          <a:pt x="19856" y="21649"/>
                        </a:cubicBezTo>
                        <a:cubicBezTo>
                          <a:pt x="22822" y="21649"/>
                          <a:pt x="25425" y="22189"/>
                          <a:pt x="27604" y="23328"/>
                        </a:cubicBezTo>
                        <a:cubicBezTo>
                          <a:pt x="29844" y="24468"/>
                          <a:pt x="31721" y="26027"/>
                          <a:pt x="33295" y="28126"/>
                        </a:cubicBezTo>
                        <a:lnTo>
                          <a:pt x="33295" y="8756"/>
                        </a:lnTo>
                        <a:lnTo>
                          <a:pt x="25728" y="7316"/>
                        </a:lnTo>
                        <a:lnTo>
                          <a:pt x="25728" y="0"/>
                        </a:lnTo>
                        <a:lnTo>
                          <a:pt x="45341" y="0"/>
                        </a:lnTo>
                        <a:lnTo>
                          <a:pt x="45341" y="65128"/>
                        </a:lnTo>
                        <a:lnTo>
                          <a:pt x="52484" y="66567"/>
                        </a:lnTo>
                        <a:lnTo>
                          <a:pt x="52484" y="73883"/>
                        </a:lnTo>
                        <a:lnTo>
                          <a:pt x="34929" y="73883"/>
                        </a:lnTo>
                        <a:lnTo>
                          <a:pt x="33960" y="67706"/>
                        </a:lnTo>
                        <a:cubicBezTo>
                          <a:pt x="32326" y="70045"/>
                          <a:pt x="30328" y="71844"/>
                          <a:pt x="28028" y="73104"/>
                        </a:cubicBezTo>
                        <a:cubicBezTo>
                          <a:pt x="25728" y="74363"/>
                          <a:pt x="22943" y="74903"/>
                          <a:pt x="19856" y="74903"/>
                        </a:cubicBezTo>
                        <a:close/>
                        <a:moveTo>
                          <a:pt x="23246" y="65427"/>
                        </a:moveTo>
                        <a:cubicBezTo>
                          <a:pt x="25546" y="65427"/>
                          <a:pt x="27483" y="64948"/>
                          <a:pt x="29178" y="63928"/>
                        </a:cubicBezTo>
                        <a:cubicBezTo>
                          <a:pt x="30813" y="62909"/>
                          <a:pt x="32205" y="61469"/>
                          <a:pt x="33295" y="59610"/>
                        </a:cubicBezTo>
                        <a:lnTo>
                          <a:pt x="33295" y="37062"/>
                        </a:lnTo>
                        <a:cubicBezTo>
                          <a:pt x="32265" y="35262"/>
                          <a:pt x="30873" y="33763"/>
                          <a:pt x="29239" y="32744"/>
                        </a:cubicBezTo>
                        <a:cubicBezTo>
                          <a:pt x="27544" y="31664"/>
                          <a:pt x="25607" y="31184"/>
                          <a:pt x="23367" y="31184"/>
                        </a:cubicBezTo>
                        <a:cubicBezTo>
                          <a:pt x="20764" y="31184"/>
                          <a:pt x="18585" y="31904"/>
                          <a:pt x="16950" y="33403"/>
                        </a:cubicBezTo>
                        <a:cubicBezTo>
                          <a:pt x="15255" y="34903"/>
                          <a:pt x="14044" y="37002"/>
                          <a:pt x="13257" y="39640"/>
                        </a:cubicBezTo>
                        <a:cubicBezTo>
                          <a:pt x="12470" y="42279"/>
                          <a:pt x="12047" y="45397"/>
                          <a:pt x="12047" y="48936"/>
                        </a:cubicBezTo>
                        <a:lnTo>
                          <a:pt x="12047" y="49955"/>
                        </a:lnTo>
                        <a:cubicBezTo>
                          <a:pt x="12047" y="54693"/>
                          <a:pt x="12955" y="58471"/>
                          <a:pt x="14710" y="61290"/>
                        </a:cubicBezTo>
                        <a:cubicBezTo>
                          <a:pt x="16466" y="64108"/>
                          <a:pt x="19311" y="65487"/>
                          <a:pt x="23306" y="65487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7" name="Freeform 158">
                    <a:extLst>
                      <a:ext uri="{FF2B5EF4-FFF2-40B4-BE49-F238E27FC236}">
                        <a16:creationId xmlns:a16="http://schemas.microsoft.com/office/drawing/2014/main" id="{E3F63E08-55CA-6082-C7A7-18E84139D469}"/>
                      </a:ext>
                    </a:extLst>
                  </p:cNvPr>
                  <p:cNvSpPr/>
                  <p:nvPr/>
                </p:nvSpPr>
                <p:spPr>
                  <a:xfrm>
                    <a:off x="2617657" y="336057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1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4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4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2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500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8" name="Freeform 159">
                    <a:extLst>
                      <a:ext uri="{FF2B5EF4-FFF2-40B4-BE49-F238E27FC236}">
                        <a16:creationId xmlns:a16="http://schemas.microsoft.com/office/drawing/2014/main" id="{2C3585A7-4782-B4EF-0185-77D74781EBBE}"/>
                      </a:ext>
                    </a:extLst>
                  </p:cNvPr>
                  <p:cNvSpPr/>
                  <p:nvPr/>
                </p:nvSpPr>
                <p:spPr>
                  <a:xfrm>
                    <a:off x="2667963" y="336057"/>
                    <a:ext cx="87837" cy="52413"/>
                  </a:xfrm>
                  <a:custGeom>
                    <a:avLst/>
                    <a:gdLst>
                      <a:gd name="connsiteX0" fmla="*/ 363 w 87837"/>
                      <a:gd name="connsiteY0" fmla="*/ 52234 h 52413"/>
                      <a:gd name="connsiteX1" fmla="*/ 363 w 87837"/>
                      <a:gd name="connsiteY1" fmla="*/ 44918 h 52413"/>
                      <a:gd name="connsiteX2" fmla="*/ 7567 w 87837"/>
                      <a:gd name="connsiteY2" fmla="*/ 43478 h 52413"/>
                      <a:gd name="connsiteX3" fmla="*/ 7567 w 87837"/>
                      <a:gd name="connsiteY3" fmla="*/ 9715 h 52413"/>
                      <a:gd name="connsiteX4" fmla="*/ 0 w 87837"/>
                      <a:gd name="connsiteY4" fmla="*/ 8276 h 52413"/>
                      <a:gd name="connsiteX5" fmla="*/ 0 w 87837"/>
                      <a:gd name="connsiteY5" fmla="*/ 960 h 52413"/>
                      <a:gd name="connsiteX6" fmla="*/ 18645 w 87837"/>
                      <a:gd name="connsiteY6" fmla="*/ 960 h 52413"/>
                      <a:gd name="connsiteX7" fmla="*/ 19190 w 87837"/>
                      <a:gd name="connsiteY7" fmla="*/ 7676 h 52413"/>
                      <a:gd name="connsiteX8" fmla="*/ 25546 w 87837"/>
                      <a:gd name="connsiteY8" fmla="*/ 2039 h 52413"/>
                      <a:gd name="connsiteX9" fmla="*/ 34384 w 87837"/>
                      <a:gd name="connsiteY9" fmla="*/ 0 h 52413"/>
                      <a:gd name="connsiteX10" fmla="*/ 43041 w 87837"/>
                      <a:gd name="connsiteY10" fmla="*/ 2219 h 52413"/>
                      <a:gd name="connsiteX11" fmla="*/ 48489 w 87837"/>
                      <a:gd name="connsiteY11" fmla="*/ 8996 h 52413"/>
                      <a:gd name="connsiteX12" fmla="*/ 54785 w 87837"/>
                      <a:gd name="connsiteY12" fmla="*/ 2399 h 52413"/>
                      <a:gd name="connsiteX13" fmla="*/ 63926 w 87837"/>
                      <a:gd name="connsiteY13" fmla="*/ 0 h 52413"/>
                      <a:gd name="connsiteX14" fmla="*/ 76154 w 87837"/>
                      <a:gd name="connsiteY14" fmla="*/ 5277 h 52413"/>
                      <a:gd name="connsiteX15" fmla="*/ 80634 w 87837"/>
                      <a:gd name="connsiteY15" fmla="*/ 21169 h 52413"/>
                      <a:gd name="connsiteX16" fmla="*/ 80634 w 87837"/>
                      <a:gd name="connsiteY16" fmla="*/ 43478 h 52413"/>
                      <a:gd name="connsiteX17" fmla="*/ 87837 w 87837"/>
                      <a:gd name="connsiteY17" fmla="*/ 44918 h 52413"/>
                      <a:gd name="connsiteX18" fmla="*/ 87837 w 87837"/>
                      <a:gd name="connsiteY18" fmla="*/ 52234 h 52413"/>
                      <a:gd name="connsiteX19" fmla="*/ 61807 w 87837"/>
                      <a:gd name="connsiteY19" fmla="*/ 52234 h 52413"/>
                      <a:gd name="connsiteX20" fmla="*/ 61807 w 87837"/>
                      <a:gd name="connsiteY20" fmla="*/ 44918 h 52413"/>
                      <a:gd name="connsiteX21" fmla="*/ 68587 w 87837"/>
                      <a:gd name="connsiteY21" fmla="*/ 43478 h 52413"/>
                      <a:gd name="connsiteX22" fmla="*/ 68587 w 87837"/>
                      <a:gd name="connsiteY22" fmla="*/ 21169 h 52413"/>
                      <a:gd name="connsiteX23" fmla="*/ 66408 w 87837"/>
                      <a:gd name="connsiteY23" fmla="*/ 12114 h 52413"/>
                      <a:gd name="connsiteX24" fmla="*/ 59931 w 87837"/>
                      <a:gd name="connsiteY24" fmla="*/ 9535 h 52413"/>
                      <a:gd name="connsiteX25" fmla="*/ 53393 w 87837"/>
                      <a:gd name="connsiteY25" fmla="*/ 12054 h 52413"/>
                      <a:gd name="connsiteX26" fmla="*/ 50063 w 87837"/>
                      <a:gd name="connsiteY26" fmla="*/ 18471 h 52413"/>
                      <a:gd name="connsiteX27" fmla="*/ 50063 w 87837"/>
                      <a:gd name="connsiteY27" fmla="*/ 43598 h 52413"/>
                      <a:gd name="connsiteX28" fmla="*/ 56601 w 87837"/>
                      <a:gd name="connsiteY28" fmla="*/ 45038 h 52413"/>
                      <a:gd name="connsiteX29" fmla="*/ 56601 w 87837"/>
                      <a:gd name="connsiteY29" fmla="*/ 52354 h 52413"/>
                      <a:gd name="connsiteX30" fmla="*/ 31539 w 87837"/>
                      <a:gd name="connsiteY30" fmla="*/ 52354 h 52413"/>
                      <a:gd name="connsiteX31" fmla="*/ 31539 w 87837"/>
                      <a:gd name="connsiteY31" fmla="*/ 45038 h 52413"/>
                      <a:gd name="connsiteX32" fmla="*/ 38077 w 87837"/>
                      <a:gd name="connsiteY32" fmla="*/ 43598 h 52413"/>
                      <a:gd name="connsiteX33" fmla="*/ 38077 w 87837"/>
                      <a:gd name="connsiteY33" fmla="*/ 21289 h 52413"/>
                      <a:gd name="connsiteX34" fmla="*/ 35837 w 87837"/>
                      <a:gd name="connsiteY34" fmla="*/ 12294 h 52413"/>
                      <a:gd name="connsiteX35" fmla="*/ 29360 w 87837"/>
                      <a:gd name="connsiteY35" fmla="*/ 9595 h 52413"/>
                      <a:gd name="connsiteX36" fmla="*/ 23427 w 87837"/>
                      <a:gd name="connsiteY36" fmla="*/ 11035 h 52413"/>
                      <a:gd name="connsiteX37" fmla="*/ 19553 w 87837"/>
                      <a:gd name="connsiteY37" fmla="*/ 15053 h 52413"/>
                      <a:gd name="connsiteX38" fmla="*/ 19553 w 87837"/>
                      <a:gd name="connsiteY38" fmla="*/ 43658 h 52413"/>
                      <a:gd name="connsiteX39" fmla="*/ 26273 w 87837"/>
                      <a:gd name="connsiteY39" fmla="*/ 45098 h 52413"/>
                      <a:gd name="connsiteX40" fmla="*/ 26273 w 87837"/>
                      <a:gd name="connsiteY40" fmla="*/ 52414 h 52413"/>
                      <a:gd name="connsiteX41" fmla="*/ 363 w 87837"/>
                      <a:gd name="connsiteY41" fmla="*/ 52414 h 524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7837" h="52413">
                        <a:moveTo>
                          <a:pt x="363" y="52234"/>
                        </a:moveTo>
                        <a:lnTo>
                          <a:pt x="363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190" y="7676"/>
                        </a:lnTo>
                        <a:cubicBezTo>
                          <a:pt x="20885" y="5277"/>
                          <a:pt x="23004" y="3358"/>
                          <a:pt x="25546" y="2039"/>
                        </a:cubicBezTo>
                        <a:cubicBezTo>
                          <a:pt x="28089" y="720"/>
                          <a:pt x="30994" y="0"/>
                          <a:pt x="34384" y="0"/>
                        </a:cubicBezTo>
                        <a:cubicBezTo>
                          <a:pt x="37774" y="0"/>
                          <a:pt x="40620" y="720"/>
                          <a:pt x="43041" y="2219"/>
                        </a:cubicBezTo>
                        <a:cubicBezTo>
                          <a:pt x="45462" y="3718"/>
                          <a:pt x="47278" y="5997"/>
                          <a:pt x="48489" y="8996"/>
                        </a:cubicBezTo>
                        <a:cubicBezTo>
                          <a:pt x="50063" y="6177"/>
                          <a:pt x="52182" y="3958"/>
                          <a:pt x="54785" y="2399"/>
                        </a:cubicBezTo>
                        <a:cubicBezTo>
                          <a:pt x="57388" y="780"/>
                          <a:pt x="60415" y="0"/>
                          <a:pt x="63926" y="0"/>
                        </a:cubicBezTo>
                        <a:cubicBezTo>
                          <a:pt x="69132" y="0"/>
                          <a:pt x="73188" y="1739"/>
                          <a:pt x="76154" y="5277"/>
                        </a:cubicBezTo>
                        <a:cubicBezTo>
                          <a:pt x="79120" y="8756"/>
                          <a:pt x="80634" y="14093"/>
                          <a:pt x="80634" y="21169"/>
                        </a:cubicBezTo>
                        <a:lnTo>
                          <a:pt x="80634" y="43478"/>
                        </a:lnTo>
                        <a:lnTo>
                          <a:pt x="87837" y="44918"/>
                        </a:lnTo>
                        <a:lnTo>
                          <a:pt x="87837" y="52234"/>
                        </a:lnTo>
                        <a:lnTo>
                          <a:pt x="61807" y="52234"/>
                        </a:lnTo>
                        <a:lnTo>
                          <a:pt x="61807" y="44918"/>
                        </a:lnTo>
                        <a:lnTo>
                          <a:pt x="68587" y="43478"/>
                        </a:lnTo>
                        <a:lnTo>
                          <a:pt x="68587" y="21169"/>
                        </a:lnTo>
                        <a:cubicBezTo>
                          <a:pt x="68587" y="16852"/>
                          <a:pt x="67861" y="13793"/>
                          <a:pt x="66408" y="12114"/>
                        </a:cubicBezTo>
                        <a:cubicBezTo>
                          <a:pt x="64955" y="10375"/>
                          <a:pt x="62776" y="9535"/>
                          <a:pt x="59931" y="9535"/>
                        </a:cubicBezTo>
                        <a:cubicBezTo>
                          <a:pt x="57267" y="9535"/>
                          <a:pt x="55088" y="10375"/>
                          <a:pt x="53393" y="12054"/>
                        </a:cubicBezTo>
                        <a:cubicBezTo>
                          <a:pt x="51698" y="13733"/>
                          <a:pt x="50608" y="15832"/>
                          <a:pt x="50063" y="18471"/>
                        </a:cubicBezTo>
                        <a:lnTo>
                          <a:pt x="50063" y="43598"/>
                        </a:lnTo>
                        <a:lnTo>
                          <a:pt x="56601" y="45038"/>
                        </a:lnTo>
                        <a:lnTo>
                          <a:pt x="56601" y="52354"/>
                        </a:lnTo>
                        <a:lnTo>
                          <a:pt x="31539" y="52354"/>
                        </a:lnTo>
                        <a:lnTo>
                          <a:pt x="31539" y="45038"/>
                        </a:lnTo>
                        <a:lnTo>
                          <a:pt x="38077" y="43598"/>
                        </a:lnTo>
                        <a:lnTo>
                          <a:pt x="38077" y="21289"/>
                        </a:lnTo>
                        <a:cubicBezTo>
                          <a:pt x="38077" y="17151"/>
                          <a:pt x="37351" y="14153"/>
                          <a:pt x="35837" y="12294"/>
                        </a:cubicBezTo>
                        <a:cubicBezTo>
                          <a:pt x="34324" y="10495"/>
                          <a:pt x="32205" y="9595"/>
                          <a:pt x="29360" y="9595"/>
                        </a:cubicBezTo>
                        <a:cubicBezTo>
                          <a:pt x="26999" y="9595"/>
                          <a:pt x="25001" y="10075"/>
                          <a:pt x="23427" y="11035"/>
                        </a:cubicBezTo>
                        <a:cubicBezTo>
                          <a:pt x="21793" y="11994"/>
                          <a:pt x="20522" y="13313"/>
                          <a:pt x="19553" y="15053"/>
                        </a:cubicBezTo>
                        <a:lnTo>
                          <a:pt x="19553" y="43658"/>
                        </a:lnTo>
                        <a:lnTo>
                          <a:pt x="26273" y="45098"/>
                        </a:lnTo>
                        <a:lnTo>
                          <a:pt x="26273" y="52414"/>
                        </a:lnTo>
                        <a:lnTo>
                          <a:pt x="363" y="5241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9" name="Freeform 160">
                    <a:extLst>
                      <a:ext uri="{FF2B5EF4-FFF2-40B4-BE49-F238E27FC236}">
                        <a16:creationId xmlns:a16="http://schemas.microsoft.com/office/drawing/2014/main" id="{1AD46DDD-9049-6119-28BB-2EDCDDBD094B}"/>
                      </a:ext>
                    </a:extLst>
                  </p:cNvPr>
                  <p:cNvSpPr/>
                  <p:nvPr/>
                </p:nvSpPr>
                <p:spPr>
                  <a:xfrm>
                    <a:off x="2755619" y="337137"/>
                    <a:ext cx="57448" cy="71844"/>
                  </a:xfrm>
                  <a:custGeom>
                    <a:avLst/>
                    <a:gdLst>
                      <a:gd name="connsiteX0" fmla="*/ 15134 w 57448"/>
                      <a:gd name="connsiteY0" fmla="*/ 71844 h 71844"/>
                      <a:gd name="connsiteX1" fmla="*/ 11744 w 57448"/>
                      <a:gd name="connsiteY1" fmla="*/ 71544 h 71844"/>
                      <a:gd name="connsiteX2" fmla="*/ 8354 w 57448"/>
                      <a:gd name="connsiteY2" fmla="*/ 70825 h 71844"/>
                      <a:gd name="connsiteX3" fmla="*/ 9686 w 57448"/>
                      <a:gd name="connsiteY3" fmla="*/ 61889 h 71844"/>
                      <a:gd name="connsiteX4" fmla="*/ 11744 w 57448"/>
                      <a:gd name="connsiteY4" fmla="*/ 62129 h 71844"/>
                      <a:gd name="connsiteX5" fmla="*/ 13681 w 57448"/>
                      <a:gd name="connsiteY5" fmla="*/ 62249 h 71844"/>
                      <a:gd name="connsiteX6" fmla="*/ 18766 w 57448"/>
                      <a:gd name="connsiteY6" fmla="*/ 60390 h 71844"/>
                      <a:gd name="connsiteX7" fmla="*/ 22096 w 57448"/>
                      <a:gd name="connsiteY7" fmla="*/ 55233 h 71844"/>
                      <a:gd name="connsiteX8" fmla="*/ 23670 w 57448"/>
                      <a:gd name="connsiteY8" fmla="*/ 51095 h 71844"/>
                      <a:gd name="connsiteX9" fmla="*/ 5993 w 57448"/>
                      <a:gd name="connsiteY9" fmla="*/ 8156 h 71844"/>
                      <a:gd name="connsiteX10" fmla="*/ 0 w 57448"/>
                      <a:gd name="connsiteY10" fmla="*/ 7316 h 71844"/>
                      <a:gd name="connsiteX11" fmla="*/ 0 w 57448"/>
                      <a:gd name="connsiteY11" fmla="*/ 0 h 71844"/>
                      <a:gd name="connsiteX12" fmla="*/ 25001 w 57448"/>
                      <a:gd name="connsiteY12" fmla="*/ 0 h 71844"/>
                      <a:gd name="connsiteX13" fmla="*/ 25001 w 57448"/>
                      <a:gd name="connsiteY13" fmla="*/ 7316 h 71844"/>
                      <a:gd name="connsiteX14" fmla="*/ 18645 w 57448"/>
                      <a:gd name="connsiteY14" fmla="*/ 8276 h 71844"/>
                      <a:gd name="connsiteX15" fmla="*/ 27604 w 57448"/>
                      <a:gd name="connsiteY15" fmla="*/ 32144 h 71844"/>
                      <a:gd name="connsiteX16" fmla="*/ 29178 w 57448"/>
                      <a:gd name="connsiteY16" fmla="*/ 36582 h 71844"/>
                      <a:gd name="connsiteX17" fmla="*/ 29481 w 57448"/>
                      <a:gd name="connsiteY17" fmla="*/ 36582 h 71844"/>
                      <a:gd name="connsiteX18" fmla="*/ 40075 w 57448"/>
                      <a:gd name="connsiteY18" fmla="*/ 8216 h 71844"/>
                      <a:gd name="connsiteX19" fmla="*/ 33718 w 57448"/>
                      <a:gd name="connsiteY19" fmla="*/ 7316 h 71844"/>
                      <a:gd name="connsiteX20" fmla="*/ 33718 w 57448"/>
                      <a:gd name="connsiteY20" fmla="*/ 0 h 71844"/>
                      <a:gd name="connsiteX21" fmla="*/ 57448 w 57448"/>
                      <a:gd name="connsiteY21" fmla="*/ 0 h 71844"/>
                      <a:gd name="connsiteX22" fmla="*/ 57448 w 57448"/>
                      <a:gd name="connsiteY22" fmla="*/ 7316 h 71844"/>
                      <a:gd name="connsiteX23" fmla="*/ 51879 w 57448"/>
                      <a:gd name="connsiteY23" fmla="*/ 8096 h 71844"/>
                      <a:gd name="connsiteX24" fmla="*/ 31842 w 57448"/>
                      <a:gd name="connsiteY24" fmla="*/ 58891 h 71844"/>
                      <a:gd name="connsiteX25" fmla="*/ 28270 w 57448"/>
                      <a:gd name="connsiteY25" fmla="*/ 65427 h 71844"/>
                      <a:gd name="connsiteX26" fmla="*/ 22943 w 57448"/>
                      <a:gd name="connsiteY26" fmla="*/ 70105 h 71844"/>
                      <a:gd name="connsiteX27" fmla="*/ 15073 w 57448"/>
                      <a:gd name="connsiteY27" fmla="*/ 71844 h 718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57448" h="71844">
                        <a:moveTo>
                          <a:pt x="15134" y="71844"/>
                        </a:moveTo>
                        <a:cubicBezTo>
                          <a:pt x="14165" y="71844"/>
                          <a:pt x="13015" y="71724"/>
                          <a:pt x="11744" y="71544"/>
                        </a:cubicBezTo>
                        <a:cubicBezTo>
                          <a:pt x="10473" y="71365"/>
                          <a:pt x="9323" y="71125"/>
                          <a:pt x="8354" y="70825"/>
                        </a:cubicBezTo>
                        <a:lnTo>
                          <a:pt x="9686" y="61889"/>
                        </a:lnTo>
                        <a:cubicBezTo>
                          <a:pt x="10231" y="62009"/>
                          <a:pt x="10957" y="62069"/>
                          <a:pt x="11744" y="62129"/>
                        </a:cubicBezTo>
                        <a:cubicBezTo>
                          <a:pt x="12531" y="62189"/>
                          <a:pt x="13197" y="62249"/>
                          <a:pt x="13681" y="62249"/>
                        </a:cubicBezTo>
                        <a:cubicBezTo>
                          <a:pt x="15679" y="62249"/>
                          <a:pt x="17374" y="61649"/>
                          <a:pt x="18766" y="60390"/>
                        </a:cubicBezTo>
                        <a:cubicBezTo>
                          <a:pt x="20158" y="59131"/>
                          <a:pt x="21248" y="57391"/>
                          <a:pt x="22096" y="55233"/>
                        </a:cubicBezTo>
                        <a:lnTo>
                          <a:pt x="23670" y="51095"/>
                        </a:lnTo>
                        <a:lnTo>
                          <a:pt x="5993" y="81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25001" y="0"/>
                        </a:lnTo>
                        <a:lnTo>
                          <a:pt x="25001" y="7316"/>
                        </a:lnTo>
                        <a:lnTo>
                          <a:pt x="18645" y="8276"/>
                        </a:lnTo>
                        <a:lnTo>
                          <a:pt x="27604" y="32144"/>
                        </a:lnTo>
                        <a:lnTo>
                          <a:pt x="29178" y="36582"/>
                        </a:lnTo>
                        <a:lnTo>
                          <a:pt x="29481" y="36582"/>
                        </a:lnTo>
                        <a:lnTo>
                          <a:pt x="40075" y="8216"/>
                        </a:lnTo>
                        <a:lnTo>
                          <a:pt x="33718" y="7316"/>
                        </a:lnTo>
                        <a:lnTo>
                          <a:pt x="33718" y="0"/>
                        </a:lnTo>
                        <a:lnTo>
                          <a:pt x="57448" y="0"/>
                        </a:lnTo>
                        <a:lnTo>
                          <a:pt x="57448" y="7316"/>
                        </a:lnTo>
                        <a:lnTo>
                          <a:pt x="51879" y="8096"/>
                        </a:lnTo>
                        <a:lnTo>
                          <a:pt x="31842" y="58891"/>
                        </a:lnTo>
                        <a:cubicBezTo>
                          <a:pt x="30873" y="61290"/>
                          <a:pt x="29723" y="63448"/>
                          <a:pt x="28270" y="65427"/>
                        </a:cubicBezTo>
                        <a:cubicBezTo>
                          <a:pt x="26878" y="67407"/>
                          <a:pt x="25062" y="68966"/>
                          <a:pt x="22943" y="70105"/>
                        </a:cubicBezTo>
                        <a:cubicBezTo>
                          <a:pt x="20764" y="71245"/>
                          <a:pt x="18161" y="71844"/>
                          <a:pt x="15073" y="7184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0" name="Freeform 161">
                    <a:extLst>
                      <a:ext uri="{FF2B5EF4-FFF2-40B4-BE49-F238E27FC236}">
                        <a16:creationId xmlns:a16="http://schemas.microsoft.com/office/drawing/2014/main" id="{1ED952D6-40E6-E8B9-2429-3CA12F5158CB}"/>
                      </a:ext>
                    </a:extLst>
                  </p:cNvPr>
                  <p:cNvSpPr/>
                  <p:nvPr/>
                </p:nvSpPr>
                <p:spPr>
                  <a:xfrm>
                    <a:off x="2841035" y="313448"/>
                    <a:ext cx="34021" cy="74842"/>
                  </a:xfrm>
                  <a:custGeom>
                    <a:avLst/>
                    <a:gdLst>
                      <a:gd name="connsiteX0" fmla="*/ 666 w 34021"/>
                      <a:gd name="connsiteY0" fmla="*/ 74843 h 74842"/>
                      <a:gd name="connsiteX1" fmla="*/ 666 w 34021"/>
                      <a:gd name="connsiteY1" fmla="*/ 67526 h 74842"/>
                      <a:gd name="connsiteX2" fmla="*/ 7870 w 34021"/>
                      <a:gd name="connsiteY2" fmla="*/ 66087 h 74842"/>
                      <a:gd name="connsiteX3" fmla="*/ 7870 w 34021"/>
                      <a:gd name="connsiteY3" fmla="*/ 32144 h 74842"/>
                      <a:gd name="connsiteX4" fmla="*/ 0 w 34021"/>
                      <a:gd name="connsiteY4" fmla="*/ 32144 h 74842"/>
                      <a:gd name="connsiteX5" fmla="*/ 0 w 34021"/>
                      <a:gd name="connsiteY5" fmla="*/ 23628 h 74842"/>
                      <a:gd name="connsiteX6" fmla="*/ 7870 w 34021"/>
                      <a:gd name="connsiteY6" fmla="*/ 23628 h 74842"/>
                      <a:gd name="connsiteX7" fmla="*/ 7870 w 34021"/>
                      <a:gd name="connsiteY7" fmla="*/ 17631 h 74842"/>
                      <a:gd name="connsiteX8" fmla="*/ 12591 w 34021"/>
                      <a:gd name="connsiteY8" fmla="*/ 4618 h 74842"/>
                      <a:gd name="connsiteX9" fmla="*/ 25728 w 34021"/>
                      <a:gd name="connsiteY9" fmla="*/ 0 h 74842"/>
                      <a:gd name="connsiteX10" fmla="*/ 29904 w 34021"/>
                      <a:gd name="connsiteY10" fmla="*/ 300 h 74842"/>
                      <a:gd name="connsiteX11" fmla="*/ 34021 w 34021"/>
                      <a:gd name="connsiteY11" fmla="*/ 1079 h 74842"/>
                      <a:gd name="connsiteX12" fmla="*/ 32810 w 34021"/>
                      <a:gd name="connsiteY12" fmla="*/ 10015 h 74842"/>
                      <a:gd name="connsiteX13" fmla="*/ 30328 w 34021"/>
                      <a:gd name="connsiteY13" fmla="*/ 9595 h 74842"/>
                      <a:gd name="connsiteX14" fmla="*/ 27423 w 34021"/>
                      <a:gd name="connsiteY14" fmla="*/ 9415 h 74842"/>
                      <a:gd name="connsiteX15" fmla="*/ 21732 w 34021"/>
                      <a:gd name="connsiteY15" fmla="*/ 11514 h 74842"/>
                      <a:gd name="connsiteX16" fmla="*/ 19856 w 34021"/>
                      <a:gd name="connsiteY16" fmla="*/ 17571 h 74842"/>
                      <a:gd name="connsiteX17" fmla="*/ 19856 w 34021"/>
                      <a:gd name="connsiteY17" fmla="*/ 23568 h 74842"/>
                      <a:gd name="connsiteX18" fmla="*/ 31418 w 34021"/>
                      <a:gd name="connsiteY18" fmla="*/ 23568 h 74842"/>
                      <a:gd name="connsiteX19" fmla="*/ 31418 w 34021"/>
                      <a:gd name="connsiteY19" fmla="*/ 32084 h 74842"/>
                      <a:gd name="connsiteX20" fmla="*/ 19856 w 34021"/>
                      <a:gd name="connsiteY20" fmla="*/ 32084 h 74842"/>
                      <a:gd name="connsiteX21" fmla="*/ 19856 w 34021"/>
                      <a:gd name="connsiteY21" fmla="*/ 66027 h 74842"/>
                      <a:gd name="connsiteX22" fmla="*/ 28875 w 34021"/>
                      <a:gd name="connsiteY22" fmla="*/ 67466 h 74842"/>
                      <a:gd name="connsiteX23" fmla="*/ 28875 w 34021"/>
                      <a:gd name="connsiteY23" fmla="*/ 74783 h 74842"/>
                      <a:gd name="connsiteX24" fmla="*/ 666 w 34021"/>
                      <a:gd name="connsiteY24" fmla="*/ 74783 h 748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34021" h="74842">
                        <a:moveTo>
                          <a:pt x="666" y="74843"/>
                        </a:moveTo>
                        <a:lnTo>
                          <a:pt x="666" y="67526"/>
                        </a:lnTo>
                        <a:lnTo>
                          <a:pt x="7870" y="66087"/>
                        </a:lnTo>
                        <a:lnTo>
                          <a:pt x="7870" y="32144"/>
                        </a:lnTo>
                        <a:lnTo>
                          <a:pt x="0" y="32144"/>
                        </a:lnTo>
                        <a:lnTo>
                          <a:pt x="0" y="23628"/>
                        </a:lnTo>
                        <a:lnTo>
                          <a:pt x="7870" y="23628"/>
                        </a:lnTo>
                        <a:lnTo>
                          <a:pt x="7870" y="17631"/>
                        </a:lnTo>
                        <a:cubicBezTo>
                          <a:pt x="7870" y="11994"/>
                          <a:pt x="9444" y="7676"/>
                          <a:pt x="12591" y="4618"/>
                        </a:cubicBezTo>
                        <a:cubicBezTo>
                          <a:pt x="15739" y="1559"/>
                          <a:pt x="20098" y="0"/>
                          <a:pt x="25728" y="0"/>
                        </a:cubicBezTo>
                        <a:cubicBezTo>
                          <a:pt x="27059" y="0"/>
                          <a:pt x="28452" y="120"/>
                          <a:pt x="29904" y="300"/>
                        </a:cubicBezTo>
                        <a:cubicBezTo>
                          <a:pt x="31418" y="480"/>
                          <a:pt x="32750" y="780"/>
                          <a:pt x="34021" y="1079"/>
                        </a:cubicBezTo>
                        <a:lnTo>
                          <a:pt x="32810" y="10015"/>
                        </a:lnTo>
                        <a:cubicBezTo>
                          <a:pt x="32144" y="9835"/>
                          <a:pt x="31297" y="9715"/>
                          <a:pt x="30328" y="9595"/>
                        </a:cubicBezTo>
                        <a:cubicBezTo>
                          <a:pt x="29360" y="9475"/>
                          <a:pt x="28391" y="9415"/>
                          <a:pt x="27423" y="9415"/>
                        </a:cubicBezTo>
                        <a:cubicBezTo>
                          <a:pt x="24880" y="9415"/>
                          <a:pt x="22943" y="10135"/>
                          <a:pt x="21732" y="11514"/>
                        </a:cubicBezTo>
                        <a:cubicBezTo>
                          <a:pt x="20461" y="12894"/>
                          <a:pt x="19856" y="14933"/>
                          <a:pt x="19856" y="17571"/>
                        </a:cubicBezTo>
                        <a:lnTo>
                          <a:pt x="19856" y="23568"/>
                        </a:lnTo>
                        <a:lnTo>
                          <a:pt x="31418" y="23568"/>
                        </a:lnTo>
                        <a:lnTo>
                          <a:pt x="31418" y="32084"/>
                        </a:lnTo>
                        <a:lnTo>
                          <a:pt x="19856" y="32084"/>
                        </a:lnTo>
                        <a:lnTo>
                          <a:pt x="19856" y="66027"/>
                        </a:lnTo>
                        <a:lnTo>
                          <a:pt x="28875" y="67466"/>
                        </a:lnTo>
                        <a:lnTo>
                          <a:pt x="28875" y="74783"/>
                        </a:lnTo>
                        <a:lnTo>
                          <a:pt x="666" y="747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1" name="Freeform 162">
                    <a:extLst>
                      <a:ext uri="{FF2B5EF4-FFF2-40B4-BE49-F238E27FC236}">
                        <a16:creationId xmlns:a16="http://schemas.microsoft.com/office/drawing/2014/main" id="{9D77233F-C024-D888-B433-133DE44C862F}"/>
                      </a:ext>
                    </a:extLst>
                  </p:cNvPr>
                  <p:cNvSpPr/>
                  <p:nvPr/>
                </p:nvSpPr>
                <p:spPr>
                  <a:xfrm>
                    <a:off x="2878082" y="336117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3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6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6" y="563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2" y="1139"/>
                          <a:pt x="36563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2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6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2" name="Freeform 163">
                    <a:extLst>
                      <a:ext uri="{FF2B5EF4-FFF2-40B4-BE49-F238E27FC236}">
                        <a16:creationId xmlns:a16="http://schemas.microsoft.com/office/drawing/2014/main" id="{D8F4FF4F-A575-55FB-8939-90C9EFC08E67}"/>
                      </a:ext>
                    </a:extLst>
                  </p:cNvPr>
                  <p:cNvSpPr/>
                  <p:nvPr/>
                </p:nvSpPr>
                <p:spPr>
                  <a:xfrm>
                    <a:off x="2932504" y="336057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2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2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9" name="Graphic 6">
                  <a:extLst>
                    <a:ext uri="{FF2B5EF4-FFF2-40B4-BE49-F238E27FC236}">
                      <a16:creationId xmlns:a16="http://schemas.microsoft.com/office/drawing/2014/main" id="{55E00652-899C-E467-8CC8-5E4FC4C91844}"/>
                    </a:ext>
                  </a:extLst>
                </p:cNvPr>
                <p:cNvGrpSpPr/>
                <p:nvPr/>
              </p:nvGrpSpPr>
              <p:grpSpPr>
                <a:xfrm>
                  <a:off x="2094326" y="420855"/>
                  <a:ext cx="973657" cy="93673"/>
                  <a:chOff x="2094326" y="420855"/>
                  <a:chExt cx="973657" cy="93673"/>
                </a:xfrm>
                <a:solidFill>
                  <a:srgbClr val="585860"/>
                </a:solidFill>
              </p:grpSpPr>
              <p:sp>
                <p:nvSpPr>
                  <p:cNvPr id="20" name="Freeform 131">
                    <a:extLst>
                      <a:ext uri="{FF2B5EF4-FFF2-40B4-BE49-F238E27FC236}">
                        <a16:creationId xmlns:a16="http://schemas.microsoft.com/office/drawing/2014/main" id="{8105B80E-5CC8-0342-3529-E8E659266D74}"/>
                      </a:ext>
                    </a:extLst>
                  </p:cNvPr>
                  <p:cNvSpPr/>
                  <p:nvPr/>
                </p:nvSpPr>
                <p:spPr>
                  <a:xfrm>
                    <a:off x="2094326" y="424813"/>
                    <a:ext cx="54905" cy="70884"/>
                  </a:xfrm>
                  <a:custGeom>
                    <a:avLst/>
                    <a:gdLst>
                      <a:gd name="connsiteX0" fmla="*/ 32568 w 54905"/>
                      <a:gd name="connsiteY0" fmla="*/ 70885 h 70884"/>
                      <a:gd name="connsiteX1" fmla="*/ 15013 w 54905"/>
                      <a:gd name="connsiteY1" fmla="*/ 66567 h 70884"/>
                      <a:gd name="connsiteX2" fmla="*/ 3874 w 54905"/>
                      <a:gd name="connsiteY2" fmla="*/ 54453 h 70884"/>
                      <a:gd name="connsiteX3" fmla="*/ 0 w 54905"/>
                      <a:gd name="connsiteY3" fmla="*/ 36342 h 70884"/>
                      <a:gd name="connsiteX4" fmla="*/ 0 w 54905"/>
                      <a:gd name="connsiteY4" fmla="*/ 34603 h 70884"/>
                      <a:gd name="connsiteX5" fmla="*/ 3814 w 54905"/>
                      <a:gd name="connsiteY5" fmla="*/ 16732 h 70884"/>
                      <a:gd name="connsiteX6" fmla="*/ 14771 w 54905"/>
                      <a:gd name="connsiteY6" fmla="*/ 4498 h 70884"/>
                      <a:gd name="connsiteX7" fmla="*/ 31781 w 54905"/>
                      <a:gd name="connsiteY7" fmla="*/ 0 h 70884"/>
                      <a:gd name="connsiteX8" fmla="*/ 44615 w 54905"/>
                      <a:gd name="connsiteY8" fmla="*/ 2039 h 70884"/>
                      <a:gd name="connsiteX9" fmla="*/ 54906 w 54905"/>
                      <a:gd name="connsiteY9" fmla="*/ 7736 h 70884"/>
                      <a:gd name="connsiteX10" fmla="*/ 54906 w 54905"/>
                      <a:gd name="connsiteY10" fmla="*/ 23628 h 70884"/>
                      <a:gd name="connsiteX11" fmla="*/ 45765 w 54905"/>
                      <a:gd name="connsiteY11" fmla="*/ 23628 h 70884"/>
                      <a:gd name="connsiteX12" fmla="*/ 44494 w 54905"/>
                      <a:gd name="connsiteY12" fmla="*/ 12954 h 70884"/>
                      <a:gd name="connsiteX13" fmla="*/ 40983 w 54905"/>
                      <a:gd name="connsiteY13" fmla="*/ 11035 h 70884"/>
                      <a:gd name="connsiteX14" fmla="*/ 36806 w 54905"/>
                      <a:gd name="connsiteY14" fmla="*/ 9775 h 70884"/>
                      <a:gd name="connsiteX15" fmla="*/ 31842 w 54905"/>
                      <a:gd name="connsiteY15" fmla="*/ 9355 h 70884"/>
                      <a:gd name="connsiteX16" fmla="*/ 21127 w 54905"/>
                      <a:gd name="connsiteY16" fmla="*/ 12474 h 70884"/>
                      <a:gd name="connsiteX17" fmla="*/ 14347 w 54905"/>
                      <a:gd name="connsiteY17" fmla="*/ 21229 h 70884"/>
                      <a:gd name="connsiteX18" fmla="*/ 11986 w 54905"/>
                      <a:gd name="connsiteY18" fmla="*/ 34423 h 70884"/>
                      <a:gd name="connsiteX19" fmla="*/ 11986 w 54905"/>
                      <a:gd name="connsiteY19" fmla="*/ 36282 h 70884"/>
                      <a:gd name="connsiteX20" fmla="*/ 14468 w 54905"/>
                      <a:gd name="connsiteY20" fmla="*/ 49775 h 70884"/>
                      <a:gd name="connsiteX21" fmla="*/ 21611 w 54905"/>
                      <a:gd name="connsiteY21" fmla="*/ 58471 h 70884"/>
                      <a:gd name="connsiteX22" fmla="*/ 32750 w 54905"/>
                      <a:gd name="connsiteY22" fmla="*/ 61469 h 70884"/>
                      <a:gd name="connsiteX23" fmla="*/ 38985 w 54905"/>
                      <a:gd name="connsiteY23" fmla="*/ 60750 h 70884"/>
                      <a:gd name="connsiteX24" fmla="*/ 44433 w 54905"/>
                      <a:gd name="connsiteY24" fmla="*/ 58831 h 70884"/>
                      <a:gd name="connsiteX25" fmla="*/ 45704 w 54905"/>
                      <a:gd name="connsiteY25" fmla="*/ 49176 h 70884"/>
                      <a:gd name="connsiteX26" fmla="*/ 54785 w 54905"/>
                      <a:gd name="connsiteY26" fmla="*/ 49176 h 70884"/>
                      <a:gd name="connsiteX27" fmla="*/ 54785 w 54905"/>
                      <a:gd name="connsiteY27" fmla="*/ 65008 h 70884"/>
                      <a:gd name="connsiteX28" fmla="*/ 44978 w 54905"/>
                      <a:gd name="connsiteY28" fmla="*/ 69206 h 70884"/>
                      <a:gd name="connsiteX29" fmla="*/ 32508 w 54905"/>
                      <a:gd name="connsiteY29" fmla="*/ 70825 h 708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54905" h="70884">
                        <a:moveTo>
                          <a:pt x="32568" y="70885"/>
                        </a:moveTo>
                        <a:cubicBezTo>
                          <a:pt x="25728" y="70885"/>
                          <a:pt x="19856" y="69445"/>
                          <a:pt x="15013" y="66567"/>
                        </a:cubicBezTo>
                        <a:cubicBezTo>
                          <a:pt x="10170" y="63688"/>
                          <a:pt x="6417" y="59670"/>
                          <a:pt x="3874" y="54453"/>
                        </a:cubicBezTo>
                        <a:cubicBezTo>
                          <a:pt x="1332" y="49236"/>
                          <a:pt x="0" y="43239"/>
                          <a:pt x="0" y="36342"/>
                        </a:cubicBezTo>
                        <a:lnTo>
                          <a:pt x="0" y="34603"/>
                        </a:lnTo>
                        <a:cubicBezTo>
                          <a:pt x="0" y="27886"/>
                          <a:pt x="1271" y="21949"/>
                          <a:pt x="3814" y="16732"/>
                        </a:cubicBezTo>
                        <a:cubicBezTo>
                          <a:pt x="6356" y="11514"/>
                          <a:pt x="9988" y="7436"/>
                          <a:pt x="14771" y="4498"/>
                        </a:cubicBezTo>
                        <a:cubicBezTo>
                          <a:pt x="19493" y="1499"/>
                          <a:pt x="25183" y="0"/>
                          <a:pt x="31781" y="0"/>
                        </a:cubicBezTo>
                        <a:cubicBezTo>
                          <a:pt x="36382" y="0"/>
                          <a:pt x="40680" y="660"/>
                          <a:pt x="44615" y="2039"/>
                        </a:cubicBezTo>
                        <a:cubicBezTo>
                          <a:pt x="48550" y="3418"/>
                          <a:pt x="52000" y="5277"/>
                          <a:pt x="54906" y="7736"/>
                        </a:cubicBezTo>
                        <a:lnTo>
                          <a:pt x="54906" y="23628"/>
                        </a:lnTo>
                        <a:lnTo>
                          <a:pt x="45765" y="23628"/>
                        </a:lnTo>
                        <a:lnTo>
                          <a:pt x="44494" y="12954"/>
                        </a:lnTo>
                        <a:cubicBezTo>
                          <a:pt x="43465" y="12174"/>
                          <a:pt x="42254" y="11574"/>
                          <a:pt x="40983" y="11035"/>
                        </a:cubicBezTo>
                        <a:cubicBezTo>
                          <a:pt x="39711" y="10495"/>
                          <a:pt x="38319" y="10075"/>
                          <a:pt x="36806" y="9775"/>
                        </a:cubicBezTo>
                        <a:cubicBezTo>
                          <a:pt x="35292" y="9475"/>
                          <a:pt x="33658" y="9355"/>
                          <a:pt x="31842" y="9355"/>
                        </a:cubicBezTo>
                        <a:cubicBezTo>
                          <a:pt x="27665" y="9355"/>
                          <a:pt x="24093" y="10375"/>
                          <a:pt x="21127" y="12474"/>
                        </a:cubicBezTo>
                        <a:cubicBezTo>
                          <a:pt x="18161" y="14573"/>
                          <a:pt x="15860" y="17451"/>
                          <a:pt x="14347" y="21229"/>
                        </a:cubicBezTo>
                        <a:cubicBezTo>
                          <a:pt x="12773" y="25008"/>
                          <a:pt x="11986" y="29385"/>
                          <a:pt x="11986" y="34423"/>
                        </a:cubicBezTo>
                        <a:lnTo>
                          <a:pt x="11986" y="36282"/>
                        </a:lnTo>
                        <a:cubicBezTo>
                          <a:pt x="11986" y="41499"/>
                          <a:pt x="12834" y="45997"/>
                          <a:pt x="14468" y="49775"/>
                        </a:cubicBezTo>
                        <a:cubicBezTo>
                          <a:pt x="16103" y="53553"/>
                          <a:pt x="18524" y="56432"/>
                          <a:pt x="21611" y="58471"/>
                        </a:cubicBezTo>
                        <a:cubicBezTo>
                          <a:pt x="24699" y="60510"/>
                          <a:pt x="28452" y="61469"/>
                          <a:pt x="32750" y="61469"/>
                        </a:cubicBezTo>
                        <a:cubicBezTo>
                          <a:pt x="34868" y="61469"/>
                          <a:pt x="36927" y="61230"/>
                          <a:pt x="38985" y="60750"/>
                        </a:cubicBezTo>
                        <a:cubicBezTo>
                          <a:pt x="41043" y="60270"/>
                          <a:pt x="42859" y="59610"/>
                          <a:pt x="44433" y="58831"/>
                        </a:cubicBezTo>
                        <a:lnTo>
                          <a:pt x="45704" y="49176"/>
                        </a:lnTo>
                        <a:lnTo>
                          <a:pt x="54785" y="49176"/>
                        </a:lnTo>
                        <a:lnTo>
                          <a:pt x="54785" y="65008"/>
                        </a:lnTo>
                        <a:cubicBezTo>
                          <a:pt x="52121" y="66747"/>
                          <a:pt x="48852" y="68126"/>
                          <a:pt x="44978" y="69206"/>
                        </a:cubicBezTo>
                        <a:cubicBezTo>
                          <a:pt x="41104" y="70285"/>
                          <a:pt x="36927" y="70825"/>
                          <a:pt x="32508" y="70825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" name="Freeform 132">
                    <a:extLst>
                      <a:ext uri="{FF2B5EF4-FFF2-40B4-BE49-F238E27FC236}">
                        <a16:creationId xmlns:a16="http://schemas.microsoft.com/office/drawing/2014/main" id="{04986AB5-189F-DC3D-9C5B-41E587B54ACA}"/>
                      </a:ext>
                    </a:extLst>
                  </p:cNvPr>
                  <p:cNvSpPr/>
                  <p:nvPr/>
                </p:nvSpPr>
                <p:spPr>
                  <a:xfrm>
                    <a:off x="2157283" y="442564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4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6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6" y="557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2" y="1139"/>
                          <a:pt x="36564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2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7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2" name="Freeform 133">
                    <a:extLst>
                      <a:ext uri="{FF2B5EF4-FFF2-40B4-BE49-F238E27FC236}">
                        <a16:creationId xmlns:a16="http://schemas.microsoft.com/office/drawing/2014/main" id="{31D69E1F-2AB6-34A8-7BE5-1499CB165306}"/>
                      </a:ext>
                    </a:extLst>
                  </p:cNvPr>
                  <p:cNvSpPr/>
                  <p:nvPr/>
                </p:nvSpPr>
                <p:spPr>
                  <a:xfrm>
                    <a:off x="2211705" y="442504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2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2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" name="Freeform 134">
                    <a:extLst>
                      <a:ext uri="{FF2B5EF4-FFF2-40B4-BE49-F238E27FC236}">
                        <a16:creationId xmlns:a16="http://schemas.microsoft.com/office/drawing/2014/main" id="{48FB323B-4477-F974-8D89-4D5A1C83AFB8}"/>
                      </a:ext>
                    </a:extLst>
                  </p:cNvPr>
                  <p:cNvSpPr/>
                  <p:nvPr/>
                </p:nvSpPr>
                <p:spPr>
                  <a:xfrm>
                    <a:off x="2252082" y="442624"/>
                    <a:ext cx="53089" cy="71904"/>
                  </a:xfrm>
                  <a:custGeom>
                    <a:avLst/>
                    <a:gdLst>
                      <a:gd name="connsiteX0" fmla="*/ 605 w 53089"/>
                      <a:gd name="connsiteY0" fmla="*/ 71784 h 71904"/>
                      <a:gd name="connsiteX1" fmla="*/ 605 w 53089"/>
                      <a:gd name="connsiteY1" fmla="*/ 64468 h 71904"/>
                      <a:gd name="connsiteX2" fmla="*/ 7567 w 53089"/>
                      <a:gd name="connsiteY2" fmla="*/ 63029 h 71904"/>
                      <a:gd name="connsiteX3" fmla="*/ 7567 w 53089"/>
                      <a:gd name="connsiteY3" fmla="*/ 9655 h 71904"/>
                      <a:gd name="connsiteX4" fmla="*/ 0 w 53089"/>
                      <a:gd name="connsiteY4" fmla="*/ 8216 h 71904"/>
                      <a:gd name="connsiteX5" fmla="*/ 0 w 53089"/>
                      <a:gd name="connsiteY5" fmla="*/ 900 h 71904"/>
                      <a:gd name="connsiteX6" fmla="*/ 18403 w 53089"/>
                      <a:gd name="connsiteY6" fmla="*/ 900 h 71904"/>
                      <a:gd name="connsiteX7" fmla="*/ 19190 w 53089"/>
                      <a:gd name="connsiteY7" fmla="*/ 6957 h 71904"/>
                      <a:gd name="connsiteX8" fmla="*/ 25001 w 53089"/>
                      <a:gd name="connsiteY8" fmla="*/ 1799 h 71904"/>
                      <a:gd name="connsiteX9" fmla="*/ 33113 w 53089"/>
                      <a:gd name="connsiteY9" fmla="*/ 0 h 71904"/>
                      <a:gd name="connsiteX10" fmla="*/ 43888 w 53089"/>
                      <a:gd name="connsiteY10" fmla="*/ 3418 h 71904"/>
                      <a:gd name="connsiteX11" fmla="*/ 50729 w 53089"/>
                      <a:gd name="connsiteY11" fmla="*/ 12954 h 71904"/>
                      <a:gd name="connsiteX12" fmla="*/ 53090 w 53089"/>
                      <a:gd name="connsiteY12" fmla="*/ 27226 h 71904"/>
                      <a:gd name="connsiteX13" fmla="*/ 53090 w 53089"/>
                      <a:gd name="connsiteY13" fmla="*/ 28246 h 71904"/>
                      <a:gd name="connsiteX14" fmla="*/ 50729 w 53089"/>
                      <a:gd name="connsiteY14" fmla="*/ 41319 h 71904"/>
                      <a:gd name="connsiteX15" fmla="*/ 43888 w 53089"/>
                      <a:gd name="connsiteY15" fmla="*/ 50075 h 71904"/>
                      <a:gd name="connsiteX16" fmla="*/ 33113 w 53089"/>
                      <a:gd name="connsiteY16" fmla="*/ 53194 h 71904"/>
                      <a:gd name="connsiteX17" fmla="*/ 25304 w 53089"/>
                      <a:gd name="connsiteY17" fmla="*/ 51634 h 71904"/>
                      <a:gd name="connsiteX18" fmla="*/ 19553 w 53089"/>
                      <a:gd name="connsiteY18" fmla="*/ 47137 h 71904"/>
                      <a:gd name="connsiteX19" fmla="*/ 19553 w 53089"/>
                      <a:gd name="connsiteY19" fmla="*/ 63149 h 71904"/>
                      <a:gd name="connsiteX20" fmla="*/ 26938 w 53089"/>
                      <a:gd name="connsiteY20" fmla="*/ 64588 h 71904"/>
                      <a:gd name="connsiteX21" fmla="*/ 26938 w 53089"/>
                      <a:gd name="connsiteY21" fmla="*/ 71904 h 71904"/>
                      <a:gd name="connsiteX22" fmla="*/ 605 w 53089"/>
                      <a:gd name="connsiteY22" fmla="*/ 71904 h 71904"/>
                      <a:gd name="connsiteX23" fmla="*/ 29420 w 53089"/>
                      <a:gd name="connsiteY23" fmla="*/ 43898 h 71904"/>
                      <a:gd name="connsiteX24" fmla="*/ 38198 w 53089"/>
                      <a:gd name="connsiteY24" fmla="*/ 39580 h 71904"/>
                      <a:gd name="connsiteX25" fmla="*/ 41043 w 53089"/>
                      <a:gd name="connsiteY25" fmla="*/ 28126 h 71904"/>
                      <a:gd name="connsiteX26" fmla="*/ 41043 w 53089"/>
                      <a:gd name="connsiteY26" fmla="*/ 27107 h 71904"/>
                      <a:gd name="connsiteX27" fmla="*/ 39772 w 53089"/>
                      <a:gd name="connsiteY27" fmla="*/ 17811 h 71904"/>
                      <a:gd name="connsiteX28" fmla="*/ 35898 w 53089"/>
                      <a:gd name="connsiteY28" fmla="*/ 11574 h 71904"/>
                      <a:gd name="connsiteX29" fmla="*/ 29360 w 53089"/>
                      <a:gd name="connsiteY29" fmla="*/ 9355 h 71904"/>
                      <a:gd name="connsiteX30" fmla="*/ 23548 w 53089"/>
                      <a:gd name="connsiteY30" fmla="*/ 10855 h 71904"/>
                      <a:gd name="connsiteX31" fmla="*/ 19553 w 53089"/>
                      <a:gd name="connsiteY31" fmla="*/ 15053 h 71904"/>
                      <a:gd name="connsiteX32" fmla="*/ 19553 w 53089"/>
                      <a:gd name="connsiteY32" fmla="*/ 38501 h 71904"/>
                      <a:gd name="connsiteX33" fmla="*/ 23488 w 53089"/>
                      <a:gd name="connsiteY33" fmla="*/ 42519 h 71904"/>
                      <a:gd name="connsiteX34" fmla="*/ 29420 w 53089"/>
                      <a:gd name="connsiteY34" fmla="*/ 43898 h 719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53089" h="71904">
                        <a:moveTo>
                          <a:pt x="605" y="71784"/>
                        </a:moveTo>
                        <a:lnTo>
                          <a:pt x="605" y="64468"/>
                        </a:lnTo>
                        <a:lnTo>
                          <a:pt x="7567" y="63029"/>
                        </a:lnTo>
                        <a:lnTo>
                          <a:pt x="7567" y="9655"/>
                        </a:lnTo>
                        <a:lnTo>
                          <a:pt x="0" y="8216"/>
                        </a:lnTo>
                        <a:lnTo>
                          <a:pt x="0" y="900"/>
                        </a:lnTo>
                        <a:lnTo>
                          <a:pt x="18403" y="900"/>
                        </a:lnTo>
                        <a:lnTo>
                          <a:pt x="19190" y="6957"/>
                        </a:lnTo>
                        <a:cubicBezTo>
                          <a:pt x="20764" y="4738"/>
                          <a:pt x="22701" y="2999"/>
                          <a:pt x="25001" y="1799"/>
                        </a:cubicBezTo>
                        <a:cubicBezTo>
                          <a:pt x="27302" y="600"/>
                          <a:pt x="30026" y="0"/>
                          <a:pt x="33113" y="0"/>
                        </a:cubicBezTo>
                        <a:cubicBezTo>
                          <a:pt x="37290" y="0"/>
                          <a:pt x="40922" y="1139"/>
                          <a:pt x="43888" y="3418"/>
                        </a:cubicBezTo>
                        <a:cubicBezTo>
                          <a:pt x="46855" y="5697"/>
                          <a:pt x="49155" y="8876"/>
                          <a:pt x="50729" y="12954"/>
                        </a:cubicBezTo>
                        <a:cubicBezTo>
                          <a:pt x="52303" y="17032"/>
                          <a:pt x="53090" y="21769"/>
                          <a:pt x="53090" y="27226"/>
                        </a:cubicBezTo>
                        <a:lnTo>
                          <a:pt x="53090" y="28246"/>
                        </a:lnTo>
                        <a:cubicBezTo>
                          <a:pt x="53090" y="33223"/>
                          <a:pt x="52303" y="37601"/>
                          <a:pt x="50729" y="41319"/>
                        </a:cubicBezTo>
                        <a:cubicBezTo>
                          <a:pt x="49155" y="45038"/>
                          <a:pt x="46855" y="47976"/>
                          <a:pt x="43888" y="50075"/>
                        </a:cubicBezTo>
                        <a:cubicBezTo>
                          <a:pt x="40922" y="52174"/>
                          <a:pt x="37350" y="53194"/>
                          <a:pt x="33113" y="53194"/>
                        </a:cubicBezTo>
                        <a:cubicBezTo>
                          <a:pt x="30147" y="53194"/>
                          <a:pt x="27544" y="52654"/>
                          <a:pt x="25304" y="51634"/>
                        </a:cubicBezTo>
                        <a:cubicBezTo>
                          <a:pt x="23064" y="50615"/>
                          <a:pt x="21188" y="49116"/>
                          <a:pt x="19553" y="47137"/>
                        </a:cubicBezTo>
                        <a:lnTo>
                          <a:pt x="19553" y="63149"/>
                        </a:lnTo>
                        <a:lnTo>
                          <a:pt x="26938" y="64588"/>
                        </a:lnTo>
                        <a:lnTo>
                          <a:pt x="26938" y="71904"/>
                        </a:lnTo>
                        <a:lnTo>
                          <a:pt x="605" y="71904"/>
                        </a:lnTo>
                        <a:close/>
                        <a:moveTo>
                          <a:pt x="29420" y="43898"/>
                        </a:moveTo>
                        <a:cubicBezTo>
                          <a:pt x="33355" y="43898"/>
                          <a:pt x="36261" y="42459"/>
                          <a:pt x="38198" y="39580"/>
                        </a:cubicBezTo>
                        <a:cubicBezTo>
                          <a:pt x="40075" y="36702"/>
                          <a:pt x="41043" y="32864"/>
                          <a:pt x="41043" y="28126"/>
                        </a:cubicBezTo>
                        <a:lnTo>
                          <a:pt x="41043" y="27107"/>
                        </a:lnTo>
                        <a:cubicBezTo>
                          <a:pt x="41043" y="23568"/>
                          <a:pt x="40619" y="20450"/>
                          <a:pt x="39772" y="17811"/>
                        </a:cubicBezTo>
                        <a:cubicBezTo>
                          <a:pt x="38924" y="15172"/>
                          <a:pt x="37653" y="13074"/>
                          <a:pt x="35898" y="11574"/>
                        </a:cubicBezTo>
                        <a:cubicBezTo>
                          <a:pt x="34142" y="10075"/>
                          <a:pt x="31963" y="9355"/>
                          <a:pt x="29360" y="9355"/>
                        </a:cubicBezTo>
                        <a:cubicBezTo>
                          <a:pt x="27120" y="9355"/>
                          <a:pt x="25183" y="9835"/>
                          <a:pt x="23548" y="10855"/>
                        </a:cubicBezTo>
                        <a:cubicBezTo>
                          <a:pt x="21914" y="11874"/>
                          <a:pt x="20582" y="13253"/>
                          <a:pt x="19553" y="15053"/>
                        </a:cubicBezTo>
                        <a:lnTo>
                          <a:pt x="19553" y="38501"/>
                        </a:lnTo>
                        <a:cubicBezTo>
                          <a:pt x="20582" y="40240"/>
                          <a:pt x="21914" y="41559"/>
                          <a:pt x="23488" y="42519"/>
                        </a:cubicBezTo>
                        <a:cubicBezTo>
                          <a:pt x="25122" y="43478"/>
                          <a:pt x="27059" y="43898"/>
                          <a:pt x="29420" y="4389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4" name="Freeform 135">
                    <a:extLst>
                      <a:ext uri="{FF2B5EF4-FFF2-40B4-BE49-F238E27FC236}">
                        <a16:creationId xmlns:a16="http://schemas.microsoft.com/office/drawing/2014/main" id="{978BA30D-BBB9-ED5B-0B1D-AF8578F521A3}"/>
                      </a:ext>
                    </a:extLst>
                  </p:cNvPr>
                  <p:cNvSpPr/>
                  <p:nvPr/>
                </p:nvSpPr>
                <p:spPr>
                  <a:xfrm>
                    <a:off x="2313284" y="442564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4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7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7" y="557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3" y="1139"/>
                          <a:pt x="36564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3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7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5" name="Freeform 136">
                    <a:extLst>
                      <a:ext uri="{FF2B5EF4-FFF2-40B4-BE49-F238E27FC236}">
                        <a16:creationId xmlns:a16="http://schemas.microsoft.com/office/drawing/2014/main" id="{7DF02CCF-05A4-4449-66E3-9AF271199D82}"/>
                      </a:ext>
                    </a:extLst>
                  </p:cNvPr>
                  <p:cNvSpPr/>
                  <p:nvPr/>
                </p:nvSpPr>
                <p:spPr>
                  <a:xfrm>
                    <a:off x="2367705" y="442504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1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1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" name="Freeform 137">
                    <a:extLst>
                      <a:ext uri="{FF2B5EF4-FFF2-40B4-BE49-F238E27FC236}">
                        <a16:creationId xmlns:a16="http://schemas.microsoft.com/office/drawing/2014/main" id="{16718E0F-623B-4A2B-877E-6B143B6A1C59}"/>
                      </a:ext>
                    </a:extLst>
                  </p:cNvPr>
                  <p:cNvSpPr/>
                  <p:nvPr/>
                </p:nvSpPr>
                <p:spPr>
                  <a:xfrm>
                    <a:off x="2409112" y="442564"/>
                    <a:ext cx="48247" cy="53133"/>
                  </a:xfrm>
                  <a:custGeom>
                    <a:avLst/>
                    <a:gdLst>
                      <a:gd name="connsiteX0" fmla="*/ 16708 w 48247"/>
                      <a:gd name="connsiteY0" fmla="*/ 53134 h 53133"/>
                      <a:gd name="connsiteX1" fmla="*/ 4419 w 48247"/>
                      <a:gd name="connsiteY1" fmla="*/ 49116 h 53133"/>
                      <a:gd name="connsiteX2" fmla="*/ 0 w 48247"/>
                      <a:gd name="connsiteY2" fmla="*/ 38021 h 53133"/>
                      <a:gd name="connsiteX3" fmla="*/ 2664 w 48247"/>
                      <a:gd name="connsiteY3" fmla="*/ 29565 h 53133"/>
                      <a:gd name="connsiteX4" fmla="*/ 10473 w 48247"/>
                      <a:gd name="connsiteY4" fmla="*/ 23868 h 53133"/>
                      <a:gd name="connsiteX5" fmla="*/ 23004 w 48247"/>
                      <a:gd name="connsiteY5" fmla="*/ 21829 h 53133"/>
                      <a:gd name="connsiteX6" fmla="*/ 30873 w 48247"/>
                      <a:gd name="connsiteY6" fmla="*/ 21829 h 53133"/>
                      <a:gd name="connsiteX7" fmla="*/ 30873 w 48247"/>
                      <a:gd name="connsiteY7" fmla="*/ 17511 h 53133"/>
                      <a:gd name="connsiteX8" fmla="*/ 28391 w 48247"/>
                      <a:gd name="connsiteY8" fmla="*/ 11035 h 53133"/>
                      <a:gd name="connsiteX9" fmla="*/ 21248 w 48247"/>
                      <a:gd name="connsiteY9" fmla="*/ 8636 h 53133"/>
                      <a:gd name="connsiteX10" fmla="*/ 16526 w 48247"/>
                      <a:gd name="connsiteY10" fmla="*/ 9295 h 53133"/>
                      <a:gd name="connsiteX11" fmla="*/ 12834 w 48247"/>
                      <a:gd name="connsiteY11" fmla="*/ 11094 h 53133"/>
                      <a:gd name="connsiteX12" fmla="*/ 11744 w 48247"/>
                      <a:gd name="connsiteY12" fmla="*/ 17991 h 53133"/>
                      <a:gd name="connsiteX13" fmla="*/ 2906 w 48247"/>
                      <a:gd name="connsiteY13" fmla="*/ 17991 h 53133"/>
                      <a:gd name="connsiteX14" fmla="*/ 2785 w 48247"/>
                      <a:gd name="connsiteY14" fmla="*/ 5337 h 53133"/>
                      <a:gd name="connsiteX15" fmla="*/ 11260 w 48247"/>
                      <a:gd name="connsiteY15" fmla="*/ 1439 h 53133"/>
                      <a:gd name="connsiteX16" fmla="*/ 21672 w 48247"/>
                      <a:gd name="connsiteY16" fmla="*/ 0 h 53133"/>
                      <a:gd name="connsiteX17" fmla="*/ 37169 w 48247"/>
                      <a:gd name="connsiteY17" fmla="*/ 4558 h 53133"/>
                      <a:gd name="connsiteX18" fmla="*/ 42859 w 48247"/>
                      <a:gd name="connsiteY18" fmla="*/ 17631 h 53133"/>
                      <a:gd name="connsiteX19" fmla="*/ 42859 w 48247"/>
                      <a:gd name="connsiteY19" fmla="*/ 40180 h 53133"/>
                      <a:gd name="connsiteX20" fmla="*/ 42859 w 48247"/>
                      <a:gd name="connsiteY20" fmla="*/ 42219 h 53133"/>
                      <a:gd name="connsiteX21" fmla="*/ 42980 w 48247"/>
                      <a:gd name="connsiteY21" fmla="*/ 44138 h 53133"/>
                      <a:gd name="connsiteX22" fmla="*/ 48247 w 48247"/>
                      <a:gd name="connsiteY22" fmla="*/ 44798 h 53133"/>
                      <a:gd name="connsiteX23" fmla="*/ 48247 w 48247"/>
                      <a:gd name="connsiteY23" fmla="*/ 52114 h 53133"/>
                      <a:gd name="connsiteX24" fmla="*/ 32508 w 48247"/>
                      <a:gd name="connsiteY24" fmla="*/ 52114 h 53133"/>
                      <a:gd name="connsiteX25" fmla="*/ 31600 w 48247"/>
                      <a:gd name="connsiteY25" fmla="*/ 48876 h 53133"/>
                      <a:gd name="connsiteX26" fmla="*/ 30994 w 48247"/>
                      <a:gd name="connsiteY26" fmla="*/ 45757 h 53133"/>
                      <a:gd name="connsiteX27" fmla="*/ 24759 w 48247"/>
                      <a:gd name="connsiteY27" fmla="*/ 51035 h 53133"/>
                      <a:gd name="connsiteX28" fmla="*/ 16526 w 48247"/>
                      <a:gd name="connsiteY28" fmla="*/ 53074 h 53133"/>
                      <a:gd name="connsiteX29" fmla="*/ 19432 w 48247"/>
                      <a:gd name="connsiteY29" fmla="*/ 43898 h 53133"/>
                      <a:gd name="connsiteX30" fmla="*/ 26212 w 48247"/>
                      <a:gd name="connsiteY30" fmla="*/ 42219 h 53133"/>
                      <a:gd name="connsiteX31" fmla="*/ 30934 w 48247"/>
                      <a:gd name="connsiteY31" fmla="*/ 37961 h 53133"/>
                      <a:gd name="connsiteX32" fmla="*/ 30934 w 48247"/>
                      <a:gd name="connsiteY32" fmla="*/ 29385 h 53133"/>
                      <a:gd name="connsiteX33" fmla="*/ 22883 w 48247"/>
                      <a:gd name="connsiteY33" fmla="*/ 29385 h 53133"/>
                      <a:gd name="connsiteX34" fmla="*/ 14710 w 48247"/>
                      <a:gd name="connsiteY34" fmla="*/ 31844 h 53133"/>
                      <a:gd name="connsiteX35" fmla="*/ 11986 w 48247"/>
                      <a:gd name="connsiteY35" fmla="*/ 37661 h 53133"/>
                      <a:gd name="connsiteX36" fmla="*/ 13923 w 48247"/>
                      <a:gd name="connsiteY36" fmla="*/ 42279 h 53133"/>
                      <a:gd name="connsiteX37" fmla="*/ 19432 w 48247"/>
                      <a:gd name="connsiteY37" fmla="*/ 4389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48247" h="53133">
                        <a:moveTo>
                          <a:pt x="16708" y="53134"/>
                        </a:moveTo>
                        <a:cubicBezTo>
                          <a:pt x="11441" y="53134"/>
                          <a:pt x="7385" y="51814"/>
                          <a:pt x="4419" y="49116"/>
                        </a:cubicBezTo>
                        <a:cubicBezTo>
                          <a:pt x="1513" y="46417"/>
                          <a:pt x="0" y="42759"/>
                          <a:pt x="0" y="38021"/>
                        </a:cubicBezTo>
                        <a:cubicBezTo>
                          <a:pt x="0" y="34783"/>
                          <a:pt x="908" y="31964"/>
                          <a:pt x="2664" y="29565"/>
                        </a:cubicBezTo>
                        <a:cubicBezTo>
                          <a:pt x="4419" y="27166"/>
                          <a:pt x="7083" y="25247"/>
                          <a:pt x="10473" y="23868"/>
                        </a:cubicBezTo>
                        <a:cubicBezTo>
                          <a:pt x="13923" y="22489"/>
                          <a:pt x="18100" y="21829"/>
                          <a:pt x="23004" y="21829"/>
                        </a:cubicBezTo>
                        <a:lnTo>
                          <a:pt x="30873" y="21829"/>
                        </a:lnTo>
                        <a:lnTo>
                          <a:pt x="30873" y="17511"/>
                        </a:lnTo>
                        <a:cubicBezTo>
                          <a:pt x="30873" y="14813"/>
                          <a:pt x="30026" y="12654"/>
                          <a:pt x="28391" y="11035"/>
                        </a:cubicBezTo>
                        <a:cubicBezTo>
                          <a:pt x="26757" y="9415"/>
                          <a:pt x="24396" y="8636"/>
                          <a:pt x="21248" y="8636"/>
                        </a:cubicBezTo>
                        <a:cubicBezTo>
                          <a:pt x="19493" y="8636"/>
                          <a:pt x="17919" y="8876"/>
                          <a:pt x="16526" y="9295"/>
                        </a:cubicBezTo>
                        <a:cubicBezTo>
                          <a:pt x="15134" y="9715"/>
                          <a:pt x="13923" y="10315"/>
                          <a:pt x="12834" y="11094"/>
                        </a:cubicBezTo>
                        <a:lnTo>
                          <a:pt x="11744" y="17991"/>
                        </a:lnTo>
                        <a:lnTo>
                          <a:pt x="2906" y="17991"/>
                        </a:lnTo>
                        <a:lnTo>
                          <a:pt x="2785" y="5337"/>
                        </a:lnTo>
                        <a:cubicBezTo>
                          <a:pt x="5327" y="3718"/>
                          <a:pt x="8172" y="2399"/>
                          <a:pt x="11260" y="1439"/>
                        </a:cubicBezTo>
                        <a:cubicBezTo>
                          <a:pt x="14408" y="480"/>
                          <a:pt x="17858" y="0"/>
                          <a:pt x="21672" y="0"/>
                        </a:cubicBezTo>
                        <a:cubicBezTo>
                          <a:pt x="28210" y="0"/>
                          <a:pt x="33416" y="1499"/>
                          <a:pt x="37169" y="4558"/>
                        </a:cubicBezTo>
                        <a:cubicBezTo>
                          <a:pt x="40922" y="7616"/>
                          <a:pt x="42859" y="11934"/>
                          <a:pt x="42859" y="17631"/>
                        </a:cubicBezTo>
                        <a:lnTo>
                          <a:pt x="42859" y="40180"/>
                        </a:lnTo>
                        <a:cubicBezTo>
                          <a:pt x="42859" y="40900"/>
                          <a:pt x="42859" y="41559"/>
                          <a:pt x="42859" y="42219"/>
                        </a:cubicBezTo>
                        <a:cubicBezTo>
                          <a:pt x="42859" y="42879"/>
                          <a:pt x="42859" y="43538"/>
                          <a:pt x="42980" y="44138"/>
                        </a:cubicBezTo>
                        <a:lnTo>
                          <a:pt x="48247" y="44798"/>
                        </a:lnTo>
                        <a:lnTo>
                          <a:pt x="48247" y="52114"/>
                        </a:lnTo>
                        <a:lnTo>
                          <a:pt x="32508" y="52114"/>
                        </a:lnTo>
                        <a:cubicBezTo>
                          <a:pt x="32205" y="51035"/>
                          <a:pt x="31902" y="49955"/>
                          <a:pt x="31600" y="48876"/>
                        </a:cubicBezTo>
                        <a:cubicBezTo>
                          <a:pt x="31297" y="47796"/>
                          <a:pt x="31115" y="46777"/>
                          <a:pt x="30994" y="45757"/>
                        </a:cubicBezTo>
                        <a:cubicBezTo>
                          <a:pt x="29299" y="47916"/>
                          <a:pt x="27180" y="49655"/>
                          <a:pt x="24759" y="51035"/>
                        </a:cubicBezTo>
                        <a:cubicBezTo>
                          <a:pt x="22338" y="52414"/>
                          <a:pt x="19553" y="53074"/>
                          <a:pt x="16526" y="53074"/>
                        </a:cubicBezTo>
                        <a:close/>
                        <a:moveTo>
                          <a:pt x="19432" y="43898"/>
                        </a:moveTo>
                        <a:cubicBezTo>
                          <a:pt x="21853" y="43898"/>
                          <a:pt x="24093" y="43358"/>
                          <a:pt x="26212" y="42219"/>
                        </a:cubicBezTo>
                        <a:cubicBezTo>
                          <a:pt x="28331" y="41080"/>
                          <a:pt x="29905" y="39700"/>
                          <a:pt x="30934" y="37961"/>
                        </a:cubicBezTo>
                        <a:lnTo>
                          <a:pt x="30934" y="29385"/>
                        </a:lnTo>
                        <a:lnTo>
                          <a:pt x="22883" y="29385"/>
                        </a:lnTo>
                        <a:cubicBezTo>
                          <a:pt x="19311" y="29385"/>
                          <a:pt x="16587" y="30225"/>
                          <a:pt x="14710" y="31844"/>
                        </a:cubicBezTo>
                        <a:cubicBezTo>
                          <a:pt x="12834" y="33463"/>
                          <a:pt x="11986" y="35442"/>
                          <a:pt x="11986" y="37661"/>
                        </a:cubicBezTo>
                        <a:cubicBezTo>
                          <a:pt x="11986" y="39640"/>
                          <a:pt x="12652" y="41200"/>
                          <a:pt x="13923" y="42279"/>
                        </a:cubicBezTo>
                        <a:cubicBezTo>
                          <a:pt x="15194" y="43358"/>
                          <a:pt x="17011" y="43898"/>
                          <a:pt x="19432" y="4389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7" name="Freeform 138">
                    <a:extLst>
                      <a:ext uri="{FF2B5EF4-FFF2-40B4-BE49-F238E27FC236}">
                        <a16:creationId xmlns:a16="http://schemas.microsoft.com/office/drawing/2014/main" id="{CBF19537-5871-0141-0903-3A436782624F}"/>
                      </a:ext>
                    </a:extLst>
                  </p:cNvPr>
                  <p:cNvSpPr/>
                  <p:nvPr/>
                </p:nvSpPr>
                <p:spPr>
                  <a:xfrm>
                    <a:off x="2460265" y="431110"/>
                    <a:ext cx="31478" cy="64527"/>
                  </a:xfrm>
                  <a:custGeom>
                    <a:avLst/>
                    <a:gdLst>
                      <a:gd name="connsiteX0" fmla="*/ 21551 w 31478"/>
                      <a:gd name="connsiteY0" fmla="*/ 64528 h 64527"/>
                      <a:gd name="connsiteX1" fmla="*/ 11260 w 31478"/>
                      <a:gd name="connsiteY1" fmla="*/ 60870 h 64527"/>
                      <a:gd name="connsiteX2" fmla="*/ 7567 w 31478"/>
                      <a:gd name="connsiteY2" fmla="*/ 49176 h 64527"/>
                      <a:gd name="connsiteX3" fmla="*/ 7567 w 31478"/>
                      <a:gd name="connsiteY3" fmla="*/ 20990 h 64527"/>
                      <a:gd name="connsiteX4" fmla="*/ 0 w 31478"/>
                      <a:gd name="connsiteY4" fmla="*/ 20990 h 64527"/>
                      <a:gd name="connsiteX5" fmla="*/ 0 w 31478"/>
                      <a:gd name="connsiteY5" fmla="*/ 12474 h 64527"/>
                      <a:gd name="connsiteX6" fmla="*/ 7567 w 31478"/>
                      <a:gd name="connsiteY6" fmla="*/ 12474 h 64527"/>
                      <a:gd name="connsiteX7" fmla="*/ 7567 w 31478"/>
                      <a:gd name="connsiteY7" fmla="*/ 0 h 64527"/>
                      <a:gd name="connsiteX8" fmla="*/ 19553 w 31478"/>
                      <a:gd name="connsiteY8" fmla="*/ 0 h 64527"/>
                      <a:gd name="connsiteX9" fmla="*/ 19553 w 31478"/>
                      <a:gd name="connsiteY9" fmla="*/ 12474 h 64527"/>
                      <a:gd name="connsiteX10" fmla="*/ 29784 w 31478"/>
                      <a:gd name="connsiteY10" fmla="*/ 12474 h 64527"/>
                      <a:gd name="connsiteX11" fmla="*/ 29784 w 31478"/>
                      <a:gd name="connsiteY11" fmla="*/ 20990 h 64527"/>
                      <a:gd name="connsiteX12" fmla="*/ 19553 w 31478"/>
                      <a:gd name="connsiteY12" fmla="*/ 20990 h 64527"/>
                      <a:gd name="connsiteX13" fmla="*/ 19553 w 31478"/>
                      <a:gd name="connsiteY13" fmla="*/ 49176 h 64527"/>
                      <a:gd name="connsiteX14" fmla="*/ 20885 w 31478"/>
                      <a:gd name="connsiteY14" fmla="*/ 53913 h 64527"/>
                      <a:gd name="connsiteX15" fmla="*/ 24578 w 31478"/>
                      <a:gd name="connsiteY15" fmla="*/ 55412 h 64527"/>
                      <a:gd name="connsiteX16" fmla="*/ 27544 w 31478"/>
                      <a:gd name="connsiteY16" fmla="*/ 55173 h 64527"/>
                      <a:gd name="connsiteX17" fmla="*/ 30207 w 31478"/>
                      <a:gd name="connsiteY17" fmla="*/ 54693 h 64527"/>
                      <a:gd name="connsiteX18" fmla="*/ 31479 w 31478"/>
                      <a:gd name="connsiteY18" fmla="*/ 63089 h 64527"/>
                      <a:gd name="connsiteX19" fmla="*/ 26696 w 31478"/>
                      <a:gd name="connsiteY19" fmla="*/ 64108 h 64527"/>
                      <a:gd name="connsiteX20" fmla="*/ 21490 w 31478"/>
                      <a:gd name="connsiteY20" fmla="*/ 64528 h 645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1478" h="64527">
                        <a:moveTo>
                          <a:pt x="21551" y="64528"/>
                        </a:moveTo>
                        <a:cubicBezTo>
                          <a:pt x="17132" y="64528"/>
                          <a:pt x="13742" y="63329"/>
                          <a:pt x="11260" y="60870"/>
                        </a:cubicBezTo>
                        <a:cubicBezTo>
                          <a:pt x="8778" y="58411"/>
                          <a:pt x="7567" y="54513"/>
                          <a:pt x="7567" y="49176"/>
                        </a:cubicBezTo>
                        <a:lnTo>
                          <a:pt x="7567" y="20990"/>
                        </a:lnTo>
                        <a:lnTo>
                          <a:pt x="0" y="20990"/>
                        </a:lnTo>
                        <a:lnTo>
                          <a:pt x="0" y="12474"/>
                        </a:lnTo>
                        <a:lnTo>
                          <a:pt x="7567" y="12474"/>
                        </a:lnTo>
                        <a:lnTo>
                          <a:pt x="7567" y="0"/>
                        </a:lnTo>
                        <a:lnTo>
                          <a:pt x="19553" y="0"/>
                        </a:lnTo>
                        <a:lnTo>
                          <a:pt x="19553" y="12474"/>
                        </a:lnTo>
                        <a:lnTo>
                          <a:pt x="29784" y="12474"/>
                        </a:lnTo>
                        <a:lnTo>
                          <a:pt x="29784" y="20990"/>
                        </a:lnTo>
                        <a:lnTo>
                          <a:pt x="19553" y="20990"/>
                        </a:lnTo>
                        <a:lnTo>
                          <a:pt x="19553" y="49176"/>
                        </a:lnTo>
                        <a:cubicBezTo>
                          <a:pt x="19553" y="51334"/>
                          <a:pt x="19977" y="52954"/>
                          <a:pt x="20885" y="53913"/>
                        </a:cubicBezTo>
                        <a:cubicBezTo>
                          <a:pt x="21793" y="54933"/>
                          <a:pt x="23004" y="55412"/>
                          <a:pt x="24578" y="55412"/>
                        </a:cubicBezTo>
                        <a:cubicBezTo>
                          <a:pt x="25486" y="55412"/>
                          <a:pt x="26454" y="55352"/>
                          <a:pt x="27544" y="55173"/>
                        </a:cubicBezTo>
                        <a:cubicBezTo>
                          <a:pt x="28633" y="54993"/>
                          <a:pt x="29541" y="54873"/>
                          <a:pt x="30207" y="54693"/>
                        </a:cubicBezTo>
                        <a:lnTo>
                          <a:pt x="31479" y="63089"/>
                        </a:lnTo>
                        <a:cubicBezTo>
                          <a:pt x="30086" y="63508"/>
                          <a:pt x="28452" y="63868"/>
                          <a:pt x="26696" y="64108"/>
                        </a:cubicBezTo>
                        <a:cubicBezTo>
                          <a:pt x="24880" y="64408"/>
                          <a:pt x="23185" y="64528"/>
                          <a:pt x="21490" y="6452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8" name="Freeform 139">
                    <a:extLst>
                      <a:ext uri="{FF2B5EF4-FFF2-40B4-BE49-F238E27FC236}">
                        <a16:creationId xmlns:a16="http://schemas.microsoft.com/office/drawing/2014/main" id="{0709D186-3DBE-62AC-C6CA-7C19687116AB}"/>
                      </a:ext>
                    </a:extLst>
                  </p:cNvPr>
                  <p:cNvSpPr/>
                  <p:nvPr/>
                </p:nvSpPr>
                <p:spPr>
                  <a:xfrm>
                    <a:off x="2496465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591 w 44191"/>
                      <a:gd name="connsiteY22" fmla="*/ 21589 h 53193"/>
                      <a:gd name="connsiteX23" fmla="*/ 32629 w 44191"/>
                      <a:gd name="connsiteY23" fmla="*/ 21589 h 53193"/>
                      <a:gd name="connsiteX24" fmla="*/ 32629 w 44191"/>
                      <a:gd name="connsiteY24" fmla="*/ 20330 h 53193"/>
                      <a:gd name="connsiteX25" fmla="*/ 31600 w 44191"/>
                      <a:gd name="connsiteY25" fmla="*/ 14453 h 53193"/>
                      <a:gd name="connsiteX26" fmla="*/ 28391 w 44191"/>
                      <a:gd name="connsiteY26" fmla="*/ 10495 h 53193"/>
                      <a:gd name="connsiteX27" fmla="*/ 22883 w 44191"/>
                      <a:gd name="connsiteY27" fmla="*/ 9056 h 53193"/>
                      <a:gd name="connsiteX28" fmla="*/ 17798 w 44191"/>
                      <a:gd name="connsiteY28" fmla="*/ 10675 h 53193"/>
                      <a:gd name="connsiteX29" fmla="*/ 14286 w 44191"/>
                      <a:gd name="connsiteY29" fmla="*/ 15053 h 53193"/>
                      <a:gd name="connsiteX30" fmla="*/ 12470 w 44191"/>
                      <a:gd name="connsiteY30" fmla="*/ 21349 h 53193"/>
                      <a:gd name="connsiteX31" fmla="*/ 12591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591" y="21589"/>
                        </a:moveTo>
                        <a:lnTo>
                          <a:pt x="32629" y="21589"/>
                        </a:lnTo>
                        <a:lnTo>
                          <a:pt x="32629" y="20330"/>
                        </a:lnTo>
                        <a:cubicBezTo>
                          <a:pt x="32629" y="18111"/>
                          <a:pt x="32265" y="16132"/>
                          <a:pt x="31600" y="14453"/>
                        </a:cubicBezTo>
                        <a:cubicBezTo>
                          <a:pt x="30934" y="12774"/>
                          <a:pt x="29844" y="11454"/>
                          <a:pt x="28391" y="10495"/>
                        </a:cubicBezTo>
                        <a:cubicBezTo>
                          <a:pt x="26938" y="9535"/>
                          <a:pt x="25122" y="9056"/>
                          <a:pt x="22883" y="9056"/>
                        </a:cubicBezTo>
                        <a:cubicBezTo>
                          <a:pt x="20945" y="9056"/>
                          <a:pt x="19250" y="9595"/>
                          <a:pt x="17798" y="10675"/>
                        </a:cubicBezTo>
                        <a:cubicBezTo>
                          <a:pt x="16345" y="11754"/>
                          <a:pt x="15134" y="13193"/>
                          <a:pt x="14286" y="15053"/>
                        </a:cubicBezTo>
                        <a:cubicBezTo>
                          <a:pt x="13439" y="16912"/>
                          <a:pt x="12834" y="19011"/>
                          <a:pt x="12470" y="21349"/>
                        </a:cubicBezTo>
                        <a:lnTo>
                          <a:pt x="12591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9" name="Freeform 140">
                    <a:extLst>
                      <a:ext uri="{FF2B5EF4-FFF2-40B4-BE49-F238E27FC236}">
                        <a16:creationId xmlns:a16="http://schemas.microsoft.com/office/drawing/2014/main" id="{EC7BFC90-353B-950E-9453-BA90868C6CF6}"/>
                      </a:ext>
                    </a:extLst>
                  </p:cNvPr>
                  <p:cNvSpPr/>
                  <p:nvPr/>
                </p:nvSpPr>
                <p:spPr>
                  <a:xfrm>
                    <a:off x="2571408" y="425773"/>
                    <a:ext cx="54179" cy="68965"/>
                  </a:xfrm>
                  <a:custGeom>
                    <a:avLst/>
                    <a:gdLst>
                      <a:gd name="connsiteX0" fmla="*/ 60 w 54179"/>
                      <a:gd name="connsiteY0" fmla="*/ 68966 h 68965"/>
                      <a:gd name="connsiteX1" fmla="*/ 60 w 54179"/>
                      <a:gd name="connsiteY1" fmla="*/ 61649 h 68965"/>
                      <a:gd name="connsiteX2" fmla="*/ 7627 w 54179"/>
                      <a:gd name="connsiteY2" fmla="*/ 60210 h 68965"/>
                      <a:gd name="connsiteX3" fmla="*/ 7627 w 54179"/>
                      <a:gd name="connsiteY3" fmla="*/ 8756 h 68965"/>
                      <a:gd name="connsiteX4" fmla="*/ 60 w 54179"/>
                      <a:gd name="connsiteY4" fmla="*/ 7316 h 68965"/>
                      <a:gd name="connsiteX5" fmla="*/ 60 w 54179"/>
                      <a:gd name="connsiteY5" fmla="*/ 0 h 68965"/>
                      <a:gd name="connsiteX6" fmla="*/ 53029 w 54179"/>
                      <a:gd name="connsiteY6" fmla="*/ 0 h 68965"/>
                      <a:gd name="connsiteX7" fmla="*/ 53029 w 54179"/>
                      <a:gd name="connsiteY7" fmla="*/ 17751 h 68965"/>
                      <a:gd name="connsiteX8" fmla="*/ 43646 w 54179"/>
                      <a:gd name="connsiteY8" fmla="*/ 17751 h 68965"/>
                      <a:gd name="connsiteX9" fmla="*/ 42859 w 54179"/>
                      <a:gd name="connsiteY9" fmla="*/ 9175 h 68965"/>
                      <a:gd name="connsiteX10" fmla="*/ 19674 w 54179"/>
                      <a:gd name="connsiteY10" fmla="*/ 9175 h 68965"/>
                      <a:gd name="connsiteX11" fmla="*/ 19674 w 54179"/>
                      <a:gd name="connsiteY11" fmla="*/ 28666 h 68965"/>
                      <a:gd name="connsiteX12" fmla="*/ 44070 w 54179"/>
                      <a:gd name="connsiteY12" fmla="*/ 28666 h 68965"/>
                      <a:gd name="connsiteX13" fmla="*/ 44070 w 54179"/>
                      <a:gd name="connsiteY13" fmla="*/ 37901 h 68965"/>
                      <a:gd name="connsiteX14" fmla="*/ 19674 w 54179"/>
                      <a:gd name="connsiteY14" fmla="*/ 37901 h 68965"/>
                      <a:gd name="connsiteX15" fmla="*/ 19674 w 54179"/>
                      <a:gd name="connsiteY15" fmla="*/ 59790 h 68965"/>
                      <a:gd name="connsiteX16" fmla="*/ 44131 w 54179"/>
                      <a:gd name="connsiteY16" fmla="*/ 59790 h 68965"/>
                      <a:gd name="connsiteX17" fmla="*/ 44917 w 54179"/>
                      <a:gd name="connsiteY17" fmla="*/ 51035 h 68965"/>
                      <a:gd name="connsiteX18" fmla="*/ 54179 w 54179"/>
                      <a:gd name="connsiteY18" fmla="*/ 51035 h 68965"/>
                      <a:gd name="connsiteX19" fmla="*/ 54179 w 54179"/>
                      <a:gd name="connsiteY19" fmla="*/ 68846 h 68965"/>
                      <a:gd name="connsiteX20" fmla="*/ 0 w 54179"/>
                      <a:gd name="connsiteY20" fmla="*/ 6884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4179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53029" y="0"/>
                        </a:lnTo>
                        <a:lnTo>
                          <a:pt x="53029" y="17751"/>
                        </a:lnTo>
                        <a:lnTo>
                          <a:pt x="43646" y="17751"/>
                        </a:lnTo>
                        <a:lnTo>
                          <a:pt x="42859" y="9175"/>
                        </a:lnTo>
                        <a:lnTo>
                          <a:pt x="19674" y="9175"/>
                        </a:lnTo>
                        <a:lnTo>
                          <a:pt x="19674" y="28666"/>
                        </a:lnTo>
                        <a:lnTo>
                          <a:pt x="44070" y="28666"/>
                        </a:lnTo>
                        <a:lnTo>
                          <a:pt x="44070" y="37901"/>
                        </a:lnTo>
                        <a:lnTo>
                          <a:pt x="19674" y="37901"/>
                        </a:lnTo>
                        <a:lnTo>
                          <a:pt x="19674" y="59790"/>
                        </a:lnTo>
                        <a:lnTo>
                          <a:pt x="44131" y="59790"/>
                        </a:lnTo>
                        <a:lnTo>
                          <a:pt x="44917" y="51035"/>
                        </a:lnTo>
                        <a:lnTo>
                          <a:pt x="54179" y="51035"/>
                        </a:lnTo>
                        <a:lnTo>
                          <a:pt x="54179" y="68846"/>
                        </a:lnTo>
                        <a:lnTo>
                          <a:pt x="0" y="6884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" name="Freeform 141">
                    <a:extLst>
                      <a:ext uri="{FF2B5EF4-FFF2-40B4-BE49-F238E27FC236}">
                        <a16:creationId xmlns:a16="http://schemas.microsoft.com/office/drawing/2014/main" id="{9EC733C5-9FA7-9E41-DA5F-16F1561D9B0C}"/>
                      </a:ext>
                    </a:extLst>
                  </p:cNvPr>
                  <p:cNvSpPr/>
                  <p:nvPr/>
                </p:nvSpPr>
                <p:spPr>
                  <a:xfrm>
                    <a:off x="2632368" y="443524"/>
                    <a:ext cx="57448" cy="51274"/>
                  </a:xfrm>
                  <a:custGeom>
                    <a:avLst/>
                    <a:gdLst>
                      <a:gd name="connsiteX0" fmla="*/ 0 w 57448"/>
                      <a:gd name="connsiteY0" fmla="*/ 51215 h 51274"/>
                      <a:gd name="connsiteX1" fmla="*/ 0 w 57448"/>
                      <a:gd name="connsiteY1" fmla="*/ 43898 h 51274"/>
                      <a:gd name="connsiteX2" fmla="*/ 6235 w 57448"/>
                      <a:gd name="connsiteY2" fmla="*/ 42939 h 51274"/>
                      <a:gd name="connsiteX3" fmla="*/ 21309 w 57448"/>
                      <a:gd name="connsiteY3" fmla="*/ 25427 h 51274"/>
                      <a:gd name="connsiteX4" fmla="*/ 6901 w 57448"/>
                      <a:gd name="connsiteY4" fmla="*/ 8276 h 51274"/>
                      <a:gd name="connsiteX5" fmla="*/ 1150 w 57448"/>
                      <a:gd name="connsiteY5" fmla="*/ 7316 h 51274"/>
                      <a:gd name="connsiteX6" fmla="*/ 1150 w 57448"/>
                      <a:gd name="connsiteY6" fmla="*/ 0 h 51274"/>
                      <a:gd name="connsiteX7" fmla="*/ 24517 w 57448"/>
                      <a:gd name="connsiteY7" fmla="*/ 0 h 51274"/>
                      <a:gd name="connsiteX8" fmla="*/ 24517 w 57448"/>
                      <a:gd name="connsiteY8" fmla="*/ 7136 h 51274"/>
                      <a:gd name="connsiteX9" fmla="*/ 20037 w 57448"/>
                      <a:gd name="connsiteY9" fmla="*/ 7676 h 51274"/>
                      <a:gd name="connsiteX10" fmla="*/ 28815 w 57448"/>
                      <a:gd name="connsiteY10" fmla="*/ 18831 h 51274"/>
                      <a:gd name="connsiteX11" fmla="*/ 37532 w 57448"/>
                      <a:gd name="connsiteY11" fmla="*/ 7676 h 51274"/>
                      <a:gd name="connsiteX12" fmla="*/ 32629 w 57448"/>
                      <a:gd name="connsiteY12" fmla="*/ 7136 h 51274"/>
                      <a:gd name="connsiteX13" fmla="*/ 32629 w 57448"/>
                      <a:gd name="connsiteY13" fmla="*/ 0 h 51274"/>
                      <a:gd name="connsiteX14" fmla="*/ 55330 w 57448"/>
                      <a:gd name="connsiteY14" fmla="*/ 0 h 51274"/>
                      <a:gd name="connsiteX15" fmla="*/ 55330 w 57448"/>
                      <a:gd name="connsiteY15" fmla="*/ 7316 h 51274"/>
                      <a:gd name="connsiteX16" fmla="*/ 49760 w 57448"/>
                      <a:gd name="connsiteY16" fmla="*/ 8276 h 51274"/>
                      <a:gd name="connsiteX17" fmla="*/ 36200 w 57448"/>
                      <a:gd name="connsiteY17" fmla="*/ 25068 h 51274"/>
                      <a:gd name="connsiteX18" fmla="*/ 51516 w 57448"/>
                      <a:gd name="connsiteY18" fmla="*/ 42939 h 51274"/>
                      <a:gd name="connsiteX19" fmla="*/ 57448 w 57448"/>
                      <a:gd name="connsiteY19" fmla="*/ 43898 h 51274"/>
                      <a:gd name="connsiteX20" fmla="*/ 57448 w 57448"/>
                      <a:gd name="connsiteY20" fmla="*/ 51215 h 51274"/>
                      <a:gd name="connsiteX21" fmla="*/ 32871 w 57448"/>
                      <a:gd name="connsiteY21" fmla="*/ 51215 h 51274"/>
                      <a:gd name="connsiteX22" fmla="*/ 32871 w 57448"/>
                      <a:gd name="connsiteY22" fmla="*/ 44138 h 51274"/>
                      <a:gd name="connsiteX23" fmla="*/ 38077 w 57448"/>
                      <a:gd name="connsiteY23" fmla="*/ 43598 h 51274"/>
                      <a:gd name="connsiteX24" fmla="*/ 28694 w 57448"/>
                      <a:gd name="connsiteY24" fmla="*/ 32204 h 51274"/>
                      <a:gd name="connsiteX25" fmla="*/ 19553 w 57448"/>
                      <a:gd name="connsiteY25" fmla="*/ 43658 h 51274"/>
                      <a:gd name="connsiteX26" fmla="*/ 24396 w 57448"/>
                      <a:gd name="connsiteY26" fmla="*/ 44198 h 51274"/>
                      <a:gd name="connsiteX27" fmla="*/ 24396 w 57448"/>
                      <a:gd name="connsiteY27" fmla="*/ 51275 h 51274"/>
                      <a:gd name="connsiteX28" fmla="*/ 60 w 57448"/>
                      <a:gd name="connsiteY28" fmla="*/ 51275 h 512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57448" h="51274">
                        <a:moveTo>
                          <a:pt x="0" y="51215"/>
                        </a:moveTo>
                        <a:lnTo>
                          <a:pt x="0" y="43898"/>
                        </a:lnTo>
                        <a:lnTo>
                          <a:pt x="6235" y="42939"/>
                        </a:lnTo>
                        <a:lnTo>
                          <a:pt x="21309" y="25427"/>
                        </a:lnTo>
                        <a:lnTo>
                          <a:pt x="6901" y="8276"/>
                        </a:lnTo>
                        <a:lnTo>
                          <a:pt x="1150" y="7316"/>
                        </a:lnTo>
                        <a:lnTo>
                          <a:pt x="1150" y="0"/>
                        </a:lnTo>
                        <a:lnTo>
                          <a:pt x="24517" y="0"/>
                        </a:lnTo>
                        <a:lnTo>
                          <a:pt x="24517" y="7136"/>
                        </a:lnTo>
                        <a:lnTo>
                          <a:pt x="20037" y="7676"/>
                        </a:lnTo>
                        <a:lnTo>
                          <a:pt x="28815" y="18831"/>
                        </a:lnTo>
                        <a:lnTo>
                          <a:pt x="37532" y="7676"/>
                        </a:lnTo>
                        <a:lnTo>
                          <a:pt x="32629" y="7136"/>
                        </a:lnTo>
                        <a:lnTo>
                          <a:pt x="32629" y="0"/>
                        </a:lnTo>
                        <a:lnTo>
                          <a:pt x="55330" y="0"/>
                        </a:lnTo>
                        <a:lnTo>
                          <a:pt x="55330" y="7316"/>
                        </a:lnTo>
                        <a:lnTo>
                          <a:pt x="49760" y="8276"/>
                        </a:lnTo>
                        <a:lnTo>
                          <a:pt x="36200" y="25068"/>
                        </a:lnTo>
                        <a:lnTo>
                          <a:pt x="51516" y="42939"/>
                        </a:lnTo>
                        <a:lnTo>
                          <a:pt x="57448" y="43898"/>
                        </a:lnTo>
                        <a:lnTo>
                          <a:pt x="57448" y="51215"/>
                        </a:lnTo>
                        <a:lnTo>
                          <a:pt x="32871" y="51215"/>
                        </a:lnTo>
                        <a:lnTo>
                          <a:pt x="32871" y="44138"/>
                        </a:lnTo>
                        <a:lnTo>
                          <a:pt x="38077" y="43598"/>
                        </a:lnTo>
                        <a:lnTo>
                          <a:pt x="28694" y="32204"/>
                        </a:lnTo>
                        <a:lnTo>
                          <a:pt x="19553" y="43658"/>
                        </a:lnTo>
                        <a:lnTo>
                          <a:pt x="24396" y="44198"/>
                        </a:lnTo>
                        <a:lnTo>
                          <a:pt x="24396" y="51275"/>
                        </a:lnTo>
                        <a:lnTo>
                          <a:pt x="60" y="51275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1" name="Freeform 142">
                    <a:extLst>
                      <a:ext uri="{FF2B5EF4-FFF2-40B4-BE49-F238E27FC236}">
                        <a16:creationId xmlns:a16="http://schemas.microsoft.com/office/drawing/2014/main" id="{D63AC676-6C82-8963-EB82-6453CE14568C}"/>
                      </a:ext>
                    </a:extLst>
                  </p:cNvPr>
                  <p:cNvSpPr/>
                  <p:nvPr/>
                </p:nvSpPr>
                <p:spPr>
                  <a:xfrm>
                    <a:off x="2693812" y="442504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8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8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6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2" name="Freeform 143">
                    <a:extLst>
                      <a:ext uri="{FF2B5EF4-FFF2-40B4-BE49-F238E27FC236}">
                        <a16:creationId xmlns:a16="http://schemas.microsoft.com/office/drawing/2014/main" id="{F33B9FE6-156A-8175-2915-961AA0E1E0D1}"/>
                      </a:ext>
                    </a:extLst>
                  </p:cNvPr>
                  <p:cNvSpPr/>
                  <p:nvPr/>
                </p:nvSpPr>
                <p:spPr>
                  <a:xfrm>
                    <a:off x="2745630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499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3" name="Freeform 144">
                    <a:extLst>
                      <a:ext uri="{FF2B5EF4-FFF2-40B4-BE49-F238E27FC236}">
                        <a16:creationId xmlns:a16="http://schemas.microsoft.com/office/drawing/2014/main" id="{1F224EED-3834-5EEB-2342-C8141A05311D}"/>
                      </a:ext>
                    </a:extLst>
                  </p:cNvPr>
                  <p:cNvSpPr/>
                  <p:nvPr/>
                </p:nvSpPr>
                <p:spPr>
                  <a:xfrm>
                    <a:off x="2795572" y="420855"/>
                    <a:ext cx="26817" cy="73883"/>
                  </a:xfrm>
                  <a:custGeom>
                    <a:avLst/>
                    <a:gdLst>
                      <a:gd name="connsiteX0" fmla="*/ 424 w 26817"/>
                      <a:gd name="connsiteY0" fmla="*/ 73883 h 73883"/>
                      <a:gd name="connsiteX1" fmla="*/ 424 w 26817"/>
                      <a:gd name="connsiteY1" fmla="*/ 66567 h 73883"/>
                      <a:gd name="connsiteX2" fmla="*/ 7628 w 26817"/>
                      <a:gd name="connsiteY2" fmla="*/ 65128 h 73883"/>
                      <a:gd name="connsiteX3" fmla="*/ 7628 w 26817"/>
                      <a:gd name="connsiteY3" fmla="*/ 8756 h 73883"/>
                      <a:gd name="connsiteX4" fmla="*/ 0 w 26817"/>
                      <a:gd name="connsiteY4" fmla="*/ 7316 h 73883"/>
                      <a:gd name="connsiteX5" fmla="*/ 0 w 26817"/>
                      <a:gd name="connsiteY5" fmla="*/ 0 h 73883"/>
                      <a:gd name="connsiteX6" fmla="*/ 19614 w 26817"/>
                      <a:gd name="connsiteY6" fmla="*/ 0 h 73883"/>
                      <a:gd name="connsiteX7" fmla="*/ 19614 w 26817"/>
                      <a:gd name="connsiteY7" fmla="*/ 65128 h 73883"/>
                      <a:gd name="connsiteX8" fmla="*/ 26817 w 26817"/>
                      <a:gd name="connsiteY8" fmla="*/ 66567 h 73883"/>
                      <a:gd name="connsiteX9" fmla="*/ 26817 w 26817"/>
                      <a:gd name="connsiteY9" fmla="*/ 73883 h 73883"/>
                      <a:gd name="connsiteX10" fmla="*/ 424 w 26817"/>
                      <a:gd name="connsiteY10" fmla="*/ 73883 h 73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817" h="73883">
                        <a:moveTo>
                          <a:pt x="424" y="73883"/>
                        </a:moveTo>
                        <a:lnTo>
                          <a:pt x="424" y="66567"/>
                        </a:lnTo>
                        <a:lnTo>
                          <a:pt x="7628" y="65128"/>
                        </a:lnTo>
                        <a:lnTo>
                          <a:pt x="7628" y="87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19614" y="0"/>
                        </a:lnTo>
                        <a:lnTo>
                          <a:pt x="19614" y="65128"/>
                        </a:lnTo>
                        <a:lnTo>
                          <a:pt x="26817" y="66567"/>
                        </a:lnTo>
                        <a:lnTo>
                          <a:pt x="26817" y="73883"/>
                        </a:lnTo>
                        <a:lnTo>
                          <a:pt x="424" y="738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4" name="Freeform 145">
                    <a:extLst>
                      <a:ext uri="{FF2B5EF4-FFF2-40B4-BE49-F238E27FC236}">
                        <a16:creationId xmlns:a16="http://schemas.microsoft.com/office/drawing/2014/main" id="{891B8FB7-78AD-561B-C02D-F5ACD9A0501B}"/>
                      </a:ext>
                    </a:extLst>
                  </p:cNvPr>
                  <p:cNvSpPr/>
                  <p:nvPr/>
                </p:nvSpPr>
                <p:spPr>
                  <a:xfrm>
                    <a:off x="2826748" y="420855"/>
                    <a:ext cx="26817" cy="73883"/>
                  </a:xfrm>
                  <a:custGeom>
                    <a:avLst/>
                    <a:gdLst>
                      <a:gd name="connsiteX0" fmla="*/ 424 w 26817"/>
                      <a:gd name="connsiteY0" fmla="*/ 73883 h 73883"/>
                      <a:gd name="connsiteX1" fmla="*/ 424 w 26817"/>
                      <a:gd name="connsiteY1" fmla="*/ 66567 h 73883"/>
                      <a:gd name="connsiteX2" fmla="*/ 7628 w 26817"/>
                      <a:gd name="connsiteY2" fmla="*/ 65128 h 73883"/>
                      <a:gd name="connsiteX3" fmla="*/ 7628 w 26817"/>
                      <a:gd name="connsiteY3" fmla="*/ 8756 h 73883"/>
                      <a:gd name="connsiteX4" fmla="*/ 0 w 26817"/>
                      <a:gd name="connsiteY4" fmla="*/ 7316 h 73883"/>
                      <a:gd name="connsiteX5" fmla="*/ 0 w 26817"/>
                      <a:gd name="connsiteY5" fmla="*/ 0 h 73883"/>
                      <a:gd name="connsiteX6" fmla="*/ 19614 w 26817"/>
                      <a:gd name="connsiteY6" fmla="*/ 0 h 73883"/>
                      <a:gd name="connsiteX7" fmla="*/ 19614 w 26817"/>
                      <a:gd name="connsiteY7" fmla="*/ 65128 h 73883"/>
                      <a:gd name="connsiteX8" fmla="*/ 26817 w 26817"/>
                      <a:gd name="connsiteY8" fmla="*/ 66567 h 73883"/>
                      <a:gd name="connsiteX9" fmla="*/ 26817 w 26817"/>
                      <a:gd name="connsiteY9" fmla="*/ 73883 h 73883"/>
                      <a:gd name="connsiteX10" fmla="*/ 424 w 26817"/>
                      <a:gd name="connsiteY10" fmla="*/ 73883 h 73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817" h="73883">
                        <a:moveTo>
                          <a:pt x="424" y="73883"/>
                        </a:moveTo>
                        <a:lnTo>
                          <a:pt x="424" y="66567"/>
                        </a:lnTo>
                        <a:lnTo>
                          <a:pt x="7628" y="65128"/>
                        </a:lnTo>
                        <a:lnTo>
                          <a:pt x="7628" y="87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19614" y="0"/>
                        </a:lnTo>
                        <a:lnTo>
                          <a:pt x="19614" y="65128"/>
                        </a:lnTo>
                        <a:lnTo>
                          <a:pt x="26817" y="66567"/>
                        </a:lnTo>
                        <a:lnTo>
                          <a:pt x="26817" y="73883"/>
                        </a:lnTo>
                        <a:lnTo>
                          <a:pt x="424" y="738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5" name="Freeform 146">
                    <a:extLst>
                      <a:ext uri="{FF2B5EF4-FFF2-40B4-BE49-F238E27FC236}">
                        <a16:creationId xmlns:a16="http://schemas.microsoft.com/office/drawing/2014/main" id="{377F8E16-C442-707B-64A1-C30E74D2DD58}"/>
                      </a:ext>
                    </a:extLst>
                  </p:cNvPr>
                  <p:cNvSpPr/>
                  <p:nvPr/>
                </p:nvSpPr>
                <p:spPr>
                  <a:xfrm>
                    <a:off x="2858166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500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6" name="Freeform 147">
                    <a:extLst>
                      <a:ext uri="{FF2B5EF4-FFF2-40B4-BE49-F238E27FC236}">
                        <a16:creationId xmlns:a16="http://schemas.microsoft.com/office/drawing/2014/main" id="{EA831D5B-3FE3-6026-D60D-CAB7BC176045}"/>
                      </a:ext>
                    </a:extLst>
                  </p:cNvPr>
                  <p:cNvSpPr/>
                  <p:nvPr/>
                </p:nvSpPr>
                <p:spPr>
                  <a:xfrm>
                    <a:off x="2908411" y="442504"/>
                    <a:ext cx="58356" cy="52234"/>
                  </a:xfrm>
                  <a:custGeom>
                    <a:avLst/>
                    <a:gdLst>
                      <a:gd name="connsiteX0" fmla="*/ 424 w 58356"/>
                      <a:gd name="connsiteY0" fmla="*/ 52234 h 52234"/>
                      <a:gd name="connsiteX1" fmla="*/ 424 w 58356"/>
                      <a:gd name="connsiteY1" fmla="*/ 44918 h 52234"/>
                      <a:gd name="connsiteX2" fmla="*/ 7567 w 58356"/>
                      <a:gd name="connsiteY2" fmla="*/ 43478 h 52234"/>
                      <a:gd name="connsiteX3" fmla="*/ 7567 w 58356"/>
                      <a:gd name="connsiteY3" fmla="*/ 9715 h 52234"/>
                      <a:gd name="connsiteX4" fmla="*/ 0 w 58356"/>
                      <a:gd name="connsiteY4" fmla="*/ 8276 h 52234"/>
                      <a:gd name="connsiteX5" fmla="*/ 0 w 58356"/>
                      <a:gd name="connsiteY5" fmla="*/ 960 h 52234"/>
                      <a:gd name="connsiteX6" fmla="*/ 18645 w 58356"/>
                      <a:gd name="connsiteY6" fmla="*/ 960 h 52234"/>
                      <a:gd name="connsiteX7" fmla="*/ 19251 w 58356"/>
                      <a:gd name="connsiteY7" fmla="*/ 8396 h 52234"/>
                      <a:gd name="connsiteX8" fmla="*/ 25667 w 58356"/>
                      <a:gd name="connsiteY8" fmla="*/ 2219 h 52234"/>
                      <a:gd name="connsiteX9" fmla="*/ 34384 w 58356"/>
                      <a:gd name="connsiteY9" fmla="*/ 0 h 52234"/>
                      <a:gd name="connsiteX10" fmla="*/ 46794 w 58356"/>
                      <a:gd name="connsiteY10" fmla="*/ 4858 h 52234"/>
                      <a:gd name="connsiteX11" fmla="*/ 51213 w 58356"/>
                      <a:gd name="connsiteY11" fmla="*/ 20030 h 52234"/>
                      <a:gd name="connsiteX12" fmla="*/ 51213 w 58356"/>
                      <a:gd name="connsiteY12" fmla="*/ 43478 h 52234"/>
                      <a:gd name="connsiteX13" fmla="*/ 58357 w 58356"/>
                      <a:gd name="connsiteY13" fmla="*/ 44918 h 52234"/>
                      <a:gd name="connsiteX14" fmla="*/ 58357 w 58356"/>
                      <a:gd name="connsiteY14" fmla="*/ 52234 h 52234"/>
                      <a:gd name="connsiteX15" fmla="*/ 32447 w 58356"/>
                      <a:gd name="connsiteY15" fmla="*/ 52234 h 52234"/>
                      <a:gd name="connsiteX16" fmla="*/ 32447 w 58356"/>
                      <a:gd name="connsiteY16" fmla="*/ 44918 h 52234"/>
                      <a:gd name="connsiteX17" fmla="*/ 39167 w 58356"/>
                      <a:gd name="connsiteY17" fmla="*/ 43478 h 52234"/>
                      <a:gd name="connsiteX18" fmla="*/ 39167 w 58356"/>
                      <a:gd name="connsiteY18" fmla="*/ 20150 h 52234"/>
                      <a:gd name="connsiteX19" fmla="*/ 36806 w 58356"/>
                      <a:gd name="connsiteY19" fmla="*/ 11874 h 52234"/>
                      <a:gd name="connsiteX20" fmla="*/ 29844 w 58356"/>
                      <a:gd name="connsiteY20" fmla="*/ 9415 h 52234"/>
                      <a:gd name="connsiteX21" fmla="*/ 23730 w 58356"/>
                      <a:gd name="connsiteY21" fmla="*/ 10975 h 52234"/>
                      <a:gd name="connsiteX22" fmla="*/ 19493 w 58356"/>
                      <a:gd name="connsiteY22" fmla="*/ 15232 h 52234"/>
                      <a:gd name="connsiteX23" fmla="*/ 19493 w 58356"/>
                      <a:gd name="connsiteY23" fmla="*/ 43418 h 52234"/>
                      <a:gd name="connsiteX24" fmla="*/ 26030 w 58356"/>
                      <a:gd name="connsiteY24" fmla="*/ 44858 h 52234"/>
                      <a:gd name="connsiteX25" fmla="*/ 26030 w 58356"/>
                      <a:gd name="connsiteY25" fmla="*/ 52174 h 52234"/>
                      <a:gd name="connsiteX26" fmla="*/ 303 w 58356"/>
                      <a:gd name="connsiteY26" fmla="*/ 5217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58356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1" y="8396"/>
                        </a:lnTo>
                        <a:cubicBezTo>
                          <a:pt x="20946" y="5757"/>
                          <a:pt x="23125" y="3658"/>
                          <a:pt x="25667" y="2219"/>
                        </a:cubicBezTo>
                        <a:cubicBezTo>
                          <a:pt x="28210" y="780"/>
                          <a:pt x="31115" y="0"/>
                          <a:pt x="34384" y="0"/>
                        </a:cubicBezTo>
                        <a:cubicBezTo>
                          <a:pt x="39711" y="0"/>
                          <a:pt x="43828" y="1619"/>
                          <a:pt x="46794" y="4858"/>
                        </a:cubicBezTo>
                        <a:cubicBezTo>
                          <a:pt x="49760" y="8096"/>
                          <a:pt x="51213" y="13133"/>
                          <a:pt x="51213" y="20030"/>
                        </a:cubicBezTo>
                        <a:lnTo>
                          <a:pt x="51213" y="43478"/>
                        </a:lnTo>
                        <a:lnTo>
                          <a:pt x="58357" y="44918"/>
                        </a:lnTo>
                        <a:lnTo>
                          <a:pt x="58357" y="52234"/>
                        </a:lnTo>
                        <a:lnTo>
                          <a:pt x="32447" y="52234"/>
                        </a:lnTo>
                        <a:lnTo>
                          <a:pt x="32447" y="44918"/>
                        </a:lnTo>
                        <a:lnTo>
                          <a:pt x="39167" y="43478"/>
                        </a:lnTo>
                        <a:lnTo>
                          <a:pt x="39167" y="20150"/>
                        </a:lnTo>
                        <a:cubicBezTo>
                          <a:pt x="39167" y="16252"/>
                          <a:pt x="38380" y="13493"/>
                          <a:pt x="36806" y="11874"/>
                        </a:cubicBezTo>
                        <a:cubicBezTo>
                          <a:pt x="35232" y="10255"/>
                          <a:pt x="32931" y="9415"/>
                          <a:pt x="29844" y="9415"/>
                        </a:cubicBezTo>
                        <a:cubicBezTo>
                          <a:pt x="27544" y="9415"/>
                          <a:pt x="25486" y="9955"/>
                          <a:pt x="23730" y="10975"/>
                        </a:cubicBezTo>
                        <a:cubicBezTo>
                          <a:pt x="21975" y="11994"/>
                          <a:pt x="20582" y="13433"/>
                          <a:pt x="19493" y="15232"/>
                        </a:cubicBezTo>
                        <a:lnTo>
                          <a:pt x="19493" y="43418"/>
                        </a:lnTo>
                        <a:lnTo>
                          <a:pt x="26030" y="44858"/>
                        </a:lnTo>
                        <a:lnTo>
                          <a:pt x="26030" y="52174"/>
                        </a:lnTo>
                        <a:lnTo>
                          <a:pt x="303" y="5217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7" name="Freeform 148">
                    <a:extLst>
                      <a:ext uri="{FF2B5EF4-FFF2-40B4-BE49-F238E27FC236}">
                        <a16:creationId xmlns:a16="http://schemas.microsoft.com/office/drawing/2014/main" id="{5B472DC3-E4C3-FCEC-1F55-F578FBCC09AD}"/>
                      </a:ext>
                    </a:extLst>
                  </p:cNvPr>
                  <p:cNvSpPr/>
                  <p:nvPr/>
                </p:nvSpPr>
                <p:spPr>
                  <a:xfrm>
                    <a:off x="2971913" y="442504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7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7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6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8" name="Freeform 149">
                    <a:extLst>
                      <a:ext uri="{FF2B5EF4-FFF2-40B4-BE49-F238E27FC236}">
                        <a16:creationId xmlns:a16="http://schemas.microsoft.com/office/drawing/2014/main" id="{26D98F10-0386-FC90-EC38-8E3943BBECA6}"/>
                      </a:ext>
                    </a:extLst>
                  </p:cNvPr>
                  <p:cNvSpPr/>
                  <p:nvPr/>
                </p:nvSpPr>
                <p:spPr>
                  <a:xfrm>
                    <a:off x="3023792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1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592 w 44191"/>
                      <a:gd name="connsiteY22" fmla="*/ 21589 h 53193"/>
                      <a:gd name="connsiteX23" fmla="*/ 32629 w 44191"/>
                      <a:gd name="connsiteY23" fmla="*/ 21589 h 53193"/>
                      <a:gd name="connsiteX24" fmla="*/ 32629 w 44191"/>
                      <a:gd name="connsiteY24" fmla="*/ 20330 h 53193"/>
                      <a:gd name="connsiteX25" fmla="*/ 31600 w 44191"/>
                      <a:gd name="connsiteY25" fmla="*/ 14453 h 53193"/>
                      <a:gd name="connsiteX26" fmla="*/ 28391 w 44191"/>
                      <a:gd name="connsiteY26" fmla="*/ 10495 h 53193"/>
                      <a:gd name="connsiteX27" fmla="*/ 22883 w 44191"/>
                      <a:gd name="connsiteY27" fmla="*/ 9056 h 53193"/>
                      <a:gd name="connsiteX28" fmla="*/ 17798 w 44191"/>
                      <a:gd name="connsiteY28" fmla="*/ 10675 h 53193"/>
                      <a:gd name="connsiteX29" fmla="*/ 14287 w 44191"/>
                      <a:gd name="connsiteY29" fmla="*/ 15053 h 53193"/>
                      <a:gd name="connsiteX30" fmla="*/ 12471 w 44191"/>
                      <a:gd name="connsiteY30" fmla="*/ 21349 h 53193"/>
                      <a:gd name="connsiteX31" fmla="*/ 1259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1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4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4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1" y="29925"/>
                        </a:lnTo>
                        <a:lnTo>
                          <a:pt x="12349" y="30165"/>
                        </a:lnTo>
                        <a:cubicBezTo>
                          <a:pt x="12471" y="32864"/>
                          <a:pt x="13015" y="35203"/>
                          <a:pt x="14044" y="37301"/>
                        </a:cubicBezTo>
                        <a:cubicBezTo>
                          <a:pt x="15074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592" y="21589"/>
                        </a:moveTo>
                        <a:lnTo>
                          <a:pt x="32629" y="21589"/>
                        </a:lnTo>
                        <a:lnTo>
                          <a:pt x="32629" y="20330"/>
                        </a:lnTo>
                        <a:cubicBezTo>
                          <a:pt x="32629" y="18111"/>
                          <a:pt x="32266" y="16132"/>
                          <a:pt x="31600" y="14453"/>
                        </a:cubicBezTo>
                        <a:cubicBezTo>
                          <a:pt x="30934" y="12774"/>
                          <a:pt x="29844" y="11454"/>
                          <a:pt x="28391" y="10495"/>
                        </a:cubicBezTo>
                        <a:cubicBezTo>
                          <a:pt x="26938" y="9535"/>
                          <a:pt x="25122" y="9056"/>
                          <a:pt x="22883" y="9056"/>
                        </a:cubicBezTo>
                        <a:cubicBezTo>
                          <a:pt x="20946" y="9056"/>
                          <a:pt x="19251" y="9595"/>
                          <a:pt x="17798" y="10675"/>
                        </a:cubicBezTo>
                        <a:cubicBezTo>
                          <a:pt x="16345" y="11754"/>
                          <a:pt x="15134" y="13193"/>
                          <a:pt x="14287" y="15053"/>
                        </a:cubicBezTo>
                        <a:cubicBezTo>
                          <a:pt x="13439" y="16912"/>
                          <a:pt x="12834" y="19011"/>
                          <a:pt x="12471" y="21349"/>
                        </a:cubicBezTo>
                        <a:lnTo>
                          <a:pt x="1259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FE2BCD31-2E68-55BB-E9CC-0F2CE294B138}"/>
              </a:ext>
            </a:extLst>
          </p:cNvPr>
          <p:cNvSpPr txBox="1">
            <a:spLocks/>
          </p:cNvSpPr>
          <p:nvPr/>
        </p:nvSpPr>
        <p:spPr>
          <a:xfrm>
            <a:off x="211870" y="1026717"/>
            <a:ext cx="8149524" cy="4670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9875">
              <a:lnSpc>
                <a:spcPct val="100000"/>
              </a:lnSpc>
              <a:spcBef>
                <a:spcPts val="1025"/>
              </a:spcBef>
            </a:pPr>
            <a: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Slab" pitchFamily="2" charset="0"/>
                <a:ea typeface="Roboto Slab" pitchFamily="2" charset="0"/>
                <a:cs typeface="+mn-cs"/>
              </a:rPr>
              <a:t>Pre-requisites for Activation</a:t>
            </a:r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  <a:latin typeface="Roboto Slab" pitchFamily="2" charset="0"/>
              <a:ea typeface="Roboto Slab" pitchFamily="2" charset="0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71E968-3AE9-EE08-FE40-0EDB617FA320}"/>
              </a:ext>
            </a:extLst>
          </p:cNvPr>
          <p:cNvSpPr txBox="1"/>
          <p:nvPr/>
        </p:nvSpPr>
        <p:spPr>
          <a:xfrm>
            <a:off x="485396" y="1667121"/>
            <a:ext cx="10735926" cy="379015"/>
          </a:xfrm>
          <a:prstGeom prst="rect">
            <a:avLst/>
          </a:prstGeom>
          <a:solidFill>
            <a:srgbClr val="F0F0F0"/>
          </a:solidFill>
          <a:ln>
            <a:solidFill>
              <a:srgbClr val="FF6600"/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400" b="1" dirty="0">
                <a:latin typeface="Roboto Slab" pitchFamily="2" charset="0"/>
                <a:ea typeface="Roboto Slab" pitchFamily="2" charset="0"/>
              </a:rPr>
              <a:t>Key Insight: </a:t>
            </a:r>
            <a:r>
              <a:rPr lang="en-US" sz="1400" dirty="0">
                <a:latin typeface="Roboto Slab" pitchFamily="2" charset="0"/>
                <a:ea typeface="Roboto Slab" pitchFamily="2" charset="0"/>
              </a:rPr>
              <a:t>64-bit processor with SLAT + 8GB RAM + Virtualization enabled in BIOS = 98% successful activation rate</a:t>
            </a:r>
            <a:endParaRPr lang="en-IN" sz="1400" dirty="0">
              <a:latin typeface="Roboto Slab" pitchFamily="2" charset="0"/>
              <a:ea typeface="Roboto Slab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EAE148-CC8D-9749-35C9-F988A428ADF3}"/>
              </a:ext>
            </a:extLst>
          </p:cNvPr>
          <p:cNvGrpSpPr/>
          <p:nvPr/>
        </p:nvGrpSpPr>
        <p:grpSpPr>
          <a:xfrm>
            <a:off x="467154" y="2219528"/>
            <a:ext cx="11127848" cy="4711680"/>
            <a:chOff x="542817" y="1569150"/>
            <a:chExt cx="11127848" cy="4711680"/>
          </a:xfrm>
        </p:grpSpPr>
        <p:grpSp>
          <p:nvGrpSpPr>
            <p:cNvPr id="9" name="object 6">
              <a:extLst>
                <a:ext uri="{FF2B5EF4-FFF2-40B4-BE49-F238E27FC236}">
                  <a16:creationId xmlns:a16="http://schemas.microsoft.com/office/drawing/2014/main" id="{B3F4C8E8-CC1F-04B4-3A96-95CDFE4E759B}"/>
                </a:ext>
              </a:extLst>
            </p:cNvPr>
            <p:cNvGrpSpPr/>
            <p:nvPr/>
          </p:nvGrpSpPr>
          <p:grpSpPr>
            <a:xfrm>
              <a:off x="542924" y="3707860"/>
              <a:ext cx="11127740" cy="1125855"/>
              <a:chOff x="542924" y="3707860"/>
              <a:chExt cx="11127740" cy="1125855"/>
            </a:xfrm>
          </p:grpSpPr>
          <p:pic>
            <p:nvPicPr>
              <p:cNvPr id="185" name="object 7">
                <a:extLst>
                  <a:ext uri="{FF2B5EF4-FFF2-40B4-BE49-F238E27FC236}">
                    <a16:creationId xmlns:a16="http://schemas.microsoft.com/office/drawing/2014/main" id="{A9B228AE-9280-59DA-474B-B5296EC3E51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42924" y="3707860"/>
                <a:ext cx="11127165" cy="1125580"/>
              </a:xfrm>
              <a:prstGeom prst="rect">
                <a:avLst/>
              </a:prstGeom>
            </p:spPr>
          </p:pic>
          <p:sp>
            <p:nvSpPr>
              <p:cNvPr id="186" name="object 8">
                <a:extLst>
                  <a:ext uri="{FF2B5EF4-FFF2-40B4-BE49-F238E27FC236}">
                    <a16:creationId xmlns:a16="http://schemas.microsoft.com/office/drawing/2014/main" id="{94A9E433-0D91-DF2A-4DD2-86576C6701AA}"/>
                  </a:ext>
                </a:extLst>
              </p:cNvPr>
              <p:cNvSpPr/>
              <p:nvPr/>
            </p:nvSpPr>
            <p:spPr>
              <a:xfrm>
                <a:off x="542924" y="3707860"/>
                <a:ext cx="11127740" cy="1125855"/>
              </a:xfrm>
              <a:custGeom>
                <a:avLst/>
                <a:gdLst/>
                <a:ahLst/>
                <a:cxnLst/>
                <a:rect l="l" t="t" r="r" b="b"/>
                <a:pathLst>
                  <a:path w="11127740" h="1125854">
                    <a:moveTo>
                      <a:pt x="11030686" y="1125580"/>
                    </a:moveTo>
                    <a:lnTo>
                      <a:pt x="96478" y="1125580"/>
                    </a:lnTo>
                    <a:lnTo>
                      <a:pt x="86974" y="1125121"/>
                    </a:lnTo>
                    <a:lnTo>
                      <a:pt x="42867" y="1109335"/>
                    </a:lnTo>
                    <a:lnTo>
                      <a:pt x="11405" y="1074627"/>
                    </a:lnTo>
                    <a:lnTo>
                      <a:pt x="0" y="1029102"/>
                    </a:lnTo>
                    <a:lnTo>
                      <a:pt x="0" y="96478"/>
                    </a:lnTo>
                    <a:lnTo>
                      <a:pt x="11405" y="50952"/>
                    </a:lnTo>
                    <a:lnTo>
                      <a:pt x="42867" y="16244"/>
                    </a:lnTo>
                    <a:lnTo>
                      <a:pt x="86974" y="458"/>
                    </a:lnTo>
                    <a:lnTo>
                      <a:pt x="96478" y="0"/>
                    </a:lnTo>
                    <a:lnTo>
                      <a:pt x="11030686" y="0"/>
                    </a:lnTo>
                    <a:lnTo>
                      <a:pt x="11069079" y="8039"/>
                    </a:lnTo>
                    <a:lnTo>
                      <a:pt x="90671" y="8039"/>
                    </a:lnTo>
                    <a:lnTo>
                      <a:pt x="84920" y="8606"/>
                    </a:lnTo>
                    <a:lnTo>
                      <a:pt x="42516" y="26170"/>
                    </a:lnTo>
                    <a:lnTo>
                      <a:pt x="16994" y="57269"/>
                    </a:lnTo>
                    <a:lnTo>
                      <a:pt x="8039" y="90671"/>
                    </a:lnTo>
                    <a:lnTo>
                      <a:pt x="8039" y="1034909"/>
                    </a:lnTo>
                    <a:lnTo>
                      <a:pt x="19718" y="1073407"/>
                    </a:lnTo>
                    <a:lnTo>
                      <a:pt x="52172" y="1105861"/>
                    </a:lnTo>
                    <a:lnTo>
                      <a:pt x="90671" y="1117540"/>
                    </a:lnTo>
                    <a:lnTo>
                      <a:pt x="11069078" y="1117540"/>
                    </a:lnTo>
                    <a:lnTo>
                      <a:pt x="11067605" y="1118235"/>
                    </a:lnTo>
                    <a:lnTo>
                      <a:pt x="11058649" y="1121448"/>
                    </a:lnTo>
                    <a:lnTo>
                      <a:pt x="11049511" y="1123743"/>
                    </a:lnTo>
                    <a:lnTo>
                      <a:pt x="11040190" y="1125121"/>
                    </a:lnTo>
                    <a:lnTo>
                      <a:pt x="11030686" y="1125580"/>
                    </a:lnTo>
                    <a:close/>
                  </a:path>
                  <a:path w="11127740" h="1125854">
                    <a:moveTo>
                      <a:pt x="11069078" y="1117540"/>
                    </a:moveTo>
                    <a:lnTo>
                      <a:pt x="11036493" y="1117540"/>
                    </a:lnTo>
                    <a:lnTo>
                      <a:pt x="11042244" y="1116973"/>
                    </a:lnTo>
                    <a:lnTo>
                      <a:pt x="11053634" y="1114707"/>
                    </a:lnTo>
                    <a:lnTo>
                      <a:pt x="11089114" y="1095743"/>
                    </a:lnTo>
                    <a:lnTo>
                      <a:pt x="11114614" y="1057580"/>
                    </a:lnTo>
                    <a:lnTo>
                      <a:pt x="11119124" y="1034909"/>
                    </a:lnTo>
                    <a:lnTo>
                      <a:pt x="11119124" y="90671"/>
                    </a:lnTo>
                    <a:lnTo>
                      <a:pt x="11107445" y="52172"/>
                    </a:lnTo>
                    <a:lnTo>
                      <a:pt x="11074990" y="19718"/>
                    </a:lnTo>
                    <a:lnTo>
                      <a:pt x="11036493" y="8039"/>
                    </a:lnTo>
                    <a:lnTo>
                      <a:pt x="11069079" y="8039"/>
                    </a:lnTo>
                    <a:lnTo>
                      <a:pt x="11105301" y="35302"/>
                    </a:lnTo>
                    <a:lnTo>
                      <a:pt x="11125328" y="77652"/>
                    </a:lnTo>
                    <a:lnTo>
                      <a:pt x="11127165" y="1029102"/>
                    </a:lnTo>
                    <a:lnTo>
                      <a:pt x="11126705" y="1038606"/>
                    </a:lnTo>
                    <a:lnTo>
                      <a:pt x="11110918" y="1082712"/>
                    </a:lnTo>
                    <a:lnTo>
                      <a:pt x="11076209" y="1114174"/>
                    </a:lnTo>
                    <a:lnTo>
                      <a:pt x="11069078" y="1117540"/>
                    </a:lnTo>
                    <a:close/>
                  </a:path>
                </a:pathLst>
              </a:custGeom>
              <a:solidFill>
                <a:srgbClr val="FFB900">
                  <a:alpha val="30198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grpSp>
          <p:nvGrpSpPr>
            <p:cNvPr id="10" name="object 9">
              <a:extLst>
                <a:ext uri="{FF2B5EF4-FFF2-40B4-BE49-F238E27FC236}">
                  <a16:creationId xmlns:a16="http://schemas.microsoft.com/office/drawing/2014/main" id="{569AC16F-86E3-4C01-B26C-6662A4D7BCEC}"/>
                </a:ext>
              </a:extLst>
            </p:cNvPr>
            <p:cNvGrpSpPr/>
            <p:nvPr/>
          </p:nvGrpSpPr>
          <p:grpSpPr>
            <a:xfrm>
              <a:off x="542925" y="4994237"/>
              <a:ext cx="11127740" cy="1117600"/>
              <a:chOff x="542925" y="4994237"/>
              <a:chExt cx="11127740" cy="1117600"/>
            </a:xfrm>
          </p:grpSpPr>
          <p:sp>
            <p:nvSpPr>
              <p:cNvPr id="182" name="object 10">
                <a:extLst>
                  <a:ext uri="{FF2B5EF4-FFF2-40B4-BE49-F238E27FC236}">
                    <a16:creationId xmlns:a16="http://schemas.microsoft.com/office/drawing/2014/main" id="{E95DFF00-3745-CB13-7C68-9A9031A6B9F7}"/>
                  </a:ext>
                </a:extLst>
              </p:cNvPr>
              <p:cNvSpPr/>
              <p:nvPr/>
            </p:nvSpPr>
            <p:spPr>
              <a:xfrm>
                <a:off x="546944" y="4998257"/>
                <a:ext cx="11119485" cy="1109980"/>
              </a:xfrm>
              <a:custGeom>
                <a:avLst/>
                <a:gdLst/>
                <a:ahLst/>
                <a:cxnLst/>
                <a:rect l="l" t="t" r="r" b="b"/>
                <a:pathLst>
                  <a:path w="11119485" h="1109979">
                    <a:moveTo>
                      <a:pt x="11032737" y="1109500"/>
                    </a:moveTo>
                    <a:lnTo>
                      <a:pt x="86387" y="1109500"/>
                    </a:lnTo>
                    <a:lnTo>
                      <a:pt x="80374" y="1108907"/>
                    </a:lnTo>
                    <a:lnTo>
                      <a:pt x="36043" y="1090545"/>
                    </a:lnTo>
                    <a:lnTo>
                      <a:pt x="9361" y="1058032"/>
                    </a:lnTo>
                    <a:lnTo>
                      <a:pt x="0" y="1023112"/>
                    </a:lnTo>
                    <a:lnTo>
                      <a:pt x="0" y="1017042"/>
                    </a:lnTo>
                    <a:lnTo>
                      <a:pt x="0" y="86387"/>
                    </a:lnTo>
                    <a:lnTo>
                      <a:pt x="12209" y="46138"/>
                    </a:lnTo>
                    <a:lnTo>
                      <a:pt x="46139" y="12208"/>
                    </a:lnTo>
                    <a:lnTo>
                      <a:pt x="86387" y="0"/>
                    </a:lnTo>
                    <a:lnTo>
                      <a:pt x="11032737" y="0"/>
                    </a:lnTo>
                    <a:lnTo>
                      <a:pt x="11072985" y="12208"/>
                    </a:lnTo>
                    <a:lnTo>
                      <a:pt x="11106914" y="46138"/>
                    </a:lnTo>
                    <a:lnTo>
                      <a:pt x="11119125" y="86387"/>
                    </a:lnTo>
                    <a:lnTo>
                      <a:pt x="11119125" y="1023112"/>
                    </a:lnTo>
                    <a:lnTo>
                      <a:pt x="11106914" y="1063360"/>
                    </a:lnTo>
                    <a:lnTo>
                      <a:pt x="11072985" y="1097290"/>
                    </a:lnTo>
                    <a:lnTo>
                      <a:pt x="11038749" y="1108907"/>
                    </a:lnTo>
                    <a:lnTo>
                      <a:pt x="11032737" y="1109500"/>
                    </a:lnTo>
                    <a:close/>
                  </a:path>
                </a:pathLst>
              </a:custGeom>
              <a:solidFill>
                <a:srgbClr val="F7FAFB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183" name="object 11">
                <a:extLst>
                  <a:ext uri="{FF2B5EF4-FFF2-40B4-BE49-F238E27FC236}">
                    <a16:creationId xmlns:a16="http://schemas.microsoft.com/office/drawing/2014/main" id="{83AD8BFF-7198-39E5-ECE4-49F3B306A853}"/>
                  </a:ext>
                </a:extLst>
              </p:cNvPr>
              <p:cNvSpPr/>
              <p:nvPr/>
            </p:nvSpPr>
            <p:spPr>
              <a:xfrm>
                <a:off x="546944" y="4998257"/>
                <a:ext cx="11119485" cy="1109980"/>
              </a:xfrm>
              <a:custGeom>
                <a:avLst/>
                <a:gdLst/>
                <a:ahLst/>
                <a:cxnLst/>
                <a:rect l="l" t="t" r="r" b="b"/>
                <a:pathLst>
                  <a:path w="11119485" h="1109979">
                    <a:moveTo>
                      <a:pt x="0" y="1017042"/>
                    </a:moveTo>
                    <a:lnTo>
                      <a:pt x="0" y="92458"/>
                    </a:lnTo>
                    <a:lnTo>
                      <a:pt x="0" y="86387"/>
                    </a:lnTo>
                    <a:lnTo>
                      <a:pt x="592" y="80375"/>
                    </a:lnTo>
                    <a:lnTo>
                      <a:pt x="15582" y="41090"/>
                    </a:lnTo>
                    <a:lnTo>
                      <a:pt x="27080" y="27080"/>
                    </a:lnTo>
                    <a:lnTo>
                      <a:pt x="31373" y="22787"/>
                    </a:lnTo>
                    <a:lnTo>
                      <a:pt x="36043" y="18954"/>
                    </a:lnTo>
                    <a:lnTo>
                      <a:pt x="41091" y="15582"/>
                    </a:lnTo>
                    <a:lnTo>
                      <a:pt x="46139" y="12208"/>
                    </a:lnTo>
                    <a:lnTo>
                      <a:pt x="51467" y="9360"/>
                    </a:lnTo>
                    <a:lnTo>
                      <a:pt x="57076" y="7037"/>
                    </a:lnTo>
                    <a:lnTo>
                      <a:pt x="62684" y="4714"/>
                    </a:lnTo>
                    <a:lnTo>
                      <a:pt x="68466" y="2960"/>
                    </a:lnTo>
                    <a:lnTo>
                      <a:pt x="74420" y="1776"/>
                    </a:lnTo>
                    <a:lnTo>
                      <a:pt x="80374" y="592"/>
                    </a:lnTo>
                    <a:lnTo>
                      <a:pt x="86387" y="0"/>
                    </a:lnTo>
                    <a:lnTo>
                      <a:pt x="92458" y="0"/>
                    </a:lnTo>
                    <a:lnTo>
                      <a:pt x="11026667" y="0"/>
                    </a:lnTo>
                    <a:lnTo>
                      <a:pt x="11032737" y="0"/>
                    </a:lnTo>
                    <a:lnTo>
                      <a:pt x="11038749" y="592"/>
                    </a:lnTo>
                    <a:lnTo>
                      <a:pt x="11044703" y="1776"/>
                    </a:lnTo>
                    <a:lnTo>
                      <a:pt x="11050658" y="2960"/>
                    </a:lnTo>
                    <a:lnTo>
                      <a:pt x="11056438" y="4714"/>
                    </a:lnTo>
                    <a:lnTo>
                      <a:pt x="11062047" y="7037"/>
                    </a:lnTo>
                    <a:lnTo>
                      <a:pt x="11067656" y="9360"/>
                    </a:lnTo>
                    <a:lnTo>
                      <a:pt x="11072985" y="12208"/>
                    </a:lnTo>
                    <a:lnTo>
                      <a:pt x="11078033" y="15581"/>
                    </a:lnTo>
                    <a:lnTo>
                      <a:pt x="11083080" y="18954"/>
                    </a:lnTo>
                    <a:lnTo>
                      <a:pt x="11109762" y="51466"/>
                    </a:lnTo>
                    <a:lnTo>
                      <a:pt x="11112085" y="57075"/>
                    </a:lnTo>
                    <a:lnTo>
                      <a:pt x="11114408" y="62684"/>
                    </a:lnTo>
                    <a:lnTo>
                      <a:pt x="11116163" y="68465"/>
                    </a:lnTo>
                    <a:lnTo>
                      <a:pt x="11117348" y="74420"/>
                    </a:lnTo>
                    <a:lnTo>
                      <a:pt x="11118532" y="80375"/>
                    </a:lnTo>
                    <a:lnTo>
                      <a:pt x="11119125" y="86387"/>
                    </a:lnTo>
                    <a:lnTo>
                      <a:pt x="11119125" y="92458"/>
                    </a:lnTo>
                    <a:lnTo>
                      <a:pt x="11119125" y="1017042"/>
                    </a:lnTo>
                    <a:lnTo>
                      <a:pt x="11119125" y="1023112"/>
                    </a:lnTo>
                    <a:lnTo>
                      <a:pt x="11118533" y="1029125"/>
                    </a:lnTo>
                    <a:lnTo>
                      <a:pt x="11103542" y="1068407"/>
                    </a:lnTo>
                    <a:lnTo>
                      <a:pt x="11072985" y="1097290"/>
                    </a:lnTo>
                    <a:lnTo>
                      <a:pt x="11062047" y="1102461"/>
                    </a:lnTo>
                    <a:lnTo>
                      <a:pt x="11056438" y="1104784"/>
                    </a:lnTo>
                    <a:lnTo>
                      <a:pt x="11050658" y="1106538"/>
                    </a:lnTo>
                    <a:lnTo>
                      <a:pt x="11044703" y="1107723"/>
                    </a:lnTo>
                    <a:lnTo>
                      <a:pt x="11038749" y="1108907"/>
                    </a:lnTo>
                    <a:lnTo>
                      <a:pt x="11032737" y="1109500"/>
                    </a:lnTo>
                    <a:lnTo>
                      <a:pt x="11026667" y="1109500"/>
                    </a:lnTo>
                    <a:lnTo>
                      <a:pt x="92458" y="1109500"/>
                    </a:lnTo>
                    <a:lnTo>
                      <a:pt x="86387" y="1109500"/>
                    </a:lnTo>
                    <a:lnTo>
                      <a:pt x="80374" y="1108907"/>
                    </a:lnTo>
                    <a:lnTo>
                      <a:pt x="74420" y="1107723"/>
                    </a:lnTo>
                    <a:lnTo>
                      <a:pt x="68466" y="1106538"/>
                    </a:lnTo>
                    <a:lnTo>
                      <a:pt x="31373" y="1086712"/>
                    </a:lnTo>
                    <a:lnTo>
                      <a:pt x="27080" y="1082419"/>
                    </a:lnTo>
                    <a:lnTo>
                      <a:pt x="22787" y="1078126"/>
                    </a:lnTo>
                    <a:lnTo>
                      <a:pt x="2960" y="1041033"/>
                    </a:lnTo>
                    <a:lnTo>
                      <a:pt x="1776" y="1035079"/>
                    </a:lnTo>
                    <a:lnTo>
                      <a:pt x="592" y="1029125"/>
                    </a:lnTo>
                    <a:lnTo>
                      <a:pt x="0" y="1023112"/>
                    </a:lnTo>
                    <a:lnTo>
                      <a:pt x="0" y="1017042"/>
                    </a:lnTo>
                    <a:close/>
                  </a:path>
                </a:pathLst>
              </a:custGeom>
              <a:ln w="8039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184" name="object 12">
                <a:extLst>
                  <a:ext uri="{FF2B5EF4-FFF2-40B4-BE49-F238E27FC236}">
                    <a16:creationId xmlns:a16="http://schemas.microsoft.com/office/drawing/2014/main" id="{9F1B2F2C-9C36-136C-CCF0-4F482C5BCB56}"/>
                  </a:ext>
                </a:extLst>
              </p:cNvPr>
              <p:cNvSpPr/>
              <p:nvPr/>
            </p:nvSpPr>
            <p:spPr>
              <a:xfrm>
                <a:off x="711762" y="5396230"/>
                <a:ext cx="10789920" cy="386080"/>
              </a:xfrm>
              <a:custGeom>
                <a:avLst/>
                <a:gdLst/>
                <a:ahLst/>
                <a:cxnLst/>
                <a:rect l="l" t="t" r="r" b="b"/>
                <a:pathLst>
                  <a:path w="10789920" h="386079">
                    <a:moveTo>
                      <a:pt x="10729395" y="385913"/>
                    </a:moveTo>
                    <a:lnTo>
                      <a:pt x="60095" y="385913"/>
                    </a:lnTo>
                    <a:lnTo>
                      <a:pt x="55912" y="385501"/>
                    </a:lnTo>
                    <a:lnTo>
                      <a:pt x="15852" y="364087"/>
                    </a:lnTo>
                    <a:lnTo>
                      <a:pt x="0" y="325817"/>
                    </a:lnTo>
                    <a:lnTo>
                      <a:pt x="0" y="321594"/>
                    </a:lnTo>
                    <a:lnTo>
                      <a:pt x="0" y="60095"/>
                    </a:lnTo>
                    <a:lnTo>
                      <a:pt x="15852" y="21824"/>
                    </a:lnTo>
                    <a:lnTo>
                      <a:pt x="55912" y="412"/>
                    </a:lnTo>
                    <a:lnTo>
                      <a:pt x="60095" y="0"/>
                    </a:lnTo>
                    <a:lnTo>
                      <a:pt x="10729395" y="0"/>
                    </a:lnTo>
                    <a:lnTo>
                      <a:pt x="10767666" y="15852"/>
                    </a:lnTo>
                    <a:lnTo>
                      <a:pt x="10789079" y="55912"/>
                    </a:lnTo>
                    <a:lnTo>
                      <a:pt x="10789491" y="60095"/>
                    </a:lnTo>
                    <a:lnTo>
                      <a:pt x="10789491" y="325817"/>
                    </a:lnTo>
                    <a:lnTo>
                      <a:pt x="10773638" y="364087"/>
                    </a:lnTo>
                    <a:lnTo>
                      <a:pt x="10733578" y="385501"/>
                    </a:lnTo>
                    <a:lnTo>
                      <a:pt x="10729395" y="385913"/>
                    </a:lnTo>
                    <a:close/>
                  </a:path>
                </a:pathLst>
              </a:custGeom>
              <a:solidFill>
                <a:srgbClr val="1D293B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3E16E3B3-B571-0FBF-18D4-FBDB21531A45}"/>
                </a:ext>
              </a:extLst>
            </p:cNvPr>
            <p:cNvSpPr/>
            <p:nvPr/>
          </p:nvSpPr>
          <p:spPr>
            <a:xfrm>
              <a:off x="542925" y="6272575"/>
              <a:ext cx="11127740" cy="8255"/>
            </a:xfrm>
            <a:custGeom>
              <a:avLst/>
              <a:gdLst/>
              <a:ahLst/>
              <a:cxnLst/>
              <a:rect l="l" t="t" r="r" b="b"/>
              <a:pathLst>
                <a:path w="11127740" h="8254">
                  <a:moveTo>
                    <a:pt x="11127165" y="8039"/>
                  </a:moveTo>
                  <a:lnTo>
                    <a:pt x="0" y="8039"/>
                  </a:lnTo>
                  <a:lnTo>
                    <a:pt x="0" y="0"/>
                  </a:lnTo>
                  <a:lnTo>
                    <a:pt x="11127165" y="0"/>
                  </a:lnTo>
                  <a:lnTo>
                    <a:pt x="11127165" y="8039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grpSp>
          <p:nvGrpSpPr>
            <p:cNvPr id="12" name="object 16">
              <a:extLst>
                <a:ext uri="{FF2B5EF4-FFF2-40B4-BE49-F238E27FC236}">
                  <a16:creationId xmlns:a16="http://schemas.microsoft.com/office/drawing/2014/main" id="{699DFB88-BB08-D386-6C2E-FD398B298DEA}"/>
                </a:ext>
              </a:extLst>
            </p:cNvPr>
            <p:cNvGrpSpPr/>
            <p:nvPr/>
          </p:nvGrpSpPr>
          <p:grpSpPr>
            <a:xfrm>
              <a:off x="542817" y="1569150"/>
              <a:ext cx="5483860" cy="1978025"/>
              <a:chOff x="542817" y="1569150"/>
              <a:chExt cx="5483860" cy="1978025"/>
            </a:xfrm>
          </p:grpSpPr>
          <p:sp>
            <p:nvSpPr>
              <p:cNvPr id="180" name="object 17">
                <a:extLst>
                  <a:ext uri="{FF2B5EF4-FFF2-40B4-BE49-F238E27FC236}">
                    <a16:creationId xmlns:a16="http://schemas.microsoft.com/office/drawing/2014/main" id="{2B2E5BF0-1DB0-EE50-D1DE-444C4BDCC63F}"/>
                  </a:ext>
                </a:extLst>
              </p:cNvPr>
              <p:cNvSpPr/>
              <p:nvPr/>
            </p:nvSpPr>
            <p:spPr>
              <a:xfrm>
                <a:off x="546944" y="1573277"/>
                <a:ext cx="5475605" cy="1969770"/>
              </a:xfrm>
              <a:custGeom>
                <a:avLst/>
                <a:gdLst/>
                <a:ahLst/>
                <a:cxnLst/>
                <a:rect l="l" t="t" r="r" b="b"/>
                <a:pathLst>
                  <a:path w="5475605" h="1969770">
                    <a:moveTo>
                      <a:pt x="0" y="1877307"/>
                    </a:moveTo>
                    <a:lnTo>
                      <a:pt x="0" y="92458"/>
                    </a:lnTo>
                    <a:lnTo>
                      <a:pt x="0" y="86387"/>
                    </a:lnTo>
                    <a:lnTo>
                      <a:pt x="592" y="80374"/>
                    </a:lnTo>
                    <a:lnTo>
                      <a:pt x="1776" y="74420"/>
                    </a:lnTo>
                    <a:lnTo>
                      <a:pt x="2960" y="68466"/>
                    </a:lnTo>
                    <a:lnTo>
                      <a:pt x="4714" y="62684"/>
                    </a:lnTo>
                    <a:lnTo>
                      <a:pt x="7037" y="57076"/>
                    </a:lnTo>
                    <a:lnTo>
                      <a:pt x="9361" y="51467"/>
                    </a:lnTo>
                    <a:lnTo>
                      <a:pt x="12209" y="46138"/>
                    </a:lnTo>
                    <a:lnTo>
                      <a:pt x="15582" y="41091"/>
                    </a:lnTo>
                    <a:lnTo>
                      <a:pt x="18954" y="36043"/>
                    </a:lnTo>
                    <a:lnTo>
                      <a:pt x="41091" y="15582"/>
                    </a:lnTo>
                    <a:lnTo>
                      <a:pt x="46139" y="12209"/>
                    </a:lnTo>
                    <a:lnTo>
                      <a:pt x="74420" y="1776"/>
                    </a:lnTo>
                    <a:lnTo>
                      <a:pt x="80374" y="592"/>
                    </a:lnTo>
                    <a:lnTo>
                      <a:pt x="86387" y="0"/>
                    </a:lnTo>
                    <a:lnTo>
                      <a:pt x="92458" y="0"/>
                    </a:lnTo>
                    <a:lnTo>
                      <a:pt x="5382685" y="0"/>
                    </a:lnTo>
                    <a:lnTo>
                      <a:pt x="5388756" y="0"/>
                    </a:lnTo>
                    <a:lnTo>
                      <a:pt x="5394769" y="592"/>
                    </a:lnTo>
                    <a:lnTo>
                      <a:pt x="5400723" y="1776"/>
                    </a:lnTo>
                    <a:lnTo>
                      <a:pt x="5406677" y="2960"/>
                    </a:lnTo>
                    <a:lnTo>
                      <a:pt x="5443770" y="22787"/>
                    </a:lnTo>
                    <a:lnTo>
                      <a:pt x="5468105" y="57076"/>
                    </a:lnTo>
                    <a:lnTo>
                      <a:pt x="5470428" y="62684"/>
                    </a:lnTo>
                    <a:lnTo>
                      <a:pt x="5472182" y="68466"/>
                    </a:lnTo>
                    <a:lnTo>
                      <a:pt x="5473367" y="74420"/>
                    </a:lnTo>
                    <a:lnTo>
                      <a:pt x="5474551" y="80374"/>
                    </a:lnTo>
                    <a:lnTo>
                      <a:pt x="5475144" y="86387"/>
                    </a:lnTo>
                    <a:lnTo>
                      <a:pt x="5475144" y="92458"/>
                    </a:lnTo>
                    <a:lnTo>
                      <a:pt x="5475144" y="1877307"/>
                    </a:lnTo>
                    <a:lnTo>
                      <a:pt x="5475144" y="1883378"/>
                    </a:lnTo>
                    <a:lnTo>
                      <a:pt x="5474551" y="1889390"/>
                    </a:lnTo>
                    <a:lnTo>
                      <a:pt x="5473367" y="1895344"/>
                    </a:lnTo>
                    <a:lnTo>
                      <a:pt x="5472182" y="1901298"/>
                    </a:lnTo>
                    <a:lnTo>
                      <a:pt x="5470428" y="1907080"/>
                    </a:lnTo>
                    <a:lnTo>
                      <a:pt x="5468105" y="1912689"/>
                    </a:lnTo>
                    <a:lnTo>
                      <a:pt x="5465782" y="1918297"/>
                    </a:lnTo>
                    <a:lnTo>
                      <a:pt x="5462934" y="1923626"/>
                    </a:lnTo>
                    <a:lnTo>
                      <a:pt x="5459562" y="1928673"/>
                    </a:lnTo>
                    <a:lnTo>
                      <a:pt x="5456189" y="1933721"/>
                    </a:lnTo>
                    <a:lnTo>
                      <a:pt x="5434052" y="1954182"/>
                    </a:lnTo>
                    <a:lnTo>
                      <a:pt x="5429004" y="1957555"/>
                    </a:lnTo>
                    <a:lnTo>
                      <a:pt x="5423676" y="1960403"/>
                    </a:lnTo>
                    <a:lnTo>
                      <a:pt x="5418067" y="1962727"/>
                    </a:lnTo>
                    <a:lnTo>
                      <a:pt x="5412459" y="1965050"/>
                    </a:lnTo>
                    <a:lnTo>
                      <a:pt x="5382685" y="1969765"/>
                    </a:lnTo>
                    <a:lnTo>
                      <a:pt x="92458" y="1969765"/>
                    </a:lnTo>
                    <a:lnTo>
                      <a:pt x="51467" y="1960403"/>
                    </a:lnTo>
                    <a:lnTo>
                      <a:pt x="18954" y="1933721"/>
                    </a:lnTo>
                    <a:lnTo>
                      <a:pt x="15582" y="1928673"/>
                    </a:lnTo>
                    <a:lnTo>
                      <a:pt x="12209" y="1923626"/>
                    </a:lnTo>
                    <a:lnTo>
                      <a:pt x="1776" y="1895344"/>
                    </a:lnTo>
                    <a:lnTo>
                      <a:pt x="592" y="1889390"/>
                    </a:lnTo>
                    <a:lnTo>
                      <a:pt x="0" y="1883378"/>
                    </a:lnTo>
                    <a:lnTo>
                      <a:pt x="0" y="1877307"/>
                    </a:lnTo>
                    <a:close/>
                  </a:path>
                </a:pathLst>
              </a:custGeom>
              <a:ln w="8039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181" name="object 18">
                <a:extLst>
                  <a:ext uri="{FF2B5EF4-FFF2-40B4-BE49-F238E27FC236}">
                    <a16:creationId xmlns:a16="http://schemas.microsoft.com/office/drawing/2014/main" id="{65B0E9F8-4B48-458F-A268-3037A7A389A0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19801" y="1754174"/>
                <a:ext cx="176876" cy="160797"/>
              </a:xfrm>
              <a:prstGeom prst="rect">
                <a:avLst/>
              </a:prstGeom>
            </p:spPr>
          </p:pic>
        </p:grpSp>
        <p:sp>
          <p:nvSpPr>
            <p:cNvPr id="15" name="object 19">
              <a:extLst>
                <a:ext uri="{FF2B5EF4-FFF2-40B4-BE49-F238E27FC236}">
                  <a16:creationId xmlns:a16="http://schemas.microsoft.com/office/drawing/2014/main" id="{7E804F13-D1C9-4F22-035E-DA349515F146}"/>
                </a:ext>
              </a:extLst>
            </p:cNvPr>
            <p:cNvSpPr txBox="1"/>
            <p:nvPr/>
          </p:nvSpPr>
          <p:spPr>
            <a:xfrm>
              <a:off x="972417" y="1714138"/>
              <a:ext cx="2521360" cy="191719"/>
            </a:xfrm>
            <a:prstGeom prst="rect">
              <a:avLst/>
            </a:prstGeom>
          </p:spPr>
          <p:txBody>
            <a:bodyPr vert="horz" wrap="square" lIns="0" tIns="1460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5"/>
                </a:spcBef>
              </a:pPr>
              <a:r>
                <a:rPr sz="115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Hardware</a:t>
              </a:r>
              <a:r>
                <a:rPr sz="1150" b="1" spc="-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150" b="1" spc="-4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Requirements</a:t>
              </a:r>
              <a:endParaRPr sz="11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pic>
          <p:nvPicPr>
            <p:cNvPr id="125" name="object 20">
              <a:extLst>
                <a:ext uri="{FF2B5EF4-FFF2-40B4-BE49-F238E27FC236}">
                  <a16:creationId xmlns:a16="http://schemas.microsoft.com/office/drawing/2014/main" id="{F4CC6F14-5632-C55B-5819-35016704336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1762" y="2059689"/>
              <a:ext cx="160797" cy="160797"/>
            </a:xfrm>
            <a:prstGeom prst="rect">
              <a:avLst/>
            </a:prstGeom>
          </p:spPr>
        </p:pic>
        <p:sp>
          <p:nvSpPr>
            <p:cNvPr id="128" name="object 21">
              <a:extLst>
                <a:ext uri="{FF2B5EF4-FFF2-40B4-BE49-F238E27FC236}">
                  <a16:creationId xmlns:a16="http://schemas.microsoft.com/office/drawing/2014/main" id="{8FD3099D-3123-E685-485E-37027EBBA852}"/>
                </a:ext>
              </a:extLst>
            </p:cNvPr>
            <p:cNvSpPr txBox="1"/>
            <p:nvPr/>
          </p:nvSpPr>
          <p:spPr>
            <a:xfrm>
              <a:off x="756346" y="2059049"/>
              <a:ext cx="61594" cy="123752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700" b="1" spc="-6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1</a:t>
              </a:r>
              <a:endParaRPr sz="7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29" name="object 22">
              <a:extLst>
                <a:ext uri="{FF2B5EF4-FFF2-40B4-BE49-F238E27FC236}">
                  <a16:creationId xmlns:a16="http://schemas.microsoft.com/office/drawing/2014/main" id="{D073A3EB-1C02-E7C5-7CCC-B01A429F9F11}"/>
                </a:ext>
              </a:extLst>
            </p:cNvPr>
            <p:cNvSpPr txBox="1"/>
            <p:nvPr/>
          </p:nvSpPr>
          <p:spPr>
            <a:xfrm>
              <a:off x="940257" y="1988394"/>
              <a:ext cx="2521360" cy="328936"/>
            </a:xfrm>
            <a:prstGeom prst="rect">
              <a:avLst/>
            </a:prstGeom>
          </p:spPr>
          <p:txBody>
            <a:bodyPr vert="horz" wrap="square" lIns="0" tIns="514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405"/>
                </a:spcBef>
              </a:pPr>
              <a:r>
                <a:rPr sz="850" b="1" spc="-8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64-</a:t>
              </a:r>
              <a:r>
                <a:rPr sz="850" b="1" spc="-7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bit</a:t>
              </a:r>
              <a:r>
                <a:rPr sz="850" b="1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8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Processor</a:t>
              </a:r>
              <a:r>
                <a:rPr sz="850" b="1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8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with</a:t>
              </a:r>
              <a:r>
                <a:rPr sz="850" b="1" spc="-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SLAT</a:t>
              </a:r>
              <a:endParaRPr sz="850" dirty="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marL="12700">
                <a:lnSpc>
                  <a:spcPct val="100000"/>
                </a:lnSpc>
                <a:spcBef>
                  <a:spcPts val="270"/>
                </a:spcBef>
              </a:pPr>
              <a:r>
                <a:rPr sz="700" spc="-4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Second</a:t>
              </a:r>
              <a:r>
                <a:rPr sz="700" spc="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Level</a:t>
              </a:r>
              <a:r>
                <a:rPr sz="700" spc="4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Address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Translation</a:t>
              </a:r>
              <a:r>
                <a:rPr sz="700" spc="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support</a:t>
              </a:r>
              <a:r>
                <a:rPr sz="700" spc="-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required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pic>
          <p:nvPicPr>
            <p:cNvPr id="130" name="object 23">
              <a:extLst>
                <a:ext uri="{FF2B5EF4-FFF2-40B4-BE49-F238E27FC236}">
                  <a16:creationId xmlns:a16="http://schemas.microsoft.com/office/drawing/2014/main" id="{B91CEBA6-03A9-7F76-27FB-C57542AFE50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1762" y="2413442"/>
              <a:ext cx="160797" cy="160796"/>
            </a:xfrm>
            <a:prstGeom prst="rect">
              <a:avLst/>
            </a:prstGeom>
          </p:spPr>
        </p:pic>
        <p:sp>
          <p:nvSpPr>
            <p:cNvPr id="131" name="object 24">
              <a:extLst>
                <a:ext uri="{FF2B5EF4-FFF2-40B4-BE49-F238E27FC236}">
                  <a16:creationId xmlns:a16="http://schemas.microsoft.com/office/drawing/2014/main" id="{93F8B91D-CCF1-5E3B-4B16-4A6406653B8F}"/>
                </a:ext>
              </a:extLst>
            </p:cNvPr>
            <p:cNvSpPr txBox="1"/>
            <p:nvPr/>
          </p:nvSpPr>
          <p:spPr>
            <a:xfrm>
              <a:off x="756346" y="2412802"/>
              <a:ext cx="73025" cy="123752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700" b="1" spc="-5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2</a:t>
              </a:r>
              <a:endParaRPr sz="7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32" name="object 25">
              <a:extLst>
                <a:ext uri="{FF2B5EF4-FFF2-40B4-BE49-F238E27FC236}">
                  <a16:creationId xmlns:a16="http://schemas.microsoft.com/office/drawing/2014/main" id="{2786D32E-F346-F607-3B00-EB46885EEB4D}"/>
                </a:ext>
              </a:extLst>
            </p:cNvPr>
            <p:cNvSpPr txBox="1"/>
            <p:nvPr/>
          </p:nvSpPr>
          <p:spPr>
            <a:xfrm>
              <a:off x="940257" y="2342148"/>
              <a:ext cx="2767606" cy="328936"/>
            </a:xfrm>
            <a:prstGeom prst="rect">
              <a:avLst/>
            </a:prstGeom>
          </p:spPr>
          <p:txBody>
            <a:bodyPr vert="horz" wrap="square" lIns="0" tIns="514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405"/>
                </a:spcBef>
              </a:pPr>
              <a:r>
                <a:rPr sz="850" b="1" spc="-9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RAM:</a:t>
              </a:r>
              <a:r>
                <a:rPr sz="850" b="1" spc="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9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4GB</a:t>
              </a:r>
              <a:r>
                <a:rPr sz="850" b="1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8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Minimum</a:t>
              </a:r>
              <a:r>
                <a:rPr sz="850" b="1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9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(8GB+</a:t>
              </a:r>
              <a:r>
                <a:rPr sz="850" b="1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7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Recommended)</a:t>
              </a:r>
              <a:endParaRPr sz="850" dirty="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marL="12700">
                <a:lnSpc>
                  <a:spcPct val="100000"/>
                </a:lnSpc>
                <a:spcBef>
                  <a:spcPts val="270"/>
                </a:spcBef>
              </a:pPr>
              <a:r>
                <a:rPr sz="700" spc="-7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8GB</a:t>
              </a: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enables</a:t>
              </a: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running multiple</a:t>
              </a: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5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VMs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simultaneously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pic>
          <p:nvPicPr>
            <p:cNvPr id="136" name="object 26">
              <a:extLst>
                <a:ext uri="{FF2B5EF4-FFF2-40B4-BE49-F238E27FC236}">
                  <a16:creationId xmlns:a16="http://schemas.microsoft.com/office/drawing/2014/main" id="{E15E7757-2F39-ADD8-0D3C-BEF983E521A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1762" y="2767196"/>
              <a:ext cx="160797" cy="160796"/>
            </a:xfrm>
            <a:prstGeom prst="rect">
              <a:avLst/>
            </a:prstGeom>
          </p:spPr>
        </p:pic>
        <p:sp>
          <p:nvSpPr>
            <p:cNvPr id="137" name="object 27">
              <a:extLst>
                <a:ext uri="{FF2B5EF4-FFF2-40B4-BE49-F238E27FC236}">
                  <a16:creationId xmlns:a16="http://schemas.microsoft.com/office/drawing/2014/main" id="{34896880-E604-10E3-5DA3-347E7802719A}"/>
                </a:ext>
              </a:extLst>
            </p:cNvPr>
            <p:cNvSpPr txBox="1"/>
            <p:nvPr/>
          </p:nvSpPr>
          <p:spPr>
            <a:xfrm>
              <a:off x="756346" y="2766556"/>
              <a:ext cx="72390" cy="123752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700" b="1" spc="-5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3</a:t>
              </a:r>
              <a:endParaRPr sz="7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38" name="object 28">
              <a:extLst>
                <a:ext uri="{FF2B5EF4-FFF2-40B4-BE49-F238E27FC236}">
                  <a16:creationId xmlns:a16="http://schemas.microsoft.com/office/drawing/2014/main" id="{F6821572-5F0D-1E31-20F1-973B3EA9496C}"/>
                </a:ext>
              </a:extLst>
            </p:cNvPr>
            <p:cNvSpPr txBox="1"/>
            <p:nvPr/>
          </p:nvSpPr>
          <p:spPr>
            <a:xfrm>
              <a:off x="940257" y="2695901"/>
              <a:ext cx="2987739" cy="328936"/>
            </a:xfrm>
            <a:prstGeom prst="rect">
              <a:avLst/>
            </a:prstGeom>
          </p:spPr>
          <p:txBody>
            <a:bodyPr vert="horz" wrap="square" lIns="0" tIns="514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405"/>
                </a:spcBef>
              </a:pPr>
              <a:r>
                <a:rPr sz="850" b="1" spc="-8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Virtualization</a:t>
              </a:r>
              <a:r>
                <a:rPr sz="850" b="1" spc="7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9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Technology</a:t>
              </a:r>
              <a:r>
                <a:rPr sz="850" b="1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1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(VT-x/AMD-</a:t>
              </a:r>
              <a:r>
                <a:rPr sz="850" b="1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V)</a:t>
              </a:r>
              <a:endParaRPr sz="850" dirty="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marL="12700">
                <a:lnSpc>
                  <a:spcPct val="100000"/>
                </a:lnSpc>
                <a:spcBef>
                  <a:spcPts val="270"/>
                </a:spcBef>
              </a:pP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Intel</a:t>
              </a:r>
              <a:r>
                <a:rPr sz="700" spc="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8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VT-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x</a:t>
              </a:r>
              <a:r>
                <a:rPr sz="700" spc="-4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or</a:t>
              </a:r>
              <a:r>
                <a:rPr sz="700" spc="-4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4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AMD-</a:t>
              </a:r>
              <a:r>
                <a:rPr sz="700" spc="-6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700" spc="-7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must</a:t>
              </a:r>
              <a:r>
                <a:rPr sz="70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be</a:t>
              </a: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supported by</a:t>
              </a:r>
              <a:r>
                <a:rPr sz="700" spc="-6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CPU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pic>
          <p:nvPicPr>
            <p:cNvPr id="139" name="object 29">
              <a:extLst>
                <a:ext uri="{FF2B5EF4-FFF2-40B4-BE49-F238E27FC236}">
                  <a16:creationId xmlns:a16="http://schemas.microsoft.com/office/drawing/2014/main" id="{D34D5B5F-4C4C-3632-5294-588BF65E9AD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1762" y="3120950"/>
              <a:ext cx="160797" cy="160796"/>
            </a:xfrm>
            <a:prstGeom prst="rect">
              <a:avLst/>
            </a:prstGeom>
          </p:spPr>
        </p:pic>
        <p:sp>
          <p:nvSpPr>
            <p:cNvPr id="140" name="object 30">
              <a:extLst>
                <a:ext uri="{FF2B5EF4-FFF2-40B4-BE49-F238E27FC236}">
                  <a16:creationId xmlns:a16="http://schemas.microsoft.com/office/drawing/2014/main" id="{3810C840-B666-1506-6593-451A41AFF2B0}"/>
                </a:ext>
              </a:extLst>
            </p:cNvPr>
            <p:cNvSpPr txBox="1"/>
            <p:nvPr/>
          </p:nvSpPr>
          <p:spPr>
            <a:xfrm>
              <a:off x="756346" y="3120310"/>
              <a:ext cx="74930" cy="123752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700" b="1" spc="-5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4</a:t>
              </a:r>
              <a:endParaRPr sz="7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41" name="object 31">
              <a:extLst>
                <a:ext uri="{FF2B5EF4-FFF2-40B4-BE49-F238E27FC236}">
                  <a16:creationId xmlns:a16="http://schemas.microsoft.com/office/drawing/2014/main" id="{B5EE6F49-564E-00C7-235D-67694368CA7E}"/>
                </a:ext>
              </a:extLst>
            </p:cNvPr>
            <p:cNvSpPr txBox="1"/>
            <p:nvPr/>
          </p:nvSpPr>
          <p:spPr>
            <a:xfrm>
              <a:off x="940257" y="3049655"/>
              <a:ext cx="2521360" cy="328936"/>
            </a:xfrm>
            <a:prstGeom prst="rect">
              <a:avLst/>
            </a:prstGeom>
          </p:spPr>
          <p:txBody>
            <a:bodyPr vert="horz" wrap="square" lIns="0" tIns="514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405"/>
                </a:spcBef>
              </a:pPr>
              <a:r>
                <a:rPr sz="850" b="1" spc="-7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Data</a:t>
              </a:r>
              <a:r>
                <a:rPr sz="850" b="1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8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Execution</a:t>
              </a:r>
              <a:r>
                <a:rPr sz="850" b="1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7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Prevention</a:t>
              </a:r>
              <a:r>
                <a:rPr sz="850" b="1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(DEP)</a:t>
              </a:r>
              <a:endParaRPr sz="850" dirty="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marL="12700">
                <a:lnSpc>
                  <a:spcPct val="100000"/>
                </a:lnSpc>
                <a:spcBef>
                  <a:spcPts val="270"/>
                </a:spcBef>
              </a:pP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Hardware-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enforced</a:t>
              </a:r>
              <a:r>
                <a:rPr sz="700" spc="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9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DEP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must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be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available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700" spc="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enabled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142" name="object 32">
              <a:extLst>
                <a:ext uri="{FF2B5EF4-FFF2-40B4-BE49-F238E27FC236}">
                  <a16:creationId xmlns:a16="http://schemas.microsoft.com/office/drawing/2014/main" id="{D81A48A1-8289-206A-76E9-8FFBFE62695A}"/>
                </a:ext>
              </a:extLst>
            </p:cNvPr>
            <p:cNvGrpSpPr/>
            <p:nvPr/>
          </p:nvGrpSpPr>
          <p:grpSpPr>
            <a:xfrm>
              <a:off x="6186798" y="1569150"/>
              <a:ext cx="5483860" cy="1978025"/>
              <a:chOff x="6186798" y="1569150"/>
              <a:chExt cx="5483860" cy="1978025"/>
            </a:xfrm>
          </p:grpSpPr>
          <p:sp>
            <p:nvSpPr>
              <p:cNvPr id="178" name="object 33">
                <a:extLst>
                  <a:ext uri="{FF2B5EF4-FFF2-40B4-BE49-F238E27FC236}">
                    <a16:creationId xmlns:a16="http://schemas.microsoft.com/office/drawing/2014/main" id="{D6CB5AD9-FAF0-4310-C2C8-5D2E534EB6F6}"/>
                  </a:ext>
                </a:extLst>
              </p:cNvPr>
              <p:cNvSpPr/>
              <p:nvPr/>
            </p:nvSpPr>
            <p:spPr>
              <a:xfrm>
                <a:off x="6190926" y="1573277"/>
                <a:ext cx="5475605" cy="1969770"/>
              </a:xfrm>
              <a:custGeom>
                <a:avLst/>
                <a:gdLst/>
                <a:ahLst/>
                <a:cxnLst/>
                <a:rect l="l" t="t" r="r" b="b"/>
                <a:pathLst>
                  <a:path w="5475605" h="1969770">
                    <a:moveTo>
                      <a:pt x="0" y="1877307"/>
                    </a:moveTo>
                    <a:lnTo>
                      <a:pt x="0" y="92458"/>
                    </a:lnTo>
                    <a:lnTo>
                      <a:pt x="0" y="86387"/>
                    </a:lnTo>
                    <a:lnTo>
                      <a:pt x="592" y="80374"/>
                    </a:lnTo>
                    <a:lnTo>
                      <a:pt x="1776" y="74420"/>
                    </a:lnTo>
                    <a:lnTo>
                      <a:pt x="2960" y="68466"/>
                    </a:lnTo>
                    <a:lnTo>
                      <a:pt x="4714" y="62684"/>
                    </a:lnTo>
                    <a:lnTo>
                      <a:pt x="7037" y="57076"/>
                    </a:lnTo>
                    <a:lnTo>
                      <a:pt x="9360" y="51467"/>
                    </a:lnTo>
                    <a:lnTo>
                      <a:pt x="12208" y="46138"/>
                    </a:lnTo>
                    <a:lnTo>
                      <a:pt x="15581" y="41091"/>
                    </a:lnTo>
                    <a:lnTo>
                      <a:pt x="18953" y="36043"/>
                    </a:lnTo>
                    <a:lnTo>
                      <a:pt x="22786" y="31373"/>
                    </a:lnTo>
                    <a:lnTo>
                      <a:pt x="27079" y="27080"/>
                    </a:lnTo>
                    <a:lnTo>
                      <a:pt x="31371" y="22787"/>
                    </a:lnTo>
                    <a:lnTo>
                      <a:pt x="36041" y="18954"/>
                    </a:lnTo>
                    <a:lnTo>
                      <a:pt x="41089" y="15582"/>
                    </a:lnTo>
                    <a:lnTo>
                      <a:pt x="46137" y="12209"/>
                    </a:lnTo>
                    <a:lnTo>
                      <a:pt x="51466" y="9361"/>
                    </a:lnTo>
                    <a:lnTo>
                      <a:pt x="57074" y="7037"/>
                    </a:lnTo>
                    <a:lnTo>
                      <a:pt x="62683" y="4714"/>
                    </a:lnTo>
                    <a:lnTo>
                      <a:pt x="68464" y="2960"/>
                    </a:lnTo>
                    <a:lnTo>
                      <a:pt x="74419" y="1776"/>
                    </a:lnTo>
                    <a:lnTo>
                      <a:pt x="80374" y="592"/>
                    </a:lnTo>
                    <a:lnTo>
                      <a:pt x="86387" y="0"/>
                    </a:lnTo>
                    <a:lnTo>
                      <a:pt x="92458" y="0"/>
                    </a:lnTo>
                    <a:lnTo>
                      <a:pt x="5382685" y="0"/>
                    </a:lnTo>
                    <a:lnTo>
                      <a:pt x="5388755" y="0"/>
                    </a:lnTo>
                    <a:lnTo>
                      <a:pt x="5394768" y="592"/>
                    </a:lnTo>
                    <a:lnTo>
                      <a:pt x="5400722" y="1776"/>
                    </a:lnTo>
                    <a:lnTo>
                      <a:pt x="5406676" y="2960"/>
                    </a:lnTo>
                    <a:lnTo>
                      <a:pt x="5434051" y="15582"/>
                    </a:lnTo>
                    <a:lnTo>
                      <a:pt x="5439099" y="18954"/>
                    </a:lnTo>
                    <a:lnTo>
                      <a:pt x="5465781" y="51467"/>
                    </a:lnTo>
                    <a:lnTo>
                      <a:pt x="5468104" y="57076"/>
                    </a:lnTo>
                    <a:lnTo>
                      <a:pt x="5470427" y="62684"/>
                    </a:lnTo>
                    <a:lnTo>
                      <a:pt x="5472182" y="68466"/>
                    </a:lnTo>
                    <a:lnTo>
                      <a:pt x="5473366" y="74420"/>
                    </a:lnTo>
                    <a:lnTo>
                      <a:pt x="5474551" y="80374"/>
                    </a:lnTo>
                    <a:lnTo>
                      <a:pt x="5475144" y="86387"/>
                    </a:lnTo>
                    <a:lnTo>
                      <a:pt x="5475144" y="92458"/>
                    </a:lnTo>
                    <a:lnTo>
                      <a:pt x="5475144" y="1877307"/>
                    </a:lnTo>
                    <a:lnTo>
                      <a:pt x="5475144" y="1883378"/>
                    </a:lnTo>
                    <a:lnTo>
                      <a:pt x="5474552" y="1889390"/>
                    </a:lnTo>
                    <a:lnTo>
                      <a:pt x="5459561" y="1928673"/>
                    </a:lnTo>
                    <a:lnTo>
                      <a:pt x="5434051" y="1954182"/>
                    </a:lnTo>
                    <a:lnTo>
                      <a:pt x="5429004" y="1957555"/>
                    </a:lnTo>
                    <a:lnTo>
                      <a:pt x="5423675" y="1960403"/>
                    </a:lnTo>
                    <a:lnTo>
                      <a:pt x="5418066" y="1962727"/>
                    </a:lnTo>
                    <a:lnTo>
                      <a:pt x="5412457" y="1965050"/>
                    </a:lnTo>
                    <a:lnTo>
                      <a:pt x="5382685" y="1969765"/>
                    </a:lnTo>
                    <a:lnTo>
                      <a:pt x="92458" y="1969765"/>
                    </a:lnTo>
                    <a:lnTo>
                      <a:pt x="57074" y="1962727"/>
                    </a:lnTo>
                    <a:lnTo>
                      <a:pt x="51466" y="1960403"/>
                    </a:lnTo>
                    <a:lnTo>
                      <a:pt x="27079" y="1942684"/>
                    </a:lnTo>
                    <a:lnTo>
                      <a:pt x="22786" y="1938392"/>
                    </a:lnTo>
                    <a:lnTo>
                      <a:pt x="18953" y="1933721"/>
                    </a:lnTo>
                    <a:lnTo>
                      <a:pt x="15581" y="1928673"/>
                    </a:lnTo>
                    <a:lnTo>
                      <a:pt x="12208" y="1923626"/>
                    </a:lnTo>
                    <a:lnTo>
                      <a:pt x="1776" y="1895344"/>
                    </a:lnTo>
                    <a:lnTo>
                      <a:pt x="592" y="1889390"/>
                    </a:lnTo>
                    <a:lnTo>
                      <a:pt x="0" y="1883378"/>
                    </a:lnTo>
                    <a:lnTo>
                      <a:pt x="0" y="1877307"/>
                    </a:lnTo>
                    <a:close/>
                  </a:path>
                </a:pathLst>
              </a:custGeom>
              <a:ln w="8039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179" name="object 34">
                <a:extLst>
                  <a:ext uri="{FF2B5EF4-FFF2-40B4-BE49-F238E27FC236}">
                    <a16:creationId xmlns:a16="http://schemas.microsoft.com/office/drawing/2014/main" id="{11698F68-5B01-4848-2BA4-D429840EF273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371823" y="1754174"/>
                <a:ext cx="160797" cy="160797"/>
              </a:xfrm>
              <a:prstGeom prst="rect">
                <a:avLst/>
              </a:prstGeom>
            </p:spPr>
          </p:pic>
        </p:grpSp>
        <p:sp>
          <p:nvSpPr>
            <p:cNvPr id="143" name="object 35">
              <a:extLst>
                <a:ext uri="{FF2B5EF4-FFF2-40B4-BE49-F238E27FC236}">
                  <a16:creationId xmlns:a16="http://schemas.microsoft.com/office/drawing/2014/main" id="{7EC8D411-E036-0772-A36B-E1E022EAE5DB}"/>
                </a:ext>
              </a:extLst>
            </p:cNvPr>
            <p:cNvSpPr txBox="1"/>
            <p:nvPr/>
          </p:nvSpPr>
          <p:spPr>
            <a:xfrm>
              <a:off x="6615393" y="1714138"/>
              <a:ext cx="1539875" cy="191719"/>
            </a:xfrm>
            <a:prstGeom prst="rect">
              <a:avLst/>
            </a:prstGeom>
          </p:spPr>
          <p:txBody>
            <a:bodyPr vert="horz" wrap="square" lIns="0" tIns="1460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5"/>
                </a:spcBef>
              </a:pPr>
              <a:r>
                <a:rPr sz="1150" b="1" spc="-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Software</a:t>
              </a:r>
              <a:r>
                <a:rPr sz="115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150" b="1" spc="-4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Requirements</a:t>
              </a:r>
              <a:endParaRPr sz="115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144" name="object 36">
              <a:extLst>
                <a:ext uri="{FF2B5EF4-FFF2-40B4-BE49-F238E27FC236}">
                  <a16:creationId xmlns:a16="http://schemas.microsoft.com/office/drawing/2014/main" id="{31403558-E6E8-9132-C345-8F533AE184D9}"/>
                </a:ext>
              </a:extLst>
            </p:cNvPr>
            <p:cNvGrpSpPr/>
            <p:nvPr/>
          </p:nvGrpSpPr>
          <p:grpSpPr>
            <a:xfrm>
              <a:off x="6355743" y="2059689"/>
              <a:ext cx="161290" cy="514984"/>
              <a:chOff x="6355743" y="2059689"/>
              <a:chExt cx="161290" cy="514984"/>
            </a:xfrm>
          </p:grpSpPr>
          <p:pic>
            <p:nvPicPr>
              <p:cNvPr id="176" name="object 37">
                <a:extLst>
                  <a:ext uri="{FF2B5EF4-FFF2-40B4-BE49-F238E27FC236}">
                    <a16:creationId xmlns:a16="http://schemas.microsoft.com/office/drawing/2014/main" id="{3C769013-3A80-3840-E675-4C92B53C664F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6355743" y="2059689"/>
                <a:ext cx="160797" cy="160797"/>
              </a:xfrm>
              <a:prstGeom prst="rect">
                <a:avLst/>
              </a:prstGeom>
            </p:spPr>
          </p:pic>
          <p:pic>
            <p:nvPicPr>
              <p:cNvPr id="177" name="object 38">
                <a:extLst>
                  <a:ext uri="{FF2B5EF4-FFF2-40B4-BE49-F238E27FC236}">
                    <a16:creationId xmlns:a16="http://schemas.microsoft.com/office/drawing/2014/main" id="{09F5C77A-866A-05AB-6B0C-29FC32182683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6355743" y="2413443"/>
                <a:ext cx="160797" cy="160796"/>
              </a:xfrm>
              <a:prstGeom prst="rect">
                <a:avLst/>
              </a:prstGeom>
            </p:spPr>
          </p:pic>
        </p:grpSp>
        <p:sp>
          <p:nvSpPr>
            <p:cNvPr id="145" name="object 39">
              <a:extLst>
                <a:ext uri="{FF2B5EF4-FFF2-40B4-BE49-F238E27FC236}">
                  <a16:creationId xmlns:a16="http://schemas.microsoft.com/office/drawing/2014/main" id="{0A8C63D9-BF36-96C3-B526-FB0DF1D0DBC2}"/>
                </a:ext>
              </a:extLst>
            </p:cNvPr>
            <p:cNvSpPr txBox="1"/>
            <p:nvPr/>
          </p:nvSpPr>
          <p:spPr>
            <a:xfrm>
              <a:off x="6399322" y="2059049"/>
              <a:ext cx="61594" cy="123752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700" b="1" spc="-6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1</a:t>
              </a:r>
              <a:endParaRPr sz="7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46" name="object 40">
              <a:extLst>
                <a:ext uri="{FF2B5EF4-FFF2-40B4-BE49-F238E27FC236}">
                  <a16:creationId xmlns:a16="http://schemas.microsoft.com/office/drawing/2014/main" id="{B9604A9C-D1A0-15D4-8FCA-ED983BBDBE14}"/>
                </a:ext>
              </a:extLst>
            </p:cNvPr>
            <p:cNvSpPr txBox="1"/>
            <p:nvPr/>
          </p:nvSpPr>
          <p:spPr>
            <a:xfrm>
              <a:off x="6583233" y="1988394"/>
              <a:ext cx="2298478" cy="335915"/>
            </a:xfrm>
            <a:prstGeom prst="rect">
              <a:avLst/>
            </a:prstGeom>
          </p:spPr>
          <p:txBody>
            <a:bodyPr vert="horz" wrap="square" lIns="0" tIns="514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405"/>
                </a:spcBef>
              </a:pPr>
              <a:r>
                <a:rPr sz="850" b="1" spc="-9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Windows</a:t>
              </a:r>
              <a:r>
                <a:rPr sz="850" b="1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229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1</a:t>
              </a:r>
              <a:r>
                <a:rPr sz="850" b="1" spc="-1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17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0/1</a:t>
              </a:r>
              <a:r>
                <a:rPr sz="850" b="1" spc="-1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229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1</a:t>
              </a:r>
              <a:r>
                <a:rPr sz="850" b="1" spc="7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7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Pro,</a:t>
              </a:r>
              <a:r>
                <a:rPr sz="850" b="1" spc="-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7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Enterprise,</a:t>
              </a:r>
              <a:r>
                <a:rPr sz="850" b="1" spc="-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6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or </a:t>
              </a:r>
              <a:r>
                <a:rPr sz="850" b="1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Education</a:t>
              </a:r>
              <a:endParaRPr sz="850" dirty="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marL="12700">
                <a:lnSpc>
                  <a:spcPct val="100000"/>
                </a:lnSpc>
                <a:spcBef>
                  <a:spcPts val="270"/>
                </a:spcBef>
              </a:pP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Home</a:t>
              </a:r>
              <a:r>
                <a:rPr sz="700" spc="-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editions do </a:t>
              </a:r>
              <a:r>
                <a:rPr sz="700" spc="-5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NOT</a:t>
              </a:r>
              <a:r>
                <a:rPr sz="700" spc="-4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support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700" spc="-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47" name="object 41">
              <a:extLst>
                <a:ext uri="{FF2B5EF4-FFF2-40B4-BE49-F238E27FC236}">
                  <a16:creationId xmlns:a16="http://schemas.microsoft.com/office/drawing/2014/main" id="{95BFFA6F-BB28-B646-C1B3-18CBD213DEA0}"/>
                </a:ext>
              </a:extLst>
            </p:cNvPr>
            <p:cNvSpPr txBox="1"/>
            <p:nvPr/>
          </p:nvSpPr>
          <p:spPr>
            <a:xfrm>
              <a:off x="6399322" y="2412802"/>
              <a:ext cx="73025" cy="123752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700" b="1" spc="-5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2</a:t>
              </a:r>
              <a:endParaRPr sz="7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48" name="object 42">
              <a:extLst>
                <a:ext uri="{FF2B5EF4-FFF2-40B4-BE49-F238E27FC236}">
                  <a16:creationId xmlns:a16="http://schemas.microsoft.com/office/drawing/2014/main" id="{CE3BB725-55D7-B9B7-073E-B70A92366662}"/>
                </a:ext>
              </a:extLst>
            </p:cNvPr>
            <p:cNvSpPr txBox="1"/>
            <p:nvPr/>
          </p:nvSpPr>
          <p:spPr>
            <a:xfrm>
              <a:off x="6583233" y="2342148"/>
              <a:ext cx="2588544" cy="328936"/>
            </a:xfrm>
            <a:prstGeom prst="rect">
              <a:avLst/>
            </a:prstGeom>
          </p:spPr>
          <p:txBody>
            <a:bodyPr vert="horz" wrap="square" lIns="0" tIns="514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405"/>
                </a:spcBef>
              </a:pPr>
              <a:r>
                <a:rPr sz="850" b="1" spc="-9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Windows</a:t>
              </a:r>
              <a:r>
                <a:rPr sz="850" b="1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7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Server</a:t>
              </a:r>
              <a:r>
                <a:rPr sz="850" b="1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1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201</a:t>
              </a:r>
              <a:r>
                <a:rPr sz="850" b="1" spc="-1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1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6/201</a:t>
              </a:r>
              <a:r>
                <a:rPr sz="850" b="1" spc="-1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9/2022</a:t>
              </a:r>
              <a:endParaRPr sz="850" dirty="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marL="12700">
                <a:lnSpc>
                  <a:spcPct val="100000"/>
                </a:lnSpc>
                <a:spcBef>
                  <a:spcPts val="270"/>
                </a:spcBef>
              </a:pPr>
              <a:r>
                <a:rPr sz="70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Server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editions 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include</a:t>
              </a:r>
              <a:r>
                <a:rPr sz="700" spc="-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700" spc="-6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700" spc="-5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role by</a:t>
              </a:r>
              <a:r>
                <a:rPr sz="700" spc="-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default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pic>
          <p:nvPicPr>
            <p:cNvPr id="149" name="object 43">
              <a:extLst>
                <a:ext uri="{FF2B5EF4-FFF2-40B4-BE49-F238E27FC236}">
                  <a16:creationId xmlns:a16="http://schemas.microsoft.com/office/drawing/2014/main" id="{0C4BFC93-0446-12D2-A923-C834A0018A1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55743" y="2767196"/>
              <a:ext cx="160797" cy="160796"/>
            </a:xfrm>
            <a:prstGeom prst="rect">
              <a:avLst/>
            </a:prstGeom>
          </p:spPr>
        </p:pic>
        <p:sp>
          <p:nvSpPr>
            <p:cNvPr id="150" name="object 44">
              <a:extLst>
                <a:ext uri="{FF2B5EF4-FFF2-40B4-BE49-F238E27FC236}">
                  <a16:creationId xmlns:a16="http://schemas.microsoft.com/office/drawing/2014/main" id="{7A261317-E398-2CDA-E2C7-D0EE4BE2D1D1}"/>
                </a:ext>
              </a:extLst>
            </p:cNvPr>
            <p:cNvSpPr txBox="1"/>
            <p:nvPr/>
          </p:nvSpPr>
          <p:spPr>
            <a:xfrm>
              <a:off x="6399322" y="2766556"/>
              <a:ext cx="72390" cy="123752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700" b="1" spc="-5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3</a:t>
              </a:r>
              <a:endParaRPr sz="7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51" name="object 45">
              <a:extLst>
                <a:ext uri="{FF2B5EF4-FFF2-40B4-BE49-F238E27FC236}">
                  <a16:creationId xmlns:a16="http://schemas.microsoft.com/office/drawing/2014/main" id="{463DFF51-DF26-1516-46A1-F59C5C9BCB5E}"/>
                </a:ext>
              </a:extLst>
            </p:cNvPr>
            <p:cNvSpPr txBox="1"/>
            <p:nvPr/>
          </p:nvSpPr>
          <p:spPr>
            <a:xfrm>
              <a:off x="6583233" y="2695901"/>
              <a:ext cx="2404633" cy="328936"/>
            </a:xfrm>
            <a:prstGeom prst="rect">
              <a:avLst/>
            </a:prstGeom>
          </p:spPr>
          <p:txBody>
            <a:bodyPr vert="horz" wrap="square" lIns="0" tIns="514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405"/>
                </a:spcBef>
              </a:pPr>
              <a:r>
                <a:rPr sz="850" b="1" spc="-7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Latest</a:t>
              </a:r>
              <a:r>
                <a:rPr sz="850" b="1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9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Windows</a:t>
              </a:r>
              <a:r>
                <a:rPr sz="850" b="1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8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Updates</a:t>
              </a:r>
              <a:r>
                <a:rPr sz="850" b="1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Installed</a:t>
              </a:r>
              <a:endParaRPr sz="850" dirty="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marL="12700">
                <a:lnSpc>
                  <a:spcPct val="100000"/>
                </a:lnSpc>
                <a:spcBef>
                  <a:spcPts val="270"/>
                </a:spcBef>
              </a:pPr>
              <a:r>
                <a:rPr sz="700" spc="-4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Ensures</a:t>
              </a:r>
              <a:r>
                <a:rPr sz="700" spc="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compatibility</a:t>
              </a:r>
              <a:r>
                <a:rPr sz="70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with</a:t>
              </a:r>
              <a:r>
                <a:rPr sz="700" spc="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latest</a:t>
              </a:r>
              <a:r>
                <a:rPr sz="700" spc="-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700" spc="-6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70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features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pic>
          <p:nvPicPr>
            <p:cNvPr id="152" name="object 46">
              <a:extLst>
                <a:ext uri="{FF2B5EF4-FFF2-40B4-BE49-F238E27FC236}">
                  <a16:creationId xmlns:a16="http://schemas.microsoft.com/office/drawing/2014/main" id="{F517D2BA-63F0-D77C-66E2-2FF66EAC16C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55743" y="3120950"/>
              <a:ext cx="160797" cy="160796"/>
            </a:xfrm>
            <a:prstGeom prst="rect">
              <a:avLst/>
            </a:prstGeom>
          </p:spPr>
        </p:pic>
        <p:sp>
          <p:nvSpPr>
            <p:cNvPr id="153" name="object 47">
              <a:extLst>
                <a:ext uri="{FF2B5EF4-FFF2-40B4-BE49-F238E27FC236}">
                  <a16:creationId xmlns:a16="http://schemas.microsoft.com/office/drawing/2014/main" id="{81A8DA3B-09C3-D48D-A6A4-D1C732957CDA}"/>
                </a:ext>
              </a:extLst>
            </p:cNvPr>
            <p:cNvSpPr txBox="1"/>
            <p:nvPr/>
          </p:nvSpPr>
          <p:spPr>
            <a:xfrm>
              <a:off x="6399322" y="3120310"/>
              <a:ext cx="74930" cy="123752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700" b="1" spc="-5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4</a:t>
              </a:r>
              <a:endParaRPr sz="7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54" name="object 48">
              <a:extLst>
                <a:ext uri="{FF2B5EF4-FFF2-40B4-BE49-F238E27FC236}">
                  <a16:creationId xmlns:a16="http://schemas.microsoft.com/office/drawing/2014/main" id="{0EF61174-D173-E890-4FE0-495326A74D2B}"/>
                </a:ext>
              </a:extLst>
            </p:cNvPr>
            <p:cNvSpPr txBox="1"/>
            <p:nvPr/>
          </p:nvSpPr>
          <p:spPr>
            <a:xfrm>
              <a:off x="6583233" y="3049655"/>
              <a:ext cx="2588544" cy="328936"/>
            </a:xfrm>
            <a:prstGeom prst="rect">
              <a:avLst/>
            </a:prstGeom>
          </p:spPr>
          <p:txBody>
            <a:bodyPr vert="horz" wrap="square" lIns="0" tIns="514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405"/>
                </a:spcBef>
              </a:pPr>
              <a:r>
                <a:rPr sz="850" b="1" spc="-8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Administrator</a:t>
              </a:r>
              <a:r>
                <a:rPr sz="850" b="1" spc="-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8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Account</a:t>
              </a:r>
              <a:r>
                <a:rPr sz="850" b="1" spc="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Access</a:t>
              </a:r>
              <a:endParaRPr sz="850" dirty="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marL="12700">
                <a:lnSpc>
                  <a:spcPct val="100000"/>
                </a:lnSpc>
                <a:spcBef>
                  <a:spcPts val="270"/>
                </a:spcBef>
              </a:pP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Required</a:t>
              </a:r>
              <a:r>
                <a:rPr sz="700" spc="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for</a:t>
              </a: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enabling</a:t>
              </a:r>
              <a:r>
                <a:rPr sz="700" spc="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700" spc="-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features</a:t>
              </a:r>
              <a:r>
                <a:rPr sz="700" spc="-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700" spc="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5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BIOS</a:t>
              </a:r>
              <a:r>
                <a:rPr sz="700" spc="-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changes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pic>
          <p:nvPicPr>
            <p:cNvPr id="155" name="object 49">
              <a:extLst>
                <a:ext uri="{FF2B5EF4-FFF2-40B4-BE49-F238E27FC236}">
                  <a16:creationId xmlns:a16="http://schemas.microsoft.com/office/drawing/2014/main" id="{98CCB261-9110-EDC2-3BC8-082DD814676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1141" y="3869997"/>
              <a:ext cx="187596" cy="225116"/>
            </a:xfrm>
            <a:prstGeom prst="rect">
              <a:avLst/>
            </a:prstGeom>
          </p:spPr>
        </p:pic>
        <p:sp>
          <p:nvSpPr>
            <p:cNvPr id="156" name="object 50">
              <a:extLst>
                <a:ext uri="{FF2B5EF4-FFF2-40B4-BE49-F238E27FC236}">
                  <a16:creationId xmlns:a16="http://schemas.microsoft.com/office/drawing/2014/main" id="{94C84022-CAD8-32C6-5FD5-FC5666477866}"/>
                </a:ext>
              </a:extLst>
            </p:cNvPr>
            <p:cNvSpPr txBox="1"/>
            <p:nvPr/>
          </p:nvSpPr>
          <p:spPr>
            <a:xfrm>
              <a:off x="1020656" y="3852741"/>
              <a:ext cx="2907340" cy="191719"/>
            </a:xfrm>
            <a:prstGeom prst="rect">
              <a:avLst/>
            </a:prstGeom>
          </p:spPr>
          <p:txBody>
            <a:bodyPr vert="horz" wrap="square" lIns="0" tIns="1460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5"/>
                </a:spcBef>
              </a:pPr>
              <a:r>
                <a:rPr sz="1150" b="1" spc="-4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Critical</a:t>
              </a:r>
              <a:r>
                <a:rPr sz="1150" b="1" spc="1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150" b="1" spc="-7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BIOS/UEFI</a:t>
              </a:r>
              <a:r>
                <a:rPr sz="1150" b="1" spc="-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150" b="1" spc="-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Con</a:t>
              </a:r>
              <a:r>
                <a:rPr sz="1000" b="1" spc="-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ﬁ</a:t>
              </a:r>
              <a:r>
                <a:rPr sz="1150" b="1" spc="-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guration</a:t>
              </a:r>
              <a:endParaRPr sz="11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57" name="object 51">
              <a:extLst>
                <a:ext uri="{FF2B5EF4-FFF2-40B4-BE49-F238E27FC236}">
                  <a16:creationId xmlns:a16="http://schemas.microsoft.com/office/drawing/2014/main" id="{73F07DDA-654F-8277-9923-5F61D1A2C304}"/>
                </a:ext>
              </a:extLst>
            </p:cNvPr>
            <p:cNvSpPr/>
            <p:nvPr/>
          </p:nvSpPr>
          <p:spPr>
            <a:xfrm>
              <a:off x="10761586" y="3884737"/>
              <a:ext cx="739775" cy="177165"/>
            </a:xfrm>
            <a:custGeom>
              <a:avLst/>
              <a:gdLst/>
              <a:ahLst/>
              <a:cxnLst/>
              <a:rect l="l" t="t" r="r" b="b"/>
              <a:pathLst>
                <a:path w="739775" h="177164">
                  <a:moveTo>
                    <a:pt x="657035" y="176876"/>
                  </a:moveTo>
                  <a:lnTo>
                    <a:pt x="82631" y="176876"/>
                  </a:lnTo>
                  <a:lnTo>
                    <a:pt x="76880" y="176310"/>
                  </a:lnTo>
                  <a:lnTo>
                    <a:pt x="34475" y="158745"/>
                  </a:lnTo>
                  <a:lnTo>
                    <a:pt x="8952" y="127646"/>
                  </a:lnTo>
                  <a:lnTo>
                    <a:pt x="0" y="94245"/>
                  </a:lnTo>
                  <a:lnTo>
                    <a:pt x="0" y="88438"/>
                  </a:lnTo>
                  <a:lnTo>
                    <a:pt x="0" y="82631"/>
                  </a:lnTo>
                  <a:lnTo>
                    <a:pt x="11677" y="44132"/>
                  </a:lnTo>
                  <a:lnTo>
                    <a:pt x="44131" y="11677"/>
                  </a:lnTo>
                  <a:lnTo>
                    <a:pt x="82631" y="0"/>
                  </a:lnTo>
                  <a:lnTo>
                    <a:pt x="657035" y="0"/>
                  </a:lnTo>
                  <a:lnTo>
                    <a:pt x="695533" y="11677"/>
                  </a:lnTo>
                  <a:lnTo>
                    <a:pt x="727988" y="44132"/>
                  </a:lnTo>
                  <a:lnTo>
                    <a:pt x="739667" y="82631"/>
                  </a:lnTo>
                  <a:lnTo>
                    <a:pt x="739667" y="94245"/>
                  </a:lnTo>
                  <a:lnTo>
                    <a:pt x="727988" y="132743"/>
                  </a:lnTo>
                  <a:lnTo>
                    <a:pt x="695533" y="165198"/>
                  </a:lnTo>
                  <a:lnTo>
                    <a:pt x="662786" y="176310"/>
                  </a:lnTo>
                  <a:lnTo>
                    <a:pt x="657035" y="176876"/>
                  </a:lnTo>
                  <a:close/>
                </a:path>
              </a:pathLst>
            </a:custGeom>
            <a:solidFill>
              <a:srgbClr val="FFB900"/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158" name="object 52">
              <a:extLst>
                <a:ext uri="{FF2B5EF4-FFF2-40B4-BE49-F238E27FC236}">
                  <a16:creationId xmlns:a16="http://schemas.microsoft.com/office/drawing/2014/main" id="{4EF69FC8-C53D-0F27-E009-DEFEAEC00F24}"/>
                </a:ext>
              </a:extLst>
            </p:cNvPr>
            <p:cNvSpPr txBox="1"/>
            <p:nvPr/>
          </p:nvSpPr>
          <p:spPr>
            <a:xfrm>
              <a:off x="10842977" y="3901382"/>
              <a:ext cx="567690" cy="113493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65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MUST</a:t>
              </a:r>
              <a:r>
                <a:rPr sz="650" b="1" spc="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b="1" spc="-5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ENABLE</a:t>
              </a:r>
              <a:endParaRPr sz="65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159" name="object 53">
              <a:extLst>
                <a:ext uri="{FF2B5EF4-FFF2-40B4-BE49-F238E27FC236}">
                  <a16:creationId xmlns:a16="http://schemas.microsoft.com/office/drawing/2014/main" id="{BF01A91B-50C0-6A66-55DC-6EF295EF50CF}"/>
                </a:ext>
              </a:extLst>
            </p:cNvPr>
            <p:cNvGrpSpPr/>
            <p:nvPr/>
          </p:nvGrpSpPr>
          <p:grpSpPr>
            <a:xfrm>
              <a:off x="711761" y="4182211"/>
              <a:ext cx="3529965" cy="498475"/>
              <a:chOff x="711761" y="4182211"/>
              <a:chExt cx="3529965" cy="498475"/>
            </a:xfrm>
          </p:grpSpPr>
          <p:sp>
            <p:nvSpPr>
              <p:cNvPr id="174" name="object 54">
                <a:extLst>
                  <a:ext uri="{FF2B5EF4-FFF2-40B4-BE49-F238E27FC236}">
                    <a16:creationId xmlns:a16="http://schemas.microsoft.com/office/drawing/2014/main" id="{0607860E-DCE9-0CBF-0D02-EE9697F290D0}"/>
                  </a:ext>
                </a:extLst>
              </p:cNvPr>
              <p:cNvSpPr/>
              <p:nvPr/>
            </p:nvSpPr>
            <p:spPr>
              <a:xfrm>
                <a:off x="711761" y="4182211"/>
                <a:ext cx="3529965" cy="498475"/>
              </a:xfrm>
              <a:custGeom>
                <a:avLst/>
                <a:gdLst/>
                <a:ahLst/>
                <a:cxnLst/>
                <a:rect l="l" t="t" r="r" b="b"/>
                <a:pathLst>
                  <a:path w="3529965" h="498475">
                    <a:moveTo>
                      <a:pt x="3473708" y="498470"/>
                    </a:moveTo>
                    <a:lnTo>
                      <a:pt x="55789" y="498470"/>
                    </a:lnTo>
                    <a:lnTo>
                      <a:pt x="47585" y="496838"/>
                    </a:lnTo>
                    <a:lnTo>
                      <a:pt x="12807" y="473600"/>
                    </a:lnTo>
                    <a:lnTo>
                      <a:pt x="0" y="442681"/>
                    </a:lnTo>
                    <a:lnTo>
                      <a:pt x="0" y="55789"/>
                    </a:lnTo>
                    <a:lnTo>
                      <a:pt x="24869" y="12807"/>
                    </a:lnTo>
                    <a:lnTo>
                      <a:pt x="55789" y="0"/>
                    </a:lnTo>
                    <a:lnTo>
                      <a:pt x="3473708" y="0"/>
                    </a:lnTo>
                    <a:lnTo>
                      <a:pt x="3516690" y="24869"/>
                    </a:lnTo>
                    <a:lnTo>
                      <a:pt x="3529498" y="55789"/>
                    </a:lnTo>
                    <a:lnTo>
                      <a:pt x="3529498" y="442681"/>
                    </a:lnTo>
                    <a:lnTo>
                      <a:pt x="3504628" y="485663"/>
                    </a:lnTo>
                    <a:lnTo>
                      <a:pt x="3473708" y="49847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175" name="object 55">
                <a:extLst>
                  <a:ext uri="{FF2B5EF4-FFF2-40B4-BE49-F238E27FC236}">
                    <a16:creationId xmlns:a16="http://schemas.microsoft.com/office/drawing/2014/main" id="{615998F5-C591-8C63-5E3F-CBA232A2395B}"/>
                  </a:ext>
                </a:extLst>
              </p:cNvPr>
              <p:cNvSpPr/>
              <p:nvPr/>
            </p:nvSpPr>
            <p:spPr>
              <a:xfrm>
                <a:off x="711761" y="4182212"/>
                <a:ext cx="3529965" cy="498475"/>
              </a:xfrm>
              <a:custGeom>
                <a:avLst/>
                <a:gdLst/>
                <a:ahLst/>
                <a:cxnLst/>
                <a:rect l="l" t="t" r="r" b="b"/>
                <a:pathLst>
                  <a:path w="3529965" h="498475">
                    <a:moveTo>
                      <a:pt x="3473708" y="498470"/>
                    </a:moveTo>
                    <a:lnTo>
                      <a:pt x="55789" y="498470"/>
                    </a:lnTo>
                    <a:lnTo>
                      <a:pt x="47585" y="496838"/>
                    </a:lnTo>
                    <a:lnTo>
                      <a:pt x="12807" y="473600"/>
                    </a:lnTo>
                    <a:lnTo>
                      <a:pt x="0" y="442681"/>
                    </a:lnTo>
                    <a:lnTo>
                      <a:pt x="0" y="55789"/>
                    </a:lnTo>
                    <a:lnTo>
                      <a:pt x="24869" y="12807"/>
                    </a:lnTo>
                    <a:lnTo>
                      <a:pt x="3473708" y="0"/>
                    </a:lnTo>
                    <a:lnTo>
                      <a:pt x="3481912" y="1631"/>
                    </a:lnTo>
                    <a:lnTo>
                      <a:pt x="3497384" y="8039"/>
                    </a:lnTo>
                    <a:lnTo>
                      <a:pt x="60623" y="8039"/>
                    </a:lnTo>
                    <a:lnTo>
                      <a:pt x="56963" y="8400"/>
                    </a:lnTo>
                    <a:lnTo>
                      <a:pt x="21910" y="27136"/>
                    </a:lnTo>
                    <a:lnTo>
                      <a:pt x="8039" y="60623"/>
                    </a:lnTo>
                    <a:lnTo>
                      <a:pt x="8039" y="437847"/>
                    </a:lnTo>
                    <a:lnTo>
                      <a:pt x="27136" y="476560"/>
                    </a:lnTo>
                    <a:lnTo>
                      <a:pt x="59396" y="490310"/>
                    </a:lnTo>
                    <a:lnTo>
                      <a:pt x="3497672" y="490310"/>
                    </a:lnTo>
                    <a:lnTo>
                      <a:pt x="3481912" y="496838"/>
                    </a:lnTo>
                    <a:lnTo>
                      <a:pt x="3473708" y="498470"/>
                    </a:lnTo>
                    <a:close/>
                  </a:path>
                  <a:path w="3529965" h="498475">
                    <a:moveTo>
                      <a:pt x="3497672" y="490310"/>
                    </a:moveTo>
                    <a:lnTo>
                      <a:pt x="3470101" y="490310"/>
                    </a:lnTo>
                    <a:lnTo>
                      <a:pt x="3472534" y="490070"/>
                    </a:lnTo>
                    <a:lnTo>
                      <a:pt x="3479782" y="488629"/>
                    </a:lnTo>
                    <a:lnTo>
                      <a:pt x="3514026" y="462346"/>
                    </a:lnTo>
                    <a:lnTo>
                      <a:pt x="3521458" y="437847"/>
                    </a:lnTo>
                    <a:lnTo>
                      <a:pt x="3521458" y="60623"/>
                    </a:lnTo>
                    <a:lnTo>
                      <a:pt x="3502361" y="21910"/>
                    </a:lnTo>
                    <a:lnTo>
                      <a:pt x="3468874" y="8039"/>
                    </a:lnTo>
                    <a:lnTo>
                      <a:pt x="3497494" y="8039"/>
                    </a:lnTo>
                    <a:lnTo>
                      <a:pt x="3527865" y="47584"/>
                    </a:lnTo>
                    <a:lnTo>
                      <a:pt x="3529497" y="55789"/>
                    </a:lnTo>
                    <a:lnTo>
                      <a:pt x="3529497" y="442681"/>
                    </a:lnTo>
                    <a:lnTo>
                      <a:pt x="3527865" y="450885"/>
                    </a:lnTo>
                    <a:lnTo>
                      <a:pt x="3521337" y="466645"/>
                    </a:lnTo>
                    <a:lnTo>
                      <a:pt x="3516690" y="473600"/>
                    </a:lnTo>
                    <a:lnTo>
                      <a:pt x="3504628" y="485663"/>
                    </a:lnTo>
                    <a:lnTo>
                      <a:pt x="3497672" y="490310"/>
                    </a:lnTo>
                    <a:close/>
                  </a:path>
                </a:pathLst>
              </a:custGeom>
              <a:solidFill>
                <a:srgbClr val="FFB900">
                  <a:alpha val="1999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160" name="object 56">
              <a:extLst>
                <a:ext uri="{FF2B5EF4-FFF2-40B4-BE49-F238E27FC236}">
                  <a16:creationId xmlns:a16="http://schemas.microsoft.com/office/drawing/2014/main" id="{875534FD-6A9C-E2D4-3844-165B978F32EC}"/>
                </a:ext>
              </a:extLst>
            </p:cNvPr>
            <p:cNvSpPr txBox="1"/>
            <p:nvPr/>
          </p:nvSpPr>
          <p:spPr>
            <a:xfrm>
              <a:off x="803580" y="4241756"/>
              <a:ext cx="1795145" cy="337185"/>
            </a:xfrm>
            <a:prstGeom prst="rect">
              <a:avLst/>
            </a:prstGeom>
          </p:spPr>
          <p:txBody>
            <a:bodyPr vert="horz" wrap="square" lIns="0" tIns="393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10"/>
                </a:spcBef>
              </a:pPr>
              <a:r>
                <a:rPr sz="800" b="1" spc="-125" dirty="0">
                  <a:solidFill>
                    <a:srgbClr val="FFB900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STEP</a:t>
              </a:r>
              <a:r>
                <a:rPr sz="800" b="1" spc="-25" dirty="0">
                  <a:solidFill>
                    <a:srgbClr val="FFB900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b="1" spc="-50" dirty="0">
                  <a:solidFill>
                    <a:srgbClr val="FFB900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1</a:t>
              </a:r>
              <a:endParaRPr sz="8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59"/>
                </a:spcBef>
              </a:pPr>
              <a:r>
                <a:rPr sz="850" b="1" spc="-10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Access</a:t>
              </a:r>
              <a:r>
                <a:rPr sz="85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7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BIOS/UEFI</a:t>
              </a:r>
              <a:r>
                <a:rPr sz="850" b="1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1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(F2/Del/F1</a:t>
              </a:r>
              <a:r>
                <a:rPr sz="850" b="1" spc="-1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1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0</a:t>
              </a:r>
              <a:r>
                <a:rPr sz="85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at</a:t>
              </a:r>
              <a:r>
                <a:rPr sz="850" b="1" spc="-4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boot)</a:t>
              </a:r>
              <a:endParaRPr sz="850" dirty="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grpSp>
          <p:nvGrpSpPr>
            <p:cNvPr id="161" name="object 57">
              <a:extLst>
                <a:ext uri="{FF2B5EF4-FFF2-40B4-BE49-F238E27FC236}">
                  <a16:creationId xmlns:a16="http://schemas.microsoft.com/office/drawing/2014/main" id="{88A00937-C3D5-02F9-D44F-37BC9D38BD52}"/>
                </a:ext>
              </a:extLst>
            </p:cNvPr>
            <p:cNvGrpSpPr/>
            <p:nvPr/>
          </p:nvGrpSpPr>
          <p:grpSpPr>
            <a:xfrm>
              <a:off x="4337737" y="4182211"/>
              <a:ext cx="3537585" cy="498475"/>
              <a:chOff x="4337737" y="4182211"/>
              <a:chExt cx="3537585" cy="498475"/>
            </a:xfrm>
          </p:grpSpPr>
          <p:sp>
            <p:nvSpPr>
              <p:cNvPr id="172" name="object 58">
                <a:extLst>
                  <a:ext uri="{FF2B5EF4-FFF2-40B4-BE49-F238E27FC236}">
                    <a16:creationId xmlns:a16="http://schemas.microsoft.com/office/drawing/2014/main" id="{3DBBF721-D460-DE9E-8F44-291248E734D7}"/>
                  </a:ext>
                </a:extLst>
              </p:cNvPr>
              <p:cNvSpPr/>
              <p:nvPr/>
            </p:nvSpPr>
            <p:spPr>
              <a:xfrm>
                <a:off x="4337738" y="4182211"/>
                <a:ext cx="3537585" cy="498475"/>
              </a:xfrm>
              <a:custGeom>
                <a:avLst/>
                <a:gdLst/>
                <a:ahLst/>
                <a:cxnLst/>
                <a:rect l="l" t="t" r="r" b="b"/>
                <a:pathLst>
                  <a:path w="3537584" h="498475">
                    <a:moveTo>
                      <a:pt x="3481747" y="498470"/>
                    </a:moveTo>
                    <a:lnTo>
                      <a:pt x="55789" y="498470"/>
                    </a:lnTo>
                    <a:lnTo>
                      <a:pt x="47585" y="496838"/>
                    </a:lnTo>
                    <a:lnTo>
                      <a:pt x="12807" y="473600"/>
                    </a:lnTo>
                    <a:lnTo>
                      <a:pt x="0" y="442681"/>
                    </a:lnTo>
                    <a:lnTo>
                      <a:pt x="0" y="55789"/>
                    </a:lnTo>
                    <a:lnTo>
                      <a:pt x="24869" y="12807"/>
                    </a:lnTo>
                    <a:lnTo>
                      <a:pt x="55789" y="0"/>
                    </a:lnTo>
                    <a:lnTo>
                      <a:pt x="3481747" y="0"/>
                    </a:lnTo>
                    <a:lnTo>
                      <a:pt x="3524731" y="24869"/>
                    </a:lnTo>
                    <a:lnTo>
                      <a:pt x="3537537" y="55789"/>
                    </a:lnTo>
                    <a:lnTo>
                      <a:pt x="3537537" y="442681"/>
                    </a:lnTo>
                    <a:lnTo>
                      <a:pt x="3512667" y="485663"/>
                    </a:lnTo>
                    <a:lnTo>
                      <a:pt x="3481747" y="49847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173" name="object 59">
                <a:extLst>
                  <a:ext uri="{FF2B5EF4-FFF2-40B4-BE49-F238E27FC236}">
                    <a16:creationId xmlns:a16="http://schemas.microsoft.com/office/drawing/2014/main" id="{2F29FB89-9545-04DE-9B83-BA441AAEED56}"/>
                  </a:ext>
                </a:extLst>
              </p:cNvPr>
              <p:cNvSpPr/>
              <p:nvPr/>
            </p:nvSpPr>
            <p:spPr>
              <a:xfrm>
                <a:off x="4337737" y="4182212"/>
                <a:ext cx="3537585" cy="498475"/>
              </a:xfrm>
              <a:custGeom>
                <a:avLst/>
                <a:gdLst/>
                <a:ahLst/>
                <a:cxnLst/>
                <a:rect l="l" t="t" r="r" b="b"/>
                <a:pathLst>
                  <a:path w="3537584" h="498475">
                    <a:moveTo>
                      <a:pt x="3481747" y="498470"/>
                    </a:moveTo>
                    <a:lnTo>
                      <a:pt x="55789" y="498470"/>
                    </a:lnTo>
                    <a:lnTo>
                      <a:pt x="47585" y="496838"/>
                    </a:lnTo>
                    <a:lnTo>
                      <a:pt x="12807" y="473600"/>
                    </a:lnTo>
                    <a:lnTo>
                      <a:pt x="0" y="442681"/>
                    </a:lnTo>
                    <a:lnTo>
                      <a:pt x="0" y="55789"/>
                    </a:lnTo>
                    <a:lnTo>
                      <a:pt x="24869" y="12807"/>
                    </a:lnTo>
                    <a:lnTo>
                      <a:pt x="3481747" y="0"/>
                    </a:lnTo>
                    <a:lnTo>
                      <a:pt x="3489952" y="1631"/>
                    </a:lnTo>
                    <a:lnTo>
                      <a:pt x="3505423" y="8039"/>
                    </a:lnTo>
                    <a:lnTo>
                      <a:pt x="60623" y="8039"/>
                    </a:lnTo>
                    <a:lnTo>
                      <a:pt x="56964" y="8400"/>
                    </a:lnTo>
                    <a:lnTo>
                      <a:pt x="21911" y="27136"/>
                    </a:lnTo>
                    <a:lnTo>
                      <a:pt x="8040" y="60623"/>
                    </a:lnTo>
                    <a:lnTo>
                      <a:pt x="8040" y="437847"/>
                    </a:lnTo>
                    <a:lnTo>
                      <a:pt x="27137" y="476560"/>
                    </a:lnTo>
                    <a:lnTo>
                      <a:pt x="59397" y="490310"/>
                    </a:lnTo>
                    <a:lnTo>
                      <a:pt x="3505712" y="490310"/>
                    </a:lnTo>
                    <a:lnTo>
                      <a:pt x="3489952" y="496838"/>
                    </a:lnTo>
                    <a:lnTo>
                      <a:pt x="3481747" y="498470"/>
                    </a:lnTo>
                    <a:close/>
                  </a:path>
                  <a:path w="3537584" h="498475">
                    <a:moveTo>
                      <a:pt x="3505712" y="490310"/>
                    </a:moveTo>
                    <a:lnTo>
                      <a:pt x="3478141" y="490310"/>
                    </a:lnTo>
                    <a:lnTo>
                      <a:pt x="3480574" y="490070"/>
                    </a:lnTo>
                    <a:lnTo>
                      <a:pt x="3487823" y="488629"/>
                    </a:lnTo>
                    <a:lnTo>
                      <a:pt x="3522066" y="462346"/>
                    </a:lnTo>
                    <a:lnTo>
                      <a:pt x="3529498" y="437847"/>
                    </a:lnTo>
                    <a:lnTo>
                      <a:pt x="3529498" y="60623"/>
                    </a:lnTo>
                    <a:lnTo>
                      <a:pt x="3510401" y="21910"/>
                    </a:lnTo>
                    <a:lnTo>
                      <a:pt x="3476915" y="8039"/>
                    </a:lnTo>
                    <a:lnTo>
                      <a:pt x="3505533" y="8039"/>
                    </a:lnTo>
                    <a:lnTo>
                      <a:pt x="3535905" y="47584"/>
                    </a:lnTo>
                    <a:lnTo>
                      <a:pt x="3537537" y="55789"/>
                    </a:lnTo>
                    <a:lnTo>
                      <a:pt x="3537537" y="442681"/>
                    </a:lnTo>
                    <a:lnTo>
                      <a:pt x="3535905" y="450885"/>
                    </a:lnTo>
                    <a:lnTo>
                      <a:pt x="3529378" y="466645"/>
                    </a:lnTo>
                    <a:lnTo>
                      <a:pt x="3524730" y="473600"/>
                    </a:lnTo>
                    <a:lnTo>
                      <a:pt x="3512667" y="485663"/>
                    </a:lnTo>
                    <a:lnTo>
                      <a:pt x="3505712" y="490310"/>
                    </a:lnTo>
                    <a:close/>
                  </a:path>
                </a:pathLst>
              </a:custGeom>
              <a:solidFill>
                <a:srgbClr val="FFB900">
                  <a:alpha val="1999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162" name="object 60">
              <a:extLst>
                <a:ext uri="{FF2B5EF4-FFF2-40B4-BE49-F238E27FC236}">
                  <a16:creationId xmlns:a16="http://schemas.microsoft.com/office/drawing/2014/main" id="{6846DF39-0933-AEDC-EB77-B186F0726FB6}"/>
                </a:ext>
              </a:extLst>
            </p:cNvPr>
            <p:cNvSpPr txBox="1"/>
            <p:nvPr/>
          </p:nvSpPr>
          <p:spPr>
            <a:xfrm>
              <a:off x="4431566" y="4241756"/>
              <a:ext cx="2016125" cy="337185"/>
            </a:xfrm>
            <a:prstGeom prst="rect">
              <a:avLst/>
            </a:prstGeom>
          </p:spPr>
          <p:txBody>
            <a:bodyPr vert="horz" wrap="square" lIns="0" tIns="393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10"/>
                </a:spcBef>
              </a:pPr>
              <a:r>
                <a:rPr sz="800" b="1" spc="-125" dirty="0">
                  <a:solidFill>
                    <a:srgbClr val="FFB900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STEP</a:t>
              </a:r>
              <a:r>
                <a:rPr sz="800" b="1" spc="-25" dirty="0">
                  <a:solidFill>
                    <a:srgbClr val="FFB900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b="1" spc="-50" dirty="0">
                  <a:solidFill>
                    <a:srgbClr val="FFB900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2</a:t>
              </a:r>
              <a:endParaRPr sz="8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59"/>
                </a:spcBef>
              </a:pPr>
              <a:r>
                <a:rPr sz="850" b="1" spc="-8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Enable</a:t>
              </a:r>
              <a:r>
                <a:rPr sz="850" b="1" spc="-6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6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Intel</a:t>
              </a:r>
              <a:r>
                <a:rPr sz="850" b="1" spc="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114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VT-</a:t>
              </a:r>
              <a:r>
                <a:rPr sz="85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x</a:t>
              </a:r>
              <a:r>
                <a:rPr sz="850" b="1" spc="-9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6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or </a:t>
              </a:r>
              <a:r>
                <a:rPr sz="850" b="1" spc="-9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AMD-</a:t>
              </a:r>
              <a:r>
                <a:rPr sz="850" b="1" spc="-8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V</a:t>
              </a:r>
              <a:r>
                <a:rPr sz="850" b="1" spc="-10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8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in</a:t>
              </a:r>
              <a:r>
                <a:rPr sz="850" b="1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9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CPU</a:t>
              </a:r>
              <a:r>
                <a:rPr sz="850" b="1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6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settings</a:t>
              </a:r>
              <a:endParaRPr sz="850" dirty="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grpSp>
          <p:nvGrpSpPr>
            <p:cNvPr id="163" name="object 61">
              <a:extLst>
                <a:ext uri="{FF2B5EF4-FFF2-40B4-BE49-F238E27FC236}">
                  <a16:creationId xmlns:a16="http://schemas.microsoft.com/office/drawing/2014/main" id="{5D69A765-16EA-6703-8D73-8547C8DD0C53}"/>
                </a:ext>
              </a:extLst>
            </p:cNvPr>
            <p:cNvGrpSpPr/>
            <p:nvPr/>
          </p:nvGrpSpPr>
          <p:grpSpPr>
            <a:xfrm>
              <a:off x="7971753" y="4182211"/>
              <a:ext cx="3529965" cy="498475"/>
              <a:chOff x="7971753" y="4182211"/>
              <a:chExt cx="3529965" cy="498475"/>
            </a:xfrm>
          </p:grpSpPr>
          <p:sp>
            <p:nvSpPr>
              <p:cNvPr id="170" name="object 62">
                <a:extLst>
                  <a:ext uri="{FF2B5EF4-FFF2-40B4-BE49-F238E27FC236}">
                    <a16:creationId xmlns:a16="http://schemas.microsoft.com/office/drawing/2014/main" id="{958562CE-33CB-6A58-BF17-3D8553532106}"/>
                  </a:ext>
                </a:extLst>
              </p:cNvPr>
              <p:cNvSpPr/>
              <p:nvPr/>
            </p:nvSpPr>
            <p:spPr>
              <a:xfrm>
                <a:off x="7971754" y="4182211"/>
                <a:ext cx="3529965" cy="498475"/>
              </a:xfrm>
              <a:custGeom>
                <a:avLst/>
                <a:gdLst/>
                <a:ahLst/>
                <a:cxnLst/>
                <a:rect l="l" t="t" r="r" b="b"/>
                <a:pathLst>
                  <a:path w="3529965" h="498475">
                    <a:moveTo>
                      <a:pt x="3473708" y="498470"/>
                    </a:moveTo>
                    <a:lnTo>
                      <a:pt x="55789" y="498470"/>
                    </a:lnTo>
                    <a:lnTo>
                      <a:pt x="47584" y="496838"/>
                    </a:lnTo>
                    <a:lnTo>
                      <a:pt x="12807" y="473600"/>
                    </a:lnTo>
                    <a:lnTo>
                      <a:pt x="0" y="442681"/>
                    </a:lnTo>
                    <a:lnTo>
                      <a:pt x="0" y="55789"/>
                    </a:lnTo>
                    <a:lnTo>
                      <a:pt x="24869" y="12807"/>
                    </a:lnTo>
                    <a:lnTo>
                      <a:pt x="55789" y="0"/>
                    </a:lnTo>
                    <a:lnTo>
                      <a:pt x="3473708" y="0"/>
                    </a:lnTo>
                    <a:lnTo>
                      <a:pt x="3516689" y="24869"/>
                    </a:lnTo>
                    <a:lnTo>
                      <a:pt x="3529498" y="55789"/>
                    </a:lnTo>
                    <a:lnTo>
                      <a:pt x="3529498" y="442681"/>
                    </a:lnTo>
                    <a:lnTo>
                      <a:pt x="3504628" y="485663"/>
                    </a:lnTo>
                    <a:lnTo>
                      <a:pt x="3473708" y="49847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171" name="object 63">
                <a:extLst>
                  <a:ext uri="{FF2B5EF4-FFF2-40B4-BE49-F238E27FC236}">
                    <a16:creationId xmlns:a16="http://schemas.microsoft.com/office/drawing/2014/main" id="{128210AB-BED7-BAC6-4B28-ADE00D66EB0D}"/>
                  </a:ext>
                </a:extLst>
              </p:cNvPr>
              <p:cNvSpPr/>
              <p:nvPr/>
            </p:nvSpPr>
            <p:spPr>
              <a:xfrm>
                <a:off x="7971753" y="4182212"/>
                <a:ext cx="3529965" cy="498475"/>
              </a:xfrm>
              <a:custGeom>
                <a:avLst/>
                <a:gdLst/>
                <a:ahLst/>
                <a:cxnLst/>
                <a:rect l="l" t="t" r="r" b="b"/>
                <a:pathLst>
                  <a:path w="3529965" h="498475">
                    <a:moveTo>
                      <a:pt x="3473708" y="498470"/>
                    </a:moveTo>
                    <a:lnTo>
                      <a:pt x="55789" y="498470"/>
                    </a:lnTo>
                    <a:lnTo>
                      <a:pt x="47584" y="496838"/>
                    </a:lnTo>
                    <a:lnTo>
                      <a:pt x="12807" y="473600"/>
                    </a:lnTo>
                    <a:lnTo>
                      <a:pt x="0" y="442681"/>
                    </a:lnTo>
                    <a:lnTo>
                      <a:pt x="0" y="55789"/>
                    </a:lnTo>
                    <a:lnTo>
                      <a:pt x="24869" y="12807"/>
                    </a:lnTo>
                    <a:lnTo>
                      <a:pt x="3473708" y="0"/>
                    </a:lnTo>
                    <a:lnTo>
                      <a:pt x="3481912" y="1631"/>
                    </a:lnTo>
                    <a:lnTo>
                      <a:pt x="3497383" y="8039"/>
                    </a:lnTo>
                    <a:lnTo>
                      <a:pt x="60624" y="8039"/>
                    </a:lnTo>
                    <a:lnTo>
                      <a:pt x="56964" y="8400"/>
                    </a:lnTo>
                    <a:lnTo>
                      <a:pt x="21911" y="27136"/>
                    </a:lnTo>
                    <a:lnTo>
                      <a:pt x="8040" y="60623"/>
                    </a:lnTo>
                    <a:lnTo>
                      <a:pt x="8040" y="437847"/>
                    </a:lnTo>
                    <a:lnTo>
                      <a:pt x="27137" y="476560"/>
                    </a:lnTo>
                    <a:lnTo>
                      <a:pt x="59397" y="490310"/>
                    </a:lnTo>
                    <a:lnTo>
                      <a:pt x="3497672" y="490310"/>
                    </a:lnTo>
                    <a:lnTo>
                      <a:pt x="3481912" y="496838"/>
                    </a:lnTo>
                    <a:lnTo>
                      <a:pt x="3473708" y="498470"/>
                    </a:lnTo>
                    <a:close/>
                  </a:path>
                  <a:path w="3529965" h="498475">
                    <a:moveTo>
                      <a:pt x="3497672" y="490310"/>
                    </a:moveTo>
                    <a:lnTo>
                      <a:pt x="3470101" y="490310"/>
                    </a:lnTo>
                    <a:lnTo>
                      <a:pt x="3472535" y="490070"/>
                    </a:lnTo>
                    <a:lnTo>
                      <a:pt x="3479783" y="488629"/>
                    </a:lnTo>
                    <a:lnTo>
                      <a:pt x="3514026" y="462346"/>
                    </a:lnTo>
                    <a:lnTo>
                      <a:pt x="3521459" y="437847"/>
                    </a:lnTo>
                    <a:lnTo>
                      <a:pt x="3521459" y="60623"/>
                    </a:lnTo>
                    <a:lnTo>
                      <a:pt x="3502362" y="21910"/>
                    </a:lnTo>
                    <a:lnTo>
                      <a:pt x="3468874" y="8039"/>
                    </a:lnTo>
                    <a:lnTo>
                      <a:pt x="3497493" y="8039"/>
                    </a:lnTo>
                    <a:lnTo>
                      <a:pt x="3527865" y="47584"/>
                    </a:lnTo>
                    <a:lnTo>
                      <a:pt x="3529498" y="55789"/>
                    </a:lnTo>
                    <a:lnTo>
                      <a:pt x="3529498" y="442681"/>
                    </a:lnTo>
                    <a:lnTo>
                      <a:pt x="3527865" y="450885"/>
                    </a:lnTo>
                    <a:lnTo>
                      <a:pt x="3521337" y="466645"/>
                    </a:lnTo>
                    <a:lnTo>
                      <a:pt x="3516689" y="473600"/>
                    </a:lnTo>
                    <a:lnTo>
                      <a:pt x="3504628" y="485663"/>
                    </a:lnTo>
                    <a:lnTo>
                      <a:pt x="3497672" y="490310"/>
                    </a:lnTo>
                    <a:close/>
                  </a:path>
                </a:pathLst>
              </a:custGeom>
              <a:solidFill>
                <a:srgbClr val="FFB900">
                  <a:alpha val="1999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164" name="object 64">
              <a:extLst>
                <a:ext uri="{FF2B5EF4-FFF2-40B4-BE49-F238E27FC236}">
                  <a16:creationId xmlns:a16="http://schemas.microsoft.com/office/drawing/2014/main" id="{F750D1EF-6358-0198-6F9D-2CE85D1D0889}"/>
                </a:ext>
              </a:extLst>
            </p:cNvPr>
            <p:cNvSpPr txBox="1"/>
            <p:nvPr/>
          </p:nvSpPr>
          <p:spPr>
            <a:xfrm>
              <a:off x="8059553" y="4241756"/>
              <a:ext cx="1573530" cy="337185"/>
            </a:xfrm>
            <a:prstGeom prst="rect">
              <a:avLst/>
            </a:prstGeom>
          </p:spPr>
          <p:txBody>
            <a:bodyPr vert="horz" wrap="square" lIns="0" tIns="393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10"/>
                </a:spcBef>
              </a:pPr>
              <a:r>
                <a:rPr sz="800" b="1" spc="-125" dirty="0">
                  <a:solidFill>
                    <a:srgbClr val="FFB900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STEP</a:t>
              </a:r>
              <a:r>
                <a:rPr sz="800" b="1" spc="-25" dirty="0">
                  <a:solidFill>
                    <a:srgbClr val="FFB900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b="1" spc="-50" dirty="0">
                  <a:solidFill>
                    <a:srgbClr val="FFB900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3</a:t>
              </a:r>
              <a:endParaRPr sz="8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59"/>
                </a:spcBef>
              </a:pPr>
              <a:r>
                <a:rPr sz="850" b="1" spc="-7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Save</a:t>
              </a:r>
              <a:r>
                <a:rPr sz="850" b="1" spc="-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8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changes</a:t>
              </a:r>
              <a:r>
                <a:rPr sz="850" b="1" spc="-4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8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and</a:t>
              </a:r>
              <a:r>
                <a:rPr sz="850" b="1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6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restart</a:t>
              </a:r>
              <a:r>
                <a:rPr sz="850" b="1" spc="-4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7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system</a:t>
              </a:r>
              <a:endParaRPr sz="850" dirty="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pic>
          <p:nvPicPr>
            <p:cNvPr id="165" name="object 65">
              <a:extLst>
                <a:ext uri="{FF2B5EF4-FFF2-40B4-BE49-F238E27FC236}">
                  <a16:creationId xmlns:a16="http://schemas.microsoft.com/office/drawing/2014/main" id="{C5768AB8-3D10-6793-7299-B992BCD007C9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5161" y="5168435"/>
              <a:ext cx="133997" cy="133997"/>
            </a:xfrm>
            <a:prstGeom prst="rect">
              <a:avLst/>
            </a:prstGeom>
          </p:spPr>
        </p:pic>
        <p:sp>
          <p:nvSpPr>
            <p:cNvPr id="166" name="object 66">
              <a:extLst>
                <a:ext uri="{FF2B5EF4-FFF2-40B4-BE49-F238E27FC236}">
                  <a16:creationId xmlns:a16="http://schemas.microsoft.com/office/drawing/2014/main" id="{B7E89E9C-1C56-2F3E-C844-E3AAF45A5134}"/>
                </a:ext>
              </a:extLst>
            </p:cNvPr>
            <p:cNvSpPr txBox="1"/>
            <p:nvPr/>
          </p:nvSpPr>
          <p:spPr>
            <a:xfrm>
              <a:off x="940257" y="5146995"/>
              <a:ext cx="1940560" cy="158377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50" b="1" spc="-5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Quick</a:t>
              </a:r>
              <a:r>
                <a:rPr sz="950" b="1" spc="-6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Veri</a:t>
              </a:r>
              <a:r>
                <a:rPr sz="80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ﬁ</a:t>
              </a:r>
              <a:r>
                <a:rPr sz="95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cation</a:t>
              </a:r>
              <a:r>
                <a:rPr sz="950" b="1" spc="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Command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67" name="object 67">
              <a:extLst>
                <a:ext uri="{FF2B5EF4-FFF2-40B4-BE49-F238E27FC236}">
                  <a16:creationId xmlns:a16="http://schemas.microsoft.com/office/drawing/2014/main" id="{11A93389-DBFA-31A8-008D-B814C44CFD60}"/>
                </a:ext>
              </a:extLst>
            </p:cNvPr>
            <p:cNvSpPr/>
            <p:nvPr/>
          </p:nvSpPr>
          <p:spPr>
            <a:xfrm>
              <a:off x="10866103" y="5146995"/>
              <a:ext cx="635635" cy="168910"/>
            </a:xfrm>
            <a:custGeom>
              <a:avLst/>
              <a:gdLst/>
              <a:ahLst/>
              <a:cxnLst/>
              <a:rect l="l" t="t" r="r" b="b"/>
              <a:pathLst>
                <a:path w="635634" h="168910">
                  <a:moveTo>
                    <a:pt x="575054" y="168836"/>
                  </a:moveTo>
                  <a:lnTo>
                    <a:pt x="60096" y="168836"/>
                  </a:lnTo>
                  <a:lnTo>
                    <a:pt x="55913" y="168424"/>
                  </a:lnTo>
                  <a:lnTo>
                    <a:pt x="15852" y="147011"/>
                  </a:lnTo>
                  <a:lnTo>
                    <a:pt x="0" y="108741"/>
                  </a:lnTo>
                  <a:lnTo>
                    <a:pt x="0" y="104518"/>
                  </a:lnTo>
                  <a:lnTo>
                    <a:pt x="0" y="60095"/>
                  </a:lnTo>
                  <a:lnTo>
                    <a:pt x="15852" y="21824"/>
                  </a:lnTo>
                  <a:lnTo>
                    <a:pt x="55913" y="411"/>
                  </a:lnTo>
                  <a:lnTo>
                    <a:pt x="60096" y="0"/>
                  </a:lnTo>
                  <a:lnTo>
                    <a:pt x="575054" y="0"/>
                  </a:lnTo>
                  <a:lnTo>
                    <a:pt x="613324" y="15851"/>
                  </a:lnTo>
                  <a:lnTo>
                    <a:pt x="634737" y="55912"/>
                  </a:lnTo>
                  <a:lnTo>
                    <a:pt x="635149" y="60095"/>
                  </a:lnTo>
                  <a:lnTo>
                    <a:pt x="635149" y="108741"/>
                  </a:lnTo>
                  <a:lnTo>
                    <a:pt x="619296" y="147011"/>
                  </a:lnTo>
                  <a:lnTo>
                    <a:pt x="579236" y="168424"/>
                  </a:lnTo>
                  <a:lnTo>
                    <a:pt x="575054" y="168836"/>
                  </a:lnTo>
                  <a:close/>
                </a:path>
              </a:pathLst>
            </a:custGeom>
            <a:solidFill>
              <a:srgbClr val="0078D4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168" name="object 68">
              <a:extLst>
                <a:ext uri="{FF2B5EF4-FFF2-40B4-BE49-F238E27FC236}">
                  <a16:creationId xmlns:a16="http://schemas.microsoft.com/office/drawing/2014/main" id="{E36E7B00-8CA9-8A1E-8ECE-4B414CE37314}"/>
                </a:ext>
              </a:extLst>
            </p:cNvPr>
            <p:cNvSpPr txBox="1"/>
            <p:nvPr/>
          </p:nvSpPr>
          <p:spPr>
            <a:xfrm>
              <a:off x="10934305" y="5163640"/>
              <a:ext cx="498475" cy="113493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650" b="1" spc="-7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POWERSHELL</a:t>
              </a:r>
              <a:endParaRPr sz="65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sp>
          <p:nvSpPr>
            <p:cNvPr id="169" name="object 69">
              <a:extLst>
                <a:ext uri="{FF2B5EF4-FFF2-40B4-BE49-F238E27FC236}">
                  <a16:creationId xmlns:a16="http://schemas.microsoft.com/office/drawing/2014/main" id="{A4DCBC4F-B016-C8DB-A773-5D7BC43649B3}"/>
                </a:ext>
              </a:extLst>
            </p:cNvPr>
            <p:cNvSpPr txBox="1"/>
            <p:nvPr/>
          </p:nvSpPr>
          <p:spPr>
            <a:xfrm>
              <a:off x="699062" y="5512168"/>
              <a:ext cx="5817478" cy="455253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40970">
                <a:lnSpc>
                  <a:spcPct val="100000"/>
                </a:lnSpc>
                <a:spcBef>
                  <a:spcPts val="110"/>
                </a:spcBef>
              </a:pPr>
              <a:r>
                <a:rPr sz="750" b="1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systeminfo</a:t>
              </a:r>
              <a:r>
                <a:rPr sz="750" b="1" spc="3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750" b="1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|</a:t>
              </a:r>
              <a:r>
                <a:rPr sz="750" b="1" spc="4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750" b="1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findstr</a:t>
              </a:r>
              <a:r>
                <a:rPr sz="750" b="1" spc="3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750" b="1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/C:"Hyper-V</a:t>
              </a:r>
              <a:r>
                <a:rPr sz="750" b="1" spc="4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750" b="1" spc="-1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Requirements"</a:t>
              </a:r>
              <a:endParaRPr sz="750" dirty="0">
                <a:latin typeface="Roboto Slab" pitchFamily="2" charset="0"/>
                <a:ea typeface="Roboto Slab" pitchFamily="2" charset="0"/>
                <a:cs typeface="Liberation Mono"/>
              </a:endParaRPr>
            </a:p>
            <a:p>
              <a:pPr>
                <a:lnSpc>
                  <a:spcPct val="100000"/>
                </a:lnSpc>
                <a:spcBef>
                  <a:spcPts val="765"/>
                </a:spcBef>
              </a:pPr>
              <a:endParaRPr sz="750" dirty="0">
                <a:latin typeface="Roboto Slab" pitchFamily="2" charset="0"/>
                <a:ea typeface="Roboto Slab" pitchFamily="2" charset="0"/>
                <a:cs typeface="Liberation Mono"/>
              </a:endParaRPr>
            </a:p>
            <a:p>
              <a:pPr marL="12700">
                <a:lnSpc>
                  <a:spcPct val="100000"/>
                </a:lnSpc>
              </a:pPr>
              <a:r>
                <a:rPr sz="700" spc="-5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Run</a:t>
              </a:r>
              <a:r>
                <a:rPr sz="700" spc="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this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command</a:t>
              </a:r>
              <a:r>
                <a:rPr sz="700" spc="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</a:t>
              </a:r>
              <a:r>
                <a:rPr sz="700" spc="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Command</a:t>
              </a:r>
              <a:r>
                <a:rPr sz="700" spc="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Prompt</a:t>
              </a: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verify</a:t>
              </a:r>
              <a:r>
                <a:rPr sz="700" spc="-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all</a:t>
              </a:r>
              <a:r>
                <a:rPr sz="700" spc="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700" spc="-6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 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requirements</a:t>
              </a:r>
              <a:r>
                <a:rPr sz="700" spc="-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are</a:t>
              </a:r>
              <a:r>
                <a:rPr sz="700" spc="-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met.</a:t>
              </a:r>
              <a:r>
                <a:rPr sz="700" spc="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All</a:t>
              </a:r>
              <a:r>
                <a:rPr sz="700" spc="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items</a:t>
              </a:r>
              <a:r>
                <a:rPr sz="700" spc="-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should</a:t>
              </a:r>
              <a:r>
                <a:rPr sz="700" spc="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show</a:t>
              </a:r>
              <a:r>
                <a:rPr sz="700" spc="-6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"Yes"</a:t>
              </a:r>
              <a:r>
                <a:rPr sz="700" spc="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for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successful</a:t>
              </a:r>
              <a:r>
                <a:rPr sz="700" spc="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activation.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1041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3D3A0-0831-0D46-E104-E48BBB887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89A8424-4FA1-8CF4-0649-AB8F9373992F}"/>
              </a:ext>
            </a:extLst>
          </p:cNvPr>
          <p:cNvGrpSpPr/>
          <p:nvPr/>
        </p:nvGrpSpPr>
        <p:grpSpPr>
          <a:xfrm>
            <a:off x="231304" y="205261"/>
            <a:ext cx="11721956" cy="641092"/>
            <a:chOff x="231304" y="205261"/>
            <a:chExt cx="11721956" cy="641092"/>
          </a:xfrm>
        </p:grpSpPr>
        <p:grpSp>
          <p:nvGrpSpPr>
            <p:cNvPr id="7" name="Graphic 6">
              <a:extLst>
                <a:ext uri="{FF2B5EF4-FFF2-40B4-BE49-F238E27FC236}">
                  <a16:creationId xmlns:a16="http://schemas.microsoft.com/office/drawing/2014/main" id="{ED60DFB2-53F8-E94E-CA72-5C09C4A93F7D}"/>
                </a:ext>
              </a:extLst>
            </p:cNvPr>
            <p:cNvGrpSpPr/>
            <p:nvPr/>
          </p:nvGrpSpPr>
          <p:grpSpPr>
            <a:xfrm>
              <a:off x="9664040" y="214747"/>
              <a:ext cx="2289220" cy="631606"/>
              <a:chOff x="8823238" y="98156"/>
              <a:chExt cx="2289220" cy="631606"/>
            </a:xfrm>
          </p:grpSpPr>
          <p:sp>
            <p:nvSpPr>
              <p:cNvPr id="101" name="Freeform 212">
                <a:extLst>
                  <a:ext uri="{FF2B5EF4-FFF2-40B4-BE49-F238E27FC236}">
                    <a16:creationId xmlns:a16="http://schemas.microsoft.com/office/drawing/2014/main" id="{85A90854-94CE-4344-CC98-A85C96DF0876}"/>
                  </a:ext>
                </a:extLst>
              </p:cNvPr>
              <p:cNvSpPr/>
              <p:nvPr/>
            </p:nvSpPr>
            <p:spPr>
              <a:xfrm>
                <a:off x="10380520" y="639207"/>
                <a:ext cx="722373" cy="90554"/>
              </a:xfrm>
              <a:custGeom>
                <a:avLst/>
                <a:gdLst>
                  <a:gd name="connsiteX0" fmla="*/ 29179 w 722373"/>
                  <a:gd name="connsiteY0" fmla="*/ 4738 h 90554"/>
                  <a:gd name="connsiteX1" fmla="*/ 45523 w 722373"/>
                  <a:gd name="connsiteY1" fmla="*/ 9175 h 90554"/>
                  <a:gd name="connsiteX2" fmla="*/ 51395 w 722373"/>
                  <a:gd name="connsiteY2" fmla="*/ 22549 h 90554"/>
                  <a:gd name="connsiteX3" fmla="*/ 48610 w 722373"/>
                  <a:gd name="connsiteY3" fmla="*/ 30405 h 90554"/>
                  <a:gd name="connsiteX4" fmla="*/ 41165 w 722373"/>
                  <a:gd name="connsiteY4" fmla="*/ 35562 h 90554"/>
                  <a:gd name="connsiteX5" fmla="*/ 50608 w 722373"/>
                  <a:gd name="connsiteY5" fmla="*/ 41379 h 90554"/>
                  <a:gd name="connsiteX6" fmla="*/ 54059 w 722373"/>
                  <a:gd name="connsiteY6" fmla="*/ 52054 h 90554"/>
                  <a:gd name="connsiteX7" fmla="*/ 48126 w 722373"/>
                  <a:gd name="connsiteY7" fmla="*/ 65907 h 90554"/>
                  <a:gd name="connsiteX8" fmla="*/ 32024 w 722373"/>
                  <a:gd name="connsiteY8" fmla="*/ 70705 h 90554"/>
                  <a:gd name="connsiteX9" fmla="*/ 0 w 722373"/>
                  <a:gd name="connsiteY9" fmla="*/ 70705 h 90554"/>
                  <a:gd name="connsiteX10" fmla="*/ 0 w 722373"/>
                  <a:gd name="connsiteY10" fmla="*/ 65008 h 90554"/>
                  <a:gd name="connsiteX11" fmla="*/ 7446 w 722373"/>
                  <a:gd name="connsiteY11" fmla="*/ 63748 h 90554"/>
                  <a:gd name="connsiteX12" fmla="*/ 7446 w 722373"/>
                  <a:gd name="connsiteY12" fmla="*/ 11754 h 90554"/>
                  <a:gd name="connsiteX13" fmla="*/ 0 w 722373"/>
                  <a:gd name="connsiteY13" fmla="*/ 10495 h 90554"/>
                  <a:gd name="connsiteX14" fmla="*/ 0 w 722373"/>
                  <a:gd name="connsiteY14" fmla="*/ 4738 h 90554"/>
                  <a:gd name="connsiteX15" fmla="*/ 29179 w 722373"/>
                  <a:gd name="connsiteY15" fmla="*/ 4738 h 90554"/>
                  <a:gd name="connsiteX16" fmla="*/ 16466 w 722373"/>
                  <a:gd name="connsiteY16" fmla="*/ 39760 h 90554"/>
                  <a:gd name="connsiteX17" fmla="*/ 16466 w 722373"/>
                  <a:gd name="connsiteY17" fmla="*/ 63748 h 90554"/>
                  <a:gd name="connsiteX18" fmla="*/ 32024 w 722373"/>
                  <a:gd name="connsiteY18" fmla="*/ 63748 h 90554"/>
                  <a:gd name="connsiteX19" fmla="*/ 41588 w 722373"/>
                  <a:gd name="connsiteY19" fmla="*/ 60750 h 90554"/>
                  <a:gd name="connsiteX20" fmla="*/ 44978 w 722373"/>
                  <a:gd name="connsiteY20" fmla="*/ 52174 h 90554"/>
                  <a:gd name="connsiteX21" fmla="*/ 42133 w 722373"/>
                  <a:gd name="connsiteY21" fmla="*/ 43059 h 90554"/>
                  <a:gd name="connsiteX22" fmla="*/ 33355 w 722373"/>
                  <a:gd name="connsiteY22" fmla="*/ 39760 h 90554"/>
                  <a:gd name="connsiteX23" fmla="*/ 16406 w 722373"/>
                  <a:gd name="connsiteY23" fmla="*/ 39760 h 90554"/>
                  <a:gd name="connsiteX24" fmla="*/ 16466 w 722373"/>
                  <a:gd name="connsiteY24" fmla="*/ 32804 h 90554"/>
                  <a:gd name="connsiteX25" fmla="*/ 31540 w 722373"/>
                  <a:gd name="connsiteY25" fmla="*/ 32804 h 90554"/>
                  <a:gd name="connsiteX26" fmla="*/ 39348 w 722373"/>
                  <a:gd name="connsiteY26" fmla="*/ 29925 h 90554"/>
                  <a:gd name="connsiteX27" fmla="*/ 42314 w 722373"/>
                  <a:gd name="connsiteY27" fmla="*/ 22429 h 90554"/>
                  <a:gd name="connsiteX28" fmla="*/ 38925 w 722373"/>
                  <a:gd name="connsiteY28" fmla="*/ 14453 h 90554"/>
                  <a:gd name="connsiteX29" fmla="*/ 29118 w 722373"/>
                  <a:gd name="connsiteY29" fmla="*/ 11814 h 90554"/>
                  <a:gd name="connsiteX30" fmla="*/ 16406 w 722373"/>
                  <a:gd name="connsiteY30" fmla="*/ 11814 h 90554"/>
                  <a:gd name="connsiteX31" fmla="*/ 16406 w 722373"/>
                  <a:gd name="connsiteY31" fmla="*/ 32864 h 90554"/>
                  <a:gd name="connsiteX32" fmla="*/ 16406 w 722373"/>
                  <a:gd name="connsiteY32" fmla="*/ 32864 h 90554"/>
                  <a:gd name="connsiteX33" fmla="*/ 469637 w 722373"/>
                  <a:gd name="connsiteY33" fmla="*/ 67466 h 90554"/>
                  <a:gd name="connsiteX34" fmla="*/ 467397 w 722373"/>
                  <a:gd name="connsiteY34" fmla="*/ 76762 h 90554"/>
                  <a:gd name="connsiteX35" fmla="*/ 461403 w 722373"/>
                  <a:gd name="connsiteY35" fmla="*/ 84798 h 90554"/>
                  <a:gd name="connsiteX36" fmla="*/ 456319 w 722373"/>
                  <a:gd name="connsiteY36" fmla="*/ 81440 h 90554"/>
                  <a:gd name="connsiteX37" fmla="*/ 459588 w 722373"/>
                  <a:gd name="connsiteY37" fmla="*/ 74783 h 90554"/>
                  <a:gd name="connsiteX38" fmla="*/ 460677 w 722373"/>
                  <a:gd name="connsiteY38" fmla="*/ 67586 h 90554"/>
                  <a:gd name="connsiteX39" fmla="*/ 460677 w 722373"/>
                  <a:gd name="connsiteY39" fmla="*/ 60690 h 90554"/>
                  <a:gd name="connsiteX40" fmla="*/ 469697 w 722373"/>
                  <a:gd name="connsiteY40" fmla="*/ 60690 h 90554"/>
                  <a:gd name="connsiteX41" fmla="*/ 469697 w 722373"/>
                  <a:gd name="connsiteY41" fmla="*/ 67466 h 90554"/>
                  <a:gd name="connsiteX42" fmla="*/ 469697 w 722373"/>
                  <a:gd name="connsiteY42" fmla="*/ 67466 h 90554"/>
                  <a:gd name="connsiteX43" fmla="*/ 500207 w 722373"/>
                  <a:gd name="connsiteY43" fmla="*/ 10495 h 90554"/>
                  <a:gd name="connsiteX44" fmla="*/ 500207 w 722373"/>
                  <a:gd name="connsiteY44" fmla="*/ 4738 h 90554"/>
                  <a:gd name="connsiteX45" fmla="*/ 524119 w 722373"/>
                  <a:gd name="connsiteY45" fmla="*/ 4738 h 90554"/>
                  <a:gd name="connsiteX46" fmla="*/ 524119 w 722373"/>
                  <a:gd name="connsiteY46" fmla="*/ 10495 h 90554"/>
                  <a:gd name="connsiteX47" fmla="*/ 516673 w 722373"/>
                  <a:gd name="connsiteY47" fmla="*/ 11754 h 90554"/>
                  <a:gd name="connsiteX48" fmla="*/ 516673 w 722373"/>
                  <a:gd name="connsiteY48" fmla="*/ 63748 h 90554"/>
                  <a:gd name="connsiteX49" fmla="*/ 524119 w 722373"/>
                  <a:gd name="connsiteY49" fmla="*/ 65008 h 90554"/>
                  <a:gd name="connsiteX50" fmla="*/ 524119 w 722373"/>
                  <a:gd name="connsiteY50" fmla="*/ 70705 h 90554"/>
                  <a:gd name="connsiteX51" fmla="*/ 500207 w 722373"/>
                  <a:gd name="connsiteY51" fmla="*/ 70705 h 90554"/>
                  <a:gd name="connsiteX52" fmla="*/ 500207 w 722373"/>
                  <a:gd name="connsiteY52" fmla="*/ 65008 h 90554"/>
                  <a:gd name="connsiteX53" fmla="*/ 507713 w 722373"/>
                  <a:gd name="connsiteY53" fmla="*/ 63748 h 90554"/>
                  <a:gd name="connsiteX54" fmla="*/ 507713 w 722373"/>
                  <a:gd name="connsiteY54" fmla="*/ 11754 h 90554"/>
                  <a:gd name="connsiteX55" fmla="*/ 500207 w 722373"/>
                  <a:gd name="connsiteY55" fmla="*/ 10495 h 90554"/>
                  <a:gd name="connsiteX56" fmla="*/ 500207 w 722373"/>
                  <a:gd name="connsiteY56" fmla="*/ 10495 h 90554"/>
                  <a:gd name="connsiteX57" fmla="*/ 530051 w 722373"/>
                  <a:gd name="connsiteY57" fmla="*/ 65008 h 90554"/>
                  <a:gd name="connsiteX58" fmla="*/ 537497 w 722373"/>
                  <a:gd name="connsiteY58" fmla="*/ 63748 h 90554"/>
                  <a:gd name="connsiteX59" fmla="*/ 537497 w 722373"/>
                  <a:gd name="connsiteY59" fmla="*/ 28726 h 90554"/>
                  <a:gd name="connsiteX60" fmla="*/ 530051 w 722373"/>
                  <a:gd name="connsiteY60" fmla="*/ 27466 h 90554"/>
                  <a:gd name="connsiteX61" fmla="*/ 530051 w 722373"/>
                  <a:gd name="connsiteY61" fmla="*/ 21709 h 90554"/>
                  <a:gd name="connsiteX62" fmla="*/ 545548 w 722373"/>
                  <a:gd name="connsiteY62" fmla="*/ 21709 h 90554"/>
                  <a:gd name="connsiteX63" fmla="*/ 546214 w 722373"/>
                  <a:gd name="connsiteY63" fmla="*/ 29026 h 90554"/>
                  <a:gd name="connsiteX64" fmla="*/ 552449 w 722373"/>
                  <a:gd name="connsiteY64" fmla="*/ 22969 h 90554"/>
                  <a:gd name="connsiteX65" fmla="*/ 560925 w 722373"/>
                  <a:gd name="connsiteY65" fmla="*/ 20810 h 90554"/>
                  <a:gd name="connsiteX66" fmla="*/ 573335 w 722373"/>
                  <a:gd name="connsiteY66" fmla="*/ 25487 h 90554"/>
                  <a:gd name="connsiteX67" fmla="*/ 577754 w 722373"/>
                  <a:gd name="connsiteY67" fmla="*/ 39820 h 90554"/>
                  <a:gd name="connsiteX68" fmla="*/ 577754 w 722373"/>
                  <a:gd name="connsiteY68" fmla="*/ 63808 h 90554"/>
                  <a:gd name="connsiteX69" fmla="*/ 585199 w 722373"/>
                  <a:gd name="connsiteY69" fmla="*/ 65068 h 90554"/>
                  <a:gd name="connsiteX70" fmla="*/ 585199 w 722373"/>
                  <a:gd name="connsiteY70" fmla="*/ 70765 h 90554"/>
                  <a:gd name="connsiteX71" fmla="*/ 561287 w 722373"/>
                  <a:gd name="connsiteY71" fmla="*/ 70765 h 90554"/>
                  <a:gd name="connsiteX72" fmla="*/ 561287 w 722373"/>
                  <a:gd name="connsiteY72" fmla="*/ 65068 h 90554"/>
                  <a:gd name="connsiteX73" fmla="*/ 568734 w 722373"/>
                  <a:gd name="connsiteY73" fmla="*/ 63808 h 90554"/>
                  <a:gd name="connsiteX74" fmla="*/ 568734 w 722373"/>
                  <a:gd name="connsiteY74" fmla="*/ 40000 h 90554"/>
                  <a:gd name="connsiteX75" fmla="*/ 566131 w 722373"/>
                  <a:gd name="connsiteY75" fmla="*/ 30825 h 90554"/>
                  <a:gd name="connsiteX76" fmla="*/ 558261 w 722373"/>
                  <a:gd name="connsiteY76" fmla="*/ 28126 h 90554"/>
                  <a:gd name="connsiteX77" fmla="*/ 551360 w 722373"/>
                  <a:gd name="connsiteY77" fmla="*/ 29985 h 90554"/>
                  <a:gd name="connsiteX78" fmla="*/ 546578 w 722373"/>
                  <a:gd name="connsiteY78" fmla="*/ 35083 h 90554"/>
                  <a:gd name="connsiteX79" fmla="*/ 546578 w 722373"/>
                  <a:gd name="connsiteY79" fmla="*/ 63868 h 90554"/>
                  <a:gd name="connsiteX80" fmla="*/ 554023 w 722373"/>
                  <a:gd name="connsiteY80" fmla="*/ 65128 h 90554"/>
                  <a:gd name="connsiteX81" fmla="*/ 554023 w 722373"/>
                  <a:gd name="connsiteY81" fmla="*/ 70825 h 90554"/>
                  <a:gd name="connsiteX82" fmla="*/ 530112 w 722373"/>
                  <a:gd name="connsiteY82" fmla="*/ 70825 h 90554"/>
                  <a:gd name="connsiteX83" fmla="*/ 530112 w 722373"/>
                  <a:gd name="connsiteY83" fmla="*/ 65128 h 90554"/>
                  <a:gd name="connsiteX84" fmla="*/ 530112 w 722373"/>
                  <a:gd name="connsiteY84" fmla="*/ 65128 h 90554"/>
                  <a:gd name="connsiteX85" fmla="*/ 624548 w 722373"/>
                  <a:gd name="connsiteY85" fmla="*/ 64888 h 90554"/>
                  <a:gd name="connsiteX86" fmla="*/ 618615 w 722373"/>
                  <a:gd name="connsiteY86" fmla="*/ 69925 h 90554"/>
                  <a:gd name="connsiteX87" fmla="*/ 610503 w 722373"/>
                  <a:gd name="connsiteY87" fmla="*/ 71664 h 90554"/>
                  <a:gd name="connsiteX88" fmla="*/ 596338 w 722373"/>
                  <a:gd name="connsiteY88" fmla="*/ 65128 h 90554"/>
                  <a:gd name="connsiteX89" fmla="*/ 591253 w 722373"/>
                  <a:gd name="connsiteY89" fmla="*/ 48036 h 90554"/>
                  <a:gd name="connsiteX90" fmla="*/ 591253 w 722373"/>
                  <a:gd name="connsiteY90" fmla="*/ 47077 h 90554"/>
                  <a:gd name="connsiteX91" fmla="*/ 596338 w 722373"/>
                  <a:gd name="connsiteY91" fmla="*/ 28006 h 90554"/>
                  <a:gd name="connsiteX92" fmla="*/ 610564 w 722373"/>
                  <a:gd name="connsiteY92" fmla="*/ 20750 h 90554"/>
                  <a:gd name="connsiteX93" fmla="*/ 618312 w 722373"/>
                  <a:gd name="connsiteY93" fmla="*/ 22369 h 90554"/>
                  <a:gd name="connsiteX94" fmla="*/ 624003 w 722373"/>
                  <a:gd name="connsiteY94" fmla="*/ 27047 h 90554"/>
                  <a:gd name="connsiteX95" fmla="*/ 624003 w 722373"/>
                  <a:gd name="connsiteY95" fmla="*/ 7017 h 90554"/>
                  <a:gd name="connsiteX96" fmla="*/ 616557 w 722373"/>
                  <a:gd name="connsiteY96" fmla="*/ 5757 h 90554"/>
                  <a:gd name="connsiteX97" fmla="*/ 616557 w 722373"/>
                  <a:gd name="connsiteY97" fmla="*/ 0 h 90554"/>
                  <a:gd name="connsiteX98" fmla="*/ 633023 w 722373"/>
                  <a:gd name="connsiteY98" fmla="*/ 0 h 90554"/>
                  <a:gd name="connsiteX99" fmla="*/ 633023 w 722373"/>
                  <a:gd name="connsiteY99" fmla="*/ 63748 h 90554"/>
                  <a:gd name="connsiteX100" fmla="*/ 640469 w 722373"/>
                  <a:gd name="connsiteY100" fmla="*/ 65008 h 90554"/>
                  <a:gd name="connsiteX101" fmla="*/ 640469 w 722373"/>
                  <a:gd name="connsiteY101" fmla="*/ 70705 h 90554"/>
                  <a:gd name="connsiteX102" fmla="*/ 625153 w 722373"/>
                  <a:gd name="connsiteY102" fmla="*/ 70705 h 90554"/>
                  <a:gd name="connsiteX103" fmla="*/ 624426 w 722373"/>
                  <a:gd name="connsiteY103" fmla="*/ 64828 h 90554"/>
                  <a:gd name="connsiteX104" fmla="*/ 624426 w 722373"/>
                  <a:gd name="connsiteY104" fmla="*/ 64828 h 90554"/>
                  <a:gd name="connsiteX105" fmla="*/ 600212 w 722373"/>
                  <a:gd name="connsiteY105" fmla="*/ 48036 h 90554"/>
                  <a:gd name="connsiteX106" fmla="*/ 603239 w 722373"/>
                  <a:gd name="connsiteY106" fmla="*/ 59910 h 90554"/>
                  <a:gd name="connsiteX107" fmla="*/ 612743 w 722373"/>
                  <a:gd name="connsiteY107" fmla="*/ 64408 h 90554"/>
                  <a:gd name="connsiteX108" fmla="*/ 619523 w 722373"/>
                  <a:gd name="connsiteY108" fmla="*/ 62609 h 90554"/>
                  <a:gd name="connsiteX109" fmla="*/ 624063 w 722373"/>
                  <a:gd name="connsiteY109" fmla="*/ 57511 h 90554"/>
                  <a:gd name="connsiteX110" fmla="*/ 624063 w 722373"/>
                  <a:gd name="connsiteY110" fmla="*/ 34783 h 90554"/>
                  <a:gd name="connsiteX111" fmla="*/ 619523 w 722373"/>
                  <a:gd name="connsiteY111" fmla="*/ 29865 h 90554"/>
                  <a:gd name="connsiteX112" fmla="*/ 612864 w 722373"/>
                  <a:gd name="connsiteY112" fmla="*/ 28066 h 90554"/>
                  <a:gd name="connsiteX113" fmla="*/ 603360 w 722373"/>
                  <a:gd name="connsiteY113" fmla="*/ 33343 h 90554"/>
                  <a:gd name="connsiteX114" fmla="*/ 600273 w 722373"/>
                  <a:gd name="connsiteY114" fmla="*/ 47137 h 90554"/>
                  <a:gd name="connsiteX115" fmla="*/ 600273 w 722373"/>
                  <a:gd name="connsiteY115" fmla="*/ 48096 h 90554"/>
                  <a:gd name="connsiteX116" fmla="*/ 600273 w 722373"/>
                  <a:gd name="connsiteY116" fmla="*/ 48096 h 90554"/>
                  <a:gd name="connsiteX117" fmla="*/ 647370 w 722373"/>
                  <a:gd name="connsiteY117" fmla="*/ 65008 h 90554"/>
                  <a:gd name="connsiteX118" fmla="*/ 654816 w 722373"/>
                  <a:gd name="connsiteY118" fmla="*/ 63748 h 90554"/>
                  <a:gd name="connsiteX119" fmla="*/ 654816 w 722373"/>
                  <a:gd name="connsiteY119" fmla="*/ 28726 h 90554"/>
                  <a:gd name="connsiteX120" fmla="*/ 647370 w 722373"/>
                  <a:gd name="connsiteY120" fmla="*/ 27466 h 90554"/>
                  <a:gd name="connsiteX121" fmla="*/ 647370 w 722373"/>
                  <a:gd name="connsiteY121" fmla="*/ 21709 h 90554"/>
                  <a:gd name="connsiteX122" fmla="*/ 663835 w 722373"/>
                  <a:gd name="connsiteY122" fmla="*/ 21709 h 90554"/>
                  <a:gd name="connsiteX123" fmla="*/ 663835 w 722373"/>
                  <a:gd name="connsiteY123" fmla="*/ 63748 h 90554"/>
                  <a:gd name="connsiteX124" fmla="*/ 671281 w 722373"/>
                  <a:gd name="connsiteY124" fmla="*/ 65008 h 90554"/>
                  <a:gd name="connsiteX125" fmla="*/ 671281 w 722373"/>
                  <a:gd name="connsiteY125" fmla="*/ 70705 h 90554"/>
                  <a:gd name="connsiteX126" fmla="*/ 647370 w 722373"/>
                  <a:gd name="connsiteY126" fmla="*/ 70705 h 90554"/>
                  <a:gd name="connsiteX127" fmla="*/ 647370 w 722373"/>
                  <a:gd name="connsiteY127" fmla="*/ 65008 h 90554"/>
                  <a:gd name="connsiteX128" fmla="*/ 647370 w 722373"/>
                  <a:gd name="connsiteY128" fmla="*/ 65008 h 90554"/>
                  <a:gd name="connsiteX129" fmla="*/ 663835 w 722373"/>
                  <a:gd name="connsiteY129" fmla="*/ 9115 h 90554"/>
                  <a:gd name="connsiteX130" fmla="*/ 654816 w 722373"/>
                  <a:gd name="connsiteY130" fmla="*/ 9115 h 90554"/>
                  <a:gd name="connsiteX131" fmla="*/ 654816 w 722373"/>
                  <a:gd name="connsiteY131" fmla="*/ 0 h 90554"/>
                  <a:gd name="connsiteX132" fmla="*/ 663835 w 722373"/>
                  <a:gd name="connsiteY132" fmla="*/ 0 h 90554"/>
                  <a:gd name="connsiteX133" fmla="*/ 663835 w 722373"/>
                  <a:gd name="connsiteY133" fmla="*/ 9115 h 90554"/>
                  <a:gd name="connsiteX134" fmla="*/ 663835 w 722373"/>
                  <a:gd name="connsiteY134" fmla="*/ 9115 h 90554"/>
                  <a:gd name="connsiteX135" fmla="*/ 710508 w 722373"/>
                  <a:gd name="connsiteY135" fmla="*/ 70705 h 90554"/>
                  <a:gd name="connsiteX136" fmla="*/ 709903 w 722373"/>
                  <a:gd name="connsiteY136" fmla="*/ 67107 h 90554"/>
                  <a:gd name="connsiteX137" fmla="*/ 709600 w 722373"/>
                  <a:gd name="connsiteY137" fmla="*/ 63928 h 90554"/>
                  <a:gd name="connsiteX138" fmla="*/ 703062 w 722373"/>
                  <a:gd name="connsiteY138" fmla="*/ 69445 h 90554"/>
                  <a:gd name="connsiteX139" fmla="*/ 694708 w 722373"/>
                  <a:gd name="connsiteY139" fmla="*/ 71664 h 90554"/>
                  <a:gd name="connsiteX140" fmla="*/ 682965 w 722373"/>
                  <a:gd name="connsiteY140" fmla="*/ 67946 h 90554"/>
                  <a:gd name="connsiteX141" fmla="*/ 678909 w 722373"/>
                  <a:gd name="connsiteY141" fmla="*/ 57391 h 90554"/>
                  <a:gd name="connsiteX142" fmla="*/ 684599 w 722373"/>
                  <a:gd name="connsiteY142" fmla="*/ 46657 h 90554"/>
                  <a:gd name="connsiteX143" fmla="*/ 700217 w 722373"/>
                  <a:gd name="connsiteY143" fmla="*/ 42879 h 90554"/>
                  <a:gd name="connsiteX144" fmla="*/ 709540 w 722373"/>
                  <a:gd name="connsiteY144" fmla="*/ 42879 h 90554"/>
                  <a:gd name="connsiteX145" fmla="*/ 709540 w 722373"/>
                  <a:gd name="connsiteY145" fmla="*/ 37182 h 90554"/>
                  <a:gd name="connsiteX146" fmla="*/ 706816 w 722373"/>
                  <a:gd name="connsiteY146" fmla="*/ 30345 h 90554"/>
                  <a:gd name="connsiteX147" fmla="*/ 699188 w 722373"/>
                  <a:gd name="connsiteY147" fmla="*/ 27826 h 90554"/>
                  <a:gd name="connsiteX148" fmla="*/ 693195 w 722373"/>
                  <a:gd name="connsiteY148" fmla="*/ 28666 h 90554"/>
                  <a:gd name="connsiteX149" fmla="*/ 689018 w 722373"/>
                  <a:gd name="connsiteY149" fmla="*/ 31005 h 90554"/>
                  <a:gd name="connsiteX150" fmla="*/ 688110 w 722373"/>
                  <a:gd name="connsiteY150" fmla="*/ 36162 h 90554"/>
                  <a:gd name="connsiteX151" fmla="*/ 681148 w 722373"/>
                  <a:gd name="connsiteY151" fmla="*/ 36162 h 90554"/>
                  <a:gd name="connsiteX152" fmla="*/ 681148 w 722373"/>
                  <a:gd name="connsiteY152" fmla="*/ 26627 h 90554"/>
                  <a:gd name="connsiteX153" fmla="*/ 689381 w 722373"/>
                  <a:gd name="connsiteY153" fmla="*/ 22309 h 90554"/>
                  <a:gd name="connsiteX154" fmla="*/ 699793 w 722373"/>
                  <a:gd name="connsiteY154" fmla="*/ 20690 h 90554"/>
                  <a:gd name="connsiteX155" fmla="*/ 713414 w 722373"/>
                  <a:gd name="connsiteY155" fmla="*/ 24948 h 90554"/>
                  <a:gd name="connsiteX156" fmla="*/ 718620 w 722373"/>
                  <a:gd name="connsiteY156" fmla="*/ 37122 h 90554"/>
                  <a:gd name="connsiteX157" fmla="*/ 718620 w 722373"/>
                  <a:gd name="connsiteY157" fmla="*/ 62549 h 90554"/>
                  <a:gd name="connsiteX158" fmla="*/ 718741 w 722373"/>
                  <a:gd name="connsiteY158" fmla="*/ 64348 h 90554"/>
                  <a:gd name="connsiteX159" fmla="*/ 722374 w 722373"/>
                  <a:gd name="connsiteY159" fmla="*/ 64888 h 90554"/>
                  <a:gd name="connsiteX160" fmla="*/ 722374 w 722373"/>
                  <a:gd name="connsiteY160" fmla="*/ 70585 h 90554"/>
                  <a:gd name="connsiteX161" fmla="*/ 710569 w 722373"/>
                  <a:gd name="connsiteY161" fmla="*/ 70585 h 90554"/>
                  <a:gd name="connsiteX162" fmla="*/ 695979 w 722373"/>
                  <a:gd name="connsiteY162" fmla="*/ 64228 h 90554"/>
                  <a:gd name="connsiteX163" fmla="*/ 704213 w 722373"/>
                  <a:gd name="connsiteY163" fmla="*/ 62069 h 90554"/>
                  <a:gd name="connsiteX164" fmla="*/ 709540 w 722373"/>
                  <a:gd name="connsiteY164" fmla="*/ 56972 h 90554"/>
                  <a:gd name="connsiteX165" fmla="*/ 709540 w 722373"/>
                  <a:gd name="connsiteY165" fmla="*/ 48936 h 90554"/>
                  <a:gd name="connsiteX166" fmla="*/ 699914 w 722373"/>
                  <a:gd name="connsiteY166" fmla="*/ 48936 h 90554"/>
                  <a:gd name="connsiteX167" fmla="*/ 691137 w 722373"/>
                  <a:gd name="connsiteY167" fmla="*/ 51454 h 90554"/>
                  <a:gd name="connsiteX168" fmla="*/ 687928 w 722373"/>
                  <a:gd name="connsiteY168" fmla="*/ 57571 h 90554"/>
                  <a:gd name="connsiteX169" fmla="*/ 689926 w 722373"/>
                  <a:gd name="connsiteY169" fmla="*/ 62489 h 90554"/>
                  <a:gd name="connsiteX170" fmla="*/ 695979 w 722373"/>
                  <a:gd name="connsiteY170" fmla="*/ 64228 h 90554"/>
                  <a:gd name="connsiteX171" fmla="*/ 695979 w 722373"/>
                  <a:gd name="connsiteY171" fmla="*/ 64228 h 90554"/>
                  <a:gd name="connsiteX172" fmla="*/ 84932 w 722373"/>
                  <a:gd name="connsiteY172" fmla="*/ 71664 h 90554"/>
                  <a:gd name="connsiteX173" fmla="*/ 68527 w 722373"/>
                  <a:gd name="connsiteY173" fmla="*/ 64828 h 90554"/>
                  <a:gd name="connsiteX174" fmla="*/ 62413 w 722373"/>
                  <a:gd name="connsiteY174" fmla="*/ 47137 h 90554"/>
                  <a:gd name="connsiteX175" fmla="*/ 62413 w 722373"/>
                  <a:gd name="connsiteY175" fmla="*/ 45158 h 90554"/>
                  <a:gd name="connsiteX176" fmla="*/ 68708 w 722373"/>
                  <a:gd name="connsiteY176" fmla="*/ 27706 h 90554"/>
                  <a:gd name="connsiteX177" fmla="*/ 83600 w 722373"/>
                  <a:gd name="connsiteY177" fmla="*/ 20750 h 90554"/>
                  <a:gd name="connsiteX178" fmla="*/ 98734 w 722373"/>
                  <a:gd name="connsiteY178" fmla="*/ 26747 h 90554"/>
                  <a:gd name="connsiteX179" fmla="*/ 103880 w 722373"/>
                  <a:gd name="connsiteY179" fmla="*/ 42699 h 90554"/>
                  <a:gd name="connsiteX180" fmla="*/ 103880 w 722373"/>
                  <a:gd name="connsiteY180" fmla="*/ 48276 h 90554"/>
                  <a:gd name="connsiteX181" fmla="*/ 71735 w 722373"/>
                  <a:gd name="connsiteY181" fmla="*/ 48276 h 90554"/>
                  <a:gd name="connsiteX182" fmla="*/ 71614 w 722373"/>
                  <a:gd name="connsiteY182" fmla="*/ 48516 h 90554"/>
                  <a:gd name="connsiteX183" fmla="*/ 75246 w 722373"/>
                  <a:gd name="connsiteY183" fmla="*/ 60150 h 90554"/>
                  <a:gd name="connsiteX184" fmla="*/ 84992 w 722373"/>
                  <a:gd name="connsiteY184" fmla="*/ 64708 h 90554"/>
                  <a:gd name="connsiteX185" fmla="*/ 93043 w 722373"/>
                  <a:gd name="connsiteY185" fmla="*/ 63388 h 90554"/>
                  <a:gd name="connsiteX186" fmla="*/ 98976 w 722373"/>
                  <a:gd name="connsiteY186" fmla="*/ 59850 h 90554"/>
                  <a:gd name="connsiteX187" fmla="*/ 102487 w 722373"/>
                  <a:gd name="connsiteY187" fmla="*/ 65667 h 90554"/>
                  <a:gd name="connsiteX188" fmla="*/ 95465 w 722373"/>
                  <a:gd name="connsiteY188" fmla="*/ 69985 h 90554"/>
                  <a:gd name="connsiteX189" fmla="*/ 84992 w 722373"/>
                  <a:gd name="connsiteY189" fmla="*/ 71724 h 90554"/>
                  <a:gd name="connsiteX190" fmla="*/ 84992 w 722373"/>
                  <a:gd name="connsiteY190" fmla="*/ 71724 h 90554"/>
                  <a:gd name="connsiteX191" fmla="*/ 83600 w 722373"/>
                  <a:gd name="connsiteY191" fmla="*/ 27826 h 90554"/>
                  <a:gd name="connsiteX192" fmla="*/ 75851 w 722373"/>
                  <a:gd name="connsiteY192" fmla="*/ 31604 h 90554"/>
                  <a:gd name="connsiteX193" fmla="*/ 71917 w 722373"/>
                  <a:gd name="connsiteY193" fmla="*/ 41080 h 90554"/>
                  <a:gd name="connsiteX194" fmla="*/ 72038 w 722373"/>
                  <a:gd name="connsiteY194" fmla="*/ 41319 h 90554"/>
                  <a:gd name="connsiteX195" fmla="*/ 94860 w 722373"/>
                  <a:gd name="connsiteY195" fmla="*/ 41319 h 90554"/>
                  <a:gd name="connsiteX196" fmla="*/ 94860 w 722373"/>
                  <a:gd name="connsiteY196" fmla="*/ 40120 h 90554"/>
                  <a:gd name="connsiteX197" fmla="*/ 92015 w 722373"/>
                  <a:gd name="connsiteY197" fmla="*/ 31304 h 90554"/>
                  <a:gd name="connsiteX198" fmla="*/ 83600 w 722373"/>
                  <a:gd name="connsiteY198" fmla="*/ 27766 h 90554"/>
                  <a:gd name="connsiteX199" fmla="*/ 83600 w 722373"/>
                  <a:gd name="connsiteY199" fmla="*/ 27766 h 90554"/>
                  <a:gd name="connsiteX200" fmla="*/ 111386 w 722373"/>
                  <a:gd name="connsiteY200" fmla="*/ 65008 h 90554"/>
                  <a:gd name="connsiteX201" fmla="*/ 118832 w 722373"/>
                  <a:gd name="connsiteY201" fmla="*/ 63748 h 90554"/>
                  <a:gd name="connsiteX202" fmla="*/ 118832 w 722373"/>
                  <a:gd name="connsiteY202" fmla="*/ 28726 h 90554"/>
                  <a:gd name="connsiteX203" fmla="*/ 111386 w 722373"/>
                  <a:gd name="connsiteY203" fmla="*/ 27466 h 90554"/>
                  <a:gd name="connsiteX204" fmla="*/ 111386 w 722373"/>
                  <a:gd name="connsiteY204" fmla="*/ 21709 h 90554"/>
                  <a:gd name="connsiteX205" fmla="*/ 126883 w 722373"/>
                  <a:gd name="connsiteY205" fmla="*/ 21709 h 90554"/>
                  <a:gd name="connsiteX206" fmla="*/ 127549 w 722373"/>
                  <a:gd name="connsiteY206" fmla="*/ 29026 h 90554"/>
                  <a:gd name="connsiteX207" fmla="*/ 133784 w 722373"/>
                  <a:gd name="connsiteY207" fmla="*/ 22969 h 90554"/>
                  <a:gd name="connsiteX208" fmla="*/ 142259 w 722373"/>
                  <a:gd name="connsiteY208" fmla="*/ 20810 h 90554"/>
                  <a:gd name="connsiteX209" fmla="*/ 154669 w 722373"/>
                  <a:gd name="connsiteY209" fmla="*/ 25487 h 90554"/>
                  <a:gd name="connsiteX210" fmla="*/ 159088 w 722373"/>
                  <a:gd name="connsiteY210" fmla="*/ 39820 h 90554"/>
                  <a:gd name="connsiteX211" fmla="*/ 159088 w 722373"/>
                  <a:gd name="connsiteY211" fmla="*/ 63808 h 90554"/>
                  <a:gd name="connsiteX212" fmla="*/ 166534 w 722373"/>
                  <a:gd name="connsiteY212" fmla="*/ 65068 h 90554"/>
                  <a:gd name="connsiteX213" fmla="*/ 166534 w 722373"/>
                  <a:gd name="connsiteY213" fmla="*/ 70765 h 90554"/>
                  <a:gd name="connsiteX214" fmla="*/ 142623 w 722373"/>
                  <a:gd name="connsiteY214" fmla="*/ 70765 h 90554"/>
                  <a:gd name="connsiteX215" fmla="*/ 142623 w 722373"/>
                  <a:gd name="connsiteY215" fmla="*/ 65068 h 90554"/>
                  <a:gd name="connsiteX216" fmla="*/ 150068 w 722373"/>
                  <a:gd name="connsiteY216" fmla="*/ 63808 h 90554"/>
                  <a:gd name="connsiteX217" fmla="*/ 150068 w 722373"/>
                  <a:gd name="connsiteY217" fmla="*/ 40000 h 90554"/>
                  <a:gd name="connsiteX218" fmla="*/ 147465 w 722373"/>
                  <a:gd name="connsiteY218" fmla="*/ 30825 h 90554"/>
                  <a:gd name="connsiteX219" fmla="*/ 139596 w 722373"/>
                  <a:gd name="connsiteY219" fmla="*/ 28126 h 90554"/>
                  <a:gd name="connsiteX220" fmla="*/ 132695 w 722373"/>
                  <a:gd name="connsiteY220" fmla="*/ 29985 h 90554"/>
                  <a:gd name="connsiteX221" fmla="*/ 127912 w 722373"/>
                  <a:gd name="connsiteY221" fmla="*/ 35083 h 90554"/>
                  <a:gd name="connsiteX222" fmla="*/ 127912 w 722373"/>
                  <a:gd name="connsiteY222" fmla="*/ 63868 h 90554"/>
                  <a:gd name="connsiteX223" fmla="*/ 135358 w 722373"/>
                  <a:gd name="connsiteY223" fmla="*/ 65128 h 90554"/>
                  <a:gd name="connsiteX224" fmla="*/ 135358 w 722373"/>
                  <a:gd name="connsiteY224" fmla="*/ 70825 h 90554"/>
                  <a:gd name="connsiteX225" fmla="*/ 111447 w 722373"/>
                  <a:gd name="connsiteY225" fmla="*/ 70825 h 90554"/>
                  <a:gd name="connsiteX226" fmla="*/ 111447 w 722373"/>
                  <a:gd name="connsiteY226" fmla="*/ 65128 h 90554"/>
                  <a:gd name="connsiteX227" fmla="*/ 111447 w 722373"/>
                  <a:gd name="connsiteY227" fmla="*/ 65128 h 90554"/>
                  <a:gd name="connsiteX228" fmla="*/ 172588 w 722373"/>
                  <a:gd name="connsiteY228" fmla="*/ 47137 h 90554"/>
                  <a:gd name="connsiteX229" fmla="*/ 177793 w 722373"/>
                  <a:gd name="connsiteY229" fmla="*/ 28066 h 90554"/>
                  <a:gd name="connsiteX230" fmla="*/ 192201 w 722373"/>
                  <a:gd name="connsiteY230" fmla="*/ 20810 h 90554"/>
                  <a:gd name="connsiteX231" fmla="*/ 200373 w 722373"/>
                  <a:gd name="connsiteY231" fmla="*/ 22609 h 90554"/>
                  <a:gd name="connsiteX232" fmla="*/ 206246 w 722373"/>
                  <a:gd name="connsiteY232" fmla="*/ 27886 h 90554"/>
                  <a:gd name="connsiteX233" fmla="*/ 207093 w 722373"/>
                  <a:gd name="connsiteY233" fmla="*/ 21709 h 90554"/>
                  <a:gd name="connsiteX234" fmla="*/ 214720 w 722373"/>
                  <a:gd name="connsiteY234" fmla="*/ 21709 h 90554"/>
                  <a:gd name="connsiteX235" fmla="*/ 214720 w 722373"/>
                  <a:gd name="connsiteY235" fmla="*/ 70105 h 90554"/>
                  <a:gd name="connsiteX236" fmla="*/ 209333 w 722373"/>
                  <a:gd name="connsiteY236" fmla="*/ 85098 h 90554"/>
                  <a:gd name="connsiteX237" fmla="*/ 194078 w 722373"/>
                  <a:gd name="connsiteY237" fmla="*/ 90555 h 90554"/>
                  <a:gd name="connsiteX238" fmla="*/ 186329 w 722373"/>
                  <a:gd name="connsiteY238" fmla="*/ 89595 h 90554"/>
                  <a:gd name="connsiteX239" fmla="*/ 179005 w 722373"/>
                  <a:gd name="connsiteY239" fmla="*/ 86957 h 90554"/>
                  <a:gd name="connsiteX240" fmla="*/ 181366 w 722373"/>
                  <a:gd name="connsiteY240" fmla="*/ 80000 h 90554"/>
                  <a:gd name="connsiteX241" fmla="*/ 187298 w 722373"/>
                  <a:gd name="connsiteY241" fmla="*/ 82159 h 90554"/>
                  <a:gd name="connsiteX242" fmla="*/ 193957 w 722373"/>
                  <a:gd name="connsiteY242" fmla="*/ 82999 h 90554"/>
                  <a:gd name="connsiteX243" fmla="*/ 202795 w 722373"/>
                  <a:gd name="connsiteY243" fmla="*/ 79640 h 90554"/>
                  <a:gd name="connsiteX244" fmla="*/ 205640 w 722373"/>
                  <a:gd name="connsiteY244" fmla="*/ 70105 h 90554"/>
                  <a:gd name="connsiteX245" fmla="*/ 205640 w 722373"/>
                  <a:gd name="connsiteY245" fmla="*/ 65427 h 90554"/>
                  <a:gd name="connsiteX246" fmla="*/ 199829 w 722373"/>
                  <a:gd name="connsiteY246" fmla="*/ 70105 h 90554"/>
                  <a:gd name="connsiteX247" fmla="*/ 192080 w 722373"/>
                  <a:gd name="connsiteY247" fmla="*/ 71664 h 90554"/>
                  <a:gd name="connsiteX248" fmla="*/ 177733 w 722373"/>
                  <a:gd name="connsiteY248" fmla="*/ 65128 h 90554"/>
                  <a:gd name="connsiteX249" fmla="*/ 172527 w 722373"/>
                  <a:gd name="connsiteY249" fmla="*/ 48036 h 90554"/>
                  <a:gd name="connsiteX250" fmla="*/ 172527 w 722373"/>
                  <a:gd name="connsiteY250" fmla="*/ 47077 h 90554"/>
                  <a:gd name="connsiteX251" fmla="*/ 172527 w 722373"/>
                  <a:gd name="connsiteY251" fmla="*/ 47077 h 90554"/>
                  <a:gd name="connsiteX252" fmla="*/ 181607 w 722373"/>
                  <a:gd name="connsiteY252" fmla="*/ 48036 h 90554"/>
                  <a:gd name="connsiteX253" fmla="*/ 184755 w 722373"/>
                  <a:gd name="connsiteY253" fmla="*/ 59910 h 90554"/>
                  <a:gd name="connsiteX254" fmla="*/ 194380 w 722373"/>
                  <a:gd name="connsiteY254" fmla="*/ 64408 h 90554"/>
                  <a:gd name="connsiteX255" fmla="*/ 201221 w 722373"/>
                  <a:gd name="connsiteY255" fmla="*/ 62549 h 90554"/>
                  <a:gd name="connsiteX256" fmla="*/ 205761 w 722373"/>
                  <a:gd name="connsiteY256" fmla="*/ 57391 h 90554"/>
                  <a:gd name="connsiteX257" fmla="*/ 205761 w 722373"/>
                  <a:gd name="connsiteY257" fmla="*/ 34843 h 90554"/>
                  <a:gd name="connsiteX258" fmla="*/ 201221 w 722373"/>
                  <a:gd name="connsiteY258" fmla="*/ 29865 h 90554"/>
                  <a:gd name="connsiteX259" fmla="*/ 194501 w 722373"/>
                  <a:gd name="connsiteY259" fmla="*/ 28006 h 90554"/>
                  <a:gd name="connsiteX260" fmla="*/ 184876 w 722373"/>
                  <a:gd name="connsiteY260" fmla="*/ 33343 h 90554"/>
                  <a:gd name="connsiteX261" fmla="*/ 181668 w 722373"/>
                  <a:gd name="connsiteY261" fmla="*/ 47077 h 90554"/>
                  <a:gd name="connsiteX262" fmla="*/ 181668 w 722373"/>
                  <a:gd name="connsiteY262" fmla="*/ 48036 h 90554"/>
                  <a:gd name="connsiteX263" fmla="*/ 181668 w 722373"/>
                  <a:gd name="connsiteY263" fmla="*/ 48036 h 90554"/>
                  <a:gd name="connsiteX264" fmla="*/ 257882 w 722373"/>
                  <a:gd name="connsiteY264" fmla="*/ 70705 h 90554"/>
                  <a:gd name="connsiteX265" fmla="*/ 257216 w 722373"/>
                  <a:gd name="connsiteY265" fmla="*/ 67107 h 90554"/>
                  <a:gd name="connsiteX266" fmla="*/ 256914 w 722373"/>
                  <a:gd name="connsiteY266" fmla="*/ 63928 h 90554"/>
                  <a:gd name="connsiteX267" fmla="*/ 250376 w 722373"/>
                  <a:gd name="connsiteY267" fmla="*/ 69445 h 90554"/>
                  <a:gd name="connsiteX268" fmla="*/ 242022 w 722373"/>
                  <a:gd name="connsiteY268" fmla="*/ 71664 h 90554"/>
                  <a:gd name="connsiteX269" fmla="*/ 230278 w 722373"/>
                  <a:gd name="connsiteY269" fmla="*/ 67946 h 90554"/>
                  <a:gd name="connsiteX270" fmla="*/ 226222 w 722373"/>
                  <a:gd name="connsiteY270" fmla="*/ 57391 h 90554"/>
                  <a:gd name="connsiteX271" fmla="*/ 231913 w 722373"/>
                  <a:gd name="connsiteY271" fmla="*/ 46657 h 90554"/>
                  <a:gd name="connsiteX272" fmla="*/ 247531 w 722373"/>
                  <a:gd name="connsiteY272" fmla="*/ 42879 h 90554"/>
                  <a:gd name="connsiteX273" fmla="*/ 256793 w 722373"/>
                  <a:gd name="connsiteY273" fmla="*/ 42879 h 90554"/>
                  <a:gd name="connsiteX274" fmla="*/ 256793 w 722373"/>
                  <a:gd name="connsiteY274" fmla="*/ 37182 h 90554"/>
                  <a:gd name="connsiteX275" fmla="*/ 254068 w 722373"/>
                  <a:gd name="connsiteY275" fmla="*/ 30345 h 90554"/>
                  <a:gd name="connsiteX276" fmla="*/ 246442 w 722373"/>
                  <a:gd name="connsiteY276" fmla="*/ 27826 h 90554"/>
                  <a:gd name="connsiteX277" fmla="*/ 240448 w 722373"/>
                  <a:gd name="connsiteY277" fmla="*/ 28666 h 90554"/>
                  <a:gd name="connsiteX278" fmla="*/ 236271 w 722373"/>
                  <a:gd name="connsiteY278" fmla="*/ 31005 h 90554"/>
                  <a:gd name="connsiteX279" fmla="*/ 235302 w 722373"/>
                  <a:gd name="connsiteY279" fmla="*/ 36162 h 90554"/>
                  <a:gd name="connsiteX280" fmla="*/ 228341 w 722373"/>
                  <a:gd name="connsiteY280" fmla="*/ 36162 h 90554"/>
                  <a:gd name="connsiteX281" fmla="*/ 228341 w 722373"/>
                  <a:gd name="connsiteY281" fmla="*/ 26627 h 90554"/>
                  <a:gd name="connsiteX282" fmla="*/ 236514 w 722373"/>
                  <a:gd name="connsiteY282" fmla="*/ 22309 h 90554"/>
                  <a:gd name="connsiteX283" fmla="*/ 246926 w 722373"/>
                  <a:gd name="connsiteY283" fmla="*/ 20690 h 90554"/>
                  <a:gd name="connsiteX284" fmla="*/ 260546 w 722373"/>
                  <a:gd name="connsiteY284" fmla="*/ 24948 h 90554"/>
                  <a:gd name="connsiteX285" fmla="*/ 265752 w 722373"/>
                  <a:gd name="connsiteY285" fmla="*/ 37122 h 90554"/>
                  <a:gd name="connsiteX286" fmla="*/ 265752 w 722373"/>
                  <a:gd name="connsiteY286" fmla="*/ 60750 h 90554"/>
                  <a:gd name="connsiteX287" fmla="*/ 265752 w 722373"/>
                  <a:gd name="connsiteY287" fmla="*/ 62609 h 90554"/>
                  <a:gd name="connsiteX288" fmla="*/ 265873 w 722373"/>
                  <a:gd name="connsiteY288" fmla="*/ 64408 h 90554"/>
                  <a:gd name="connsiteX289" fmla="*/ 269505 w 722373"/>
                  <a:gd name="connsiteY289" fmla="*/ 64948 h 90554"/>
                  <a:gd name="connsiteX290" fmla="*/ 269505 w 722373"/>
                  <a:gd name="connsiteY290" fmla="*/ 70645 h 90554"/>
                  <a:gd name="connsiteX291" fmla="*/ 257701 w 722373"/>
                  <a:gd name="connsiteY291" fmla="*/ 70645 h 90554"/>
                  <a:gd name="connsiteX292" fmla="*/ 243415 w 722373"/>
                  <a:gd name="connsiteY292" fmla="*/ 64228 h 90554"/>
                  <a:gd name="connsiteX293" fmla="*/ 251587 w 722373"/>
                  <a:gd name="connsiteY293" fmla="*/ 62069 h 90554"/>
                  <a:gd name="connsiteX294" fmla="*/ 256914 w 722373"/>
                  <a:gd name="connsiteY294" fmla="*/ 56972 h 90554"/>
                  <a:gd name="connsiteX295" fmla="*/ 256914 w 722373"/>
                  <a:gd name="connsiteY295" fmla="*/ 48936 h 90554"/>
                  <a:gd name="connsiteX296" fmla="*/ 247288 w 722373"/>
                  <a:gd name="connsiteY296" fmla="*/ 48936 h 90554"/>
                  <a:gd name="connsiteX297" fmla="*/ 238511 w 722373"/>
                  <a:gd name="connsiteY297" fmla="*/ 51454 h 90554"/>
                  <a:gd name="connsiteX298" fmla="*/ 235302 w 722373"/>
                  <a:gd name="connsiteY298" fmla="*/ 57571 h 90554"/>
                  <a:gd name="connsiteX299" fmla="*/ 237301 w 722373"/>
                  <a:gd name="connsiteY299" fmla="*/ 62489 h 90554"/>
                  <a:gd name="connsiteX300" fmla="*/ 243354 w 722373"/>
                  <a:gd name="connsiteY300" fmla="*/ 64228 h 90554"/>
                  <a:gd name="connsiteX301" fmla="*/ 243354 w 722373"/>
                  <a:gd name="connsiteY301" fmla="*/ 64228 h 90554"/>
                  <a:gd name="connsiteX302" fmla="*/ 275982 w 722373"/>
                  <a:gd name="connsiteY302" fmla="*/ 5757 h 90554"/>
                  <a:gd name="connsiteX303" fmla="*/ 275982 w 722373"/>
                  <a:gd name="connsiteY303" fmla="*/ 0 h 90554"/>
                  <a:gd name="connsiteX304" fmla="*/ 292449 w 722373"/>
                  <a:gd name="connsiteY304" fmla="*/ 0 h 90554"/>
                  <a:gd name="connsiteX305" fmla="*/ 292449 w 722373"/>
                  <a:gd name="connsiteY305" fmla="*/ 63748 h 90554"/>
                  <a:gd name="connsiteX306" fmla="*/ 299894 w 722373"/>
                  <a:gd name="connsiteY306" fmla="*/ 65008 h 90554"/>
                  <a:gd name="connsiteX307" fmla="*/ 299894 w 722373"/>
                  <a:gd name="connsiteY307" fmla="*/ 70705 h 90554"/>
                  <a:gd name="connsiteX308" fmla="*/ 275982 w 722373"/>
                  <a:gd name="connsiteY308" fmla="*/ 70705 h 90554"/>
                  <a:gd name="connsiteX309" fmla="*/ 275982 w 722373"/>
                  <a:gd name="connsiteY309" fmla="*/ 65008 h 90554"/>
                  <a:gd name="connsiteX310" fmla="*/ 283429 w 722373"/>
                  <a:gd name="connsiteY310" fmla="*/ 63748 h 90554"/>
                  <a:gd name="connsiteX311" fmla="*/ 283429 w 722373"/>
                  <a:gd name="connsiteY311" fmla="*/ 7076 h 90554"/>
                  <a:gd name="connsiteX312" fmla="*/ 275982 w 722373"/>
                  <a:gd name="connsiteY312" fmla="*/ 5817 h 90554"/>
                  <a:gd name="connsiteX313" fmla="*/ 275982 w 722373"/>
                  <a:gd name="connsiteY313" fmla="*/ 5817 h 90554"/>
                  <a:gd name="connsiteX314" fmla="*/ 342088 w 722373"/>
                  <a:gd name="connsiteY314" fmla="*/ 63448 h 90554"/>
                  <a:gd name="connsiteX315" fmla="*/ 336095 w 722373"/>
                  <a:gd name="connsiteY315" fmla="*/ 69505 h 90554"/>
                  <a:gd name="connsiteX316" fmla="*/ 327619 w 722373"/>
                  <a:gd name="connsiteY316" fmla="*/ 71664 h 90554"/>
                  <a:gd name="connsiteX317" fmla="*/ 315028 w 722373"/>
                  <a:gd name="connsiteY317" fmla="*/ 66507 h 90554"/>
                  <a:gd name="connsiteX318" fmla="*/ 310488 w 722373"/>
                  <a:gd name="connsiteY318" fmla="*/ 50555 h 90554"/>
                  <a:gd name="connsiteX319" fmla="*/ 310488 w 722373"/>
                  <a:gd name="connsiteY319" fmla="*/ 28666 h 90554"/>
                  <a:gd name="connsiteX320" fmla="*/ 304797 w 722373"/>
                  <a:gd name="connsiteY320" fmla="*/ 27406 h 90554"/>
                  <a:gd name="connsiteX321" fmla="*/ 304797 w 722373"/>
                  <a:gd name="connsiteY321" fmla="*/ 21649 h 90554"/>
                  <a:gd name="connsiteX322" fmla="*/ 319508 w 722373"/>
                  <a:gd name="connsiteY322" fmla="*/ 21649 h 90554"/>
                  <a:gd name="connsiteX323" fmla="*/ 319508 w 722373"/>
                  <a:gd name="connsiteY323" fmla="*/ 50675 h 90554"/>
                  <a:gd name="connsiteX324" fmla="*/ 321808 w 722373"/>
                  <a:gd name="connsiteY324" fmla="*/ 61469 h 90554"/>
                  <a:gd name="connsiteX325" fmla="*/ 329072 w 722373"/>
                  <a:gd name="connsiteY325" fmla="*/ 64408 h 90554"/>
                  <a:gd name="connsiteX326" fmla="*/ 337003 w 722373"/>
                  <a:gd name="connsiteY326" fmla="*/ 62489 h 90554"/>
                  <a:gd name="connsiteX327" fmla="*/ 341725 w 722373"/>
                  <a:gd name="connsiteY327" fmla="*/ 57032 h 90554"/>
                  <a:gd name="connsiteX328" fmla="*/ 341725 w 722373"/>
                  <a:gd name="connsiteY328" fmla="*/ 28726 h 90554"/>
                  <a:gd name="connsiteX329" fmla="*/ 335065 w 722373"/>
                  <a:gd name="connsiteY329" fmla="*/ 27466 h 90554"/>
                  <a:gd name="connsiteX330" fmla="*/ 335065 w 722373"/>
                  <a:gd name="connsiteY330" fmla="*/ 21709 h 90554"/>
                  <a:gd name="connsiteX331" fmla="*/ 350684 w 722373"/>
                  <a:gd name="connsiteY331" fmla="*/ 21709 h 90554"/>
                  <a:gd name="connsiteX332" fmla="*/ 350684 w 722373"/>
                  <a:gd name="connsiteY332" fmla="*/ 63748 h 90554"/>
                  <a:gd name="connsiteX333" fmla="*/ 356374 w 722373"/>
                  <a:gd name="connsiteY333" fmla="*/ 65008 h 90554"/>
                  <a:gd name="connsiteX334" fmla="*/ 356374 w 722373"/>
                  <a:gd name="connsiteY334" fmla="*/ 70705 h 90554"/>
                  <a:gd name="connsiteX335" fmla="*/ 342632 w 722373"/>
                  <a:gd name="connsiteY335" fmla="*/ 70705 h 90554"/>
                  <a:gd name="connsiteX336" fmla="*/ 342027 w 722373"/>
                  <a:gd name="connsiteY336" fmla="*/ 63448 h 90554"/>
                  <a:gd name="connsiteX337" fmla="*/ 342027 w 722373"/>
                  <a:gd name="connsiteY337" fmla="*/ 63448 h 90554"/>
                  <a:gd name="connsiteX338" fmla="*/ 363639 w 722373"/>
                  <a:gd name="connsiteY338" fmla="*/ 27466 h 90554"/>
                  <a:gd name="connsiteX339" fmla="*/ 363639 w 722373"/>
                  <a:gd name="connsiteY339" fmla="*/ 21709 h 90554"/>
                  <a:gd name="connsiteX340" fmla="*/ 379135 w 722373"/>
                  <a:gd name="connsiteY340" fmla="*/ 21709 h 90554"/>
                  <a:gd name="connsiteX341" fmla="*/ 379983 w 722373"/>
                  <a:gd name="connsiteY341" fmla="*/ 28846 h 90554"/>
                  <a:gd name="connsiteX342" fmla="*/ 385189 w 722373"/>
                  <a:gd name="connsiteY342" fmla="*/ 22969 h 90554"/>
                  <a:gd name="connsiteX343" fmla="*/ 392272 w 722373"/>
                  <a:gd name="connsiteY343" fmla="*/ 20810 h 90554"/>
                  <a:gd name="connsiteX344" fmla="*/ 394451 w 722373"/>
                  <a:gd name="connsiteY344" fmla="*/ 20990 h 90554"/>
                  <a:gd name="connsiteX345" fmla="*/ 396146 w 722373"/>
                  <a:gd name="connsiteY345" fmla="*/ 21349 h 90554"/>
                  <a:gd name="connsiteX346" fmla="*/ 394935 w 722373"/>
                  <a:gd name="connsiteY346" fmla="*/ 29625 h 90554"/>
                  <a:gd name="connsiteX347" fmla="*/ 389850 w 722373"/>
                  <a:gd name="connsiteY347" fmla="*/ 29325 h 90554"/>
                  <a:gd name="connsiteX348" fmla="*/ 383857 w 722373"/>
                  <a:gd name="connsiteY348" fmla="*/ 31005 h 90554"/>
                  <a:gd name="connsiteX349" fmla="*/ 380104 w 722373"/>
                  <a:gd name="connsiteY349" fmla="*/ 35682 h 90554"/>
                  <a:gd name="connsiteX350" fmla="*/ 380104 w 722373"/>
                  <a:gd name="connsiteY350" fmla="*/ 63808 h 90554"/>
                  <a:gd name="connsiteX351" fmla="*/ 387550 w 722373"/>
                  <a:gd name="connsiteY351" fmla="*/ 65068 h 90554"/>
                  <a:gd name="connsiteX352" fmla="*/ 387550 w 722373"/>
                  <a:gd name="connsiteY352" fmla="*/ 70765 h 90554"/>
                  <a:gd name="connsiteX353" fmla="*/ 363639 w 722373"/>
                  <a:gd name="connsiteY353" fmla="*/ 70765 h 90554"/>
                  <a:gd name="connsiteX354" fmla="*/ 363639 w 722373"/>
                  <a:gd name="connsiteY354" fmla="*/ 65068 h 90554"/>
                  <a:gd name="connsiteX355" fmla="*/ 371084 w 722373"/>
                  <a:gd name="connsiteY355" fmla="*/ 63808 h 90554"/>
                  <a:gd name="connsiteX356" fmla="*/ 371084 w 722373"/>
                  <a:gd name="connsiteY356" fmla="*/ 28786 h 90554"/>
                  <a:gd name="connsiteX357" fmla="*/ 363639 w 722373"/>
                  <a:gd name="connsiteY357" fmla="*/ 27526 h 90554"/>
                  <a:gd name="connsiteX358" fmla="*/ 363639 w 722373"/>
                  <a:gd name="connsiteY358" fmla="*/ 27526 h 90554"/>
                  <a:gd name="connsiteX359" fmla="*/ 437795 w 722373"/>
                  <a:gd name="connsiteY359" fmla="*/ 63448 h 90554"/>
                  <a:gd name="connsiteX360" fmla="*/ 431741 w 722373"/>
                  <a:gd name="connsiteY360" fmla="*/ 69505 h 90554"/>
                  <a:gd name="connsiteX361" fmla="*/ 423266 w 722373"/>
                  <a:gd name="connsiteY361" fmla="*/ 71664 h 90554"/>
                  <a:gd name="connsiteX362" fmla="*/ 410674 w 722373"/>
                  <a:gd name="connsiteY362" fmla="*/ 66507 h 90554"/>
                  <a:gd name="connsiteX363" fmla="*/ 406134 w 722373"/>
                  <a:gd name="connsiteY363" fmla="*/ 50555 h 90554"/>
                  <a:gd name="connsiteX364" fmla="*/ 406134 w 722373"/>
                  <a:gd name="connsiteY364" fmla="*/ 28666 h 90554"/>
                  <a:gd name="connsiteX365" fmla="*/ 400444 w 722373"/>
                  <a:gd name="connsiteY365" fmla="*/ 27406 h 90554"/>
                  <a:gd name="connsiteX366" fmla="*/ 400444 w 722373"/>
                  <a:gd name="connsiteY366" fmla="*/ 21649 h 90554"/>
                  <a:gd name="connsiteX367" fmla="*/ 415155 w 722373"/>
                  <a:gd name="connsiteY367" fmla="*/ 21649 h 90554"/>
                  <a:gd name="connsiteX368" fmla="*/ 415155 w 722373"/>
                  <a:gd name="connsiteY368" fmla="*/ 50675 h 90554"/>
                  <a:gd name="connsiteX369" fmla="*/ 417455 w 722373"/>
                  <a:gd name="connsiteY369" fmla="*/ 61469 h 90554"/>
                  <a:gd name="connsiteX370" fmla="*/ 424719 w 722373"/>
                  <a:gd name="connsiteY370" fmla="*/ 64408 h 90554"/>
                  <a:gd name="connsiteX371" fmla="*/ 432649 w 722373"/>
                  <a:gd name="connsiteY371" fmla="*/ 62489 h 90554"/>
                  <a:gd name="connsiteX372" fmla="*/ 437371 w 722373"/>
                  <a:gd name="connsiteY372" fmla="*/ 57032 h 90554"/>
                  <a:gd name="connsiteX373" fmla="*/ 437371 w 722373"/>
                  <a:gd name="connsiteY373" fmla="*/ 28726 h 90554"/>
                  <a:gd name="connsiteX374" fmla="*/ 430712 w 722373"/>
                  <a:gd name="connsiteY374" fmla="*/ 27466 h 90554"/>
                  <a:gd name="connsiteX375" fmla="*/ 430712 w 722373"/>
                  <a:gd name="connsiteY375" fmla="*/ 21709 h 90554"/>
                  <a:gd name="connsiteX376" fmla="*/ 446330 w 722373"/>
                  <a:gd name="connsiteY376" fmla="*/ 21709 h 90554"/>
                  <a:gd name="connsiteX377" fmla="*/ 446330 w 722373"/>
                  <a:gd name="connsiteY377" fmla="*/ 63748 h 90554"/>
                  <a:gd name="connsiteX378" fmla="*/ 452021 w 722373"/>
                  <a:gd name="connsiteY378" fmla="*/ 65008 h 90554"/>
                  <a:gd name="connsiteX379" fmla="*/ 452021 w 722373"/>
                  <a:gd name="connsiteY379" fmla="*/ 70705 h 90554"/>
                  <a:gd name="connsiteX380" fmla="*/ 438279 w 722373"/>
                  <a:gd name="connsiteY380" fmla="*/ 70705 h 90554"/>
                  <a:gd name="connsiteX381" fmla="*/ 437674 w 722373"/>
                  <a:gd name="connsiteY381" fmla="*/ 63448 h 90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</a:cxnLst>
                <a:rect l="l" t="t" r="r" b="b"/>
                <a:pathLst>
                  <a:path w="722373" h="90554">
                    <a:moveTo>
                      <a:pt x="29179" y="4738"/>
                    </a:moveTo>
                    <a:cubicBezTo>
                      <a:pt x="36140" y="4738"/>
                      <a:pt x="41588" y="6237"/>
                      <a:pt x="45523" y="9175"/>
                    </a:cubicBezTo>
                    <a:cubicBezTo>
                      <a:pt x="49458" y="12174"/>
                      <a:pt x="51395" y="16612"/>
                      <a:pt x="51395" y="22549"/>
                    </a:cubicBezTo>
                    <a:cubicBezTo>
                      <a:pt x="51395" y="25487"/>
                      <a:pt x="50487" y="28126"/>
                      <a:pt x="48610" y="30405"/>
                    </a:cubicBezTo>
                    <a:cubicBezTo>
                      <a:pt x="46733" y="32684"/>
                      <a:pt x="44252" y="34423"/>
                      <a:pt x="41165" y="35562"/>
                    </a:cubicBezTo>
                    <a:cubicBezTo>
                      <a:pt x="45160" y="36402"/>
                      <a:pt x="48307" y="38321"/>
                      <a:pt x="50608" y="41379"/>
                    </a:cubicBezTo>
                    <a:cubicBezTo>
                      <a:pt x="52969" y="44438"/>
                      <a:pt x="54059" y="47976"/>
                      <a:pt x="54059" y="52054"/>
                    </a:cubicBezTo>
                    <a:cubicBezTo>
                      <a:pt x="54059" y="58111"/>
                      <a:pt x="52061" y="62729"/>
                      <a:pt x="48126" y="65907"/>
                    </a:cubicBezTo>
                    <a:cubicBezTo>
                      <a:pt x="44191" y="69086"/>
                      <a:pt x="38804" y="70705"/>
                      <a:pt x="32024" y="70705"/>
                    </a:cubicBezTo>
                    <a:lnTo>
                      <a:pt x="0" y="70705"/>
                    </a:lnTo>
                    <a:lnTo>
                      <a:pt x="0" y="65008"/>
                    </a:lnTo>
                    <a:lnTo>
                      <a:pt x="7446" y="63748"/>
                    </a:lnTo>
                    <a:lnTo>
                      <a:pt x="7446" y="11754"/>
                    </a:lnTo>
                    <a:lnTo>
                      <a:pt x="0" y="10495"/>
                    </a:lnTo>
                    <a:lnTo>
                      <a:pt x="0" y="4738"/>
                    </a:lnTo>
                    <a:lnTo>
                      <a:pt x="29179" y="4738"/>
                    </a:lnTo>
                    <a:close/>
                    <a:moveTo>
                      <a:pt x="16466" y="39760"/>
                    </a:moveTo>
                    <a:lnTo>
                      <a:pt x="16466" y="63748"/>
                    </a:lnTo>
                    <a:lnTo>
                      <a:pt x="32024" y="63748"/>
                    </a:lnTo>
                    <a:cubicBezTo>
                      <a:pt x="36140" y="63748"/>
                      <a:pt x="39348" y="62729"/>
                      <a:pt x="41588" y="60750"/>
                    </a:cubicBezTo>
                    <a:cubicBezTo>
                      <a:pt x="43828" y="58711"/>
                      <a:pt x="44978" y="55892"/>
                      <a:pt x="44978" y="52174"/>
                    </a:cubicBezTo>
                    <a:cubicBezTo>
                      <a:pt x="44978" y="48276"/>
                      <a:pt x="44010" y="45277"/>
                      <a:pt x="42133" y="43059"/>
                    </a:cubicBezTo>
                    <a:cubicBezTo>
                      <a:pt x="40256" y="40840"/>
                      <a:pt x="37290" y="39760"/>
                      <a:pt x="33355" y="39760"/>
                    </a:cubicBezTo>
                    <a:lnTo>
                      <a:pt x="16406" y="39760"/>
                    </a:lnTo>
                    <a:close/>
                    <a:moveTo>
                      <a:pt x="16466" y="32804"/>
                    </a:moveTo>
                    <a:lnTo>
                      <a:pt x="31540" y="32804"/>
                    </a:lnTo>
                    <a:cubicBezTo>
                      <a:pt x="34808" y="32744"/>
                      <a:pt x="37411" y="31724"/>
                      <a:pt x="39348" y="29925"/>
                    </a:cubicBezTo>
                    <a:cubicBezTo>
                      <a:pt x="41346" y="28126"/>
                      <a:pt x="42314" y="25607"/>
                      <a:pt x="42314" y="22429"/>
                    </a:cubicBezTo>
                    <a:cubicBezTo>
                      <a:pt x="42314" y="18891"/>
                      <a:pt x="41165" y="16192"/>
                      <a:pt x="38925" y="14453"/>
                    </a:cubicBezTo>
                    <a:cubicBezTo>
                      <a:pt x="36685" y="12654"/>
                      <a:pt x="33416" y="11814"/>
                      <a:pt x="29118" y="11814"/>
                    </a:cubicBezTo>
                    <a:lnTo>
                      <a:pt x="16406" y="11814"/>
                    </a:lnTo>
                    <a:lnTo>
                      <a:pt x="16406" y="32864"/>
                    </a:lnTo>
                    <a:lnTo>
                      <a:pt x="16406" y="32864"/>
                    </a:lnTo>
                    <a:close/>
                    <a:moveTo>
                      <a:pt x="469637" y="67466"/>
                    </a:moveTo>
                    <a:cubicBezTo>
                      <a:pt x="469637" y="70405"/>
                      <a:pt x="468910" y="73523"/>
                      <a:pt x="467397" y="76762"/>
                    </a:cubicBezTo>
                    <a:cubicBezTo>
                      <a:pt x="465944" y="80000"/>
                      <a:pt x="463886" y="82699"/>
                      <a:pt x="461403" y="84798"/>
                    </a:cubicBezTo>
                    <a:lnTo>
                      <a:pt x="456319" y="81440"/>
                    </a:lnTo>
                    <a:cubicBezTo>
                      <a:pt x="457771" y="79281"/>
                      <a:pt x="458861" y="77062"/>
                      <a:pt x="459588" y="74783"/>
                    </a:cubicBezTo>
                    <a:cubicBezTo>
                      <a:pt x="460314" y="72504"/>
                      <a:pt x="460677" y="70105"/>
                      <a:pt x="460677" y="67586"/>
                    </a:cubicBezTo>
                    <a:lnTo>
                      <a:pt x="460677" y="60690"/>
                    </a:lnTo>
                    <a:lnTo>
                      <a:pt x="469697" y="60690"/>
                    </a:lnTo>
                    <a:lnTo>
                      <a:pt x="469697" y="67466"/>
                    </a:lnTo>
                    <a:lnTo>
                      <a:pt x="469697" y="67466"/>
                    </a:lnTo>
                    <a:close/>
                    <a:moveTo>
                      <a:pt x="500207" y="10495"/>
                    </a:moveTo>
                    <a:lnTo>
                      <a:pt x="500207" y="4738"/>
                    </a:lnTo>
                    <a:lnTo>
                      <a:pt x="524119" y="4738"/>
                    </a:lnTo>
                    <a:lnTo>
                      <a:pt x="524119" y="10495"/>
                    </a:lnTo>
                    <a:lnTo>
                      <a:pt x="516673" y="11754"/>
                    </a:lnTo>
                    <a:lnTo>
                      <a:pt x="516673" y="63748"/>
                    </a:lnTo>
                    <a:lnTo>
                      <a:pt x="524119" y="65008"/>
                    </a:lnTo>
                    <a:lnTo>
                      <a:pt x="524119" y="70705"/>
                    </a:lnTo>
                    <a:lnTo>
                      <a:pt x="500207" y="70705"/>
                    </a:lnTo>
                    <a:lnTo>
                      <a:pt x="500207" y="65008"/>
                    </a:lnTo>
                    <a:lnTo>
                      <a:pt x="507713" y="63748"/>
                    </a:lnTo>
                    <a:lnTo>
                      <a:pt x="507713" y="11754"/>
                    </a:lnTo>
                    <a:lnTo>
                      <a:pt x="500207" y="10495"/>
                    </a:lnTo>
                    <a:lnTo>
                      <a:pt x="500207" y="10495"/>
                    </a:lnTo>
                    <a:close/>
                    <a:moveTo>
                      <a:pt x="530051" y="65008"/>
                    </a:moveTo>
                    <a:lnTo>
                      <a:pt x="537497" y="63748"/>
                    </a:lnTo>
                    <a:lnTo>
                      <a:pt x="537497" y="28726"/>
                    </a:lnTo>
                    <a:lnTo>
                      <a:pt x="530051" y="27466"/>
                    </a:lnTo>
                    <a:lnTo>
                      <a:pt x="530051" y="21709"/>
                    </a:lnTo>
                    <a:lnTo>
                      <a:pt x="545548" y="21709"/>
                    </a:lnTo>
                    <a:lnTo>
                      <a:pt x="546214" y="29026"/>
                    </a:lnTo>
                    <a:cubicBezTo>
                      <a:pt x="547849" y="26447"/>
                      <a:pt x="549907" y="24408"/>
                      <a:pt x="552449" y="22969"/>
                    </a:cubicBezTo>
                    <a:cubicBezTo>
                      <a:pt x="554932" y="21529"/>
                      <a:pt x="557777" y="20810"/>
                      <a:pt x="560925" y="20810"/>
                    </a:cubicBezTo>
                    <a:cubicBezTo>
                      <a:pt x="566312" y="20810"/>
                      <a:pt x="570428" y="22369"/>
                      <a:pt x="573335" y="25487"/>
                    </a:cubicBezTo>
                    <a:cubicBezTo>
                      <a:pt x="576301" y="28606"/>
                      <a:pt x="577754" y="33343"/>
                      <a:pt x="577754" y="39820"/>
                    </a:cubicBezTo>
                    <a:lnTo>
                      <a:pt x="577754" y="63808"/>
                    </a:lnTo>
                    <a:lnTo>
                      <a:pt x="585199" y="65068"/>
                    </a:lnTo>
                    <a:lnTo>
                      <a:pt x="585199" y="70765"/>
                    </a:lnTo>
                    <a:lnTo>
                      <a:pt x="561287" y="70765"/>
                    </a:lnTo>
                    <a:lnTo>
                      <a:pt x="561287" y="65068"/>
                    </a:lnTo>
                    <a:lnTo>
                      <a:pt x="568734" y="63808"/>
                    </a:lnTo>
                    <a:lnTo>
                      <a:pt x="568734" y="40000"/>
                    </a:lnTo>
                    <a:cubicBezTo>
                      <a:pt x="568734" y="35682"/>
                      <a:pt x="567886" y="32624"/>
                      <a:pt x="566131" y="30825"/>
                    </a:cubicBezTo>
                    <a:cubicBezTo>
                      <a:pt x="564435" y="29026"/>
                      <a:pt x="561772" y="28126"/>
                      <a:pt x="558261" y="28126"/>
                    </a:cubicBezTo>
                    <a:cubicBezTo>
                      <a:pt x="555658" y="28126"/>
                      <a:pt x="553358" y="28726"/>
                      <a:pt x="551360" y="29985"/>
                    </a:cubicBezTo>
                    <a:cubicBezTo>
                      <a:pt x="549362" y="31244"/>
                      <a:pt x="547788" y="32924"/>
                      <a:pt x="546578" y="35083"/>
                    </a:cubicBezTo>
                    <a:lnTo>
                      <a:pt x="546578" y="63868"/>
                    </a:lnTo>
                    <a:lnTo>
                      <a:pt x="554023" y="65128"/>
                    </a:lnTo>
                    <a:lnTo>
                      <a:pt x="554023" y="70825"/>
                    </a:lnTo>
                    <a:lnTo>
                      <a:pt x="530112" y="70825"/>
                    </a:lnTo>
                    <a:lnTo>
                      <a:pt x="530112" y="65128"/>
                    </a:lnTo>
                    <a:lnTo>
                      <a:pt x="530112" y="65128"/>
                    </a:lnTo>
                    <a:close/>
                    <a:moveTo>
                      <a:pt x="624548" y="64888"/>
                    </a:moveTo>
                    <a:cubicBezTo>
                      <a:pt x="622913" y="67107"/>
                      <a:pt x="620916" y="68786"/>
                      <a:pt x="618615" y="69925"/>
                    </a:cubicBezTo>
                    <a:cubicBezTo>
                      <a:pt x="616315" y="71065"/>
                      <a:pt x="613590" y="71664"/>
                      <a:pt x="610503" y="71664"/>
                    </a:cubicBezTo>
                    <a:cubicBezTo>
                      <a:pt x="604449" y="71664"/>
                      <a:pt x="599728" y="69505"/>
                      <a:pt x="596338" y="65128"/>
                    </a:cubicBezTo>
                    <a:cubicBezTo>
                      <a:pt x="592948" y="60810"/>
                      <a:pt x="591253" y="55113"/>
                      <a:pt x="591253" y="48036"/>
                    </a:cubicBezTo>
                    <a:lnTo>
                      <a:pt x="591253" y="47077"/>
                    </a:lnTo>
                    <a:cubicBezTo>
                      <a:pt x="591253" y="39161"/>
                      <a:pt x="592948" y="32804"/>
                      <a:pt x="596338" y="28006"/>
                    </a:cubicBezTo>
                    <a:cubicBezTo>
                      <a:pt x="599728" y="23148"/>
                      <a:pt x="604510" y="20750"/>
                      <a:pt x="610564" y="20750"/>
                    </a:cubicBezTo>
                    <a:cubicBezTo>
                      <a:pt x="613469" y="20750"/>
                      <a:pt x="616073" y="21289"/>
                      <a:pt x="618312" y="22369"/>
                    </a:cubicBezTo>
                    <a:cubicBezTo>
                      <a:pt x="620552" y="23448"/>
                      <a:pt x="622429" y="25008"/>
                      <a:pt x="624003" y="27047"/>
                    </a:cubicBezTo>
                    <a:lnTo>
                      <a:pt x="624003" y="7017"/>
                    </a:lnTo>
                    <a:lnTo>
                      <a:pt x="616557" y="5757"/>
                    </a:lnTo>
                    <a:lnTo>
                      <a:pt x="616557" y="0"/>
                    </a:lnTo>
                    <a:lnTo>
                      <a:pt x="633023" y="0"/>
                    </a:lnTo>
                    <a:lnTo>
                      <a:pt x="633023" y="63748"/>
                    </a:lnTo>
                    <a:lnTo>
                      <a:pt x="640469" y="65008"/>
                    </a:lnTo>
                    <a:lnTo>
                      <a:pt x="640469" y="70705"/>
                    </a:lnTo>
                    <a:lnTo>
                      <a:pt x="625153" y="70705"/>
                    </a:lnTo>
                    <a:lnTo>
                      <a:pt x="624426" y="64828"/>
                    </a:lnTo>
                    <a:lnTo>
                      <a:pt x="624426" y="64828"/>
                    </a:lnTo>
                    <a:close/>
                    <a:moveTo>
                      <a:pt x="600212" y="48036"/>
                    </a:moveTo>
                    <a:cubicBezTo>
                      <a:pt x="600212" y="52954"/>
                      <a:pt x="601242" y="56912"/>
                      <a:pt x="603239" y="59910"/>
                    </a:cubicBezTo>
                    <a:cubicBezTo>
                      <a:pt x="605297" y="62909"/>
                      <a:pt x="608445" y="64408"/>
                      <a:pt x="612743" y="64408"/>
                    </a:cubicBezTo>
                    <a:cubicBezTo>
                      <a:pt x="615407" y="64408"/>
                      <a:pt x="617707" y="63808"/>
                      <a:pt x="619523" y="62609"/>
                    </a:cubicBezTo>
                    <a:cubicBezTo>
                      <a:pt x="621339" y="61409"/>
                      <a:pt x="622852" y="59670"/>
                      <a:pt x="624063" y="57511"/>
                    </a:cubicBezTo>
                    <a:lnTo>
                      <a:pt x="624063" y="34783"/>
                    </a:lnTo>
                    <a:cubicBezTo>
                      <a:pt x="622913" y="32744"/>
                      <a:pt x="621400" y="31065"/>
                      <a:pt x="619523" y="29865"/>
                    </a:cubicBezTo>
                    <a:cubicBezTo>
                      <a:pt x="617647" y="28666"/>
                      <a:pt x="615467" y="28066"/>
                      <a:pt x="612864" y="28066"/>
                    </a:cubicBezTo>
                    <a:cubicBezTo>
                      <a:pt x="608566" y="28066"/>
                      <a:pt x="605358" y="29865"/>
                      <a:pt x="603360" y="33343"/>
                    </a:cubicBezTo>
                    <a:cubicBezTo>
                      <a:pt x="601302" y="36882"/>
                      <a:pt x="600273" y="41439"/>
                      <a:pt x="600273" y="47137"/>
                    </a:cubicBezTo>
                    <a:lnTo>
                      <a:pt x="600273" y="48096"/>
                    </a:lnTo>
                    <a:lnTo>
                      <a:pt x="600273" y="48096"/>
                    </a:lnTo>
                    <a:close/>
                    <a:moveTo>
                      <a:pt x="647370" y="65008"/>
                    </a:moveTo>
                    <a:lnTo>
                      <a:pt x="654816" y="63748"/>
                    </a:lnTo>
                    <a:lnTo>
                      <a:pt x="654816" y="28726"/>
                    </a:lnTo>
                    <a:lnTo>
                      <a:pt x="647370" y="27466"/>
                    </a:lnTo>
                    <a:lnTo>
                      <a:pt x="647370" y="21709"/>
                    </a:lnTo>
                    <a:lnTo>
                      <a:pt x="663835" y="21709"/>
                    </a:lnTo>
                    <a:lnTo>
                      <a:pt x="663835" y="63748"/>
                    </a:lnTo>
                    <a:lnTo>
                      <a:pt x="671281" y="65008"/>
                    </a:lnTo>
                    <a:lnTo>
                      <a:pt x="671281" y="70705"/>
                    </a:lnTo>
                    <a:lnTo>
                      <a:pt x="647370" y="70705"/>
                    </a:lnTo>
                    <a:lnTo>
                      <a:pt x="647370" y="65008"/>
                    </a:lnTo>
                    <a:lnTo>
                      <a:pt x="647370" y="65008"/>
                    </a:lnTo>
                    <a:close/>
                    <a:moveTo>
                      <a:pt x="663835" y="9115"/>
                    </a:moveTo>
                    <a:lnTo>
                      <a:pt x="654816" y="9115"/>
                    </a:lnTo>
                    <a:lnTo>
                      <a:pt x="654816" y="0"/>
                    </a:lnTo>
                    <a:lnTo>
                      <a:pt x="663835" y="0"/>
                    </a:lnTo>
                    <a:lnTo>
                      <a:pt x="663835" y="9115"/>
                    </a:lnTo>
                    <a:lnTo>
                      <a:pt x="663835" y="9115"/>
                    </a:lnTo>
                    <a:close/>
                    <a:moveTo>
                      <a:pt x="710508" y="70705"/>
                    </a:moveTo>
                    <a:cubicBezTo>
                      <a:pt x="710267" y="69386"/>
                      <a:pt x="710024" y="68186"/>
                      <a:pt x="709903" y="67107"/>
                    </a:cubicBezTo>
                    <a:cubicBezTo>
                      <a:pt x="709721" y="66027"/>
                      <a:pt x="709661" y="65008"/>
                      <a:pt x="709600" y="63928"/>
                    </a:cubicBezTo>
                    <a:cubicBezTo>
                      <a:pt x="707845" y="66147"/>
                      <a:pt x="705666" y="68006"/>
                      <a:pt x="703062" y="69445"/>
                    </a:cubicBezTo>
                    <a:cubicBezTo>
                      <a:pt x="700460" y="70945"/>
                      <a:pt x="697675" y="71604"/>
                      <a:pt x="694708" y="71664"/>
                    </a:cubicBezTo>
                    <a:cubicBezTo>
                      <a:pt x="689563" y="71664"/>
                      <a:pt x="685628" y="70405"/>
                      <a:pt x="682965" y="67946"/>
                    </a:cubicBezTo>
                    <a:cubicBezTo>
                      <a:pt x="680301" y="65427"/>
                      <a:pt x="678909" y="61949"/>
                      <a:pt x="678909" y="57391"/>
                    </a:cubicBezTo>
                    <a:cubicBezTo>
                      <a:pt x="678909" y="52834"/>
                      <a:pt x="680786" y="49176"/>
                      <a:pt x="684599" y="46657"/>
                    </a:cubicBezTo>
                    <a:cubicBezTo>
                      <a:pt x="688412" y="44138"/>
                      <a:pt x="693619" y="42879"/>
                      <a:pt x="700217" y="42879"/>
                    </a:cubicBezTo>
                    <a:lnTo>
                      <a:pt x="709540" y="42879"/>
                    </a:lnTo>
                    <a:lnTo>
                      <a:pt x="709540" y="37182"/>
                    </a:lnTo>
                    <a:cubicBezTo>
                      <a:pt x="709540" y="34303"/>
                      <a:pt x="708632" y="32024"/>
                      <a:pt x="706816" y="30345"/>
                    </a:cubicBezTo>
                    <a:cubicBezTo>
                      <a:pt x="705000" y="28666"/>
                      <a:pt x="702457" y="27826"/>
                      <a:pt x="699188" y="27826"/>
                    </a:cubicBezTo>
                    <a:cubicBezTo>
                      <a:pt x="696948" y="27826"/>
                      <a:pt x="694951" y="28066"/>
                      <a:pt x="693195" y="28666"/>
                    </a:cubicBezTo>
                    <a:cubicBezTo>
                      <a:pt x="691500" y="29205"/>
                      <a:pt x="690108" y="30045"/>
                      <a:pt x="689018" y="31005"/>
                    </a:cubicBezTo>
                    <a:lnTo>
                      <a:pt x="688110" y="36162"/>
                    </a:lnTo>
                    <a:lnTo>
                      <a:pt x="681148" y="36162"/>
                    </a:lnTo>
                    <a:lnTo>
                      <a:pt x="681148" y="26627"/>
                    </a:lnTo>
                    <a:cubicBezTo>
                      <a:pt x="683388" y="24828"/>
                      <a:pt x="686173" y="23448"/>
                      <a:pt x="689381" y="22309"/>
                    </a:cubicBezTo>
                    <a:cubicBezTo>
                      <a:pt x="692590" y="21229"/>
                      <a:pt x="696040" y="20690"/>
                      <a:pt x="699793" y="20690"/>
                    </a:cubicBezTo>
                    <a:cubicBezTo>
                      <a:pt x="705363" y="20690"/>
                      <a:pt x="709964" y="22129"/>
                      <a:pt x="713414" y="24948"/>
                    </a:cubicBezTo>
                    <a:cubicBezTo>
                      <a:pt x="716865" y="27766"/>
                      <a:pt x="718620" y="31844"/>
                      <a:pt x="718620" y="37122"/>
                    </a:cubicBezTo>
                    <a:lnTo>
                      <a:pt x="718620" y="62549"/>
                    </a:lnTo>
                    <a:cubicBezTo>
                      <a:pt x="718620" y="63149"/>
                      <a:pt x="718680" y="63748"/>
                      <a:pt x="718741" y="64348"/>
                    </a:cubicBezTo>
                    <a:lnTo>
                      <a:pt x="722374" y="64888"/>
                    </a:lnTo>
                    <a:lnTo>
                      <a:pt x="722374" y="70585"/>
                    </a:lnTo>
                    <a:lnTo>
                      <a:pt x="710569" y="70585"/>
                    </a:lnTo>
                    <a:close/>
                    <a:moveTo>
                      <a:pt x="695979" y="64228"/>
                    </a:moveTo>
                    <a:cubicBezTo>
                      <a:pt x="699006" y="64228"/>
                      <a:pt x="701731" y="63508"/>
                      <a:pt x="704213" y="62069"/>
                    </a:cubicBezTo>
                    <a:cubicBezTo>
                      <a:pt x="706694" y="60630"/>
                      <a:pt x="708450" y="58951"/>
                      <a:pt x="709540" y="56972"/>
                    </a:cubicBezTo>
                    <a:lnTo>
                      <a:pt x="709540" y="48936"/>
                    </a:lnTo>
                    <a:lnTo>
                      <a:pt x="699914" y="48936"/>
                    </a:lnTo>
                    <a:cubicBezTo>
                      <a:pt x="696222" y="48936"/>
                      <a:pt x="693316" y="49775"/>
                      <a:pt x="691137" y="51454"/>
                    </a:cubicBezTo>
                    <a:cubicBezTo>
                      <a:pt x="689018" y="53134"/>
                      <a:pt x="687928" y="55173"/>
                      <a:pt x="687928" y="57571"/>
                    </a:cubicBezTo>
                    <a:cubicBezTo>
                      <a:pt x="687928" y="59730"/>
                      <a:pt x="688594" y="61349"/>
                      <a:pt x="689926" y="62489"/>
                    </a:cubicBezTo>
                    <a:cubicBezTo>
                      <a:pt x="691258" y="63628"/>
                      <a:pt x="693316" y="64228"/>
                      <a:pt x="695979" y="64228"/>
                    </a:cubicBezTo>
                    <a:lnTo>
                      <a:pt x="695979" y="64228"/>
                    </a:lnTo>
                    <a:close/>
                    <a:moveTo>
                      <a:pt x="84932" y="71664"/>
                    </a:moveTo>
                    <a:cubicBezTo>
                      <a:pt x="78031" y="71664"/>
                      <a:pt x="72582" y="69386"/>
                      <a:pt x="68527" y="64828"/>
                    </a:cubicBezTo>
                    <a:cubicBezTo>
                      <a:pt x="64471" y="60270"/>
                      <a:pt x="62413" y="54333"/>
                      <a:pt x="62413" y="47137"/>
                    </a:cubicBezTo>
                    <a:lnTo>
                      <a:pt x="62413" y="45158"/>
                    </a:lnTo>
                    <a:cubicBezTo>
                      <a:pt x="62413" y="38141"/>
                      <a:pt x="64471" y="32384"/>
                      <a:pt x="68708" y="27706"/>
                    </a:cubicBezTo>
                    <a:cubicBezTo>
                      <a:pt x="72885" y="23029"/>
                      <a:pt x="77849" y="20750"/>
                      <a:pt x="83600" y="20750"/>
                    </a:cubicBezTo>
                    <a:cubicBezTo>
                      <a:pt x="90259" y="20750"/>
                      <a:pt x="95283" y="22729"/>
                      <a:pt x="98734" y="26747"/>
                    </a:cubicBezTo>
                    <a:cubicBezTo>
                      <a:pt x="102184" y="30765"/>
                      <a:pt x="103880" y="36042"/>
                      <a:pt x="103880" y="42699"/>
                    </a:cubicBezTo>
                    <a:lnTo>
                      <a:pt x="103880" y="48276"/>
                    </a:lnTo>
                    <a:lnTo>
                      <a:pt x="71735" y="48276"/>
                    </a:lnTo>
                    <a:lnTo>
                      <a:pt x="71614" y="48516"/>
                    </a:lnTo>
                    <a:cubicBezTo>
                      <a:pt x="71674" y="53254"/>
                      <a:pt x="72885" y="57092"/>
                      <a:pt x="75246" y="60150"/>
                    </a:cubicBezTo>
                    <a:cubicBezTo>
                      <a:pt x="77547" y="63209"/>
                      <a:pt x="80815" y="64708"/>
                      <a:pt x="84992" y="64708"/>
                    </a:cubicBezTo>
                    <a:cubicBezTo>
                      <a:pt x="88019" y="64708"/>
                      <a:pt x="90743" y="64288"/>
                      <a:pt x="93043" y="63388"/>
                    </a:cubicBezTo>
                    <a:cubicBezTo>
                      <a:pt x="95344" y="62549"/>
                      <a:pt x="97342" y="61349"/>
                      <a:pt x="98976" y="59850"/>
                    </a:cubicBezTo>
                    <a:lnTo>
                      <a:pt x="102487" y="65667"/>
                    </a:lnTo>
                    <a:cubicBezTo>
                      <a:pt x="100732" y="67347"/>
                      <a:pt x="98371" y="68786"/>
                      <a:pt x="95465" y="69985"/>
                    </a:cubicBezTo>
                    <a:cubicBezTo>
                      <a:pt x="92559" y="71125"/>
                      <a:pt x="89049" y="71724"/>
                      <a:pt x="84992" y="71724"/>
                    </a:cubicBezTo>
                    <a:lnTo>
                      <a:pt x="84992" y="71724"/>
                    </a:lnTo>
                    <a:close/>
                    <a:moveTo>
                      <a:pt x="83600" y="27826"/>
                    </a:moveTo>
                    <a:cubicBezTo>
                      <a:pt x="80573" y="27826"/>
                      <a:pt x="78031" y="29086"/>
                      <a:pt x="75851" y="31604"/>
                    </a:cubicBezTo>
                    <a:cubicBezTo>
                      <a:pt x="73733" y="34123"/>
                      <a:pt x="72401" y="37301"/>
                      <a:pt x="71917" y="41080"/>
                    </a:cubicBezTo>
                    <a:lnTo>
                      <a:pt x="72038" y="41319"/>
                    </a:lnTo>
                    <a:lnTo>
                      <a:pt x="94860" y="41319"/>
                    </a:lnTo>
                    <a:lnTo>
                      <a:pt x="94860" y="40120"/>
                    </a:lnTo>
                    <a:cubicBezTo>
                      <a:pt x="94860" y="36642"/>
                      <a:pt x="93891" y="33703"/>
                      <a:pt x="92015" y="31304"/>
                    </a:cubicBezTo>
                    <a:cubicBezTo>
                      <a:pt x="90138" y="28966"/>
                      <a:pt x="87293" y="27766"/>
                      <a:pt x="83600" y="27766"/>
                    </a:cubicBezTo>
                    <a:lnTo>
                      <a:pt x="83600" y="27766"/>
                    </a:lnTo>
                    <a:close/>
                    <a:moveTo>
                      <a:pt x="111386" y="65008"/>
                    </a:moveTo>
                    <a:lnTo>
                      <a:pt x="118832" y="63748"/>
                    </a:lnTo>
                    <a:lnTo>
                      <a:pt x="118832" y="28726"/>
                    </a:lnTo>
                    <a:lnTo>
                      <a:pt x="111386" y="27466"/>
                    </a:lnTo>
                    <a:lnTo>
                      <a:pt x="111386" y="21709"/>
                    </a:lnTo>
                    <a:lnTo>
                      <a:pt x="126883" y="21709"/>
                    </a:lnTo>
                    <a:lnTo>
                      <a:pt x="127549" y="29026"/>
                    </a:lnTo>
                    <a:cubicBezTo>
                      <a:pt x="129183" y="26447"/>
                      <a:pt x="131302" y="24408"/>
                      <a:pt x="133784" y="22969"/>
                    </a:cubicBezTo>
                    <a:cubicBezTo>
                      <a:pt x="136266" y="21529"/>
                      <a:pt x="139111" y="20810"/>
                      <a:pt x="142259" y="20810"/>
                    </a:cubicBezTo>
                    <a:cubicBezTo>
                      <a:pt x="147586" y="20810"/>
                      <a:pt x="151764" y="22369"/>
                      <a:pt x="154669" y="25487"/>
                    </a:cubicBezTo>
                    <a:cubicBezTo>
                      <a:pt x="157575" y="28606"/>
                      <a:pt x="159088" y="33343"/>
                      <a:pt x="159088" y="39820"/>
                    </a:cubicBezTo>
                    <a:lnTo>
                      <a:pt x="159088" y="63808"/>
                    </a:lnTo>
                    <a:lnTo>
                      <a:pt x="166534" y="65068"/>
                    </a:lnTo>
                    <a:lnTo>
                      <a:pt x="166534" y="70765"/>
                    </a:lnTo>
                    <a:lnTo>
                      <a:pt x="142623" y="70765"/>
                    </a:lnTo>
                    <a:lnTo>
                      <a:pt x="142623" y="65068"/>
                    </a:lnTo>
                    <a:lnTo>
                      <a:pt x="150068" y="63808"/>
                    </a:lnTo>
                    <a:lnTo>
                      <a:pt x="150068" y="40000"/>
                    </a:lnTo>
                    <a:cubicBezTo>
                      <a:pt x="150068" y="35682"/>
                      <a:pt x="149221" y="32624"/>
                      <a:pt x="147465" y="30825"/>
                    </a:cubicBezTo>
                    <a:cubicBezTo>
                      <a:pt x="145710" y="29026"/>
                      <a:pt x="143107" y="28126"/>
                      <a:pt x="139596" y="28126"/>
                    </a:cubicBezTo>
                    <a:cubicBezTo>
                      <a:pt x="136992" y="28126"/>
                      <a:pt x="134692" y="28726"/>
                      <a:pt x="132695" y="29985"/>
                    </a:cubicBezTo>
                    <a:cubicBezTo>
                      <a:pt x="130696" y="31244"/>
                      <a:pt x="129123" y="32924"/>
                      <a:pt x="127912" y="35083"/>
                    </a:cubicBezTo>
                    <a:lnTo>
                      <a:pt x="127912" y="63868"/>
                    </a:lnTo>
                    <a:lnTo>
                      <a:pt x="135358" y="65128"/>
                    </a:lnTo>
                    <a:lnTo>
                      <a:pt x="135358" y="70825"/>
                    </a:lnTo>
                    <a:lnTo>
                      <a:pt x="111447" y="70825"/>
                    </a:lnTo>
                    <a:lnTo>
                      <a:pt x="111447" y="65128"/>
                    </a:lnTo>
                    <a:lnTo>
                      <a:pt x="111447" y="65128"/>
                    </a:lnTo>
                    <a:close/>
                    <a:moveTo>
                      <a:pt x="172588" y="47137"/>
                    </a:moveTo>
                    <a:cubicBezTo>
                      <a:pt x="172588" y="39221"/>
                      <a:pt x="174343" y="32864"/>
                      <a:pt x="177793" y="28066"/>
                    </a:cubicBezTo>
                    <a:cubicBezTo>
                      <a:pt x="181244" y="23208"/>
                      <a:pt x="186087" y="20810"/>
                      <a:pt x="192201" y="20810"/>
                    </a:cubicBezTo>
                    <a:cubicBezTo>
                      <a:pt x="195288" y="20810"/>
                      <a:pt x="198013" y="21409"/>
                      <a:pt x="200373" y="22609"/>
                    </a:cubicBezTo>
                    <a:cubicBezTo>
                      <a:pt x="202734" y="23808"/>
                      <a:pt x="204672" y="25547"/>
                      <a:pt x="206246" y="27886"/>
                    </a:cubicBezTo>
                    <a:lnTo>
                      <a:pt x="207093" y="21709"/>
                    </a:lnTo>
                    <a:lnTo>
                      <a:pt x="214720" y="21709"/>
                    </a:lnTo>
                    <a:lnTo>
                      <a:pt x="214720" y="70105"/>
                    </a:lnTo>
                    <a:cubicBezTo>
                      <a:pt x="214720" y="76462"/>
                      <a:pt x="212905" y="81440"/>
                      <a:pt x="209333" y="85098"/>
                    </a:cubicBezTo>
                    <a:cubicBezTo>
                      <a:pt x="205761" y="88756"/>
                      <a:pt x="200676" y="90555"/>
                      <a:pt x="194078" y="90555"/>
                    </a:cubicBezTo>
                    <a:cubicBezTo>
                      <a:pt x="191656" y="90555"/>
                      <a:pt x="189114" y="90255"/>
                      <a:pt x="186329" y="89595"/>
                    </a:cubicBezTo>
                    <a:cubicBezTo>
                      <a:pt x="183545" y="88936"/>
                      <a:pt x="181123" y="88036"/>
                      <a:pt x="179005" y="86957"/>
                    </a:cubicBezTo>
                    <a:lnTo>
                      <a:pt x="181366" y="80000"/>
                    </a:lnTo>
                    <a:cubicBezTo>
                      <a:pt x="183060" y="80900"/>
                      <a:pt x="184998" y="81559"/>
                      <a:pt x="187298" y="82159"/>
                    </a:cubicBezTo>
                    <a:cubicBezTo>
                      <a:pt x="189598" y="82699"/>
                      <a:pt x="191838" y="82999"/>
                      <a:pt x="193957" y="82999"/>
                    </a:cubicBezTo>
                    <a:cubicBezTo>
                      <a:pt x="198013" y="82999"/>
                      <a:pt x="200979" y="81859"/>
                      <a:pt x="202795" y="79640"/>
                    </a:cubicBezTo>
                    <a:cubicBezTo>
                      <a:pt x="204672" y="77421"/>
                      <a:pt x="205640" y="74243"/>
                      <a:pt x="205640" y="70105"/>
                    </a:cubicBezTo>
                    <a:lnTo>
                      <a:pt x="205640" y="65427"/>
                    </a:lnTo>
                    <a:cubicBezTo>
                      <a:pt x="204006" y="67466"/>
                      <a:pt x="202068" y="69026"/>
                      <a:pt x="199829" y="70105"/>
                    </a:cubicBezTo>
                    <a:cubicBezTo>
                      <a:pt x="197589" y="71185"/>
                      <a:pt x="194986" y="71664"/>
                      <a:pt x="192080" y="71664"/>
                    </a:cubicBezTo>
                    <a:cubicBezTo>
                      <a:pt x="186026" y="71664"/>
                      <a:pt x="181244" y="69505"/>
                      <a:pt x="177733" y="65128"/>
                    </a:cubicBezTo>
                    <a:cubicBezTo>
                      <a:pt x="174283" y="60750"/>
                      <a:pt x="172527" y="55053"/>
                      <a:pt x="172527" y="48036"/>
                    </a:cubicBezTo>
                    <a:lnTo>
                      <a:pt x="172527" y="47077"/>
                    </a:lnTo>
                    <a:lnTo>
                      <a:pt x="172527" y="47077"/>
                    </a:lnTo>
                    <a:close/>
                    <a:moveTo>
                      <a:pt x="181607" y="48036"/>
                    </a:moveTo>
                    <a:cubicBezTo>
                      <a:pt x="181607" y="52954"/>
                      <a:pt x="182637" y="56912"/>
                      <a:pt x="184755" y="59910"/>
                    </a:cubicBezTo>
                    <a:cubicBezTo>
                      <a:pt x="186874" y="62909"/>
                      <a:pt x="190082" y="64408"/>
                      <a:pt x="194380" y="64408"/>
                    </a:cubicBezTo>
                    <a:cubicBezTo>
                      <a:pt x="197105" y="64408"/>
                      <a:pt x="199405" y="63808"/>
                      <a:pt x="201221" y="62549"/>
                    </a:cubicBezTo>
                    <a:cubicBezTo>
                      <a:pt x="203037" y="61349"/>
                      <a:pt x="204551" y="59610"/>
                      <a:pt x="205761" y="57391"/>
                    </a:cubicBezTo>
                    <a:lnTo>
                      <a:pt x="205761" y="34843"/>
                    </a:lnTo>
                    <a:cubicBezTo>
                      <a:pt x="204611" y="32744"/>
                      <a:pt x="203098" y="31125"/>
                      <a:pt x="201221" y="29865"/>
                    </a:cubicBezTo>
                    <a:cubicBezTo>
                      <a:pt x="199345" y="28666"/>
                      <a:pt x="197105" y="28006"/>
                      <a:pt x="194501" y="28006"/>
                    </a:cubicBezTo>
                    <a:cubicBezTo>
                      <a:pt x="190204" y="28006"/>
                      <a:pt x="186995" y="29805"/>
                      <a:pt x="184876" y="33343"/>
                    </a:cubicBezTo>
                    <a:cubicBezTo>
                      <a:pt x="182758" y="36882"/>
                      <a:pt x="181668" y="41499"/>
                      <a:pt x="181668" y="47077"/>
                    </a:cubicBezTo>
                    <a:lnTo>
                      <a:pt x="181668" y="48036"/>
                    </a:lnTo>
                    <a:lnTo>
                      <a:pt x="181668" y="48036"/>
                    </a:lnTo>
                    <a:close/>
                    <a:moveTo>
                      <a:pt x="257882" y="70705"/>
                    </a:moveTo>
                    <a:cubicBezTo>
                      <a:pt x="257641" y="69386"/>
                      <a:pt x="257398" y="68186"/>
                      <a:pt x="257216" y="67107"/>
                    </a:cubicBezTo>
                    <a:cubicBezTo>
                      <a:pt x="257095" y="66027"/>
                      <a:pt x="256975" y="65008"/>
                      <a:pt x="256914" y="63928"/>
                    </a:cubicBezTo>
                    <a:cubicBezTo>
                      <a:pt x="255158" y="66147"/>
                      <a:pt x="252979" y="68006"/>
                      <a:pt x="250376" y="69445"/>
                    </a:cubicBezTo>
                    <a:cubicBezTo>
                      <a:pt x="247773" y="70945"/>
                      <a:pt x="244988" y="71604"/>
                      <a:pt x="242022" y="71664"/>
                    </a:cubicBezTo>
                    <a:cubicBezTo>
                      <a:pt x="236876" y="71664"/>
                      <a:pt x="232941" y="70405"/>
                      <a:pt x="230278" y="67946"/>
                    </a:cubicBezTo>
                    <a:cubicBezTo>
                      <a:pt x="227614" y="65427"/>
                      <a:pt x="226222" y="61949"/>
                      <a:pt x="226222" y="57391"/>
                    </a:cubicBezTo>
                    <a:cubicBezTo>
                      <a:pt x="226222" y="52834"/>
                      <a:pt x="228099" y="49176"/>
                      <a:pt x="231913" y="46657"/>
                    </a:cubicBezTo>
                    <a:cubicBezTo>
                      <a:pt x="235727" y="44138"/>
                      <a:pt x="240933" y="42879"/>
                      <a:pt x="247531" y="42879"/>
                    </a:cubicBezTo>
                    <a:lnTo>
                      <a:pt x="256793" y="42879"/>
                    </a:lnTo>
                    <a:lnTo>
                      <a:pt x="256793" y="37182"/>
                    </a:lnTo>
                    <a:cubicBezTo>
                      <a:pt x="256793" y="34303"/>
                      <a:pt x="255885" y="32024"/>
                      <a:pt x="254068" y="30345"/>
                    </a:cubicBezTo>
                    <a:cubicBezTo>
                      <a:pt x="252253" y="28666"/>
                      <a:pt x="249710" y="27826"/>
                      <a:pt x="246442" y="27826"/>
                    </a:cubicBezTo>
                    <a:cubicBezTo>
                      <a:pt x="244201" y="27826"/>
                      <a:pt x="242204" y="28066"/>
                      <a:pt x="240448" y="28666"/>
                    </a:cubicBezTo>
                    <a:cubicBezTo>
                      <a:pt x="238753" y="29205"/>
                      <a:pt x="237361" y="30045"/>
                      <a:pt x="236271" y="31005"/>
                    </a:cubicBezTo>
                    <a:lnTo>
                      <a:pt x="235302" y="36162"/>
                    </a:lnTo>
                    <a:lnTo>
                      <a:pt x="228341" y="36162"/>
                    </a:lnTo>
                    <a:lnTo>
                      <a:pt x="228341" y="26627"/>
                    </a:lnTo>
                    <a:cubicBezTo>
                      <a:pt x="230580" y="24828"/>
                      <a:pt x="233305" y="23448"/>
                      <a:pt x="236514" y="22309"/>
                    </a:cubicBezTo>
                    <a:cubicBezTo>
                      <a:pt x="239721" y="21229"/>
                      <a:pt x="243172" y="20690"/>
                      <a:pt x="246926" y="20690"/>
                    </a:cubicBezTo>
                    <a:cubicBezTo>
                      <a:pt x="252555" y="20690"/>
                      <a:pt x="257095" y="22129"/>
                      <a:pt x="260546" y="24948"/>
                    </a:cubicBezTo>
                    <a:cubicBezTo>
                      <a:pt x="264057" y="27766"/>
                      <a:pt x="265752" y="31844"/>
                      <a:pt x="265752" y="37122"/>
                    </a:cubicBezTo>
                    <a:lnTo>
                      <a:pt x="265752" y="60750"/>
                    </a:lnTo>
                    <a:cubicBezTo>
                      <a:pt x="265752" y="61349"/>
                      <a:pt x="265752" y="62009"/>
                      <a:pt x="265752" y="62609"/>
                    </a:cubicBezTo>
                    <a:cubicBezTo>
                      <a:pt x="265752" y="63209"/>
                      <a:pt x="265752" y="63808"/>
                      <a:pt x="265873" y="64408"/>
                    </a:cubicBezTo>
                    <a:lnTo>
                      <a:pt x="269505" y="64948"/>
                    </a:lnTo>
                    <a:lnTo>
                      <a:pt x="269505" y="70645"/>
                    </a:lnTo>
                    <a:lnTo>
                      <a:pt x="257701" y="70645"/>
                    </a:lnTo>
                    <a:close/>
                    <a:moveTo>
                      <a:pt x="243415" y="64228"/>
                    </a:moveTo>
                    <a:cubicBezTo>
                      <a:pt x="246381" y="64228"/>
                      <a:pt x="249105" y="63508"/>
                      <a:pt x="251587" y="62069"/>
                    </a:cubicBezTo>
                    <a:cubicBezTo>
                      <a:pt x="254068" y="60630"/>
                      <a:pt x="255824" y="58951"/>
                      <a:pt x="256914" y="56972"/>
                    </a:cubicBezTo>
                    <a:lnTo>
                      <a:pt x="256914" y="48936"/>
                    </a:lnTo>
                    <a:lnTo>
                      <a:pt x="247288" y="48936"/>
                    </a:lnTo>
                    <a:cubicBezTo>
                      <a:pt x="243596" y="48936"/>
                      <a:pt x="240690" y="49775"/>
                      <a:pt x="238511" y="51454"/>
                    </a:cubicBezTo>
                    <a:cubicBezTo>
                      <a:pt x="236392" y="53134"/>
                      <a:pt x="235302" y="55173"/>
                      <a:pt x="235302" y="57571"/>
                    </a:cubicBezTo>
                    <a:cubicBezTo>
                      <a:pt x="235302" y="59730"/>
                      <a:pt x="235968" y="61349"/>
                      <a:pt x="237301" y="62489"/>
                    </a:cubicBezTo>
                    <a:cubicBezTo>
                      <a:pt x="238632" y="63628"/>
                      <a:pt x="240690" y="64228"/>
                      <a:pt x="243354" y="64228"/>
                    </a:cubicBezTo>
                    <a:lnTo>
                      <a:pt x="243354" y="64228"/>
                    </a:lnTo>
                    <a:close/>
                    <a:moveTo>
                      <a:pt x="275982" y="5757"/>
                    </a:moveTo>
                    <a:lnTo>
                      <a:pt x="275982" y="0"/>
                    </a:lnTo>
                    <a:lnTo>
                      <a:pt x="292449" y="0"/>
                    </a:lnTo>
                    <a:lnTo>
                      <a:pt x="292449" y="63748"/>
                    </a:lnTo>
                    <a:lnTo>
                      <a:pt x="299894" y="65008"/>
                    </a:lnTo>
                    <a:lnTo>
                      <a:pt x="299894" y="70705"/>
                    </a:lnTo>
                    <a:lnTo>
                      <a:pt x="275982" y="70705"/>
                    </a:lnTo>
                    <a:lnTo>
                      <a:pt x="275982" y="65008"/>
                    </a:lnTo>
                    <a:lnTo>
                      <a:pt x="283429" y="63748"/>
                    </a:lnTo>
                    <a:lnTo>
                      <a:pt x="283429" y="7076"/>
                    </a:lnTo>
                    <a:lnTo>
                      <a:pt x="275982" y="5817"/>
                    </a:lnTo>
                    <a:lnTo>
                      <a:pt x="275982" y="5817"/>
                    </a:lnTo>
                    <a:close/>
                    <a:moveTo>
                      <a:pt x="342088" y="63448"/>
                    </a:moveTo>
                    <a:cubicBezTo>
                      <a:pt x="340574" y="66087"/>
                      <a:pt x="338516" y="68126"/>
                      <a:pt x="336095" y="69505"/>
                    </a:cubicBezTo>
                    <a:cubicBezTo>
                      <a:pt x="333673" y="70945"/>
                      <a:pt x="330828" y="71604"/>
                      <a:pt x="327619" y="71664"/>
                    </a:cubicBezTo>
                    <a:cubicBezTo>
                      <a:pt x="322232" y="71664"/>
                      <a:pt x="318055" y="69925"/>
                      <a:pt x="315028" y="66507"/>
                    </a:cubicBezTo>
                    <a:cubicBezTo>
                      <a:pt x="312002" y="63089"/>
                      <a:pt x="310488" y="57751"/>
                      <a:pt x="310488" y="50555"/>
                    </a:cubicBezTo>
                    <a:lnTo>
                      <a:pt x="310488" y="28666"/>
                    </a:lnTo>
                    <a:lnTo>
                      <a:pt x="304797" y="27406"/>
                    </a:lnTo>
                    <a:lnTo>
                      <a:pt x="304797" y="21649"/>
                    </a:lnTo>
                    <a:lnTo>
                      <a:pt x="319508" y="21649"/>
                    </a:lnTo>
                    <a:lnTo>
                      <a:pt x="319508" y="50675"/>
                    </a:lnTo>
                    <a:cubicBezTo>
                      <a:pt x="319508" y="55892"/>
                      <a:pt x="320295" y="59490"/>
                      <a:pt x="321808" y="61469"/>
                    </a:cubicBezTo>
                    <a:cubicBezTo>
                      <a:pt x="323382" y="63448"/>
                      <a:pt x="325804" y="64408"/>
                      <a:pt x="329072" y="64408"/>
                    </a:cubicBezTo>
                    <a:cubicBezTo>
                      <a:pt x="332341" y="64408"/>
                      <a:pt x="334945" y="63748"/>
                      <a:pt x="337003" y="62489"/>
                    </a:cubicBezTo>
                    <a:cubicBezTo>
                      <a:pt x="339061" y="61230"/>
                      <a:pt x="340635" y="59430"/>
                      <a:pt x="341725" y="57032"/>
                    </a:cubicBezTo>
                    <a:lnTo>
                      <a:pt x="341725" y="28726"/>
                    </a:lnTo>
                    <a:lnTo>
                      <a:pt x="335065" y="27466"/>
                    </a:lnTo>
                    <a:lnTo>
                      <a:pt x="335065" y="21709"/>
                    </a:lnTo>
                    <a:lnTo>
                      <a:pt x="350684" y="21709"/>
                    </a:lnTo>
                    <a:lnTo>
                      <a:pt x="350684" y="63748"/>
                    </a:lnTo>
                    <a:lnTo>
                      <a:pt x="356374" y="65008"/>
                    </a:lnTo>
                    <a:lnTo>
                      <a:pt x="356374" y="70705"/>
                    </a:lnTo>
                    <a:lnTo>
                      <a:pt x="342632" y="70705"/>
                    </a:lnTo>
                    <a:lnTo>
                      <a:pt x="342027" y="63448"/>
                    </a:lnTo>
                    <a:lnTo>
                      <a:pt x="342027" y="63448"/>
                    </a:lnTo>
                    <a:close/>
                    <a:moveTo>
                      <a:pt x="363639" y="27466"/>
                    </a:moveTo>
                    <a:lnTo>
                      <a:pt x="363639" y="21709"/>
                    </a:lnTo>
                    <a:lnTo>
                      <a:pt x="379135" y="21709"/>
                    </a:lnTo>
                    <a:lnTo>
                      <a:pt x="379983" y="28846"/>
                    </a:lnTo>
                    <a:cubicBezTo>
                      <a:pt x="381375" y="26327"/>
                      <a:pt x="383131" y="24348"/>
                      <a:pt x="385189" y="22969"/>
                    </a:cubicBezTo>
                    <a:cubicBezTo>
                      <a:pt x="387247" y="21529"/>
                      <a:pt x="389608" y="20810"/>
                      <a:pt x="392272" y="20810"/>
                    </a:cubicBezTo>
                    <a:cubicBezTo>
                      <a:pt x="392998" y="20810"/>
                      <a:pt x="393664" y="20870"/>
                      <a:pt x="394451" y="20990"/>
                    </a:cubicBezTo>
                    <a:cubicBezTo>
                      <a:pt x="395178" y="21109"/>
                      <a:pt x="395783" y="21229"/>
                      <a:pt x="396146" y="21349"/>
                    </a:cubicBezTo>
                    <a:lnTo>
                      <a:pt x="394935" y="29625"/>
                    </a:lnTo>
                    <a:lnTo>
                      <a:pt x="389850" y="29325"/>
                    </a:lnTo>
                    <a:cubicBezTo>
                      <a:pt x="387489" y="29325"/>
                      <a:pt x="385431" y="29865"/>
                      <a:pt x="383857" y="31005"/>
                    </a:cubicBezTo>
                    <a:cubicBezTo>
                      <a:pt x="382223" y="32084"/>
                      <a:pt x="381012" y="33643"/>
                      <a:pt x="380104" y="35682"/>
                    </a:cubicBezTo>
                    <a:lnTo>
                      <a:pt x="380104" y="63808"/>
                    </a:lnTo>
                    <a:lnTo>
                      <a:pt x="387550" y="65068"/>
                    </a:lnTo>
                    <a:lnTo>
                      <a:pt x="387550" y="70765"/>
                    </a:lnTo>
                    <a:lnTo>
                      <a:pt x="363639" y="70765"/>
                    </a:lnTo>
                    <a:lnTo>
                      <a:pt x="363639" y="65068"/>
                    </a:lnTo>
                    <a:lnTo>
                      <a:pt x="371084" y="63808"/>
                    </a:lnTo>
                    <a:lnTo>
                      <a:pt x="371084" y="28786"/>
                    </a:lnTo>
                    <a:lnTo>
                      <a:pt x="363639" y="27526"/>
                    </a:lnTo>
                    <a:lnTo>
                      <a:pt x="363639" y="27526"/>
                    </a:lnTo>
                    <a:close/>
                    <a:moveTo>
                      <a:pt x="437795" y="63448"/>
                    </a:moveTo>
                    <a:cubicBezTo>
                      <a:pt x="436221" y="66087"/>
                      <a:pt x="434223" y="68126"/>
                      <a:pt x="431741" y="69505"/>
                    </a:cubicBezTo>
                    <a:cubicBezTo>
                      <a:pt x="429320" y="70945"/>
                      <a:pt x="426475" y="71604"/>
                      <a:pt x="423266" y="71664"/>
                    </a:cubicBezTo>
                    <a:cubicBezTo>
                      <a:pt x="417879" y="71664"/>
                      <a:pt x="413701" y="69925"/>
                      <a:pt x="410674" y="66507"/>
                    </a:cubicBezTo>
                    <a:cubicBezTo>
                      <a:pt x="407708" y="63089"/>
                      <a:pt x="406134" y="57751"/>
                      <a:pt x="406134" y="50555"/>
                    </a:cubicBezTo>
                    <a:lnTo>
                      <a:pt x="406134" y="28666"/>
                    </a:lnTo>
                    <a:lnTo>
                      <a:pt x="400444" y="27406"/>
                    </a:lnTo>
                    <a:lnTo>
                      <a:pt x="400444" y="21649"/>
                    </a:lnTo>
                    <a:lnTo>
                      <a:pt x="415155" y="21649"/>
                    </a:lnTo>
                    <a:lnTo>
                      <a:pt x="415155" y="50675"/>
                    </a:lnTo>
                    <a:cubicBezTo>
                      <a:pt x="415155" y="55892"/>
                      <a:pt x="415942" y="59490"/>
                      <a:pt x="417455" y="61469"/>
                    </a:cubicBezTo>
                    <a:cubicBezTo>
                      <a:pt x="419028" y="63448"/>
                      <a:pt x="421450" y="64408"/>
                      <a:pt x="424719" y="64408"/>
                    </a:cubicBezTo>
                    <a:cubicBezTo>
                      <a:pt x="427988" y="64408"/>
                      <a:pt x="430591" y="63748"/>
                      <a:pt x="432649" y="62489"/>
                    </a:cubicBezTo>
                    <a:cubicBezTo>
                      <a:pt x="434708" y="61230"/>
                      <a:pt x="436342" y="59430"/>
                      <a:pt x="437371" y="57032"/>
                    </a:cubicBezTo>
                    <a:lnTo>
                      <a:pt x="437371" y="28726"/>
                    </a:lnTo>
                    <a:lnTo>
                      <a:pt x="430712" y="27466"/>
                    </a:lnTo>
                    <a:lnTo>
                      <a:pt x="430712" y="21709"/>
                    </a:lnTo>
                    <a:lnTo>
                      <a:pt x="446330" y="21709"/>
                    </a:lnTo>
                    <a:lnTo>
                      <a:pt x="446330" y="63748"/>
                    </a:lnTo>
                    <a:lnTo>
                      <a:pt x="452021" y="65008"/>
                    </a:lnTo>
                    <a:lnTo>
                      <a:pt x="452021" y="70705"/>
                    </a:lnTo>
                    <a:lnTo>
                      <a:pt x="438279" y="70705"/>
                    </a:lnTo>
                    <a:lnTo>
                      <a:pt x="437674" y="63448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 213">
                <a:extLst>
                  <a:ext uri="{FF2B5EF4-FFF2-40B4-BE49-F238E27FC236}">
                    <a16:creationId xmlns:a16="http://schemas.microsoft.com/office/drawing/2014/main" id="{63B5AFE3-9D94-529E-8BDC-7EC312CDD320}"/>
                  </a:ext>
                </a:extLst>
              </p:cNvPr>
              <p:cNvSpPr/>
              <p:nvPr/>
            </p:nvSpPr>
            <p:spPr>
              <a:xfrm>
                <a:off x="8823238" y="257316"/>
                <a:ext cx="170287" cy="147646"/>
              </a:xfrm>
              <a:custGeom>
                <a:avLst/>
                <a:gdLst>
                  <a:gd name="connsiteX0" fmla="*/ 0 w 170287"/>
                  <a:gd name="connsiteY0" fmla="*/ 73823 h 147646"/>
                  <a:gd name="connsiteX1" fmla="*/ 74459 w 170287"/>
                  <a:gd name="connsiteY1" fmla="*/ 147647 h 147646"/>
                  <a:gd name="connsiteX2" fmla="*/ 170287 w 170287"/>
                  <a:gd name="connsiteY2" fmla="*/ 52774 h 147646"/>
                  <a:gd name="connsiteX3" fmla="*/ 148978 w 170287"/>
                  <a:gd name="connsiteY3" fmla="*/ 31664 h 147646"/>
                  <a:gd name="connsiteX4" fmla="*/ 74459 w 170287"/>
                  <a:gd name="connsiteY4" fmla="*/ 105428 h 147646"/>
                  <a:gd name="connsiteX5" fmla="*/ 42557 w 170287"/>
                  <a:gd name="connsiteY5" fmla="*/ 73823 h 147646"/>
                  <a:gd name="connsiteX6" fmla="*/ 74459 w 170287"/>
                  <a:gd name="connsiteY6" fmla="*/ 42159 h 147646"/>
                  <a:gd name="connsiteX7" fmla="*/ 95768 w 170287"/>
                  <a:gd name="connsiteY7" fmla="*/ 63269 h 147646"/>
                  <a:gd name="connsiteX8" fmla="*/ 117016 w 170287"/>
                  <a:gd name="connsiteY8" fmla="*/ 42159 h 147646"/>
                  <a:gd name="connsiteX9" fmla="*/ 74459 w 170287"/>
                  <a:gd name="connsiteY9" fmla="*/ 0 h 147646"/>
                  <a:gd name="connsiteX10" fmla="*/ 0 w 170287"/>
                  <a:gd name="connsiteY10" fmla="*/ 73823 h 1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0287" h="147646">
                    <a:moveTo>
                      <a:pt x="0" y="73823"/>
                    </a:moveTo>
                    <a:lnTo>
                      <a:pt x="74459" y="147647"/>
                    </a:lnTo>
                    <a:lnTo>
                      <a:pt x="170287" y="52774"/>
                    </a:lnTo>
                    <a:lnTo>
                      <a:pt x="148978" y="31664"/>
                    </a:lnTo>
                    <a:lnTo>
                      <a:pt x="74459" y="105428"/>
                    </a:lnTo>
                    <a:lnTo>
                      <a:pt x="42557" y="73823"/>
                    </a:lnTo>
                    <a:lnTo>
                      <a:pt x="74459" y="42159"/>
                    </a:lnTo>
                    <a:lnTo>
                      <a:pt x="95768" y="63269"/>
                    </a:lnTo>
                    <a:lnTo>
                      <a:pt x="117016" y="42159"/>
                    </a:lnTo>
                    <a:lnTo>
                      <a:pt x="74459" y="0"/>
                    </a:lnTo>
                    <a:lnTo>
                      <a:pt x="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 214">
                <a:extLst>
                  <a:ext uri="{FF2B5EF4-FFF2-40B4-BE49-F238E27FC236}">
                    <a16:creationId xmlns:a16="http://schemas.microsoft.com/office/drawing/2014/main" id="{23BF3C63-FBEA-EA48-12FD-5BDAA1C25402}"/>
                  </a:ext>
                </a:extLst>
              </p:cNvPr>
              <p:cNvSpPr/>
              <p:nvPr/>
            </p:nvSpPr>
            <p:spPr>
              <a:xfrm>
                <a:off x="9121195" y="257436"/>
                <a:ext cx="170287" cy="147586"/>
              </a:xfrm>
              <a:custGeom>
                <a:avLst/>
                <a:gdLst>
                  <a:gd name="connsiteX0" fmla="*/ 170287 w 170287"/>
                  <a:gd name="connsiteY0" fmla="*/ 73763 h 147586"/>
                  <a:gd name="connsiteX1" fmla="*/ 95829 w 170287"/>
                  <a:gd name="connsiteY1" fmla="*/ 147587 h 147586"/>
                  <a:gd name="connsiteX2" fmla="*/ 53211 w 170287"/>
                  <a:gd name="connsiteY2" fmla="*/ 105428 h 147586"/>
                  <a:gd name="connsiteX3" fmla="*/ 74459 w 170287"/>
                  <a:gd name="connsiteY3" fmla="*/ 84378 h 147586"/>
                  <a:gd name="connsiteX4" fmla="*/ 95829 w 170287"/>
                  <a:gd name="connsiteY4" fmla="*/ 105428 h 147586"/>
                  <a:gd name="connsiteX5" fmla="*/ 127731 w 170287"/>
                  <a:gd name="connsiteY5" fmla="*/ 73763 h 147586"/>
                  <a:gd name="connsiteX6" fmla="*/ 95829 w 170287"/>
                  <a:gd name="connsiteY6" fmla="*/ 42159 h 147586"/>
                  <a:gd name="connsiteX7" fmla="*/ 21309 w 170287"/>
                  <a:gd name="connsiteY7" fmla="*/ 115982 h 147586"/>
                  <a:gd name="connsiteX8" fmla="*/ 0 w 170287"/>
                  <a:gd name="connsiteY8" fmla="*/ 94873 h 147586"/>
                  <a:gd name="connsiteX9" fmla="*/ 95829 w 170287"/>
                  <a:gd name="connsiteY9" fmla="*/ 0 h 147586"/>
                  <a:gd name="connsiteX10" fmla="*/ 170287 w 170287"/>
                  <a:gd name="connsiteY10" fmla="*/ 73763 h 147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0287" h="147586">
                    <a:moveTo>
                      <a:pt x="170287" y="73763"/>
                    </a:moveTo>
                    <a:lnTo>
                      <a:pt x="95829" y="147587"/>
                    </a:lnTo>
                    <a:lnTo>
                      <a:pt x="53211" y="105428"/>
                    </a:lnTo>
                    <a:lnTo>
                      <a:pt x="74459" y="84378"/>
                    </a:lnTo>
                    <a:lnTo>
                      <a:pt x="95829" y="105428"/>
                    </a:lnTo>
                    <a:lnTo>
                      <a:pt x="127731" y="73763"/>
                    </a:lnTo>
                    <a:lnTo>
                      <a:pt x="95829" y="42159"/>
                    </a:lnTo>
                    <a:lnTo>
                      <a:pt x="21309" y="115982"/>
                    </a:lnTo>
                    <a:lnTo>
                      <a:pt x="0" y="94873"/>
                    </a:lnTo>
                    <a:lnTo>
                      <a:pt x="95829" y="0"/>
                    </a:lnTo>
                    <a:lnTo>
                      <a:pt x="170287" y="7376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 215">
                <a:extLst>
                  <a:ext uri="{FF2B5EF4-FFF2-40B4-BE49-F238E27FC236}">
                    <a16:creationId xmlns:a16="http://schemas.microsoft.com/office/drawing/2014/main" id="{D9199EC9-0991-B696-FA0A-B4CFB29AE6D2}"/>
                  </a:ext>
                </a:extLst>
              </p:cNvPr>
              <p:cNvSpPr/>
              <p:nvPr/>
            </p:nvSpPr>
            <p:spPr>
              <a:xfrm>
                <a:off x="8929660" y="151889"/>
                <a:ext cx="117075" cy="168696"/>
              </a:xfrm>
              <a:custGeom>
                <a:avLst/>
                <a:gdLst>
                  <a:gd name="connsiteX0" fmla="*/ 0 w 117075"/>
                  <a:gd name="connsiteY0" fmla="*/ 73823 h 168696"/>
                  <a:gd name="connsiteX1" fmla="*/ 74459 w 117075"/>
                  <a:gd name="connsiteY1" fmla="*/ 0 h 168696"/>
                  <a:gd name="connsiteX2" fmla="*/ 117076 w 117075"/>
                  <a:gd name="connsiteY2" fmla="*/ 42219 h 168696"/>
                  <a:gd name="connsiteX3" fmla="*/ 95707 w 117075"/>
                  <a:gd name="connsiteY3" fmla="*/ 63329 h 168696"/>
                  <a:gd name="connsiteX4" fmla="*/ 74459 w 117075"/>
                  <a:gd name="connsiteY4" fmla="*/ 42219 h 168696"/>
                  <a:gd name="connsiteX5" fmla="*/ 42556 w 117075"/>
                  <a:gd name="connsiteY5" fmla="*/ 73823 h 168696"/>
                  <a:gd name="connsiteX6" fmla="*/ 117076 w 117075"/>
                  <a:gd name="connsiteY6" fmla="*/ 147587 h 168696"/>
                  <a:gd name="connsiteX7" fmla="*/ 95707 w 117075"/>
                  <a:gd name="connsiteY7" fmla="*/ 168696 h 168696"/>
                  <a:gd name="connsiteX8" fmla="*/ 0 w 117075"/>
                  <a:gd name="connsiteY8" fmla="*/ 73823 h 168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075" h="168696">
                    <a:moveTo>
                      <a:pt x="0" y="73823"/>
                    </a:moveTo>
                    <a:lnTo>
                      <a:pt x="74459" y="0"/>
                    </a:lnTo>
                    <a:lnTo>
                      <a:pt x="117076" y="42219"/>
                    </a:lnTo>
                    <a:lnTo>
                      <a:pt x="95707" y="63329"/>
                    </a:lnTo>
                    <a:lnTo>
                      <a:pt x="74459" y="42219"/>
                    </a:lnTo>
                    <a:lnTo>
                      <a:pt x="42556" y="73823"/>
                    </a:lnTo>
                    <a:lnTo>
                      <a:pt x="117076" y="147587"/>
                    </a:lnTo>
                    <a:lnTo>
                      <a:pt x="95707" y="168696"/>
                    </a:lnTo>
                    <a:lnTo>
                      <a:pt x="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 216">
                <a:extLst>
                  <a:ext uri="{FF2B5EF4-FFF2-40B4-BE49-F238E27FC236}">
                    <a16:creationId xmlns:a16="http://schemas.microsoft.com/office/drawing/2014/main" id="{EAEC280A-82F5-38BC-9406-3BA9D7A5B3AE}"/>
                  </a:ext>
                </a:extLst>
              </p:cNvPr>
              <p:cNvSpPr/>
              <p:nvPr/>
            </p:nvSpPr>
            <p:spPr>
              <a:xfrm>
                <a:off x="9067984" y="341694"/>
                <a:ext cx="117075" cy="168636"/>
              </a:xfrm>
              <a:custGeom>
                <a:avLst/>
                <a:gdLst>
                  <a:gd name="connsiteX0" fmla="*/ 117076 w 117075"/>
                  <a:gd name="connsiteY0" fmla="*/ 94873 h 168636"/>
                  <a:gd name="connsiteX1" fmla="*/ 42557 w 117075"/>
                  <a:gd name="connsiteY1" fmla="*/ 168636 h 168636"/>
                  <a:gd name="connsiteX2" fmla="*/ 0 w 117075"/>
                  <a:gd name="connsiteY2" fmla="*/ 126477 h 168636"/>
                  <a:gd name="connsiteX3" fmla="*/ 21248 w 117075"/>
                  <a:gd name="connsiteY3" fmla="*/ 105428 h 168636"/>
                  <a:gd name="connsiteX4" fmla="*/ 42557 w 117075"/>
                  <a:gd name="connsiteY4" fmla="*/ 126477 h 168636"/>
                  <a:gd name="connsiteX5" fmla="*/ 74519 w 117075"/>
                  <a:gd name="connsiteY5" fmla="*/ 94873 h 168636"/>
                  <a:gd name="connsiteX6" fmla="*/ 0 w 117075"/>
                  <a:gd name="connsiteY6" fmla="*/ 21050 h 168636"/>
                  <a:gd name="connsiteX7" fmla="*/ 21248 w 117075"/>
                  <a:gd name="connsiteY7" fmla="*/ 0 h 168636"/>
                  <a:gd name="connsiteX8" fmla="*/ 117076 w 117075"/>
                  <a:gd name="connsiteY8" fmla="*/ 94873 h 16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075" h="168636">
                    <a:moveTo>
                      <a:pt x="117076" y="94873"/>
                    </a:moveTo>
                    <a:lnTo>
                      <a:pt x="42557" y="168636"/>
                    </a:lnTo>
                    <a:lnTo>
                      <a:pt x="0" y="126477"/>
                    </a:lnTo>
                    <a:lnTo>
                      <a:pt x="21248" y="105428"/>
                    </a:lnTo>
                    <a:lnTo>
                      <a:pt x="42557" y="126477"/>
                    </a:lnTo>
                    <a:lnTo>
                      <a:pt x="74519" y="94873"/>
                    </a:lnTo>
                    <a:lnTo>
                      <a:pt x="0" y="21050"/>
                    </a:lnTo>
                    <a:lnTo>
                      <a:pt x="21248" y="0"/>
                    </a:lnTo>
                    <a:lnTo>
                      <a:pt x="117076" y="9487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 217">
                <a:extLst>
                  <a:ext uri="{FF2B5EF4-FFF2-40B4-BE49-F238E27FC236}">
                    <a16:creationId xmlns:a16="http://schemas.microsoft.com/office/drawing/2014/main" id="{46A9A811-2E5C-0C70-0083-1346844F6A73}"/>
                  </a:ext>
                </a:extLst>
              </p:cNvPr>
              <p:cNvSpPr/>
              <p:nvPr/>
            </p:nvSpPr>
            <p:spPr>
              <a:xfrm>
                <a:off x="9014773" y="151889"/>
                <a:ext cx="170287" cy="168696"/>
              </a:xfrm>
              <a:custGeom>
                <a:avLst/>
                <a:gdLst>
                  <a:gd name="connsiteX0" fmla="*/ 0 w 170287"/>
                  <a:gd name="connsiteY0" fmla="*/ 94873 h 168696"/>
                  <a:gd name="connsiteX1" fmla="*/ 21309 w 170287"/>
                  <a:gd name="connsiteY1" fmla="*/ 115982 h 168696"/>
                  <a:gd name="connsiteX2" fmla="*/ 42557 w 170287"/>
                  <a:gd name="connsiteY2" fmla="*/ 94873 h 168696"/>
                  <a:gd name="connsiteX3" fmla="*/ 117076 w 170287"/>
                  <a:gd name="connsiteY3" fmla="*/ 168696 h 168696"/>
                  <a:gd name="connsiteX4" fmla="*/ 138263 w 170287"/>
                  <a:gd name="connsiteY4" fmla="*/ 147587 h 168696"/>
                  <a:gd name="connsiteX5" fmla="*/ 63926 w 170287"/>
                  <a:gd name="connsiteY5" fmla="*/ 73823 h 168696"/>
                  <a:gd name="connsiteX6" fmla="*/ 95768 w 170287"/>
                  <a:gd name="connsiteY6" fmla="*/ 42219 h 168696"/>
                  <a:gd name="connsiteX7" fmla="*/ 127730 w 170287"/>
                  <a:gd name="connsiteY7" fmla="*/ 73823 h 168696"/>
                  <a:gd name="connsiteX8" fmla="*/ 106422 w 170287"/>
                  <a:gd name="connsiteY8" fmla="*/ 94873 h 168696"/>
                  <a:gd name="connsiteX9" fmla="*/ 127730 w 170287"/>
                  <a:gd name="connsiteY9" fmla="*/ 115982 h 168696"/>
                  <a:gd name="connsiteX10" fmla="*/ 170287 w 170287"/>
                  <a:gd name="connsiteY10" fmla="*/ 73823 h 168696"/>
                  <a:gd name="connsiteX11" fmla="*/ 95768 w 170287"/>
                  <a:gd name="connsiteY11" fmla="*/ 0 h 168696"/>
                  <a:gd name="connsiteX12" fmla="*/ 0 w 170287"/>
                  <a:gd name="connsiteY12" fmla="*/ 94873 h 168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287" h="168696">
                    <a:moveTo>
                      <a:pt x="0" y="94873"/>
                    </a:moveTo>
                    <a:lnTo>
                      <a:pt x="21309" y="115982"/>
                    </a:lnTo>
                    <a:lnTo>
                      <a:pt x="42557" y="94873"/>
                    </a:lnTo>
                    <a:lnTo>
                      <a:pt x="117076" y="168696"/>
                    </a:lnTo>
                    <a:lnTo>
                      <a:pt x="138263" y="147587"/>
                    </a:lnTo>
                    <a:lnTo>
                      <a:pt x="63926" y="73823"/>
                    </a:lnTo>
                    <a:lnTo>
                      <a:pt x="95768" y="42219"/>
                    </a:lnTo>
                    <a:lnTo>
                      <a:pt x="127730" y="73823"/>
                    </a:lnTo>
                    <a:lnTo>
                      <a:pt x="106422" y="94873"/>
                    </a:lnTo>
                    <a:lnTo>
                      <a:pt x="127730" y="115982"/>
                    </a:lnTo>
                    <a:lnTo>
                      <a:pt x="170287" y="73823"/>
                    </a:lnTo>
                    <a:lnTo>
                      <a:pt x="95768" y="0"/>
                    </a:lnTo>
                    <a:lnTo>
                      <a:pt x="0" y="9487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 218">
                <a:extLst>
                  <a:ext uri="{FF2B5EF4-FFF2-40B4-BE49-F238E27FC236}">
                    <a16:creationId xmlns:a16="http://schemas.microsoft.com/office/drawing/2014/main" id="{A2831414-57A7-AB06-90FC-553A18B688FD}"/>
                  </a:ext>
                </a:extLst>
              </p:cNvPr>
              <p:cNvSpPr/>
              <p:nvPr/>
            </p:nvSpPr>
            <p:spPr>
              <a:xfrm>
                <a:off x="8929660" y="341694"/>
                <a:ext cx="170226" cy="168636"/>
              </a:xfrm>
              <a:custGeom>
                <a:avLst/>
                <a:gdLst>
                  <a:gd name="connsiteX0" fmla="*/ 127670 w 170226"/>
                  <a:gd name="connsiteY0" fmla="*/ 73823 h 168636"/>
                  <a:gd name="connsiteX1" fmla="*/ 53210 w 170226"/>
                  <a:gd name="connsiteY1" fmla="*/ 0 h 168636"/>
                  <a:gd name="connsiteX2" fmla="*/ 31962 w 170226"/>
                  <a:gd name="connsiteY2" fmla="*/ 20990 h 168636"/>
                  <a:gd name="connsiteX3" fmla="*/ 106422 w 170226"/>
                  <a:gd name="connsiteY3" fmla="*/ 94873 h 168636"/>
                  <a:gd name="connsiteX4" fmla="*/ 74459 w 170226"/>
                  <a:gd name="connsiteY4" fmla="*/ 126477 h 168636"/>
                  <a:gd name="connsiteX5" fmla="*/ 42556 w 170226"/>
                  <a:gd name="connsiteY5" fmla="*/ 94873 h 168636"/>
                  <a:gd name="connsiteX6" fmla="*/ 63804 w 170226"/>
                  <a:gd name="connsiteY6" fmla="*/ 73823 h 168636"/>
                  <a:gd name="connsiteX7" fmla="*/ 42556 w 170226"/>
                  <a:gd name="connsiteY7" fmla="*/ 52714 h 168636"/>
                  <a:gd name="connsiteX8" fmla="*/ 0 w 170226"/>
                  <a:gd name="connsiteY8" fmla="*/ 94873 h 168636"/>
                  <a:gd name="connsiteX9" fmla="*/ 74459 w 170226"/>
                  <a:gd name="connsiteY9" fmla="*/ 168636 h 168636"/>
                  <a:gd name="connsiteX10" fmla="*/ 170227 w 170226"/>
                  <a:gd name="connsiteY10" fmla="*/ 73823 h 168636"/>
                  <a:gd name="connsiteX11" fmla="*/ 148978 w 170226"/>
                  <a:gd name="connsiteY11" fmla="*/ 52714 h 168636"/>
                  <a:gd name="connsiteX12" fmla="*/ 127670 w 170226"/>
                  <a:gd name="connsiteY12" fmla="*/ 73823 h 16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226" h="168636">
                    <a:moveTo>
                      <a:pt x="127670" y="73823"/>
                    </a:moveTo>
                    <a:lnTo>
                      <a:pt x="53210" y="0"/>
                    </a:lnTo>
                    <a:lnTo>
                      <a:pt x="31962" y="20990"/>
                    </a:lnTo>
                    <a:lnTo>
                      <a:pt x="106422" y="94873"/>
                    </a:lnTo>
                    <a:lnTo>
                      <a:pt x="74459" y="126477"/>
                    </a:lnTo>
                    <a:lnTo>
                      <a:pt x="42556" y="94873"/>
                    </a:lnTo>
                    <a:lnTo>
                      <a:pt x="63804" y="73823"/>
                    </a:lnTo>
                    <a:lnTo>
                      <a:pt x="42556" y="52714"/>
                    </a:lnTo>
                    <a:lnTo>
                      <a:pt x="0" y="94873"/>
                    </a:lnTo>
                    <a:lnTo>
                      <a:pt x="74459" y="168636"/>
                    </a:lnTo>
                    <a:lnTo>
                      <a:pt x="170227" y="73823"/>
                    </a:lnTo>
                    <a:lnTo>
                      <a:pt x="148978" y="52714"/>
                    </a:lnTo>
                    <a:lnTo>
                      <a:pt x="12767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 219">
                <a:extLst>
                  <a:ext uri="{FF2B5EF4-FFF2-40B4-BE49-F238E27FC236}">
                    <a16:creationId xmlns:a16="http://schemas.microsoft.com/office/drawing/2014/main" id="{3D269271-4D75-C262-A402-62C6E2DA01F7}"/>
                  </a:ext>
                </a:extLst>
              </p:cNvPr>
              <p:cNvSpPr/>
              <p:nvPr/>
            </p:nvSpPr>
            <p:spPr>
              <a:xfrm rot="-2698799">
                <a:off x="9011910" y="315847"/>
                <a:ext cx="90319" cy="29805"/>
              </a:xfrm>
              <a:custGeom>
                <a:avLst/>
                <a:gdLst>
                  <a:gd name="connsiteX0" fmla="*/ 0 w 90319"/>
                  <a:gd name="connsiteY0" fmla="*/ 0 h 29805"/>
                  <a:gd name="connsiteX1" fmla="*/ 90319 w 90319"/>
                  <a:gd name="connsiteY1" fmla="*/ 0 h 29805"/>
                  <a:gd name="connsiteX2" fmla="*/ 90319 w 90319"/>
                  <a:gd name="connsiteY2" fmla="*/ 29805 h 29805"/>
                  <a:gd name="connsiteX3" fmla="*/ 0 w 90319"/>
                  <a:gd name="connsiteY3" fmla="*/ 29805 h 29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319" h="29805">
                    <a:moveTo>
                      <a:pt x="0" y="0"/>
                    </a:moveTo>
                    <a:lnTo>
                      <a:pt x="90319" y="0"/>
                    </a:lnTo>
                    <a:lnTo>
                      <a:pt x="90319" y="29805"/>
                    </a:lnTo>
                    <a:lnTo>
                      <a:pt x="0" y="29805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 220">
                <a:extLst>
                  <a:ext uri="{FF2B5EF4-FFF2-40B4-BE49-F238E27FC236}">
                    <a16:creationId xmlns:a16="http://schemas.microsoft.com/office/drawing/2014/main" id="{19EC69C4-6EF6-7132-7C67-E5DE551E0A68}"/>
                  </a:ext>
                </a:extLst>
              </p:cNvPr>
              <p:cNvSpPr/>
              <p:nvPr/>
            </p:nvSpPr>
            <p:spPr>
              <a:xfrm rot="-2698799">
                <a:off x="9034776" y="108470"/>
                <a:ext cx="45159" cy="44737"/>
              </a:xfrm>
              <a:custGeom>
                <a:avLst/>
                <a:gdLst>
                  <a:gd name="connsiteX0" fmla="*/ 0 w 45159"/>
                  <a:gd name="connsiteY0" fmla="*/ 0 h 44737"/>
                  <a:gd name="connsiteX1" fmla="*/ 45160 w 45159"/>
                  <a:gd name="connsiteY1" fmla="*/ 0 h 44737"/>
                  <a:gd name="connsiteX2" fmla="*/ 45160 w 45159"/>
                  <a:gd name="connsiteY2" fmla="*/ 44738 h 44737"/>
                  <a:gd name="connsiteX3" fmla="*/ 0 w 45159"/>
                  <a:gd name="connsiteY3" fmla="*/ 44738 h 4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159" h="44737">
                    <a:moveTo>
                      <a:pt x="0" y="0"/>
                    </a:moveTo>
                    <a:lnTo>
                      <a:pt x="45160" y="0"/>
                    </a:lnTo>
                    <a:lnTo>
                      <a:pt x="45160" y="44738"/>
                    </a:lnTo>
                    <a:lnTo>
                      <a:pt x="0" y="44738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 221">
                <a:extLst>
                  <a:ext uri="{FF2B5EF4-FFF2-40B4-BE49-F238E27FC236}">
                    <a16:creationId xmlns:a16="http://schemas.microsoft.com/office/drawing/2014/main" id="{0EA38C3C-A416-51F3-AFD1-5B030B1A8DCD}"/>
                  </a:ext>
                </a:extLst>
              </p:cNvPr>
              <p:cNvSpPr/>
              <p:nvPr/>
            </p:nvSpPr>
            <p:spPr>
              <a:xfrm>
                <a:off x="9025428" y="499836"/>
                <a:ext cx="63804" cy="63268"/>
              </a:xfrm>
              <a:custGeom>
                <a:avLst/>
                <a:gdLst>
                  <a:gd name="connsiteX0" fmla="*/ 0 w 63804"/>
                  <a:gd name="connsiteY0" fmla="*/ 31604 h 63268"/>
                  <a:gd name="connsiteX1" fmla="*/ 31902 w 63804"/>
                  <a:gd name="connsiteY1" fmla="*/ 63269 h 63268"/>
                  <a:gd name="connsiteX2" fmla="*/ 63805 w 63804"/>
                  <a:gd name="connsiteY2" fmla="*/ 31604 h 63268"/>
                  <a:gd name="connsiteX3" fmla="*/ 31902 w 63804"/>
                  <a:gd name="connsiteY3" fmla="*/ 0 h 63268"/>
                  <a:gd name="connsiteX4" fmla="*/ 0 w 63804"/>
                  <a:gd name="connsiteY4" fmla="*/ 31604 h 63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804" h="63268">
                    <a:moveTo>
                      <a:pt x="0" y="31604"/>
                    </a:moveTo>
                    <a:lnTo>
                      <a:pt x="31902" y="63269"/>
                    </a:lnTo>
                    <a:lnTo>
                      <a:pt x="63805" y="31604"/>
                    </a:lnTo>
                    <a:lnTo>
                      <a:pt x="31902" y="0"/>
                    </a:lnTo>
                    <a:lnTo>
                      <a:pt x="0" y="31604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 222">
                <a:extLst>
                  <a:ext uri="{FF2B5EF4-FFF2-40B4-BE49-F238E27FC236}">
                    <a16:creationId xmlns:a16="http://schemas.microsoft.com/office/drawing/2014/main" id="{1165ED80-9D74-E49C-A141-5781BFD6DCB8}"/>
                  </a:ext>
                </a:extLst>
              </p:cNvPr>
              <p:cNvSpPr/>
              <p:nvPr/>
            </p:nvSpPr>
            <p:spPr>
              <a:xfrm>
                <a:off x="9455171" y="99235"/>
                <a:ext cx="209877" cy="228846"/>
              </a:xfrm>
              <a:custGeom>
                <a:avLst/>
                <a:gdLst>
                  <a:gd name="connsiteX0" fmla="*/ 183424 w 209877"/>
                  <a:gd name="connsiteY0" fmla="*/ 197182 h 228846"/>
                  <a:gd name="connsiteX1" fmla="*/ 209878 w 209877"/>
                  <a:gd name="connsiteY1" fmla="*/ 197182 h 228846"/>
                  <a:gd name="connsiteX2" fmla="*/ 209878 w 209877"/>
                  <a:gd name="connsiteY2" fmla="*/ 228846 h 228846"/>
                  <a:gd name="connsiteX3" fmla="*/ 176462 w 209877"/>
                  <a:gd name="connsiteY3" fmla="*/ 228846 h 228846"/>
                  <a:gd name="connsiteX4" fmla="*/ 153761 w 209877"/>
                  <a:gd name="connsiteY4" fmla="*/ 222669 h 228846"/>
                  <a:gd name="connsiteX5" fmla="*/ 144862 w 209877"/>
                  <a:gd name="connsiteY5" fmla="*/ 163779 h 228846"/>
                  <a:gd name="connsiteX6" fmla="*/ 137598 w 209877"/>
                  <a:gd name="connsiteY6" fmla="*/ 135293 h 228846"/>
                  <a:gd name="connsiteX7" fmla="*/ 115139 w 209877"/>
                  <a:gd name="connsiteY7" fmla="*/ 129056 h 228846"/>
                  <a:gd name="connsiteX8" fmla="*/ 66286 w 209877"/>
                  <a:gd name="connsiteY8" fmla="*/ 129056 h 228846"/>
                  <a:gd name="connsiteX9" fmla="*/ 66286 w 209877"/>
                  <a:gd name="connsiteY9" fmla="*/ 197782 h 228846"/>
                  <a:gd name="connsiteX10" fmla="*/ 98008 w 209877"/>
                  <a:gd name="connsiteY10" fmla="*/ 197782 h 228846"/>
                  <a:gd name="connsiteX11" fmla="*/ 98008 w 209877"/>
                  <a:gd name="connsiteY11" fmla="*/ 228846 h 228846"/>
                  <a:gd name="connsiteX12" fmla="*/ 0 w 209877"/>
                  <a:gd name="connsiteY12" fmla="*/ 228846 h 228846"/>
                  <a:gd name="connsiteX13" fmla="*/ 0 w 209877"/>
                  <a:gd name="connsiteY13" fmla="*/ 197782 h 228846"/>
                  <a:gd name="connsiteX14" fmla="*/ 30994 w 209877"/>
                  <a:gd name="connsiteY14" fmla="*/ 197782 h 228846"/>
                  <a:gd name="connsiteX15" fmla="*/ 30994 w 209877"/>
                  <a:gd name="connsiteY15" fmla="*/ 31065 h 228846"/>
                  <a:gd name="connsiteX16" fmla="*/ 0 w 209877"/>
                  <a:gd name="connsiteY16" fmla="*/ 31065 h 228846"/>
                  <a:gd name="connsiteX17" fmla="*/ 0 w 209877"/>
                  <a:gd name="connsiteY17" fmla="*/ 0 h 228846"/>
                  <a:gd name="connsiteX18" fmla="*/ 140201 w 209877"/>
                  <a:gd name="connsiteY18" fmla="*/ 0 h 228846"/>
                  <a:gd name="connsiteX19" fmla="*/ 172588 w 209877"/>
                  <a:gd name="connsiteY19" fmla="*/ 9415 h 228846"/>
                  <a:gd name="connsiteX20" fmla="*/ 185118 w 209877"/>
                  <a:gd name="connsiteY20" fmla="*/ 63748 h 228846"/>
                  <a:gd name="connsiteX21" fmla="*/ 149160 w 209877"/>
                  <a:gd name="connsiteY21" fmla="*/ 115682 h 228846"/>
                  <a:gd name="connsiteX22" fmla="*/ 149160 w 209877"/>
                  <a:gd name="connsiteY22" fmla="*/ 116282 h 228846"/>
                  <a:gd name="connsiteX23" fmla="*/ 181850 w 209877"/>
                  <a:gd name="connsiteY23" fmla="*/ 163419 h 228846"/>
                  <a:gd name="connsiteX24" fmla="*/ 183484 w 209877"/>
                  <a:gd name="connsiteY24" fmla="*/ 197122 h 228846"/>
                  <a:gd name="connsiteX25" fmla="*/ 183484 w 209877"/>
                  <a:gd name="connsiteY25" fmla="*/ 197122 h 228846"/>
                  <a:gd name="connsiteX26" fmla="*/ 128760 w 209877"/>
                  <a:gd name="connsiteY26" fmla="*/ 99730 h 228846"/>
                  <a:gd name="connsiteX27" fmla="*/ 143167 w 209877"/>
                  <a:gd name="connsiteY27" fmla="*/ 97152 h 228846"/>
                  <a:gd name="connsiteX28" fmla="*/ 147465 w 209877"/>
                  <a:gd name="connsiteY28" fmla="*/ 65727 h 228846"/>
                  <a:gd name="connsiteX29" fmla="*/ 143167 w 209877"/>
                  <a:gd name="connsiteY29" fmla="*/ 33703 h 228846"/>
                  <a:gd name="connsiteX30" fmla="*/ 128760 w 209877"/>
                  <a:gd name="connsiteY30" fmla="*/ 31065 h 228846"/>
                  <a:gd name="connsiteX31" fmla="*/ 66286 w 209877"/>
                  <a:gd name="connsiteY31" fmla="*/ 31065 h 228846"/>
                  <a:gd name="connsiteX32" fmla="*/ 66286 w 209877"/>
                  <a:gd name="connsiteY32" fmla="*/ 99730 h 228846"/>
                  <a:gd name="connsiteX33" fmla="*/ 128760 w 209877"/>
                  <a:gd name="connsiteY33" fmla="*/ 99730 h 228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09877" h="228846">
                    <a:moveTo>
                      <a:pt x="183424" y="197182"/>
                    </a:moveTo>
                    <a:lnTo>
                      <a:pt x="209878" y="197182"/>
                    </a:lnTo>
                    <a:lnTo>
                      <a:pt x="209878" y="228846"/>
                    </a:lnTo>
                    <a:lnTo>
                      <a:pt x="176462" y="228846"/>
                    </a:lnTo>
                    <a:cubicBezTo>
                      <a:pt x="162660" y="228846"/>
                      <a:pt x="157696" y="226567"/>
                      <a:pt x="153761" y="222669"/>
                    </a:cubicBezTo>
                    <a:cubicBezTo>
                      <a:pt x="148797" y="217752"/>
                      <a:pt x="146194" y="208936"/>
                      <a:pt x="144862" y="163779"/>
                    </a:cubicBezTo>
                    <a:cubicBezTo>
                      <a:pt x="144256" y="145428"/>
                      <a:pt x="141956" y="139551"/>
                      <a:pt x="137598" y="135293"/>
                    </a:cubicBezTo>
                    <a:cubicBezTo>
                      <a:pt x="132270" y="130075"/>
                      <a:pt x="126702" y="129056"/>
                      <a:pt x="115139" y="129056"/>
                    </a:cubicBezTo>
                    <a:lnTo>
                      <a:pt x="66286" y="129056"/>
                    </a:lnTo>
                    <a:lnTo>
                      <a:pt x="66286" y="197782"/>
                    </a:lnTo>
                    <a:lnTo>
                      <a:pt x="98008" y="197782"/>
                    </a:lnTo>
                    <a:lnTo>
                      <a:pt x="98008" y="228846"/>
                    </a:lnTo>
                    <a:lnTo>
                      <a:pt x="0" y="228846"/>
                    </a:lnTo>
                    <a:lnTo>
                      <a:pt x="0" y="197782"/>
                    </a:lnTo>
                    <a:lnTo>
                      <a:pt x="30994" y="197782"/>
                    </a:lnTo>
                    <a:lnTo>
                      <a:pt x="30994" y="31065"/>
                    </a:lnTo>
                    <a:lnTo>
                      <a:pt x="0" y="31065"/>
                    </a:lnTo>
                    <a:lnTo>
                      <a:pt x="0" y="0"/>
                    </a:lnTo>
                    <a:lnTo>
                      <a:pt x="140201" y="0"/>
                    </a:lnTo>
                    <a:cubicBezTo>
                      <a:pt x="155396" y="0"/>
                      <a:pt x="165626" y="2639"/>
                      <a:pt x="172588" y="9415"/>
                    </a:cubicBezTo>
                    <a:cubicBezTo>
                      <a:pt x="181486" y="18291"/>
                      <a:pt x="185118" y="29385"/>
                      <a:pt x="185118" y="63748"/>
                    </a:cubicBezTo>
                    <a:cubicBezTo>
                      <a:pt x="185118" y="103988"/>
                      <a:pt x="175554" y="112084"/>
                      <a:pt x="149160" y="115682"/>
                    </a:cubicBezTo>
                    <a:lnTo>
                      <a:pt x="149160" y="116282"/>
                    </a:lnTo>
                    <a:cubicBezTo>
                      <a:pt x="173617" y="120900"/>
                      <a:pt x="180457" y="130075"/>
                      <a:pt x="181850" y="163419"/>
                    </a:cubicBezTo>
                    <a:cubicBezTo>
                      <a:pt x="182152" y="173494"/>
                      <a:pt x="182818" y="186987"/>
                      <a:pt x="183484" y="197122"/>
                    </a:cubicBezTo>
                    <a:lnTo>
                      <a:pt x="183484" y="197122"/>
                    </a:lnTo>
                    <a:close/>
                    <a:moveTo>
                      <a:pt x="128760" y="99730"/>
                    </a:moveTo>
                    <a:cubicBezTo>
                      <a:pt x="138263" y="99730"/>
                      <a:pt x="141533" y="98711"/>
                      <a:pt x="143167" y="97152"/>
                    </a:cubicBezTo>
                    <a:cubicBezTo>
                      <a:pt x="146194" y="94153"/>
                      <a:pt x="147465" y="89296"/>
                      <a:pt x="147465" y="65727"/>
                    </a:cubicBezTo>
                    <a:cubicBezTo>
                      <a:pt x="147465" y="42159"/>
                      <a:pt x="146194" y="36642"/>
                      <a:pt x="143167" y="33703"/>
                    </a:cubicBezTo>
                    <a:cubicBezTo>
                      <a:pt x="141593" y="32084"/>
                      <a:pt x="138263" y="31065"/>
                      <a:pt x="128760" y="31065"/>
                    </a:cubicBezTo>
                    <a:lnTo>
                      <a:pt x="66286" y="31065"/>
                    </a:lnTo>
                    <a:lnTo>
                      <a:pt x="66286" y="99730"/>
                    </a:lnTo>
                    <a:lnTo>
                      <a:pt x="128760" y="99730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 223">
                <a:extLst>
                  <a:ext uri="{FF2B5EF4-FFF2-40B4-BE49-F238E27FC236}">
                    <a16:creationId xmlns:a16="http://schemas.microsoft.com/office/drawing/2014/main" id="{A1F8D129-1AD9-6C87-C857-89E2EED6D601}"/>
                  </a:ext>
                </a:extLst>
              </p:cNvPr>
              <p:cNvSpPr/>
              <p:nvPr/>
            </p:nvSpPr>
            <p:spPr>
              <a:xfrm>
                <a:off x="9691200" y="99235"/>
                <a:ext cx="183363" cy="228846"/>
              </a:xfrm>
              <a:custGeom>
                <a:avLst/>
                <a:gdLst>
                  <a:gd name="connsiteX0" fmla="*/ 0 w 183363"/>
                  <a:gd name="connsiteY0" fmla="*/ 0 h 228846"/>
                  <a:gd name="connsiteX1" fmla="*/ 0 w 183363"/>
                  <a:gd name="connsiteY1" fmla="*/ 31065 h 228846"/>
                  <a:gd name="connsiteX2" fmla="*/ 30873 w 183363"/>
                  <a:gd name="connsiteY2" fmla="*/ 31065 h 228846"/>
                  <a:gd name="connsiteX3" fmla="*/ 30873 w 183363"/>
                  <a:gd name="connsiteY3" fmla="*/ 197782 h 228846"/>
                  <a:gd name="connsiteX4" fmla="*/ 0 w 183363"/>
                  <a:gd name="connsiteY4" fmla="*/ 197782 h 228846"/>
                  <a:gd name="connsiteX5" fmla="*/ 0 w 183363"/>
                  <a:gd name="connsiteY5" fmla="*/ 228846 h 228846"/>
                  <a:gd name="connsiteX6" fmla="*/ 183363 w 183363"/>
                  <a:gd name="connsiteY6" fmla="*/ 228846 h 228846"/>
                  <a:gd name="connsiteX7" fmla="*/ 183363 w 183363"/>
                  <a:gd name="connsiteY7" fmla="*/ 155023 h 228846"/>
                  <a:gd name="connsiteX8" fmla="*/ 148797 w 183363"/>
                  <a:gd name="connsiteY8" fmla="*/ 155023 h 228846"/>
                  <a:gd name="connsiteX9" fmla="*/ 148797 w 183363"/>
                  <a:gd name="connsiteY9" fmla="*/ 197782 h 228846"/>
                  <a:gd name="connsiteX10" fmla="*/ 66227 w 183363"/>
                  <a:gd name="connsiteY10" fmla="*/ 197782 h 228846"/>
                  <a:gd name="connsiteX11" fmla="*/ 66227 w 183363"/>
                  <a:gd name="connsiteY11" fmla="*/ 125158 h 228846"/>
                  <a:gd name="connsiteX12" fmla="*/ 128336 w 183363"/>
                  <a:gd name="connsiteY12" fmla="*/ 125158 h 228846"/>
                  <a:gd name="connsiteX13" fmla="*/ 128336 w 183363"/>
                  <a:gd name="connsiteY13" fmla="*/ 95173 h 228846"/>
                  <a:gd name="connsiteX14" fmla="*/ 66227 w 183363"/>
                  <a:gd name="connsiteY14" fmla="*/ 95173 h 228846"/>
                  <a:gd name="connsiteX15" fmla="*/ 66227 w 183363"/>
                  <a:gd name="connsiteY15" fmla="*/ 31065 h 228846"/>
                  <a:gd name="connsiteX16" fmla="*/ 146133 w 183363"/>
                  <a:gd name="connsiteY16" fmla="*/ 31065 h 228846"/>
                  <a:gd name="connsiteX17" fmla="*/ 146133 w 183363"/>
                  <a:gd name="connsiteY17" fmla="*/ 68966 h 228846"/>
                  <a:gd name="connsiteX18" fmla="*/ 180760 w 183363"/>
                  <a:gd name="connsiteY18" fmla="*/ 68966 h 228846"/>
                  <a:gd name="connsiteX19" fmla="*/ 180760 w 183363"/>
                  <a:gd name="connsiteY19" fmla="*/ 0 h 228846"/>
                  <a:gd name="connsiteX20" fmla="*/ 0 w 183363"/>
                  <a:gd name="connsiteY20" fmla="*/ 0 h 228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3363" h="228846">
                    <a:moveTo>
                      <a:pt x="0" y="0"/>
                    </a:moveTo>
                    <a:lnTo>
                      <a:pt x="0" y="31065"/>
                    </a:lnTo>
                    <a:lnTo>
                      <a:pt x="30873" y="31065"/>
                    </a:lnTo>
                    <a:lnTo>
                      <a:pt x="30873" y="197782"/>
                    </a:lnTo>
                    <a:lnTo>
                      <a:pt x="0" y="197782"/>
                    </a:lnTo>
                    <a:lnTo>
                      <a:pt x="0" y="228846"/>
                    </a:lnTo>
                    <a:lnTo>
                      <a:pt x="183363" y="228846"/>
                    </a:lnTo>
                    <a:lnTo>
                      <a:pt x="183363" y="155023"/>
                    </a:lnTo>
                    <a:lnTo>
                      <a:pt x="148797" y="155023"/>
                    </a:lnTo>
                    <a:lnTo>
                      <a:pt x="148797" y="197782"/>
                    </a:lnTo>
                    <a:lnTo>
                      <a:pt x="66227" y="197782"/>
                    </a:lnTo>
                    <a:lnTo>
                      <a:pt x="66227" y="125158"/>
                    </a:lnTo>
                    <a:lnTo>
                      <a:pt x="128336" y="125158"/>
                    </a:lnTo>
                    <a:lnTo>
                      <a:pt x="128336" y="95173"/>
                    </a:lnTo>
                    <a:lnTo>
                      <a:pt x="66227" y="95173"/>
                    </a:lnTo>
                    <a:lnTo>
                      <a:pt x="66227" y="31065"/>
                    </a:lnTo>
                    <a:lnTo>
                      <a:pt x="146133" y="31065"/>
                    </a:lnTo>
                    <a:lnTo>
                      <a:pt x="146133" y="68966"/>
                    </a:lnTo>
                    <a:lnTo>
                      <a:pt x="180760" y="68966"/>
                    </a:lnTo>
                    <a:lnTo>
                      <a:pt x="1807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 224">
                <a:extLst>
                  <a:ext uri="{FF2B5EF4-FFF2-40B4-BE49-F238E27FC236}">
                    <a16:creationId xmlns:a16="http://schemas.microsoft.com/office/drawing/2014/main" id="{59974489-814D-D416-25E5-165B853BC0A4}"/>
                  </a:ext>
                </a:extLst>
              </p:cNvPr>
              <p:cNvSpPr/>
              <p:nvPr/>
            </p:nvSpPr>
            <p:spPr>
              <a:xfrm>
                <a:off x="9898474" y="99235"/>
                <a:ext cx="227554" cy="229865"/>
              </a:xfrm>
              <a:custGeom>
                <a:avLst/>
                <a:gdLst>
                  <a:gd name="connsiteX0" fmla="*/ 0 w 227554"/>
                  <a:gd name="connsiteY0" fmla="*/ 31065 h 229865"/>
                  <a:gd name="connsiteX1" fmla="*/ 0 w 227554"/>
                  <a:gd name="connsiteY1" fmla="*/ 0 h 229865"/>
                  <a:gd name="connsiteX2" fmla="*/ 96131 w 227554"/>
                  <a:gd name="connsiteY2" fmla="*/ 0 h 229865"/>
                  <a:gd name="connsiteX3" fmla="*/ 96131 w 227554"/>
                  <a:gd name="connsiteY3" fmla="*/ 31005 h 229865"/>
                  <a:gd name="connsiteX4" fmla="*/ 64834 w 227554"/>
                  <a:gd name="connsiteY4" fmla="*/ 31005 h 229865"/>
                  <a:gd name="connsiteX5" fmla="*/ 113021 w 227554"/>
                  <a:gd name="connsiteY5" fmla="*/ 194903 h 229865"/>
                  <a:gd name="connsiteX6" fmla="*/ 117924 w 227554"/>
                  <a:gd name="connsiteY6" fmla="*/ 194903 h 229865"/>
                  <a:gd name="connsiteX7" fmla="*/ 166473 w 227554"/>
                  <a:gd name="connsiteY7" fmla="*/ 31005 h 229865"/>
                  <a:gd name="connsiteX8" fmla="*/ 135116 w 227554"/>
                  <a:gd name="connsiteY8" fmla="*/ 31005 h 229865"/>
                  <a:gd name="connsiteX9" fmla="*/ 135116 w 227554"/>
                  <a:gd name="connsiteY9" fmla="*/ 0 h 229865"/>
                  <a:gd name="connsiteX10" fmla="*/ 227554 w 227554"/>
                  <a:gd name="connsiteY10" fmla="*/ 0 h 229865"/>
                  <a:gd name="connsiteX11" fmla="*/ 227554 w 227554"/>
                  <a:gd name="connsiteY11" fmla="*/ 31005 h 229865"/>
                  <a:gd name="connsiteX12" fmla="*/ 202190 w 227554"/>
                  <a:gd name="connsiteY12" fmla="*/ 31005 h 229865"/>
                  <a:gd name="connsiteX13" fmla="*/ 142744 w 227554"/>
                  <a:gd name="connsiteY13" fmla="*/ 218711 h 229865"/>
                  <a:gd name="connsiteX14" fmla="*/ 126883 w 227554"/>
                  <a:gd name="connsiteY14" fmla="*/ 229866 h 229865"/>
                  <a:gd name="connsiteX15" fmla="*/ 100853 w 227554"/>
                  <a:gd name="connsiteY15" fmla="*/ 229866 h 229865"/>
                  <a:gd name="connsiteX16" fmla="*/ 84932 w 227554"/>
                  <a:gd name="connsiteY16" fmla="*/ 218711 h 229865"/>
                  <a:gd name="connsiteX17" fmla="*/ 25546 w 227554"/>
                  <a:gd name="connsiteY17" fmla="*/ 31005 h 229865"/>
                  <a:gd name="connsiteX18" fmla="*/ 61 w 227554"/>
                  <a:gd name="connsiteY18" fmla="*/ 31005 h 229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27554" h="229865">
                    <a:moveTo>
                      <a:pt x="0" y="31065"/>
                    </a:moveTo>
                    <a:lnTo>
                      <a:pt x="0" y="0"/>
                    </a:lnTo>
                    <a:lnTo>
                      <a:pt x="96131" y="0"/>
                    </a:lnTo>
                    <a:lnTo>
                      <a:pt x="96131" y="31005"/>
                    </a:lnTo>
                    <a:lnTo>
                      <a:pt x="64834" y="31005"/>
                    </a:lnTo>
                    <a:lnTo>
                      <a:pt x="113021" y="194903"/>
                    </a:lnTo>
                    <a:lnTo>
                      <a:pt x="117924" y="194903"/>
                    </a:lnTo>
                    <a:lnTo>
                      <a:pt x="166473" y="31005"/>
                    </a:lnTo>
                    <a:lnTo>
                      <a:pt x="135116" y="31005"/>
                    </a:lnTo>
                    <a:lnTo>
                      <a:pt x="135116" y="0"/>
                    </a:lnTo>
                    <a:lnTo>
                      <a:pt x="227554" y="0"/>
                    </a:lnTo>
                    <a:lnTo>
                      <a:pt x="227554" y="31005"/>
                    </a:lnTo>
                    <a:lnTo>
                      <a:pt x="202190" y="31005"/>
                    </a:lnTo>
                    <a:lnTo>
                      <a:pt x="142744" y="218711"/>
                    </a:lnTo>
                    <a:cubicBezTo>
                      <a:pt x="139717" y="227887"/>
                      <a:pt x="136751" y="229866"/>
                      <a:pt x="126883" y="229866"/>
                    </a:cubicBezTo>
                    <a:lnTo>
                      <a:pt x="100853" y="229866"/>
                    </a:lnTo>
                    <a:cubicBezTo>
                      <a:pt x="90925" y="229866"/>
                      <a:pt x="87898" y="227887"/>
                      <a:pt x="84932" y="218711"/>
                    </a:cubicBezTo>
                    <a:lnTo>
                      <a:pt x="25546" y="31005"/>
                    </a:lnTo>
                    <a:lnTo>
                      <a:pt x="61" y="31005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 225">
                <a:extLst>
                  <a:ext uri="{FF2B5EF4-FFF2-40B4-BE49-F238E27FC236}">
                    <a16:creationId xmlns:a16="http://schemas.microsoft.com/office/drawing/2014/main" id="{B15B6820-B19F-5E8E-16DC-CD9BD67C7A58}"/>
                  </a:ext>
                </a:extLst>
              </p:cNvPr>
              <p:cNvSpPr/>
              <p:nvPr/>
            </p:nvSpPr>
            <p:spPr>
              <a:xfrm>
                <a:off x="10101390" y="98156"/>
                <a:ext cx="229188" cy="229925"/>
              </a:xfrm>
              <a:custGeom>
                <a:avLst/>
                <a:gdLst>
                  <a:gd name="connsiteX0" fmla="*/ 61 w 229188"/>
                  <a:gd name="connsiteY0" fmla="*/ 229926 h 229925"/>
                  <a:gd name="connsiteX1" fmla="*/ 61 w 229188"/>
                  <a:gd name="connsiteY1" fmla="*/ 198801 h 229925"/>
                  <a:gd name="connsiteX2" fmla="*/ 25183 w 229188"/>
                  <a:gd name="connsiteY2" fmla="*/ 198801 h 229925"/>
                  <a:gd name="connsiteX3" fmla="*/ 84871 w 229188"/>
                  <a:gd name="connsiteY3" fmla="*/ 11094 h 229925"/>
                  <a:gd name="connsiteX4" fmla="*/ 100732 w 229188"/>
                  <a:gd name="connsiteY4" fmla="*/ 0 h 229925"/>
                  <a:gd name="connsiteX5" fmla="*/ 128396 w 229188"/>
                  <a:gd name="connsiteY5" fmla="*/ 0 h 229925"/>
                  <a:gd name="connsiteX6" fmla="*/ 144256 w 229188"/>
                  <a:gd name="connsiteY6" fmla="*/ 11094 h 229925"/>
                  <a:gd name="connsiteX7" fmla="*/ 204066 w 229188"/>
                  <a:gd name="connsiteY7" fmla="*/ 198801 h 229925"/>
                  <a:gd name="connsiteX8" fmla="*/ 229188 w 229188"/>
                  <a:gd name="connsiteY8" fmla="*/ 198801 h 229925"/>
                  <a:gd name="connsiteX9" fmla="*/ 229188 w 229188"/>
                  <a:gd name="connsiteY9" fmla="*/ 229926 h 229925"/>
                  <a:gd name="connsiteX10" fmla="*/ 133421 w 229188"/>
                  <a:gd name="connsiteY10" fmla="*/ 229926 h 229925"/>
                  <a:gd name="connsiteX11" fmla="*/ 133421 w 229188"/>
                  <a:gd name="connsiteY11" fmla="*/ 198801 h 229925"/>
                  <a:gd name="connsiteX12" fmla="*/ 165081 w 229188"/>
                  <a:gd name="connsiteY12" fmla="*/ 198801 h 229925"/>
                  <a:gd name="connsiteX13" fmla="*/ 152913 w 229188"/>
                  <a:gd name="connsiteY13" fmla="*/ 157961 h 229925"/>
                  <a:gd name="connsiteX14" fmla="*/ 72643 w 229188"/>
                  <a:gd name="connsiteY14" fmla="*/ 158261 h 229925"/>
                  <a:gd name="connsiteX15" fmla="*/ 60415 w 229188"/>
                  <a:gd name="connsiteY15" fmla="*/ 198801 h 229925"/>
                  <a:gd name="connsiteX16" fmla="*/ 92135 w 229188"/>
                  <a:gd name="connsiteY16" fmla="*/ 198801 h 229925"/>
                  <a:gd name="connsiteX17" fmla="*/ 92135 w 229188"/>
                  <a:gd name="connsiteY17" fmla="*/ 229926 h 229925"/>
                  <a:gd name="connsiteX18" fmla="*/ 0 w 229188"/>
                  <a:gd name="connsiteY18" fmla="*/ 229926 h 229925"/>
                  <a:gd name="connsiteX19" fmla="*/ 81300 w 229188"/>
                  <a:gd name="connsiteY19" fmla="*/ 128576 h 229925"/>
                  <a:gd name="connsiteX20" fmla="*/ 143954 w 229188"/>
                  <a:gd name="connsiteY20" fmla="*/ 128576 h 229925"/>
                  <a:gd name="connsiteX21" fmla="*/ 115260 w 229188"/>
                  <a:gd name="connsiteY21" fmla="*/ 32084 h 229925"/>
                  <a:gd name="connsiteX22" fmla="*/ 110296 w 229188"/>
                  <a:gd name="connsiteY22" fmla="*/ 32084 h 229925"/>
                  <a:gd name="connsiteX23" fmla="*/ 81300 w 229188"/>
                  <a:gd name="connsiteY23" fmla="*/ 128576 h 229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9188" h="229925">
                    <a:moveTo>
                      <a:pt x="61" y="229926"/>
                    </a:moveTo>
                    <a:lnTo>
                      <a:pt x="61" y="198801"/>
                    </a:lnTo>
                    <a:lnTo>
                      <a:pt x="25183" y="198801"/>
                    </a:lnTo>
                    <a:lnTo>
                      <a:pt x="84871" y="11094"/>
                    </a:lnTo>
                    <a:cubicBezTo>
                      <a:pt x="87898" y="1919"/>
                      <a:pt x="90804" y="0"/>
                      <a:pt x="100732" y="0"/>
                    </a:cubicBezTo>
                    <a:lnTo>
                      <a:pt x="128396" y="0"/>
                    </a:lnTo>
                    <a:cubicBezTo>
                      <a:pt x="138324" y="0"/>
                      <a:pt x="141290" y="1919"/>
                      <a:pt x="144256" y="11094"/>
                    </a:cubicBezTo>
                    <a:lnTo>
                      <a:pt x="204066" y="198801"/>
                    </a:lnTo>
                    <a:lnTo>
                      <a:pt x="229188" y="198801"/>
                    </a:lnTo>
                    <a:lnTo>
                      <a:pt x="229188" y="229926"/>
                    </a:lnTo>
                    <a:lnTo>
                      <a:pt x="133421" y="229926"/>
                    </a:lnTo>
                    <a:lnTo>
                      <a:pt x="133421" y="198801"/>
                    </a:lnTo>
                    <a:lnTo>
                      <a:pt x="165081" y="198801"/>
                    </a:lnTo>
                    <a:lnTo>
                      <a:pt x="152913" y="157961"/>
                    </a:lnTo>
                    <a:cubicBezTo>
                      <a:pt x="132755" y="157961"/>
                      <a:pt x="93830" y="158261"/>
                      <a:pt x="72643" y="158261"/>
                    </a:cubicBezTo>
                    <a:lnTo>
                      <a:pt x="60415" y="198801"/>
                    </a:lnTo>
                    <a:lnTo>
                      <a:pt x="92135" y="198801"/>
                    </a:lnTo>
                    <a:lnTo>
                      <a:pt x="92135" y="229926"/>
                    </a:lnTo>
                    <a:lnTo>
                      <a:pt x="0" y="229926"/>
                    </a:lnTo>
                    <a:close/>
                    <a:moveTo>
                      <a:pt x="81300" y="128576"/>
                    </a:moveTo>
                    <a:lnTo>
                      <a:pt x="143954" y="128576"/>
                    </a:lnTo>
                    <a:lnTo>
                      <a:pt x="115260" y="32084"/>
                    </a:lnTo>
                    <a:lnTo>
                      <a:pt x="110296" y="32084"/>
                    </a:lnTo>
                    <a:lnTo>
                      <a:pt x="81300" y="128576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 226">
                <a:extLst>
                  <a:ext uri="{FF2B5EF4-FFF2-40B4-BE49-F238E27FC236}">
                    <a16:creationId xmlns:a16="http://schemas.microsoft.com/office/drawing/2014/main" id="{89D72283-D4F2-1945-04FB-4016D6B30C49}"/>
                  </a:ext>
                </a:extLst>
              </p:cNvPr>
              <p:cNvSpPr/>
              <p:nvPr/>
            </p:nvSpPr>
            <p:spPr>
              <a:xfrm>
                <a:off x="9455110" y="377077"/>
                <a:ext cx="183060" cy="183748"/>
              </a:xfrm>
              <a:custGeom>
                <a:avLst/>
                <a:gdLst>
                  <a:gd name="connsiteX0" fmla="*/ 114716 w 183060"/>
                  <a:gd name="connsiteY0" fmla="*/ 14573 h 183748"/>
                  <a:gd name="connsiteX1" fmla="*/ 114716 w 183060"/>
                  <a:gd name="connsiteY1" fmla="*/ 0 h 183748"/>
                  <a:gd name="connsiteX2" fmla="*/ 183060 w 183060"/>
                  <a:gd name="connsiteY2" fmla="*/ 0 h 183748"/>
                  <a:gd name="connsiteX3" fmla="*/ 183060 w 183060"/>
                  <a:gd name="connsiteY3" fmla="*/ 14573 h 183748"/>
                  <a:gd name="connsiteX4" fmla="*/ 157393 w 183060"/>
                  <a:gd name="connsiteY4" fmla="*/ 14573 h 183748"/>
                  <a:gd name="connsiteX5" fmla="*/ 157393 w 183060"/>
                  <a:gd name="connsiteY5" fmla="*/ 109985 h 183748"/>
                  <a:gd name="connsiteX6" fmla="*/ 144681 w 183060"/>
                  <a:gd name="connsiteY6" fmla="*/ 175653 h 183748"/>
                  <a:gd name="connsiteX7" fmla="*/ 111507 w 183060"/>
                  <a:gd name="connsiteY7" fmla="*/ 183749 h 183748"/>
                  <a:gd name="connsiteX8" fmla="*/ 70464 w 183060"/>
                  <a:gd name="connsiteY8" fmla="*/ 183749 h 183748"/>
                  <a:gd name="connsiteX9" fmla="*/ 38138 w 183060"/>
                  <a:gd name="connsiteY9" fmla="*/ 175653 h 183748"/>
                  <a:gd name="connsiteX10" fmla="*/ 25485 w 183060"/>
                  <a:gd name="connsiteY10" fmla="*/ 109985 h 183748"/>
                  <a:gd name="connsiteX11" fmla="*/ 25485 w 183060"/>
                  <a:gd name="connsiteY11" fmla="*/ 14573 h 183748"/>
                  <a:gd name="connsiteX12" fmla="*/ 0 w 183060"/>
                  <a:gd name="connsiteY12" fmla="*/ 14573 h 183748"/>
                  <a:gd name="connsiteX13" fmla="*/ 0 w 183060"/>
                  <a:gd name="connsiteY13" fmla="*/ 0 h 183748"/>
                  <a:gd name="connsiteX14" fmla="*/ 68285 w 183060"/>
                  <a:gd name="connsiteY14" fmla="*/ 0 h 183748"/>
                  <a:gd name="connsiteX15" fmla="*/ 68285 w 183060"/>
                  <a:gd name="connsiteY15" fmla="*/ 14573 h 183748"/>
                  <a:gd name="connsiteX16" fmla="*/ 40196 w 183060"/>
                  <a:gd name="connsiteY16" fmla="*/ 14573 h 183748"/>
                  <a:gd name="connsiteX17" fmla="*/ 40196 w 183060"/>
                  <a:gd name="connsiteY17" fmla="*/ 111005 h 183748"/>
                  <a:gd name="connsiteX18" fmla="*/ 49397 w 183060"/>
                  <a:gd name="connsiteY18" fmla="*/ 163599 h 183748"/>
                  <a:gd name="connsiteX19" fmla="*/ 73490 w 183060"/>
                  <a:gd name="connsiteY19" fmla="*/ 169116 h 183748"/>
                  <a:gd name="connsiteX20" fmla="*/ 109509 w 183060"/>
                  <a:gd name="connsiteY20" fmla="*/ 169116 h 183748"/>
                  <a:gd name="connsiteX21" fmla="*/ 133360 w 183060"/>
                  <a:gd name="connsiteY21" fmla="*/ 163599 h 183748"/>
                  <a:gd name="connsiteX22" fmla="*/ 142562 w 183060"/>
                  <a:gd name="connsiteY22" fmla="*/ 111005 h 183748"/>
                  <a:gd name="connsiteX23" fmla="*/ 142562 w 183060"/>
                  <a:gd name="connsiteY23" fmla="*/ 14573 h 183748"/>
                  <a:gd name="connsiteX24" fmla="*/ 114655 w 183060"/>
                  <a:gd name="connsiteY24" fmla="*/ 14573 h 183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3060" h="183748">
                    <a:moveTo>
                      <a:pt x="114716" y="14573"/>
                    </a:moveTo>
                    <a:lnTo>
                      <a:pt x="114716" y="0"/>
                    </a:lnTo>
                    <a:lnTo>
                      <a:pt x="183060" y="0"/>
                    </a:lnTo>
                    <a:lnTo>
                      <a:pt x="183060" y="14573"/>
                    </a:lnTo>
                    <a:lnTo>
                      <a:pt x="157393" y="14573"/>
                    </a:lnTo>
                    <a:lnTo>
                      <a:pt x="157393" y="109985"/>
                    </a:lnTo>
                    <a:cubicBezTo>
                      <a:pt x="157393" y="152744"/>
                      <a:pt x="153700" y="166657"/>
                      <a:pt x="144681" y="175653"/>
                    </a:cubicBezTo>
                    <a:cubicBezTo>
                      <a:pt x="138627" y="181410"/>
                      <a:pt x="129789" y="183749"/>
                      <a:pt x="111507" y="183749"/>
                    </a:cubicBezTo>
                    <a:lnTo>
                      <a:pt x="70464" y="183749"/>
                    </a:lnTo>
                    <a:cubicBezTo>
                      <a:pt x="52182" y="183749"/>
                      <a:pt x="44010" y="181410"/>
                      <a:pt x="38138" y="175653"/>
                    </a:cubicBezTo>
                    <a:cubicBezTo>
                      <a:pt x="29118" y="166657"/>
                      <a:pt x="25485" y="153044"/>
                      <a:pt x="25485" y="109985"/>
                    </a:cubicBezTo>
                    <a:lnTo>
                      <a:pt x="25485" y="14573"/>
                    </a:lnTo>
                    <a:lnTo>
                      <a:pt x="0" y="14573"/>
                    </a:lnTo>
                    <a:lnTo>
                      <a:pt x="0" y="0"/>
                    </a:lnTo>
                    <a:lnTo>
                      <a:pt x="68285" y="0"/>
                    </a:lnTo>
                    <a:lnTo>
                      <a:pt x="68285" y="14573"/>
                    </a:lnTo>
                    <a:lnTo>
                      <a:pt x="40196" y="14573"/>
                    </a:lnTo>
                    <a:lnTo>
                      <a:pt x="40196" y="111005"/>
                    </a:lnTo>
                    <a:cubicBezTo>
                      <a:pt x="40196" y="149326"/>
                      <a:pt x="43888" y="158081"/>
                      <a:pt x="49397" y="163599"/>
                    </a:cubicBezTo>
                    <a:cubicBezTo>
                      <a:pt x="52908" y="167017"/>
                      <a:pt x="57691" y="169116"/>
                      <a:pt x="73490" y="169116"/>
                    </a:cubicBezTo>
                    <a:lnTo>
                      <a:pt x="109509" y="169116"/>
                    </a:lnTo>
                    <a:cubicBezTo>
                      <a:pt x="125430" y="169116"/>
                      <a:pt x="129909" y="167017"/>
                      <a:pt x="133360" y="163599"/>
                    </a:cubicBezTo>
                    <a:cubicBezTo>
                      <a:pt x="139172" y="157902"/>
                      <a:pt x="142562" y="149386"/>
                      <a:pt x="142562" y="111005"/>
                    </a:cubicBezTo>
                    <a:lnTo>
                      <a:pt x="142562" y="14573"/>
                    </a:lnTo>
                    <a:lnTo>
                      <a:pt x="114655" y="1457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 227">
                <a:extLst>
                  <a:ext uri="{FF2B5EF4-FFF2-40B4-BE49-F238E27FC236}">
                    <a16:creationId xmlns:a16="http://schemas.microsoft.com/office/drawing/2014/main" id="{CB98D8CA-4EDA-885A-EB36-1249CD626284}"/>
                  </a:ext>
                </a:extLst>
              </p:cNvPr>
              <p:cNvSpPr/>
              <p:nvPr/>
            </p:nvSpPr>
            <p:spPr>
              <a:xfrm>
                <a:off x="9654031" y="377017"/>
                <a:ext cx="178762" cy="183988"/>
              </a:xfrm>
              <a:custGeom>
                <a:avLst/>
                <a:gdLst>
                  <a:gd name="connsiteX0" fmla="*/ 139837 w 178762"/>
                  <a:gd name="connsiteY0" fmla="*/ 14633 h 183988"/>
                  <a:gd name="connsiteX1" fmla="*/ 111507 w 178762"/>
                  <a:gd name="connsiteY1" fmla="*/ 14633 h 183988"/>
                  <a:gd name="connsiteX2" fmla="*/ 111507 w 178762"/>
                  <a:gd name="connsiteY2" fmla="*/ 60 h 183988"/>
                  <a:gd name="connsiteX3" fmla="*/ 178762 w 178762"/>
                  <a:gd name="connsiteY3" fmla="*/ 60 h 183988"/>
                  <a:gd name="connsiteX4" fmla="*/ 178762 w 178762"/>
                  <a:gd name="connsiteY4" fmla="*/ 14633 h 183988"/>
                  <a:gd name="connsiteX5" fmla="*/ 154669 w 178762"/>
                  <a:gd name="connsiteY5" fmla="*/ 14633 h 183988"/>
                  <a:gd name="connsiteX6" fmla="*/ 154669 w 178762"/>
                  <a:gd name="connsiteY6" fmla="*/ 183989 h 183988"/>
                  <a:gd name="connsiteX7" fmla="*/ 137477 w 178762"/>
                  <a:gd name="connsiteY7" fmla="*/ 183989 h 183988"/>
                  <a:gd name="connsiteX8" fmla="*/ 127125 w 178762"/>
                  <a:gd name="connsiteY8" fmla="*/ 177752 h 183988"/>
                  <a:gd name="connsiteX9" fmla="*/ 42133 w 178762"/>
                  <a:gd name="connsiteY9" fmla="*/ 13913 h 183988"/>
                  <a:gd name="connsiteX10" fmla="*/ 39469 w 178762"/>
                  <a:gd name="connsiteY10" fmla="*/ 13913 h 183988"/>
                  <a:gd name="connsiteX11" fmla="*/ 39469 w 178762"/>
                  <a:gd name="connsiteY11" fmla="*/ 172234 h 183988"/>
                  <a:gd name="connsiteX12" fmla="*/ 68042 w 178762"/>
                  <a:gd name="connsiteY12" fmla="*/ 172234 h 183988"/>
                  <a:gd name="connsiteX13" fmla="*/ 68042 w 178762"/>
                  <a:gd name="connsiteY13" fmla="*/ 183749 h 183988"/>
                  <a:gd name="connsiteX14" fmla="*/ 0 w 178762"/>
                  <a:gd name="connsiteY14" fmla="*/ 183749 h 183988"/>
                  <a:gd name="connsiteX15" fmla="*/ 0 w 178762"/>
                  <a:gd name="connsiteY15" fmla="*/ 172234 h 183988"/>
                  <a:gd name="connsiteX16" fmla="*/ 24880 w 178762"/>
                  <a:gd name="connsiteY16" fmla="*/ 172234 h 183988"/>
                  <a:gd name="connsiteX17" fmla="*/ 24880 w 178762"/>
                  <a:gd name="connsiteY17" fmla="*/ 14573 h 183988"/>
                  <a:gd name="connsiteX18" fmla="*/ 0 w 178762"/>
                  <a:gd name="connsiteY18" fmla="*/ 14573 h 183988"/>
                  <a:gd name="connsiteX19" fmla="*/ 0 w 178762"/>
                  <a:gd name="connsiteY19" fmla="*/ 0 h 183988"/>
                  <a:gd name="connsiteX20" fmla="*/ 44373 w 178762"/>
                  <a:gd name="connsiteY20" fmla="*/ 0 h 183988"/>
                  <a:gd name="connsiteX21" fmla="*/ 54725 w 178762"/>
                  <a:gd name="connsiteY21" fmla="*/ 6237 h 183988"/>
                  <a:gd name="connsiteX22" fmla="*/ 138930 w 178762"/>
                  <a:gd name="connsiteY22" fmla="*/ 168216 h 183988"/>
                  <a:gd name="connsiteX23" fmla="*/ 139898 w 178762"/>
                  <a:gd name="connsiteY23" fmla="*/ 168216 h 183988"/>
                  <a:gd name="connsiteX24" fmla="*/ 139898 w 178762"/>
                  <a:gd name="connsiteY24" fmla="*/ 14513 h 183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8762" h="183988">
                    <a:moveTo>
                      <a:pt x="139837" y="14633"/>
                    </a:moveTo>
                    <a:lnTo>
                      <a:pt x="111507" y="14633"/>
                    </a:lnTo>
                    <a:lnTo>
                      <a:pt x="111507" y="60"/>
                    </a:lnTo>
                    <a:lnTo>
                      <a:pt x="178762" y="60"/>
                    </a:lnTo>
                    <a:lnTo>
                      <a:pt x="178762" y="14633"/>
                    </a:lnTo>
                    <a:lnTo>
                      <a:pt x="154669" y="14633"/>
                    </a:lnTo>
                    <a:lnTo>
                      <a:pt x="154669" y="183989"/>
                    </a:lnTo>
                    <a:lnTo>
                      <a:pt x="137477" y="183989"/>
                    </a:lnTo>
                    <a:cubicBezTo>
                      <a:pt x="131665" y="183989"/>
                      <a:pt x="129486" y="182489"/>
                      <a:pt x="127125" y="177752"/>
                    </a:cubicBezTo>
                    <a:lnTo>
                      <a:pt x="42133" y="13913"/>
                    </a:lnTo>
                    <a:lnTo>
                      <a:pt x="39469" y="13913"/>
                    </a:lnTo>
                    <a:lnTo>
                      <a:pt x="39469" y="172234"/>
                    </a:lnTo>
                    <a:lnTo>
                      <a:pt x="68042" y="172234"/>
                    </a:lnTo>
                    <a:lnTo>
                      <a:pt x="68042" y="183749"/>
                    </a:lnTo>
                    <a:lnTo>
                      <a:pt x="0" y="183749"/>
                    </a:lnTo>
                    <a:lnTo>
                      <a:pt x="0" y="172234"/>
                    </a:lnTo>
                    <a:lnTo>
                      <a:pt x="24880" y="172234"/>
                    </a:lnTo>
                    <a:lnTo>
                      <a:pt x="24880" y="14573"/>
                    </a:lnTo>
                    <a:lnTo>
                      <a:pt x="0" y="14573"/>
                    </a:lnTo>
                    <a:lnTo>
                      <a:pt x="0" y="0"/>
                    </a:lnTo>
                    <a:lnTo>
                      <a:pt x="44373" y="0"/>
                    </a:lnTo>
                    <a:cubicBezTo>
                      <a:pt x="50184" y="0"/>
                      <a:pt x="52242" y="1319"/>
                      <a:pt x="54725" y="6237"/>
                    </a:cubicBezTo>
                    <a:lnTo>
                      <a:pt x="138930" y="168216"/>
                    </a:lnTo>
                    <a:lnTo>
                      <a:pt x="139898" y="168216"/>
                    </a:lnTo>
                    <a:lnTo>
                      <a:pt x="139898" y="1451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 228">
                <a:extLst>
                  <a:ext uri="{FF2B5EF4-FFF2-40B4-BE49-F238E27FC236}">
                    <a16:creationId xmlns:a16="http://schemas.microsoft.com/office/drawing/2014/main" id="{E32A75E1-A2BF-0EE4-DF9A-C581F0DD31B1}"/>
                  </a:ext>
                </a:extLst>
              </p:cNvPr>
              <p:cNvSpPr/>
              <p:nvPr/>
            </p:nvSpPr>
            <p:spPr>
              <a:xfrm>
                <a:off x="9852104" y="377077"/>
                <a:ext cx="69131" cy="183688"/>
              </a:xfrm>
              <a:custGeom>
                <a:avLst/>
                <a:gdLst>
                  <a:gd name="connsiteX0" fmla="*/ 0 w 69131"/>
                  <a:gd name="connsiteY0" fmla="*/ 0 h 183688"/>
                  <a:gd name="connsiteX1" fmla="*/ 0 w 69131"/>
                  <a:gd name="connsiteY1" fmla="*/ 14573 h 183688"/>
                  <a:gd name="connsiteX2" fmla="*/ 27301 w 69131"/>
                  <a:gd name="connsiteY2" fmla="*/ 14573 h 183688"/>
                  <a:gd name="connsiteX3" fmla="*/ 27301 w 69131"/>
                  <a:gd name="connsiteY3" fmla="*/ 169116 h 183688"/>
                  <a:gd name="connsiteX4" fmla="*/ 0 w 69131"/>
                  <a:gd name="connsiteY4" fmla="*/ 169116 h 183688"/>
                  <a:gd name="connsiteX5" fmla="*/ 0 w 69131"/>
                  <a:gd name="connsiteY5" fmla="*/ 183689 h 183688"/>
                  <a:gd name="connsiteX6" fmla="*/ 69131 w 69131"/>
                  <a:gd name="connsiteY6" fmla="*/ 183689 h 183688"/>
                  <a:gd name="connsiteX7" fmla="*/ 69131 w 69131"/>
                  <a:gd name="connsiteY7" fmla="*/ 169116 h 183688"/>
                  <a:gd name="connsiteX8" fmla="*/ 42193 w 69131"/>
                  <a:gd name="connsiteY8" fmla="*/ 169116 h 183688"/>
                  <a:gd name="connsiteX9" fmla="*/ 42193 w 69131"/>
                  <a:gd name="connsiteY9" fmla="*/ 14573 h 183688"/>
                  <a:gd name="connsiteX10" fmla="*/ 69131 w 69131"/>
                  <a:gd name="connsiteY10" fmla="*/ 14573 h 183688"/>
                  <a:gd name="connsiteX11" fmla="*/ 69131 w 69131"/>
                  <a:gd name="connsiteY11" fmla="*/ 0 h 183688"/>
                  <a:gd name="connsiteX12" fmla="*/ 0 w 69131"/>
                  <a:gd name="connsiteY1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1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7301" y="14573"/>
                    </a:lnTo>
                    <a:lnTo>
                      <a:pt x="27301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69131" y="183689"/>
                    </a:lnTo>
                    <a:lnTo>
                      <a:pt x="69131" y="169116"/>
                    </a:lnTo>
                    <a:lnTo>
                      <a:pt x="42193" y="169116"/>
                    </a:lnTo>
                    <a:lnTo>
                      <a:pt x="42193" y="14573"/>
                    </a:lnTo>
                    <a:lnTo>
                      <a:pt x="69131" y="14573"/>
                    </a:lnTo>
                    <a:lnTo>
                      <a:pt x="6913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 229">
                <a:extLst>
                  <a:ext uri="{FF2B5EF4-FFF2-40B4-BE49-F238E27FC236}">
                    <a16:creationId xmlns:a16="http://schemas.microsoft.com/office/drawing/2014/main" id="{8E752934-6661-1909-4EDE-A67C9514EFEF}"/>
                  </a:ext>
                </a:extLst>
              </p:cNvPr>
              <p:cNvSpPr/>
              <p:nvPr/>
            </p:nvSpPr>
            <p:spPr>
              <a:xfrm>
                <a:off x="9939154" y="377077"/>
                <a:ext cx="182939" cy="184768"/>
              </a:xfrm>
              <a:custGeom>
                <a:avLst/>
                <a:gdLst>
                  <a:gd name="connsiteX0" fmla="*/ 121 w 182939"/>
                  <a:gd name="connsiteY0" fmla="*/ 14573 h 184768"/>
                  <a:gd name="connsiteX1" fmla="*/ 121 w 182939"/>
                  <a:gd name="connsiteY1" fmla="*/ 0 h 184768"/>
                  <a:gd name="connsiteX2" fmla="*/ 66105 w 182939"/>
                  <a:gd name="connsiteY2" fmla="*/ 0 h 184768"/>
                  <a:gd name="connsiteX3" fmla="*/ 66105 w 182939"/>
                  <a:gd name="connsiteY3" fmla="*/ 14573 h 184768"/>
                  <a:gd name="connsiteX4" fmla="*/ 40559 w 182939"/>
                  <a:gd name="connsiteY4" fmla="*/ 14573 h 184768"/>
                  <a:gd name="connsiteX5" fmla="*/ 88927 w 182939"/>
                  <a:gd name="connsiteY5" fmla="*/ 169176 h 184768"/>
                  <a:gd name="connsiteX6" fmla="*/ 93952 w 182939"/>
                  <a:gd name="connsiteY6" fmla="*/ 169176 h 184768"/>
                  <a:gd name="connsiteX7" fmla="*/ 142562 w 182939"/>
                  <a:gd name="connsiteY7" fmla="*/ 14573 h 184768"/>
                  <a:gd name="connsiteX8" fmla="*/ 117985 w 182939"/>
                  <a:gd name="connsiteY8" fmla="*/ 14573 h 184768"/>
                  <a:gd name="connsiteX9" fmla="*/ 117985 w 182939"/>
                  <a:gd name="connsiteY9" fmla="*/ 0 h 184768"/>
                  <a:gd name="connsiteX10" fmla="*/ 182940 w 182939"/>
                  <a:gd name="connsiteY10" fmla="*/ 0 h 184768"/>
                  <a:gd name="connsiteX11" fmla="*/ 182940 w 182939"/>
                  <a:gd name="connsiteY11" fmla="*/ 14573 h 184768"/>
                  <a:gd name="connsiteX12" fmla="*/ 159028 w 182939"/>
                  <a:gd name="connsiteY12" fmla="*/ 14573 h 184768"/>
                  <a:gd name="connsiteX13" fmla="*/ 105454 w 182939"/>
                  <a:gd name="connsiteY13" fmla="*/ 177692 h 184768"/>
                  <a:gd name="connsiteX14" fmla="*/ 94860 w 182939"/>
                  <a:gd name="connsiteY14" fmla="*/ 184768 h 184768"/>
                  <a:gd name="connsiteX15" fmla="*/ 87717 w 182939"/>
                  <a:gd name="connsiteY15" fmla="*/ 184768 h 184768"/>
                  <a:gd name="connsiteX16" fmla="*/ 77123 w 182939"/>
                  <a:gd name="connsiteY16" fmla="*/ 177692 h 184768"/>
                  <a:gd name="connsiteX17" fmla="*/ 23851 w 182939"/>
                  <a:gd name="connsiteY17" fmla="*/ 14573 h 184768"/>
                  <a:gd name="connsiteX18" fmla="*/ 0 w 182939"/>
                  <a:gd name="connsiteY18" fmla="*/ 14573 h 18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2939" h="184768">
                    <a:moveTo>
                      <a:pt x="121" y="14573"/>
                    </a:moveTo>
                    <a:lnTo>
                      <a:pt x="121" y="0"/>
                    </a:lnTo>
                    <a:lnTo>
                      <a:pt x="66105" y="0"/>
                    </a:lnTo>
                    <a:lnTo>
                      <a:pt x="66105" y="14573"/>
                    </a:lnTo>
                    <a:lnTo>
                      <a:pt x="40559" y="14573"/>
                    </a:lnTo>
                    <a:lnTo>
                      <a:pt x="88927" y="169176"/>
                    </a:lnTo>
                    <a:lnTo>
                      <a:pt x="93952" y="169176"/>
                    </a:lnTo>
                    <a:lnTo>
                      <a:pt x="142562" y="14573"/>
                    </a:lnTo>
                    <a:lnTo>
                      <a:pt x="117985" y="14573"/>
                    </a:lnTo>
                    <a:lnTo>
                      <a:pt x="117985" y="0"/>
                    </a:lnTo>
                    <a:lnTo>
                      <a:pt x="182940" y="0"/>
                    </a:lnTo>
                    <a:lnTo>
                      <a:pt x="182940" y="14573"/>
                    </a:lnTo>
                    <a:lnTo>
                      <a:pt x="159028" y="14573"/>
                    </a:lnTo>
                    <a:lnTo>
                      <a:pt x="105454" y="177692"/>
                    </a:lnTo>
                    <a:cubicBezTo>
                      <a:pt x="103093" y="184288"/>
                      <a:pt x="102064" y="184768"/>
                      <a:pt x="94860" y="184768"/>
                    </a:cubicBezTo>
                    <a:lnTo>
                      <a:pt x="87717" y="184768"/>
                    </a:lnTo>
                    <a:cubicBezTo>
                      <a:pt x="80876" y="184768"/>
                      <a:pt x="78939" y="183209"/>
                      <a:pt x="77123" y="177692"/>
                    </a:cubicBezTo>
                    <a:lnTo>
                      <a:pt x="23851" y="14573"/>
                    </a:lnTo>
                    <a:lnTo>
                      <a:pt x="0" y="1457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 230">
                <a:extLst>
                  <a:ext uri="{FF2B5EF4-FFF2-40B4-BE49-F238E27FC236}">
                    <a16:creationId xmlns:a16="http://schemas.microsoft.com/office/drawing/2014/main" id="{638C2A20-05A3-CED7-7437-5B6E16A1817F}"/>
                  </a:ext>
                </a:extLst>
              </p:cNvPr>
              <p:cNvSpPr/>
              <p:nvPr/>
            </p:nvSpPr>
            <p:spPr>
              <a:xfrm>
                <a:off x="10140315" y="377077"/>
                <a:ext cx="141047" cy="183688"/>
              </a:xfrm>
              <a:custGeom>
                <a:avLst/>
                <a:gdLst>
                  <a:gd name="connsiteX0" fmla="*/ 0 w 141047"/>
                  <a:gd name="connsiteY0" fmla="*/ 0 h 183688"/>
                  <a:gd name="connsiteX1" fmla="*/ 0 w 141047"/>
                  <a:gd name="connsiteY1" fmla="*/ 14573 h 183688"/>
                  <a:gd name="connsiteX2" fmla="*/ 25062 w 141047"/>
                  <a:gd name="connsiteY2" fmla="*/ 14573 h 183688"/>
                  <a:gd name="connsiteX3" fmla="*/ 25062 w 141047"/>
                  <a:gd name="connsiteY3" fmla="*/ 169116 h 183688"/>
                  <a:gd name="connsiteX4" fmla="*/ 0 w 141047"/>
                  <a:gd name="connsiteY4" fmla="*/ 169116 h 183688"/>
                  <a:gd name="connsiteX5" fmla="*/ 0 w 141047"/>
                  <a:gd name="connsiteY5" fmla="*/ 183689 h 183688"/>
                  <a:gd name="connsiteX6" fmla="*/ 141048 w 141047"/>
                  <a:gd name="connsiteY6" fmla="*/ 183689 h 183688"/>
                  <a:gd name="connsiteX7" fmla="*/ 141048 w 141047"/>
                  <a:gd name="connsiteY7" fmla="*/ 144708 h 183688"/>
                  <a:gd name="connsiteX8" fmla="*/ 126399 w 141047"/>
                  <a:gd name="connsiteY8" fmla="*/ 144708 h 183688"/>
                  <a:gd name="connsiteX9" fmla="*/ 126399 w 141047"/>
                  <a:gd name="connsiteY9" fmla="*/ 169116 h 183688"/>
                  <a:gd name="connsiteX10" fmla="*/ 40014 w 141047"/>
                  <a:gd name="connsiteY10" fmla="*/ 169116 h 183688"/>
                  <a:gd name="connsiteX11" fmla="*/ 40014 w 141047"/>
                  <a:gd name="connsiteY11" fmla="*/ 95712 h 183688"/>
                  <a:gd name="connsiteX12" fmla="*/ 104848 w 141047"/>
                  <a:gd name="connsiteY12" fmla="*/ 95712 h 183688"/>
                  <a:gd name="connsiteX13" fmla="*/ 104848 w 141047"/>
                  <a:gd name="connsiteY13" fmla="*/ 81140 h 183688"/>
                  <a:gd name="connsiteX14" fmla="*/ 40014 w 141047"/>
                  <a:gd name="connsiteY14" fmla="*/ 81140 h 183688"/>
                  <a:gd name="connsiteX15" fmla="*/ 40014 w 141047"/>
                  <a:gd name="connsiteY15" fmla="*/ 14573 h 183688"/>
                  <a:gd name="connsiteX16" fmla="*/ 126399 w 141047"/>
                  <a:gd name="connsiteY16" fmla="*/ 14573 h 183688"/>
                  <a:gd name="connsiteX17" fmla="*/ 126399 w 141047"/>
                  <a:gd name="connsiteY17" fmla="*/ 38141 h 183688"/>
                  <a:gd name="connsiteX18" fmla="*/ 141048 w 141047"/>
                  <a:gd name="connsiteY18" fmla="*/ 38141 h 183688"/>
                  <a:gd name="connsiteX19" fmla="*/ 141048 w 141047"/>
                  <a:gd name="connsiteY19" fmla="*/ 0 h 183688"/>
                  <a:gd name="connsiteX20" fmla="*/ 0 w 141047"/>
                  <a:gd name="connsiteY20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1047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5062" y="14573"/>
                    </a:lnTo>
                    <a:lnTo>
                      <a:pt x="25062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141048" y="183689"/>
                    </a:lnTo>
                    <a:lnTo>
                      <a:pt x="141048" y="144708"/>
                    </a:lnTo>
                    <a:lnTo>
                      <a:pt x="126399" y="144708"/>
                    </a:lnTo>
                    <a:lnTo>
                      <a:pt x="126399" y="169116"/>
                    </a:lnTo>
                    <a:lnTo>
                      <a:pt x="40014" y="169116"/>
                    </a:lnTo>
                    <a:lnTo>
                      <a:pt x="40014" y="95712"/>
                    </a:lnTo>
                    <a:lnTo>
                      <a:pt x="104848" y="95712"/>
                    </a:lnTo>
                    <a:lnTo>
                      <a:pt x="104848" y="81140"/>
                    </a:lnTo>
                    <a:lnTo>
                      <a:pt x="40014" y="81140"/>
                    </a:lnTo>
                    <a:lnTo>
                      <a:pt x="40014" y="14573"/>
                    </a:lnTo>
                    <a:lnTo>
                      <a:pt x="126399" y="14573"/>
                    </a:lnTo>
                    <a:lnTo>
                      <a:pt x="126399" y="38141"/>
                    </a:lnTo>
                    <a:lnTo>
                      <a:pt x="141048" y="38141"/>
                    </a:lnTo>
                    <a:lnTo>
                      <a:pt x="14104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 231">
                <a:extLst>
                  <a:ext uri="{FF2B5EF4-FFF2-40B4-BE49-F238E27FC236}">
                    <a16:creationId xmlns:a16="http://schemas.microsoft.com/office/drawing/2014/main" id="{31542ED4-F2D5-8745-F647-5E2B9C416581}"/>
                  </a:ext>
                </a:extLst>
              </p:cNvPr>
              <p:cNvSpPr/>
              <p:nvPr/>
            </p:nvSpPr>
            <p:spPr>
              <a:xfrm>
                <a:off x="10310360" y="377137"/>
                <a:ext cx="169016" cy="183628"/>
              </a:xfrm>
              <a:custGeom>
                <a:avLst/>
                <a:gdLst>
                  <a:gd name="connsiteX0" fmla="*/ 142501 w 169016"/>
                  <a:gd name="connsiteY0" fmla="*/ 169056 h 183628"/>
                  <a:gd name="connsiteX1" fmla="*/ 169016 w 169016"/>
                  <a:gd name="connsiteY1" fmla="*/ 169056 h 183628"/>
                  <a:gd name="connsiteX2" fmla="*/ 169016 w 169016"/>
                  <a:gd name="connsiteY2" fmla="*/ 183629 h 183628"/>
                  <a:gd name="connsiteX3" fmla="*/ 140624 w 169016"/>
                  <a:gd name="connsiteY3" fmla="*/ 183629 h 183628"/>
                  <a:gd name="connsiteX4" fmla="*/ 130818 w 169016"/>
                  <a:gd name="connsiteY4" fmla="*/ 180990 h 183628"/>
                  <a:gd name="connsiteX5" fmla="*/ 125793 w 169016"/>
                  <a:gd name="connsiteY5" fmla="*/ 136672 h 183628"/>
                  <a:gd name="connsiteX6" fmla="*/ 118650 w 169016"/>
                  <a:gd name="connsiteY6" fmla="*/ 105667 h 183628"/>
                  <a:gd name="connsiteX7" fmla="*/ 97160 w 169016"/>
                  <a:gd name="connsiteY7" fmla="*/ 100810 h 183628"/>
                  <a:gd name="connsiteX8" fmla="*/ 40014 w 169016"/>
                  <a:gd name="connsiteY8" fmla="*/ 100810 h 183628"/>
                  <a:gd name="connsiteX9" fmla="*/ 40014 w 169016"/>
                  <a:gd name="connsiteY9" fmla="*/ 169056 h 183628"/>
                  <a:gd name="connsiteX10" fmla="*/ 68345 w 169016"/>
                  <a:gd name="connsiteY10" fmla="*/ 169056 h 183628"/>
                  <a:gd name="connsiteX11" fmla="*/ 68345 w 169016"/>
                  <a:gd name="connsiteY11" fmla="*/ 183629 h 183628"/>
                  <a:gd name="connsiteX12" fmla="*/ 0 w 169016"/>
                  <a:gd name="connsiteY12" fmla="*/ 183629 h 183628"/>
                  <a:gd name="connsiteX13" fmla="*/ 0 w 169016"/>
                  <a:gd name="connsiteY13" fmla="*/ 169056 h 183628"/>
                  <a:gd name="connsiteX14" fmla="*/ 25364 w 169016"/>
                  <a:gd name="connsiteY14" fmla="*/ 169056 h 183628"/>
                  <a:gd name="connsiteX15" fmla="*/ 25364 w 169016"/>
                  <a:gd name="connsiteY15" fmla="*/ 14513 h 183628"/>
                  <a:gd name="connsiteX16" fmla="*/ 0 w 169016"/>
                  <a:gd name="connsiteY16" fmla="*/ 14513 h 183628"/>
                  <a:gd name="connsiteX17" fmla="*/ 0 w 169016"/>
                  <a:gd name="connsiteY17" fmla="*/ 0 h 183628"/>
                  <a:gd name="connsiteX18" fmla="*/ 102184 w 169016"/>
                  <a:gd name="connsiteY18" fmla="*/ 0 h 183628"/>
                  <a:gd name="connsiteX19" fmla="*/ 129547 w 169016"/>
                  <a:gd name="connsiteY19" fmla="*/ 7856 h 183628"/>
                  <a:gd name="connsiteX20" fmla="*/ 140927 w 169016"/>
                  <a:gd name="connsiteY20" fmla="*/ 49595 h 183628"/>
                  <a:gd name="connsiteX21" fmla="*/ 115441 w 169016"/>
                  <a:gd name="connsiteY21" fmla="*/ 93973 h 183628"/>
                  <a:gd name="connsiteX22" fmla="*/ 119437 w 169016"/>
                  <a:gd name="connsiteY22" fmla="*/ 94513 h 183628"/>
                  <a:gd name="connsiteX23" fmla="*/ 140382 w 169016"/>
                  <a:gd name="connsiteY23" fmla="*/ 136492 h 183628"/>
                  <a:gd name="connsiteX24" fmla="*/ 142501 w 169016"/>
                  <a:gd name="connsiteY24" fmla="*/ 169116 h 183628"/>
                  <a:gd name="connsiteX25" fmla="*/ 142501 w 169016"/>
                  <a:gd name="connsiteY25" fmla="*/ 169116 h 183628"/>
                  <a:gd name="connsiteX26" fmla="*/ 97887 w 169016"/>
                  <a:gd name="connsiteY26" fmla="*/ 86237 h 183628"/>
                  <a:gd name="connsiteX27" fmla="*/ 117621 w 169016"/>
                  <a:gd name="connsiteY27" fmla="*/ 81080 h 183628"/>
                  <a:gd name="connsiteX28" fmla="*/ 125975 w 169016"/>
                  <a:gd name="connsiteY28" fmla="*/ 49775 h 183628"/>
                  <a:gd name="connsiteX29" fmla="*/ 117984 w 169016"/>
                  <a:gd name="connsiteY29" fmla="*/ 19250 h 183628"/>
                  <a:gd name="connsiteX30" fmla="*/ 98371 w 169016"/>
                  <a:gd name="connsiteY30" fmla="*/ 14513 h 183628"/>
                  <a:gd name="connsiteX31" fmla="*/ 39953 w 169016"/>
                  <a:gd name="connsiteY31" fmla="*/ 14513 h 183628"/>
                  <a:gd name="connsiteX32" fmla="*/ 39953 w 169016"/>
                  <a:gd name="connsiteY32" fmla="*/ 86237 h 183628"/>
                  <a:gd name="connsiteX33" fmla="*/ 97826 w 169016"/>
                  <a:gd name="connsiteY33" fmla="*/ 86237 h 18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69016" h="183628">
                    <a:moveTo>
                      <a:pt x="142501" y="169056"/>
                    </a:moveTo>
                    <a:lnTo>
                      <a:pt x="169016" y="169056"/>
                    </a:lnTo>
                    <a:lnTo>
                      <a:pt x="169016" y="183629"/>
                    </a:lnTo>
                    <a:lnTo>
                      <a:pt x="140624" y="183629"/>
                    </a:lnTo>
                    <a:cubicBezTo>
                      <a:pt x="135358" y="183629"/>
                      <a:pt x="132695" y="182849"/>
                      <a:pt x="130818" y="180990"/>
                    </a:cubicBezTo>
                    <a:cubicBezTo>
                      <a:pt x="127912" y="178051"/>
                      <a:pt x="126822" y="174213"/>
                      <a:pt x="125793" y="136672"/>
                    </a:cubicBezTo>
                    <a:cubicBezTo>
                      <a:pt x="125006" y="115623"/>
                      <a:pt x="122585" y="109626"/>
                      <a:pt x="118650" y="105667"/>
                    </a:cubicBezTo>
                    <a:cubicBezTo>
                      <a:pt x="114413" y="101170"/>
                      <a:pt x="108540" y="100810"/>
                      <a:pt x="97160" y="100810"/>
                    </a:cubicBezTo>
                    <a:lnTo>
                      <a:pt x="40014" y="100810"/>
                    </a:lnTo>
                    <a:lnTo>
                      <a:pt x="40014" y="169056"/>
                    </a:lnTo>
                    <a:lnTo>
                      <a:pt x="68345" y="169056"/>
                    </a:lnTo>
                    <a:lnTo>
                      <a:pt x="68345" y="183629"/>
                    </a:lnTo>
                    <a:lnTo>
                      <a:pt x="0" y="183629"/>
                    </a:lnTo>
                    <a:lnTo>
                      <a:pt x="0" y="169056"/>
                    </a:lnTo>
                    <a:lnTo>
                      <a:pt x="25364" y="169056"/>
                    </a:lnTo>
                    <a:lnTo>
                      <a:pt x="25364" y="14513"/>
                    </a:lnTo>
                    <a:lnTo>
                      <a:pt x="0" y="14513"/>
                    </a:lnTo>
                    <a:lnTo>
                      <a:pt x="0" y="0"/>
                    </a:lnTo>
                    <a:lnTo>
                      <a:pt x="102184" y="0"/>
                    </a:lnTo>
                    <a:cubicBezTo>
                      <a:pt x="115805" y="0"/>
                      <a:pt x="123735" y="1799"/>
                      <a:pt x="129547" y="7856"/>
                    </a:cubicBezTo>
                    <a:cubicBezTo>
                      <a:pt x="136750" y="14933"/>
                      <a:pt x="140927" y="23328"/>
                      <a:pt x="140927" y="49595"/>
                    </a:cubicBezTo>
                    <a:cubicBezTo>
                      <a:pt x="140927" y="81140"/>
                      <a:pt x="131908" y="89775"/>
                      <a:pt x="115441" y="93973"/>
                    </a:cubicBezTo>
                    <a:lnTo>
                      <a:pt x="119437" y="94513"/>
                    </a:lnTo>
                    <a:cubicBezTo>
                      <a:pt x="136629" y="97931"/>
                      <a:pt x="139050" y="104948"/>
                      <a:pt x="140382" y="136492"/>
                    </a:cubicBezTo>
                    <a:cubicBezTo>
                      <a:pt x="141411" y="160600"/>
                      <a:pt x="141714" y="162759"/>
                      <a:pt x="142501" y="169116"/>
                    </a:cubicBezTo>
                    <a:lnTo>
                      <a:pt x="142501" y="169116"/>
                    </a:lnTo>
                    <a:close/>
                    <a:moveTo>
                      <a:pt x="97887" y="86237"/>
                    </a:moveTo>
                    <a:cubicBezTo>
                      <a:pt x="108722" y="86237"/>
                      <a:pt x="113989" y="84738"/>
                      <a:pt x="117621" y="81080"/>
                    </a:cubicBezTo>
                    <a:cubicBezTo>
                      <a:pt x="121314" y="77362"/>
                      <a:pt x="125975" y="72144"/>
                      <a:pt x="125975" y="49775"/>
                    </a:cubicBezTo>
                    <a:cubicBezTo>
                      <a:pt x="125975" y="27406"/>
                      <a:pt x="122040" y="23208"/>
                      <a:pt x="117984" y="19250"/>
                    </a:cubicBezTo>
                    <a:cubicBezTo>
                      <a:pt x="114292" y="15592"/>
                      <a:pt x="108480" y="14513"/>
                      <a:pt x="98371" y="14513"/>
                    </a:cubicBezTo>
                    <a:lnTo>
                      <a:pt x="39953" y="14513"/>
                    </a:lnTo>
                    <a:lnTo>
                      <a:pt x="39953" y="86237"/>
                    </a:lnTo>
                    <a:lnTo>
                      <a:pt x="97826" y="86237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 232">
                <a:extLst>
                  <a:ext uri="{FF2B5EF4-FFF2-40B4-BE49-F238E27FC236}">
                    <a16:creationId xmlns:a16="http://schemas.microsoft.com/office/drawing/2014/main" id="{4445A81E-805C-354E-3311-68896280CAA4}"/>
                  </a:ext>
                </a:extLst>
              </p:cNvPr>
              <p:cNvSpPr/>
              <p:nvPr/>
            </p:nvSpPr>
            <p:spPr>
              <a:xfrm>
                <a:off x="10505345" y="376957"/>
                <a:ext cx="131968" cy="183808"/>
              </a:xfrm>
              <a:custGeom>
                <a:avLst/>
                <a:gdLst>
                  <a:gd name="connsiteX0" fmla="*/ 121072 w 131968"/>
                  <a:gd name="connsiteY0" fmla="*/ 175953 h 183808"/>
                  <a:gd name="connsiteX1" fmla="*/ 95102 w 131968"/>
                  <a:gd name="connsiteY1" fmla="*/ 183809 h 183808"/>
                  <a:gd name="connsiteX2" fmla="*/ 35474 w 131968"/>
                  <a:gd name="connsiteY2" fmla="*/ 183809 h 183808"/>
                  <a:gd name="connsiteX3" fmla="*/ 9565 w 131968"/>
                  <a:gd name="connsiteY3" fmla="*/ 176492 h 183808"/>
                  <a:gd name="connsiteX4" fmla="*/ 0 w 131968"/>
                  <a:gd name="connsiteY4" fmla="*/ 130255 h 183808"/>
                  <a:gd name="connsiteX5" fmla="*/ 14589 w 131968"/>
                  <a:gd name="connsiteY5" fmla="*/ 130255 h 183808"/>
                  <a:gd name="connsiteX6" fmla="*/ 20764 w 131968"/>
                  <a:gd name="connsiteY6" fmla="*/ 164198 h 183808"/>
                  <a:gd name="connsiteX7" fmla="*/ 38259 w 131968"/>
                  <a:gd name="connsiteY7" fmla="*/ 169236 h 183808"/>
                  <a:gd name="connsiteX8" fmla="*/ 93709 w 131968"/>
                  <a:gd name="connsiteY8" fmla="*/ 169236 h 183808"/>
                  <a:gd name="connsiteX9" fmla="*/ 111750 w 131968"/>
                  <a:gd name="connsiteY9" fmla="*/ 163959 h 183808"/>
                  <a:gd name="connsiteX10" fmla="*/ 116350 w 131968"/>
                  <a:gd name="connsiteY10" fmla="*/ 135233 h 183808"/>
                  <a:gd name="connsiteX11" fmla="*/ 112294 w 131968"/>
                  <a:gd name="connsiteY11" fmla="*/ 109386 h 183808"/>
                  <a:gd name="connsiteX12" fmla="*/ 92196 w 131968"/>
                  <a:gd name="connsiteY12" fmla="*/ 103509 h 183808"/>
                  <a:gd name="connsiteX13" fmla="*/ 38804 w 131968"/>
                  <a:gd name="connsiteY13" fmla="*/ 97452 h 183808"/>
                  <a:gd name="connsiteX14" fmla="*/ 11139 w 131968"/>
                  <a:gd name="connsiteY14" fmla="*/ 85877 h 183808"/>
                  <a:gd name="connsiteX15" fmla="*/ 2603 w 131968"/>
                  <a:gd name="connsiteY15" fmla="*/ 48276 h 183808"/>
                  <a:gd name="connsiteX16" fmla="*/ 13137 w 131968"/>
                  <a:gd name="connsiteY16" fmla="*/ 7856 h 183808"/>
                  <a:gd name="connsiteX17" fmla="*/ 38925 w 131968"/>
                  <a:gd name="connsiteY17" fmla="*/ 0 h 183808"/>
                  <a:gd name="connsiteX18" fmla="*/ 92741 w 131968"/>
                  <a:gd name="connsiteY18" fmla="*/ 0 h 183808"/>
                  <a:gd name="connsiteX19" fmla="*/ 118711 w 131968"/>
                  <a:gd name="connsiteY19" fmla="*/ 7376 h 183808"/>
                  <a:gd name="connsiteX20" fmla="*/ 128154 w 131968"/>
                  <a:gd name="connsiteY20" fmla="*/ 51994 h 183808"/>
                  <a:gd name="connsiteX21" fmla="*/ 113383 w 131968"/>
                  <a:gd name="connsiteY21" fmla="*/ 51994 h 183808"/>
                  <a:gd name="connsiteX22" fmla="*/ 107269 w 131968"/>
                  <a:gd name="connsiteY22" fmla="*/ 19550 h 183808"/>
                  <a:gd name="connsiteX23" fmla="*/ 89775 w 131968"/>
                  <a:gd name="connsiteY23" fmla="*/ 14573 h 183808"/>
                  <a:gd name="connsiteX24" fmla="*/ 42375 w 131968"/>
                  <a:gd name="connsiteY24" fmla="*/ 14573 h 183808"/>
                  <a:gd name="connsiteX25" fmla="*/ 24335 w 131968"/>
                  <a:gd name="connsiteY25" fmla="*/ 19790 h 183808"/>
                  <a:gd name="connsiteX26" fmla="*/ 17919 w 131968"/>
                  <a:gd name="connsiteY26" fmla="*/ 48036 h 183808"/>
                  <a:gd name="connsiteX27" fmla="*/ 23730 w 131968"/>
                  <a:gd name="connsiteY27" fmla="*/ 76162 h 183808"/>
                  <a:gd name="connsiteX28" fmla="*/ 43949 w 131968"/>
                  <a:gd name="connsiteY28" fmla="*/ 81859 h 183808"/>
                  <a:gd name="connsiteX29" fmla="*/ 95647 w 131968"/>
                  <a:gd name="connsiteY29" fmla="*/ 87137 h 183808"/>
                  <a:gd name="connsiteX30" fmla="*/ 123251 w 131968"/>
                  <a:gd name="connsiteY30" fmla="*/ 96072 h 183808"/>
                  <a:gd name="connsiteX31" fmla="*/ 131968 w 131968"/>
                  <a:gd name="connsiteY31" fmla="*/ 135233 h 183808"/>
                  <a:gd name="connsiteX32" fmla="*/ 121072 w 131968"/>
                  <a:gd name="connsiteY32" fmla="*/ 175893 h 183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31968" h="183808">
                    <a:moveTo>
                      <a:pt x="121072" y="175953"/>
                    </a:moveTo>
                    <a:cubicBezTo>
                      <a:pt x="116290" y="180990"/>
                      <a:pt x="108904" y="183809"/>
                      <a:pt x="95102" y="183809"/>
                    </a:cubicBezTo>
                    <a:lnTo>
                      <a:pt x="35474" y="183809"/>
                    </a:lnTo>
                    <a:cubicBezTo>
                      <a:pt x="22277" y="183809"/>
                      <a:pt x="15134" y="181710"/>
                      <a:pt x="9565" y="176492"/>
                    </a:cubicBezTo>
                    <a:cubicBezTo>
                      <a:pt x="2966" y="169596"/>
                      <a:pt x="0" y="163599"/>
                      <a:pt x="0" y="130255"/>
                    </a:cubicBezTo>
                    <a:lnTo>
                      <a:pt x="14589" y="130255"/>
                    </a:lnTo>
                    <a:cubicBezTo>
                      <a:pt x="14892" y="158621"/>
                      <a:pt x="16769" y="160240"/>
                      <a:pt x="20764" y="164198"/>
                    </a:cubicBezTo>
                    <a:cubicBezTo>
                      <a:pt x="24457" y="167917"/>
                      <a:pt x="29239" y="169236"/>
                      <a:pt x="38259" y="169236"/>
                    </a:cubicBezTo>
                    <a:lnTo>
                      <a:pt x="93709" y="169236"/>
                    </a:lnTo>
                    <a:cubicBezTo>
                      <a:pt x="103274" y="169236"/>
                      <a:pt x="108056" y="167677"/>
                      <a:pt x="111750" y="163959"/>
                    </a:cubicBezTo>
                    <a:cubicBezTo>
                      <a:pt x="116229" y="159761"/>
                      <a:pt x="116350" y="154663"/>
                      <a:pt x="116350" y="135233"/>
                    </a:cubicBezTo>
                    <a:cubicBezTo>
                      <a:pt x="116350" y="115802"/>
                      <a:pt x="117077" y="114123"/>
                      <a:pt x="112294" y="109386"/>
                    </a:cubicBezTo>
                    <a:cubicBezTo>
                      <a:pt x="108843" y="105967"/>
                      <a:pt x="104848" y="105368"/>
                      <a:pt x="92196" y="103509"/>
                    </a:cubicBezTo>
                    <a:lnTo>
                      <a:pt x="38804" y="97452"/>
                    </a:lnTo>
                    <a:cubicBezTo>
                      <a:pt x="22640" y="95772"/>
                      <a:pt x="15860" y="90555"/>
                      <a:pt x="11139" y="85877"/>
                    </a:cubicBezTo>
                    <a:cubicBezTo>
                      <a:pt x="5267" y="80000"/>
                      <a:pt x="2603" y="71664"/>
                      <a:pt x="2603" y="48276"/>
                    </a:cubicBezTo>
                    <a:cubicBezTo>
                      <a:pt x="2603" y="26747"/>
                      <a:pt x="5570" y="15472"/>
                      <a:pt x="13137" y="7856"/>
                    </a:cubicBezTo>
                    <a:cubicBezTo>
                      <a:pt x="18282" y="2879"/>
                      <a:pt x="25425" y="0"/>
                      <a:pt x="38925" y="0"/>
                    </a:cubicBezTo>
                    <a:lnTo>
                      <a:pt x="92741" y="0"/>
                    </a:lnTo>
                    <a:cubicBezTo>
                      <a:pt x="105998" y="0"/>
                      <a:pt x="113202" y="2099"/>
                      <a:pt x="118711" y="7376"/>
                    </a:cubicBezTo>
                    <a:cubicBezTo>
                      <a:pt x="125854" y="14693"/>
                      <a:pt x="127973" y="22069"/>
                      <a:pt x="128154" y="51994"/>
                    </a:cubicBezTo>
                    <a:lnTo>
                      <a:pt x="113383" y="51994"/>
                    </a:lnTo>
                    <a:cubicBezTo>
                      <a:pt x="113081" y="27047"/>
                      <a:pt x="111568" y="23748"/>
                      <a:pt x="107269" y="19550"/>
                    </a:cubicBezTo>
                    <a:cubicBezTo>
                      <a:pt x="103516" y="15892"/>
                      <a:pt x="98795" y="14573"/>
                      <a:pt x="89775" y="14573"/>
                    </a:cubicBezTo>
                    <a:lnTo>
                      <a:pt x="42375" y="14573"/>
                    </a:lnTo>
                    <a:cubicBezTo>
                      <a:pt x="32750" y="14573"/>
                      <a:pt x="28028" y="16192"/>
                      <a:pt x="24335" y="19790"/>
                    </a:cubicBezTo>
                    <a:cubicBezTo>
                      <a:pt x="19492" y="24528"/>
                      <a:pt x="17919" y="30645"/>
                      <a:pt x="17919" y="48036"/>
                    </a:cubicBezTo>
                    <a:cubicBezTo>
                      <a:pt x="17919" y="67227"/>
                      <a:pt x="19492" y="71904"/>
                      <a:pt x="23730" y="76162"/>
                    </a:cubicBezTo>
                    <a:cubicBezTo>
                      <a:pt x="27180" y="79520"/>
                      <a:pt x="31781" y="80240"/>
                      <a:pt x="43949" y="81859"/>
                    </a:cubicBezTo>
                    <a:lnTo>
                      <a:pt x="95647" y="87137"/>
                    </a:lnTo>
                    <a:cubicBezTo>
                      <a:pt x="110720" y="88696"/>
                      <a:pt x="118408" y="91335"/>
                      <a:pt x="123251" y="96072"/>
                    </a:cubicBezTo>
                    <a:cubicBezTo>
                      <a:pt x="129304" y="102129"/>
                      <a:pt x="131968" y="111305"/>
                      <a:pt x="131968" y="135233"/>
                    </a:cubicBezTo>
                    <a:cubicBezTo>
                      <a:pt x="131968" y="159161"/>
                      <a:pt x="128517" y="168516"/>
                      <a:pt x="121072" y="175893"/>
                    </a:cubicBez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 233">
                <a:extLst>
                  <a:ext uri="{FF2B5EF4-FFF2-40B4-BE49-F238E27FC236}">
                    <a16:creationId xmlns:a16="http://schemas.microsoft.com/office/drawing/2014/main" id="{73D1EF15-916C-0019-E355-7EA257D4E621}"/>
                  </a:ext>
                </a:extLst>
              </p:cNvPr>
              <p:cNvSpPr/>
              <p:nvPr/>
            </p:nvSpPr>
            <p:spPr>
              <a:xfrm>
                <a:off x="10937873" y="377077"/>
                <a:ext cx="174584" cy="183688"/>
              </a:xfrm>
              <a:custGeom>
                <a:avLst/>
                <a:gdLst>
                  <a:gd name="connsiteX0" fmla="*/ 110417 w 174584"/>
                  <a:gd name="connsiteY0" fmla="*/ 0 h 183688"/>
                  <a:gd name="connsiteX1" fmla="*/ 110417 w 174584"/>
                  <a:gd name="connsiteY1" fmla="*/ 14573 h 183688"/>
                  <a:gd name="connsiteX2" fmla="*/ 137053 w 174584"/>
                  <a:gd name="connsiteY2" fmla="*/ 14573 h 183688"/>
                  <a:gd name="connsiteX3" fmla="*/ 88503 w 174584"/>
                  <a:gd name="connsiteY3" fmla="*/ 93673 h 183688"/>
                  <a:gd name="connsiteX4" fmla="*/ 87171 w 174584"/>
                  <a:gd name="connsiteY4" fmla="*/ 93673 h 183688"/>
                  <a:gd name="connsiteX5" fmla="*/ 39227 w 174584"/>
                  <a:gd name="connsiteY5" fmla="*/ 14573 h 183688"/>
                  <a:gd name="connsiteX6" fmla="*/ 65983 w 174584"/>
                  <a:gd name="connsiteY6" fmla="*/ 14573 h 183688"/>
                  <a:gd name="connsiteX7" fmla="*/ 65983 w 174584"/>
                  <a:gd name="connsiteY7" fmla="*/ 0 h 183688"/>
                  <a:gd name="connsiteX8" fmla="*/ 0 w 174584"/>
                  <a:gd name="connsiteY8" fmla="*/ 0 h 183688"/>
                  <a:gd name="connsiteX9" fmla="*/ 0 w 174584"/>
                  <a:gd name="connsiteY9" fmla="*/ 14573 h 183688"/>
                  <a:gd name="connsiteX10" fmla="*/ 21369 w 174584"/>
                  <a:gd name="connsiteY10" fmla="*/ 14573 h 183688"/>
                  <a:gd name="connsiteX11" fmla="*/ 80028 w 174584"/>
                  <a:gd name="connsiteY11" fmla="*/ 106267 h 183688"/>
                  <a:gd name="connsiteX12" fmla="*/ 80028 w 174584"/>
                  <a:gd name="connsiteY12" fmla="*/ 169116 h 183688"/>
                  <a:gd name="connsiteX13" fmla="*/ 52484 w 174584"/>
                  <a:gd name="connsiteY13" fmla="*/ 169116 h 183688"/>
                  <a:gd name="connsiteX14" fmla="*/ 52484 w 174584"/>
                  <a:gd name="connsiteY14" fmla="*/ 183689 h 183688"/>
                  <a:gd name="connsiteX15" fmla="*/ 121859 w 174584"/>
                  <a:gd name="connsiteY15" fmla="*/ 183689 h 183688"/>
                  <a:gd name="connsiteX16" fmla="*/ 121859 w 174584"/>
                  <a:gd name="connsiteY16" fmla="*/ 169116 h 183688"/>
                  <a:gd name="connsiteX17" fmla="*/ 94678 w 174584"/>
                  <a:gd name="connsiteY17" fmla="*/ 169116 h 183688"/>
                  <a:gd name="connsiteX18" fmla="*/ 94678 w 174584"/>
                  <a:gd name="connsiteY18" fmla="*/ 105967 h 183688"/>
                  <a:gd name="connsiteX19" fmla="*/ 152489 w 174584"/>
                  <a:gd name="connsiteY19" fmla="*/ 14573 h 183688"/>
                  <a:gd name="connsiteX20" fmla="*/ 174585 w 174584"/>
                  <a:gd name="connsiteY20" fmla="*/ 14573 h 183688"/>
                  <a:gd name="connsiteX21" fmla="*/ 174585 w 174584"/>
                  <a:gd name="connsiteY21" fmla="*/ 0 h 183688"/>
                  <a:gd name="connsiteX22" fmla="*/ 110417 w 174584"/>
                  <a:gd name="connsiteY2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74584" h="183688">
                    <a:moveTo>
                      <a:pt x="110417" y="0"/>
                    </a:moveTo>
                    <a:lnTo>
                      <a:pt x="110417" y="14573"/>
                    </a:lnTo>
                    <a:lnTo>
                      <a:pt x="137053" y="14573"/>
                    </a:lnTo>
                    <a:lnTo>
                      <a:pt x="88503" y="93673"/>
                    </a:lnTo>
                    <a:lnTo>
                      <a:pt x="87171" y="93673"/>
                    </a:lnTo>
                    <a:lnTo>
                      <a:pt x="39227" y="14573"/>
                    </a:lnTo>
                    <a:lnTo>
                      <a:pt x="65983" y="14573"/>
                    </a:lnTo>
                    <a:lnTo>
                      <a:pt x="65983" y="0"/>
                    </a:lnTo>
                    <a:lnTo>
                      <a:pt x="0" y="0"/>
                    </a:lnTo>
                    <a:lnTo>
                      <a:pt x="0" y="14573"/>
                    </a:lnTo>
                    <a:lnTo>
                      <a:pt x="21369" y="14573"/>
                    </a:lnTo>
                    <a:lnTo>
                      <a:pt x="80028" y="106267"/>
                    </a:lnTo>
                    <a:lnTo>
                      <a:pt x="80028" y="169116"/>
                    </a:lnTo>
                    <a:lnTo>
                      <a:pt x="52484" y="169116"/>
                    </a:lnTo>
                    <a:lnTo>
                      <a:pt x="52484" y="183689"/>
                    </a:lnTo>
                    <a:lnTo>
                      <a:pt x="121859" y="183689"/>
                    </a:lnTo>
                    <a:lnTo>
                      <a:pt x="121859" y="169116"/>
                    </a:lnTo>
                    <a:lnTo>
                      <a:pt x="94678" y="169116"/>
                    </a:lnTo>
                    <a:lnTo>
                      <a:pt x="94678" y="105967"/>
                    </a:lnTo>
                    <a:lnTo>
                      <a:pt x="152489" y="14573"/>
                    </a:lnTo>
                    <a:lnTo>
                      <a:pt x="174585" y="14573"/>
                    </a:lnTo>
                    <a:lnTo>
                      <a:pt x="174585" y="0"/>
                    </a:lnTo>
                    <a:lnTo>
                      <a:pt x="110417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 234">
                <a:extLst>
                  <a:ext uri="{FF2B5EF4-FFF2-40B4-BE49-F238E27FC236}">
                    <a16:creationId xmlns:a16="http://schemas.microsoft.com/office/drawing/2014/main" id="{DFE58702-7130-1E87-3DAB-4C9BBE8ECCE3}"/>
                  </a:ext>
                </a:extLst>
              </p:cNvPr>
              <p:cNvSpPr/>
              <p:nvPr/>
            </p:nvSpPr>
            <p:spPr>
              <a:xfrm>
                <a:off x="10762743" y="377077"/>
                <a:ext cx="152549" cy="183688"/>
              </a:xfrm>
              <a:custGeom>
                <a:avLst/>
                <a:gdLst>
                  <a:gd name="connsiteX0" fmla="*/ 0 w 152549"/>
                  <a:gd name="connsiteY0" fmla="*/ 0 h 183688"/>
                  <a:gd name="connsiteX1" fmla="*/ 0 w 152549"/>
                  <a:gd name="connsiteY1" fmla="*/ 48456 h 183688"/>
                  <a:gd name="connsiteX2" fmla="*/ 14650 w 152549"/>
                  <a:gd name="connsiteY2" fmla="*/ 48456 h 183688"/>
                  <a:gd name="connsiteX3" fmla="*/ 14650 w 152549"/>
                  <a:gd name="connsiteY3" fmla="*/ 11514 h 183688"/>
                  <a:gd name="connsiteX4" fmla="*/ 68950 w 152549"/>
                  <a:gd name="connsiteY4" fmla="*/ 11514 h 183688"/>
                  <a:gd name="connsiteX5" fmla="*/ 68950 w 152549"/>
                  <a:gd name="connsiteY5" fmla="*/ 169116 h 183688"/>
                  <a:gd name="connsiteX6" fmla="*/ 41527 w 152549"/>
                  <a:gd name="connsiteY6" fmla="*/ 169116 h 183688"/>
                  <a:gd name="connsiteX7" fmla="*/ 41527 w 152549"/>
                  <a:gd name="connsiteY7" fmla="*/ 183689 h 183688"/>
                  <a:gd name="connsiteX8" fmla="*/ 110902 w 152549"/>
                  <a:gd name="connsiteY8" fmla="*/ 183689 h 183688"/>
                  <a:gd name="connsiteX9" fmla="*/ 110902 w 152549"/>
                  <a:gd name="connsiteY9" fmla="*/ 169116 h 183688"/>
                  <a:gd name="connsiteX10" fmla="*/ 83600 w 152549"/>
                  <a:gd name="connsiteY10" fmla="*/ 169116 h 183688"/>
                  <a:gd name="connsiteX11" fmla="*/ 83600 w 152549"/>
                  <a:gd name="connsiteY11" fmla="*/ 11514 h 183688"/>
                  <a:gd name="connsiteX12" fmla="*/ 137840 w 152549"/>
                  <a:gd name="connsiteY12" fmla="*/ 11514 h 183688"/>
                  <a:gd name="connsiteX13" fmla="*/ 137840 w 152549"/>
                  <a:gd name="connsiteY13" fmla="*/ 48456 h 183688"/>
                  <a:gd name="connsiteX14" fmla="*/ 152550 w 152549"/>
                  <a:gd name="connsiteY14" fmla="*/ 48456 h 183688"/>
                  <a:gd name="connsiteX15" fmla="*/ 152550 w 152549"/>
                  <a:gd name="connsiteY15" fmla="*/ 0 h 183688"/>
                  <a:gd name="connsiteX16" fmla="*/ 0 w 152549"/>
                  <a:gd name="connsiteY16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2549" h="183688">
                    <a:moveTo>
                      <a:pt x="0" y="0"/>
                    </a:moveTo>
                    <a:lnTo>
                      <a:pt x="0" y="48456"/>
                    </a:lnTo>
                    <a:lnTo>
                      <a:pt x="14650" y="48456"/>
                    </a:lnTo>
                    <a:lnTo>
                      <a:pt x="14650" y="11514"/>
                    </a:lnTo>
                    <a:lnTo>
                      <a:pt x="68950" y="11514"/>
                    </a:lnTo>
                    <a:lnTo>
                      <a:pt x="68950" y="169116"/>
                    </a:lnTo>
                    <a:lnTo>
                      <a:pt x="41527" y="169116"/>
                    </a:lnTo>
                    <a:lnTo>
                      <a:pt x="41527" y="183689"/>
                    </a:lnTo>
                    <a:lnTo>
                      <a:pt x="110902" y="183689"/>
                    </a:lnTo>
                    <a:lnTo>
                      <a:pt x="110902" y="169116"/>
                    </a:lnTo>
                    <a:lnTo>
                      <a:pt x="83600" y="169116"/>
                    </a:lnTo>
                    <a:lnTo>
                      <a:pt x="83600" y="11514"/>
                    </a:lnTo>
                    <a:lnTo>
                      <a:pt x="137840" y="11514"/>
                    </a:lnTo>
                    <a:lnTo>
                      <a:pt x="137840" y="48456"/>
                    </a:lnTo>
                    <a:lnTo>
                      <a:pt x="152550" y="48456"/>
                    </a:lnTo>
                    <a:lnTo>
                      <a:pt x="1525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 235">
                <a:extLst>
                  <a:ext uri="{FF2B5EF4-FFF2-40B4-BE49-F238E27FC236}">
                    <a16:creationId xmlns:a16="http://schemas.microsoft.com/office/drawing/2014/main" id="{EE222568-8AF1-D524-D6FA-568E25AC7CCD}"/>
                  </a:ext>
                </a:extLst>
              </p:cNvPr>
              <p:cNvSpPr/>
              <p:nvPr/>
            </p:nvSpPr>
            <p:spPr>
              <a:xfrm>
                <a:off x="10667460" y="377077"/>
                <a:ext cx="69132" cy="183688"/>
              </a:xfrm>
              <a:custGeom>
                <a:avLst/>
                <a:gdLst>
                  <a:gd name="connsiteX0" fmla="*/ 0 w 69132"/>
                  <a:gd name="connsiteY0" fmla="*/ 0 h 183688"/>
                  <a:gd name="connsiteX1" fmla="*/ 0 w 69132"/>
                  <a:gd name="connsiteY1" fmla="*/ 14573 h 183688"/>
                  <a:gd name="connsiteX2" fmla="*/ 27180 w 69132"/>
                  <a:gd name="connsiteY2" fmla="*/ 14573 h 183688"/>
                  <a:gd name="connsiteX3" fmla="*/ 27180 w 69132"/>
                  <a:gd name="connsiteY3" fmla="*/ 169116 h 183688"/>
                  <a:gd name="connsiteX4" fmla="*/ 0 w 69132"/>
                  <a:gd name="connsiteY4" fmla="*/ 169116 h 183688"/>
                  <a:gd name="connsiteX5" fmla="*/ 0 w 69132"/>
                  <a:gd name="connsiteY5" fmla="*/ 183689 h 183688"/>
                  <a:gd name="connsiteX6" fmla="*/ 69132 w 69132"/>
                  <a:gd name="connsiteY6" fmla="*/ 183689 h 183688"/>
                  <a:gd name="connsiteX7" fmla="*/ 69132 w 69132"/>
                  <a:gd name="connsiteY7" fmla="*/ 169116 h 183688"/>
                  <a:gd name="connsiteX8" fmla="*/ 42133 w 69132"/>
                  <a:gd name="connsiteY8" fmla="*/ 169116 h 183688"/>
                  <a:gd name="connsiteX9" fmla="*/ 42133 w 69132"/>
                  <a:gd name="connsiteY9" fmla="*/ 14573 h 183688"/>
                  <a:gd name="connsiteX10" fmla="*/ 69132 w 69132"/>
                  <a:gd name="connsiteY10" fmla="*/ 14573 h 183688"/>
                  <a:gd name="connsiteX11" fmla="*/ 69132 w 69132"/>
                  <a:gd name="connsiteY11" fmla="*/ 0 h 183688"/>
                  <a:gd name="connsiteX12" fmla="*/ 0 w 69132"/>
                  <a:gd name="connsiteY1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2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7180" y="14573"/>
                    </a:lnTo>
                    <a:lnTo>
                      <a:pt x="27180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69132" y="183689"/>
                    </a:lnTo>
                    <a:lnTo>
                      <a:pt x="69132" y="169116"/>
                    </a:lnTo>
                    <a:lnTo>
                      <a:pt x="42133" y="169116"/>
                    </a:lnTo>
                    <a:lnTo>
                      <a:pt x="42133" y="14573"/>
                    </a:lnTo>
                    <a:lnTo>
                      <a:pt x="69132" y="14573"/>
                    </a:lnTo>
                    <a:lnTo>
                      <a:pt x="6913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" name="Graphic 6">
              <a:extLst>
                <a:ext uri="{FF2B5EF4-FFF2-40B4-BE49-F238E27FC236}">
                  <a16:creationId xmlns:a16="http://schemas.microsoft.com/office/drawing/2014/main" id="{A5DBC5EB-592C-C71F-6751-B96DC3567CA4}"/>
                </a:ext>
              </a:extLst>
            </p:cNvPr>
            <p:cNvGrpSpPr/>
            <p:nvPr/>
          </p:nvGrpSpPr>
          <p:grpSpPr>
            <a:xfrm>
              <a:off x="231304" y="206042"/>
              <a:ext cx="1465696" cy="522615"/>
              <a:chOff x="152400" y="206042"/>
              <a:chExt cx="1166221" cy="415833"/>
            </a:xfrm>
          </p:grpSpPr>
          <p:grpSp>
            <p:nvGrpSpPr>
              <p:cNvPr id="65" name="Graphic 6">
                <a:extLst>
                  <a:ext uri="{FF2B5EF4-FFF2-40B4-BE49-F238E27FC236}">
                    <a16:creationId xmlns:a16="http://schemas.microsoft.com/office/drawing/2014/main" id="{A058C2AD-73A2-F15C-B1D5-322CF476C100}"/>
                  </a:ext>
                </a:extLst>
              </p:cNvPr>
              <p:cNvGrpSpPr/>
              <p:nvPr/>
            </p:nvGrpSpPr>
            <p:grpSpPr>
              <a:xfrm>
                <a:off x="156576" y="584634"/>
                <a:ext cx="655178" cy="37181"/>
                <a:chOff x="156576" y="584634"/>
                <a:chExt cx="655178" cy="37181"/>
              </a:xfrm>
              <a:solidFill>
                <a:srgbClr val="DF8026"/>
              </a:solidFill>
            </p:grpSpPr>
            <p:sp>
              <p:nvSpPr>
                <p:cNvPr id="81" name="Freeform 192">
                  <a:extLst>
                    <a:ext uri="{FF2B5EF4-FFF2-40B4-BE49-F238E27FC236}">
                      <a16:creationId xmlns:a16="http://schemas.microsoft.com/office/drawing/2014/main" id="{AD97ADFF-0FC0-8697-0FAF-22CD2D8D345C}"/>
                    </a:ext>
                  </a:extLst>
                </p:cNvPr>
                <p:cNvSpPr/>
                <p:nvPr/>
              </p:nvSpPr>
              <p:spPr>
                <a:xfrm>
                  <a:off x="156576" y="584994"/>
                  <a:ext cx="34021" cy="36461"/>
                </a:xfrm>
                <a:custGeom>
                  <a:avLst/>
                  <a:gdLst>
                    <a:gd name="connsiteX0" fmla="*/ 15073 w 34021"/>
                    <a:gd name="connsiteY0" fmla="*/ 0 h 36461"/>
                    <a:gd name="connsiteX1" fmla="*/ 19008 w 34021"/>
                    <a:gd name="connsiteY1" fmla="*/ 0 h 36461"/>
                    <a:gd name="connsiteX2" fmla="*/ 34021 w 34021"/>
                    <a:gd name="connsiteY2" fmla="*/ 36462 h 36461"/>
                    <a:gd name="connsiteX3" fmla="*/ 29057 w 34021"/>
                    <a:gd name="connsiteY3" fmla="*/ 36462 h 36461"/>
                    <a:gd name="connsiteX4" fmla="*/ 24699 w 34021"/>
                    <a:gd name="connsiteY4" fmla="*/ 25787 h 36461"/>
                    <a:gd name="connsiteX5" fmla="*/ 9262 w 34021"/>
                    <a:gd name="connsiteY5" fmla="*/ 25787 h 36461"/>
                    <a:gd name="connsiteX6" fmla="*/ 4964 w 34021"/>
                    <a:gd name="connsiteY6" fmla="*/ 36462 h 36461"/>
                    <a:gd name="connsiteX7" fmla="*/ 0 w 34021"/>
                    <a:gd name="connsiteY7" fmla="*/ 36462 h 36461"/>
                    <a:gd name="connsiteX8" fmla="*/ 15073 w 34021"/>
                    <a:gd name="connsiteY8" fmla="*/ 0 h 36461"/>
                    <a:gd name="connsiteX9" fmla="*/ 23669 w 34021"/>
                    <a:gd name="connsiteY9" fmla="*/ 22189 h 36461"/>
                    <a:gd name="connsiteX10" fmla="*/ 17011 w 34021"/>
                    <a:gd name="connsiteY10" fmla="*/ 5337 h 36461"/>
                    <a:gd name="connsiteX11" fmla="*/ 10170 w 34021"/>
                    <a:gd name="connsiteY11" fmla="*/ 22189 h 36461"/>
                    <a:gd name="connsiteX12" fmla="*/ 23669 w 34021"/>
                    <a:gd name="connsiteY12" fmla="*/ 22189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4021" h="36461">
                      <a:moveTo>
                        <a:pt x="15073" y="0"/>
                      </a:moveTo>
                      <a:lnTo>
                        <a:pt x="19008" y="0"/>
                      </a:lnTo>
                      <a:lnTo>
                        <a:pt x="34021" y="36462"/>
                      </a:lnTo>
                      <a:lnTo>
                        <a:pt x="29057" y="36462"/>
                      </a:lnTo>
                      <a:lnTo>
                        <a:pt x="24699" y="25787"/>
                      </a:lnTo>
                      <a:lnTo>
                        <a:pt x="9262" y="25787"/>
                      </a:lnTo>
                      <a:lnTo>
                        <a:pt x="4964" y="36462"/>
                      </a:lnTo>
                      <a:lnTo>
                        <a:pt x="0" y="36462"/>
                      </a:lnTo>
                      <a:lnTo>
                        <a:pt x="15073" y="0"/>
                      </a:lnTo>
                      <a:close/>
                      <a:moveTo>
                        <a:pt x="23669" y="22189"/>
                      </a:moveTo>
                      <a:lnTo>
                        <a:pt x="17011" y="5337"/>
                      </a:lnTo>
                      <a:lnTo>
                        <a:pt x="10170" y="22189"/>
                      </a:lnTo>
                      <a:lnTo>
                        <a:pt x="23669" y="22189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" name="Freeform 193">
                  <a:extLst>
                    <a:ext uri="{FF2B5EF4-FFF2-40B4-BE49-F238E27FC236}">
                      <a16:creationId xmlns:a16="http://schemas.microsoft.com/office/drawing/2014/main" id="{0A03D9B7-A859-8A9F-0B12-88B29803379D}"/>
                    </a:ext>
                  </a:extLst>
                </p:cNvPr>
                <p:cNvSpPr/>
                <p:nvPr/>
              </p:nvSpPr>
              <p:spPr>
                <a:xfrm>
                  <a:off x="191687" y="584754"/>
                  <a:ext cx="31902" cy="36941"/>
                </a:xfrm>
                <a:custGeom>
                  <a:avLst/>
                  <a:gdLst>
                    <a:gd name="connsiteX0" fmla="*/ 121 w 31902"/>
                    <a:gd name="connsiteY0" fmla="*/ 18231 h 36941"/>
                    <a:gd name="connsiteX1" fmla="*/ 1271 w 31902"/>
                    <a:gd name="connsiteY1" fmla="*/ 11694 h 36941"/>
                    <a:gd name="connsiteX2" fmla="*/ 4722 w 31902"/>
                    <a:gd name="connsiteY2" fmla="*/ 5817 h 36941"/>
                    <a:gd name="connsiteX3" fmla="*/ 10231 w 31902"/>
                    <a:gd name="connsiteY3" fmla="*/ 1619 h 36941"/>
                    <a:gd name="connsiteX4" fmla="*/ 17616 w 31902"/>
                    <a:gd name="connsiteY4" fmla="*/ 0 h 36941"/>
                    <a:gd name="connsiteX5" fmla="*/ 26091 w 31902"/>
                    <a:gd name="connsiteY5" fmla="*/ 2219 h 36941"/>
                    <a:gd name="connsiteX6" fmla="*/ 31358 w 31902"/>
                    <a:gd name="connsiteY6" fmla="*/ 7976 h 36941"/>
                    <a:gd name="connsiteX7" fmla="*/ 27665 w 31902"/>
                    <a:gd name="connsiteY7" fmla="*/ 10315 h 36941"/>
                    <a:gd name="connsiteX8" fmla="*/ 25667 w 31902"/>
                    <a:gd name="connsiteY8" fmla="*/ 7376 h 36941"/>
                    <a:gd name="connsiteX9" fmla="*/ 23125 w 31902"/>
                    <a:gd name="connsiteY9" fmla="*/ 5457 h 36941"/>
                    <a:gd name="connsiteX10" fmla="*/ 20279 w 31902"/>
                    <a:gd name="connsiteY10" fmla="*/ 4438 h 36941"/>
                    <a:gd name="connsiteX11" fmla="*/ 17434 w 31902"/>
                    <a:gd name="connsiteY11" fmla="*/ 4138 h 36941"/>
                    <a:gd name="connsiteX12" fmla="*/ 11986 w 31902"/>
                    <a:gd name="connsiteY12" fmla="*/ 5397 h 36941"/>
                    <a:gd name="connsiteX13" fmla="*/ 7991 w 31902"/>
                    <a:gd name="connsiteY13" fmla="*/ 8696 h 36941"/>
                    <a:gd name="connsiteX14" fmla="*/ 5569 w 31902"/>
                    <a:gd name="connsiteY14" fmla="*/ 13253 h 36941"/>
                    <a:gd name="connsiteX15" fmla="*/ 4782 w 31902"/>
                    <a:gd name="connsiteY15" fmla="*/ 18351 h 36941"/>
                    <a:gd name="connsiteX16" fmla="*/ 5751 w 31902"/>
                    <a:gd name="connsiteY16" fmla="*/ 23808 h 36941"/>
                    <a:gd name="connsiteX17" fmla="*/ 8414 w 31902"/>
                    <a:gd name="connsiteY17" fmla="*/ 28426 h 36941"/>
                    <a:gd name="connsiteX18" fmla="*/ 12470 w 31902"/>
                    <a:gd name="connsiteY18" fmla="*/ 31604 h 36941"/>
                    <a:gd name="connsiteX19" fmla="*/ 17555 w 31902"/>
                    <a:gd name="connsiteY19" fmla="*/ 32804 h 36941"/>
                    <a:gd name="connsiteX20" fmla="*/ 20522 w 31902"/>
                    <a:gd name="connsiteY20" fmla="*/ 32444 h 36941"/>
                    <a:gd name="connsiteX21" fmla="*/ 23427 w 31902"/>
                    <a:gd name="connsiteY21" fmla="*/ 31304 h 36941"/>
                    <a:gd name="connsiteX22" fmla="*/ 26030 w 31902"/>
                    <a:gd name="connsiteY22" fmla="*/ 29325 h 36941"/>
                    <a:gd name="connsiteX23" fmla="*/ 28028 w 31902"/>
                    <a:gd name="connsiteY23" fmla="*/ 26447 h 36941"/>
                    <a:gd name="connsiteX24" fmla="*/ 31902 w 31902"/>
                    <a:gd name="connsiteY24" fmla="*/ 28546 h 36941"/>
                    <a:gd name="connsiteX25" fmla="*/ 29420 w 31902"/>
                    <a:gd name="connsiteY25" fmla="*/ 32144 h 36941"/>
                    <a:gd name="connsiteX26" fmla="*/ 25849 w 31902"/>
                    <a:gd name="connsiteY26" fmla="*/ 34783 h 36941"/>
                    <a:gd name="connsiteX27" fmla="*/ 21611 w 31902"/>
                    <a:gd name="connsiteY27" fmla="*/ 36402 h 36941"/>
                    <a:gd name="connsiteX28" fmla="*/ 17253 w 31902"/>
                    <a:gd name="connsiteY28" fmla="*/ 36942 h 36941"/>
                    <a:gd name="connsiteX29" fmla="*/ 10291 w 31902"/>
                    <a:gd name="connsiteY29" fmla="*/ 35322 h 36941"/>
                    <a:gd name="connsiteX30" fmla="*/ 4843 w 31902"/>
                    <a:gd name="connsiteY30" fmla="*/ 31065 h 36941"/>
                    <a:gd name="connsiteX31" fmla="*/ 1271 w 31902"/>
                    <a:gd name="connsiteY31" fmla="*/ 25068 h 36941"/>
                    <a:gd name="connsiteX32" fmla="*/ 0 w 31902"/>
                    <a:gd name="connsiteY32" fmla="*/ 18231 h 36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1902" h="36941">
                      <a:moveTo>
                        <a:pt x="121" y="18231"/>
                      </a:moveTo>
                      <a:cubicBezTo>
                        <a:pt x="121" y="16012"/>
                        <a:pt x="484" y="13853"/>
                        <a:pt x="1271" y="11694"/>
                      </a:cubicBezTo>
                      <a:cubicBezTo>
                        <a:pt x="2058" y="9535"/>
                        <a:pt x="3208" y="7556"/>
                        <a:pt x="4722" y="5817"/>
                      </a:cubicBezTo>
                      <a:cubicBezTo>
                        <a:pt x="6235" y="4078"/>
                        <a:pt x="8051" y="2699"/>
                        <a:pt x="10231" y="1619"/>
                      </a:cubicBezTo>
                      <a:cubicBezTo>
                        <a:pt x="12410" y="540"/>
                        <a:pt x="14892" y="0"/>
                        <a:pt x="17616" y="0"/>
                      </a:cubicBezTo>
                      <a:cubicBezTo>
                        <a:pt x="20885" y="0"/>
                        <a:pt x="23730" y="720"/>
                        <a:pt x="26091" y="2219"/>
                      </a:cubicBezTo>
                      <a:cubicBezTo>
                        <a:pt x="28452" y="3718"/>
                        <a:pt x="30207" y="5637"/>
                        <a:pt x="31358" y="7976"/>
                      </a:cubicBezTo>
                      <a:lnTo>
                        <a:pt x="27665" y="10315"/>
                      </a:lnTo>
                      <a:cubicBezTo>
                        <a:pt x="27120" y="9175"/>
                        <a:pt x="26454" y="8156"/>
                        <a:pt x="25667" y="7376"/>
                      </a:cubicBezTo>
                      <a:cubicBezTo>
                        <a:pt x="24880" y="6597"/>
                        <a:pt x="24033" y="5937"/>
                        <a:pt x="23125" y="5457"/>
                      </a:cubicBezTo>
                      <a:cubicBezTo>
                        <a:pt x="22217" y="4978"/>
                        <a:pt x="21248" y="4618"/>
                        <a:pt x="20279" y="4438"/>
                      </a:cubicBezTo>
                      <a:cubicBezTo>
                        <a:pt x="19311" y="4258"/>
                        <a:pt x="18342" y="4138"/>
                        <a:pt x="17434" y="4138"/>
                      </a:cubicBezTo>
                      <a:cubicBezTo>
                        <a:pt x="15376" y="4138"/>
                        <a:pt x="13560" y="4558"/>
                        <a:pt x="11986" y="5397"/>
                      </a:cubicBezTo>
                      <a:cubicBezTo>
                        <a:pt x="10412" y="6237"/>
                        <a:pt x="9080" y="7316"/>
                        <a:pt x="7991" y="8696"/>
                      </a:cubicBezTo>
                      <a:cubicBezTo>
                        <a:pt x="6901" y="10075"/>
                        <a:pt x="6114" y="11574"/>
                        <a:pt x="5569" y="13253"/>
                      </a:cubicBezTo>
                      <a:cubicBezTo>
                        <a:pt x="5024" y="14933"/>
                        <a:pt x="4782" y="16672"/>
                        <a:pt x="4782" y="18351"/>
                      </a:cubicBezTo>
                      <a:cubicBezTo>
                        <a:pt x="4782" y="20270"/>
                        <a:pt x="5085" y="22069"/>
                        <a:pt x="5751" y="23808"/>
                      </a:cubicBezTo>
                      <a:cubicBezTo>
                        <a:pt x="6417" y="25547"/>
                        <a:pt x="7264" y="27047"/>
                        <a:pt x="8414" y="28426"/>
                      </a:cubicBezTo>
                      <a:cubicBezTo>
                        <a:pt x="9565" y="29745"/>
                        <a:pt x="10896" y="30825"/>
                        <a:pt x="12470" y="31604"/>
                      </a:cubicBezTo>
                      <a:cubicBezTo>
                        <a:pt x="14044" y="32384"/>
                        <a:pt x="15739" y="32804"/>
                        <a:pt x="17555" y="32804"/>
                      </a:cubicBezTo>
                      <a:cubicBezTo>
                        <a:pt x="18524" y="32804"/>
                        <a:pt x="19493" y="32684"/>
                        <a:pt x="20522" y="32444"/>
                      </a:cubicBezTo>
                      <a:cubicBezTo>
                        <a:pt x="21551" y="32204"/>
                        <a:pt x="22519" y="31844"/>
                        <a:pt x="23427" y="31304"/>
                      </a:cubicBezTo>
                      <a:cubicBezTo>
                        <a:pt x="24335" y="30765"/>
                        <a:pt x="25243" y="30105"/>
                        <a:pt x="26030" y="29325"/>
                      </a:cubicBezTo>
                      <a:cubicBezTo>
                        <a:pt x="26817" y="28546"/>
                        <a:pt x="27483" y="27526"/>
                        <a:pt x="28028" y="26447"/>
                      </a:cubicBezTo>
                      <a:lnTo>
                        <a:pt x="31902" y="28546"/>
                      </a:lnTo>
                      <a:cubicBezTo>
                        <a:pt x="31297" y="29925"/>
                        <a:pt x="30510" y="31125"/>
                        <a:pt x="29420" y="32144"/>
                      </a:cubicBezTo>
                      <a:cubicBezTo>
                        <a:pt x="28391" y="33164"/>
                        <a:pt x="27181" y="34063"/>
                        <a:pt x="25849" y="34783"/>
                      </a:cubicBezTo>
                      <a:cubicBezTo>
                        <a:pt x="24517" y="35502"/>
                        <a:pt x="23125" y="36042"/>
                        <a:pt x="21611" y="36402"/>
                      </a:cubicBezTo>
                      <a:cubicBezTo>
                        <a:pt x="20098" y="36762"/>
                        <a:pt x="18645" y="36942"/>
                        <a:pt x="17253" y="36942"/>
                      </a:cubicBezTo>
                      <a:cubicBezTo>
                        <a:pt x="14710" y="36942"/>
                        <a:pt x="12410" y="36402"/>
                        <a:pt x="10291" y="35322"/>
                      </a:cubicBezTo>
                      <a:cubicBezTo>
                        <a:pt x="8172" y="34243"/>
                        <a:pt x="6356" y="32804"/>
                        <a:pt x="4843" y="31065"/>
                      </a:cubicBezTo>
                      <a:cubicBezTo>
                        <a:pt x="3329" y="29325"/>
                        <a:pt x="2119" y="27286"/>
                        <a:pt x="1271" y="25068"/>
                      </a:cubicBezTo>
                      <a:cubicBezTo>
                        <a:pt x="424" y="22849"/>
                        <a:pt x="0" y="20570"/>
                        <a:pt x="0" y="1823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" name="Freeform 194">
                  <a:extLst>
                    <a:ext uri="{FF2B5EF4-FFF2-40B4-BE49-F238E27FC236}">
                      <a16:creationId xmlns:a16="http://schemas.microsoft.com/office/drawing/2014/main" id="{1A9F96BB-781B-D2C5-C550-7B4FFD9864B0}"/>
                    </a:ext>
                  </a:extLst>
                </p:cNvPr>
                <p:cNvSpPr/>
                <p:nvPr/>
              </p:nvSpPr>
              <p:spPr>
                <a:xfrm>
                  <a:off x="226616" y="584754"/>
                  <a:ext cx="31902" cy="36941"/>
                </a:xfrm>
                <a:custGeom>
                  <a:avLst/>
                  <a:gdLst>
                    <a:gd name="connsiteX0" fmla="*/ 121 w 31902"/>
                    <a:gd name="connsiteY0" fmla="*/ 18231 h 36941"/>
                    <a:gd name="connsiteX1" fmla="*/ 1271 w 31902"/>
                    <a:gd name="connsiteY1" fmla="*/ 11694 h 36941"/>
                    <a:gd name="connsiteX2" fmla="*/ 4722 w 31902"/>
                    <a:gd name="connsiteY2" fmla="*/ 5817 h 36941"/>
                    <a:gd name="connsiteX3" fmla="*/ 10231 w 31902"/>
                    <a:gd name="connsiteY3" fmla="*/ 1619 h 36941"/>
                    <a:gd name="connsiteX4" fmla="*/ 17616 w 31902"/>
                    <a:gd name="connsiteY4" fmla="*/ 0 h 36941"/>
                    <a:gd name="connsiteX5" fmla="*/ 26091 w 31902"/>
                    <a:gd name="connsiteY5" fmla="*/ 2219 h 36941"/>
                    <a:gd name="connsiteX6" fmla="*/ 31358 w 31902"/>
                    <a:gd name="connsiteY6" fmla="*/ 7976 h 36941"/>
                    <a:gd name="connsiteX7" fmla="*/ 27665 w 31902"/>
                    <a:gd name="connsiteY7" fmla="*/ 10315 h 36941"/>
                    <a:gd name="connsiteX8" fmla="*/ 25667 w 31902"/>
                    <a:gd name="connsiteY8" fmla="*/ 7376 h 36941"/>
                    <a:gd name="connsiteX9" fmla="*/ 23125 w 31902"/>
                    <a:gd name="connsiteY9" fmla="*/ 5457 h 36941"/>
                    <a:gd name="connsiteX10" fmla="*/ 20279 w 31902"/>
                    <a:gd name="connsiteY10" fmla="*/ 4438 h 36941"/>
                    <a:gd name="connsiteX11" fmla="*/ 17434 w 31902"/>
                    <a:gd name="connsiteY11" fmla="*/ 4138 h 36941"/>
                    <a:gd name="connsiteX12" fmla="*/ 11986 w 31902"/>
                    <a:gd name="connsiteY12" fmla="*/ 5397 h 36941"/>
                    <a:gd name="connsiteX13" fmla="*/ 7991 w 31902"/>
                    <a:gd name="connsiteY13" fmla="*/ 8696 h 36941"/>
                    <a:gd name="connsiteX14" fmla="*/ 5569 w 31902"/>
                    <a:gd name="connsiteY14" fmla="*/ 13253 h 36941"/>
                    <a:gd name="connsiteX15" fmla="*/ 4782 w 31902"/>
                    <a:gd name="connsiteY15" fmla="*/ 18351 h 36941"/>
                    <a:gd name="connsiteX16" fmla="*/ 5751 w 31902"/>
                    <a:gd name="connsiteY16" fmla="*/ 23808 h 36941"/>
                    <a:gd name="connsiteX17" fmla="*/ 8414 w 31902"/>
                    <a:gd name="connsiteY17" fmla="*/ 28426 h 36941"/>
                    <a:gd name="connsiteX18" fmla="*/ 12470 w 31902"/>
                    <a:gd name="connsiteY18" fmla="*/ 31604 h 36941"/>
                    <a:gd name="connsiteX19" fmla="*/ 17555 w 31902"/>
                    <a:gd name="connsiteY19" fmla="*/ 32804 h 36941"/>
                    <a:gd name="connsiteX20" fmla="*/ 20522 w 31902"/>
                    <a:gd name="connsiteY20" fmla="*/ 32444 h 36941"/>
                    <a:gd name="connsiteX21" fmla="*/ 23427 w 31902"/>
                    <a:gd name="connsiteY21" fmla="*/ 31304 h 36941"/>
                    <a:gd name="connsiteX22" fmla="*/ 26030 w 31902"/>
                    <a:gd name="connsiteY22" fmla="*/ 29325 h 36941"/>
                    <a:gd name="connsiteX23" fmla="*/ 28028 w 31902"/>
                    <a:gd name="connsiteY23" fmla="*/ 26447 h 36941"/>
                    <a:gd name="connsiteX24" fmla="*/ 31902 w 31902"/>
                    <a:gd name="connsiteY24" fmla="*/ 28546 h 36941"/>
                    <a:gd name="connsiteX25" fmla="*/ 29420 w 31902"/>
                    <a:gd name="connsiteY25" fmla="*/ 32144 h 36941"/>
                    <a:gd name="connsiteX26" fmla="*/ 25849 w 31902"/>
                    <a:gd name="connsiteY26" fmla="*/ 34783 h 36941"/>
                    <a:gd name="connsiteX27" fmla="*/ 21611 w 31902"/>
                    <a:gd name="connsiteY27" fmla="*/ 36402 h 36941"/>
                    <a:gd name="connsiteX28" fmla="*/ 17253 w 31902"/>
                    <a:gd name="connsiteY28" fmla="*/ 36942 h 36941"/>
                    <a:gd name="connsiteX29" fmla="*/ 10291 w 31902"/>
                    <a:gd name="connsiteY29" fmla="*/ 35322 h 36941"/>
                    <a:gd name="connsiteX30" fmla="*/ 4843 w 31902"/>
                    <a:gd name="connsiteY30" fmla="*/ 31065 h 36941"/>
                    <a:gd name="connsiteX31" fmla="*/ 1271 w 31902"/>
                    <a:gd name="connsiteY31" fmla="*/ 25068 h 36941"/>
                    <a:gd name="connsiteX32" fmla="*/ 0 w 31902"/>
                    <a:gd name="connsiteY32" fmla="*/ 18231 h 36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1902" h="36941">
                      <a:moveTo>
                        <a:pt x="121" y="18231"/>
                      </a:moveTo>
                      <a:cubicBezTo>
                        <a:pt x="121" y="16012"/>
                        <a:pt x="484" y="13853"/>
                        <a:pt x="1271" y="11694"/>
                      </a:cubicBezTo>
                      <a:cubicBezTo>
                        <a:pt x="2058" y="9535"/>
                        <a:pt x="3208" y="7556"/>
                        <a:pt x="4722" y="5817"/>
                      </a:cubicBezTo>
                      <a:cubicBezTo>
                        <a:pt x="6235" y="4078"/>
                        <a:pt x="8051" y="2699"/>
                        <a:pt x="10231" y="1619"/>
                      </a:cubicBezTo>
                      <a:cubicBezTo>
                        <a:pt x="12410" y="540"/>
                        <a:pt x="14892" y="0"/>
                        <a:pt x="17616" y="0"/>
                      </a:cubicBezTo>
                      <a:cubicBezTo>
                        <a:pt x="20885" y="0"/>
                        <a:pt x="23730" y="720"/>
                        <a:pt x="26091" y="2219"/>
                      </a:cubicBezTo>
                      <a:cubicBezTo>
                        <a:pt x="28452" y="3718"/>
                        <a:pt x="30207" y="5637"/>
                        <a:pt x="31358" y="7976"/>
                      </a:cubicBezTo>
                      <a:lnTo>
                        <a:pt x="27665" y="10315"/>
                      </a:lnTo>
                      <a:cubicBezTo>
                        <a:pt x="27120" y="9175"/>
                        <a:pt x="26454" y="8156"/>
                        <a:pt x="25667" y="7376"/>
                      </a:cubicBezTo>
                      <a:cubicBezTo>
                        <a:pt x="24880" y="6597"/>
                        <a:pt x="24033" y="5937"/>
                        <a:pt x="23125" y="5457"/>
                      </a:cubicBezTo>
                      <a:cubicBezTo>
                        <a:pt x="22217" y="4978"/>
                        <a:pt x="21248" y="4618"/>
                        <a:pt x="20279" y="4438"/>
                      </a:cubicBezTo>
                      <a:cubicBezTo>
                        <a:pt x="19311" y="4258"/>
                        <a:pt x="18342" y="4138"/>
                        <a:pt x="17434" y="4138"/>
                      </a:cubicBezTo>
                      <a:cubicBezTo>
                        <a:pt x="15376" y="4138"/>
                        <a:pt x="13560" y="4558"/>
                        <a:pt x="11986" y="5397"/>
                      </a:cubicBezTo>
                      <a:cubicBezTo>
                        <a:pt x="10412" y="6237"/>
                        <a:pt x="9080" y="7316"/>
                        <a:pt x="7991" y="8696"/>
                      </a:cubicBezTo>
                      <a:cubicBezTo>
                        <a:pt x="6901" y="10075"/>
                        <a:pt x="6114" y="11574"/>
                        <a:pt x="5569" y="13253"/>
                      </a:cubicBezTo>
                      <a:cubicBezTo>
                        <a:pt x="5024" y="14933"/>
                        <a:pt x="4782" y="16672"/>
                        <a:pt x="4782" y="18351"/>
                      </a:cubicBezTo>
                      <a:cubicBezTo>
                        <a:pt x="4782" y="20270"/>
                        <a:pt x="5085" y="22069"/>
                        <a:pt x="5751" y="23808"/>
                      </a:cubicBezTo>
                      <a:cubicBezTo>
                        <a:pt x="6417" y="25547"/>
                        <a:pt x="7264" y="27047"/>
                        <a:pt x="8414" y="28426"/>
                      </a:cubicBezTo>
                      <a:cubicBezTo>
                        <a:pt x="9565" y="29745"/>
                        <a:pt x="10896" y="30825"/>
                        <a:pt x="12470" y="31604"/>
                      </a:cubicBezTo>
                      <a:cubicBezTo>
                        <a:pt x="14044" y="32384"/>
                        <a:pt x="15739" y="32804"/>
                        <a:pt x="17555" y="32804"/>
                      </a:cubicBezTo>
                      <a:cubicBezTo>
                        <a:pt x="18524" y="32804"/>
                        <a:pt x="19493" y="32684"/>
                        <a:pt x="20522" y="32444"/>
                      </a:cubicBezTo>
                      <a:cubicBezTo>
                        <a:pt x="21551" y="32204"/>
                        <a:pt x="22519" y="31844"/>
                        <a:pt x="23427" y="31304"/>
                      </a:cubicBezTo>
                      <a:cubicBezTo>
                        <a:pt x="24335" y="30765"/>
                        <a:pt x="25243" y="30105"/>
                        <a:pt x="26030" y="29325"/>
                      </a:cubicBezTo>
                      <a:cubicBezTo>
                        <a:pt x="26817" y="28546"/>
                        <a:pt x="27483" y="27526"/>
                        <a:pt x="28028" y="26447"/>
                      </a:cubicBezTo>
                      <a:lnTo>
                        <a:pt x="31902" y="28546"/>
                      </a:lnTo>
                      <a:cubicBezTo>
                        <a:pt x="31297" y="29925"/>
                        <a:pt x="30510" y="31125"/>
                        <a:pt x="29420" y="32144"/>
                      </a:cubicBezTo>
                      <a:cubicBezTo>
                        <a:pt x="28391" y="33164"/>
                        <a:pt x="27181" y="34063"/>
                        <a:pt x="25849" y="34783"/>
                      </a:cubicBezTo>
                      <a:cubicBezTo>
                        <a:pt x="24517" y="35502"/>
                        <a:pt x="23125" y="36042"/>
                        <a:pt x="21611" y="36402"/>
                      </a:cubicBezTo>
                      <a:cubicBezTo>
                        <a:pt x="20098" y="36762"/>
                        <a:pt x="18645" y="36942"/>
                        <a:pt x="17253" y="36942"/>
                      </a:cubicBezTo>
                      <a:cubicBezTo>
                        <a:pt x="14710" y="36942"/>
                        <a:pt x="12410" y="36402"/>
                        <a:pt x="10291" y="35322"/>
                      </a:cubicBezTo>
                      <a:cubicBezTo>
                        <a:pt x="8172" y="34243"/>
                        <a:pt x="6356" y="32804"/>
                        <a:pt x="4843" y="31065"/>
                      </a:cubicBezTo>
                      <a:cubicBezTo>
                        <a:pt x="3329" y="29325"/>
                        <a:pt x="2119" y="27286"/>
                        <a:pt x="1271" y="25068"/>
                      </a:cubicBezTo>
                      <a:cubicBezTo>
                        <a:pt x="424" y="22849"/>
                        <a:pt x="0" y="20570"/>
                        <a:pt x="0" y="1823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" name="Freeform 195">
                  <a:extLst>
                    <a:ext uri="{FF2B5EF4-FFF2-40B4-BE49-F238E27FC236}">
                      <a16:creationId xmlns:a16="http://schemas.microsoft.com/office/drawing/2014/main" id="{8320F670-618A-0CB8-615C-F7AA274F4827}"/>
                    </a:ext>
                  </a:extLst>
                </p:cNvPr>
                <p:cNvSpPr/>
                <p:nvPr/>
              </p:nvSpPr>
              <p:spPr>
                <a:xfrm>
                  <a:off x="264451" y="584994"/>
                  <a:ext cx="28088" cy="36521"/>
                </a:xfrm>
                <a:custGeom>
                  <a:avLst/>
                  <a:gdLst>
                    <a:gd name="connsiteX0" fmla="*/ 61 w 28088"/>
                    <a:gd name="connsiteY0" fmla="*/ 36462 h 36521"/>
                    <a:gd name="connsiteX1" fmla="*/ 61 w 28088"/>
                    <a:gd name="connsiteY1" fmla="*/ 0 h 36521"/>
                    <a:gd name="connsiteX2" fmla="*/ 15800 w 28088"/>
                    <a:gd name="connsiteY2" fmla="*/ 0 h 36521"/>
                    <a:gd name="connsiteX3" fmla="*/ 20279 w 28088"/>
                    <a:gd name="connsiteY3" fmla="*/ 1019 h 36521"/>
                    <a:gd name="connsiteX4" fmla="*/ 23791 w 28088"/>
                    <a:gd name="connsiteY4" fmla="*/ 3658 h 36521"/>
                    <a:gd name="connsiteX5" fmla="*/ 26091 w 28088"/>
                    <a:gd name="connsiteY5" fmla="*/ 7436 h 36521"/>
                    <a:gd name="connsiteX6" fmla="*/ 26938 w 28088"/>
                    <a:gd name="connsiteY6" fmla="*/ 11694 h 36521"/>
                    <a:gd name="connsiteX7" fmla="*/ 26394 w 28088"/>
                    <a:gd name="connsiteY7" fmla="*/ 15352 h 36521"/>
                    <a:gd name="connsiteX8" fmla="*/ 24820 w 28088"/>
                    <a:gd name="connsiteY8" fmla="*/ 18591 h 36521"/>
                    <a:gd name="connsiteX9" fmla="*/ 22398 w 28088"/>
                    <a:gd name="connsiteY9" fmla="*/ 21050 h 36521"/>
                    <a:gd name="connsiteX10" fmla="*/ 19190 w 28088"/>
                    <a:gd name="connsiteY10" fmla="*/ 22549 h 36521"/>
                    <a:gd name="connsiteX11" fmla="*/ 28089 w 28088"/>
                    <a:gd name="connsiteY11" fmla="*/ 36522 h 36521"/>
                    <a:gd name="connsiteX12" fmla="*/ 22822 w 28088"/>
                    <a:gd name="connsiteY12" fmla="*/ 36522 h 36521"/>
                    <a:gd name="connsiteX13" fmla="*/ 14408 w 28088"/>
                    <a:gd name="connsiteY13" fmla="*/ 23448 h 36521"/>
                    <a:gd name="connsiteX14" fmla="*/ 4661 w 28088"/>
                    <a:gd name="connsiteY14" fmla="*/ 23448 h 36521"/>
                    <a:gd name="connsiteX15" fmla="*/ 4661 w 28088"/>
                    <a:gd name="connsiteY15" fmla="*/ 36522 h 36521"/>
                    <a:gd name="connsiteX16" fmla="*/ 0 w 28088"/>
                    <a:gd name="connsiteY16" fmla="*/ 36522 h 36521"/>
                    <a:gd name="connsiteX17" fmla="*/ 4722 w 28088"/>
                    <a:gd name="connsiteY17" fmla="*/ 19310 h 36521"/>
                    <a:gd name="connsiteX18" fmla="*/ 15860 w 28088"/>
                    <a:gd name="connsiteY18" fmla="*/ 19310 h 36521"/>
                    <a:gd name="connsiteX19" fmla="*/ 18463 w 28088"/>
                    <a:gd name="connsiteY19" fmla="*/ 18711 h 36521"/>
                    <a:gd name="connsiteX20" fmla="*/ 20461 w 28088"/>
                    <a:gd name="connsiteY20" fmla="*/ 17032 h 36521"/>
                    <a:gd name="connsiteX21" fmla="*/ 21732 w 28088"/>
                    <a:gd name="connsiteY21" fmla="*/ 14573 h 36521"/>
                    <a:gd name="connsiteX22" fmla="*/ 22217 w 28088"/>
                    <a:gd name="connsiteY22" fmla="*/ 11694 h 36521"/>
                    <a:gd name="connsiteX23" fmla="*/ 21672 w 28088"/>
                    <a:gd name="connsiteY23" fmla="*/ 8816 h 36521"/>
                    <a:gd name="connsiteX24" fmla="*/ 20219 w 28088"/>
                    <a:gd name="connsiteY24" fmla="*/ 6417 h 36521"/>
                    <a:gd name="connsiteX25" fmla="*/ 18100 w 28088"/>
                    <a:gd name="connsiteY25" fmla="*/ 4798 h 36521"/>
                    <a:gd name="connsiteX26" fmla="*/ 15558 w 28088"/>
                    <a:gd name="connsiteY26" fmla="*/ 4198 h 36521"/>
                    <a:gd name="connsiteX27" fmla="*/ 4722 w 28088"/>
                    <a:gd name="connsiteY27" fmla="*/ 4198 h 36521"/>
                    <a:gd name="connsiteX28" fmla="*/ 4722 w 28088"/>
                    <a:gd name="connsiteY28" fmla="*/ 1937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8088" h="3652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5800" y="0"/>
                      </a:lnTo>
                      <a:cubicBezTo>
                        <a:pt x="17434" y="0"/>
                        <a:pt x="18887" y="360"/>
                        <a:pt x="20279" y="1019"/>
                      </a:cubicBezTo>
                      <a:cubicBezTo>
                        <a:pt x="21672" y="1679"/>
                        <a:pt x="22822" y="2579"/>
                        <a:pt x="23791" y="3658"/>
                      </a:cubicBezTo>
                      <a:cubicBezTo>
                        <a:pt x="24759" y="4798"/>
                        <a:pt x="25546" y="5997"/>
                        <a:pt x="26091" y="7436"/>
                      </a:cubicBezTo>
                      <a:cubicBezTo>
                        <a:pt x="26636" y="8816"/>
                        <a:pt x="26938" y="10255"/>
                        <a:pt x="26938" y="11694"/>
                      </a:cubicBezTo>
                      <a:cubicBezTo>
                        <a:pt x="26938" y="12954"/>
                        <a:pt x="26757" y="14213"/>
                        <a:pt x="26394" y="15352"/>
                      </a:cubicBezTo>
                      <a:cubicBezTo>
                        <a:pt x="26030" y="16552"/>
                        <a:pt x="25486" y="17631"/>
                        <a:pt x="24820" y="18591"/>
                      </a:cubicBezTo>
                      <a:cubicBezTo>
                        <a:pt x="24154" y="19550"/>
                        <a:pt x="23306" y="20390"/>
                        <a:pt x="22398" y="21050"/>
                      </a:cubicBezTo>
                      <a:cubicBezTo>
                        <a:pt x="21430" y="21709"/>
                        <a:pt x="20401" y="22249"/>
                        <a:pt x="19190" y="22549"/>
                      </a:cubicBezTo>
                      <a:lnTo>
                        <a:pt x="28089" y="36522"/>
                      </a:lnTo>
                      <a:lnTo>
                        <a:pt x="22822" y="36522"/>
                      </a:lnTo>
                      <a:lnTo>
                        <a:pt x="14408" y="23448"/>
                      </a:lnTo>
                      <a:lnTo>
                        <a:pt x="4661" y="23448"/>
                      </a:lnTo>
                      <a:lnTo>
                        <a:pt x="4661" y="36522"/>
                      </a:lnTo>
                      <a:lnTo>
                        <a:pt x="0" y="36522"/>
                      </a:lnTo>
                      <a:close/>
                      <a:moveTo>
                        <a:pt x="4722" y="19310"/>
                      </a:moveTo>
                      <a:lnTo>
                        <a:pt x="15860" y="19310"/>
                      </a:lnTo>
                      <a:cubicBezTo>
                        <a:pt x="16829" y="19310"/>
                        <a:pt x="17676" y="19131"/>
                        <a:pt x="18463" y="18711"/>
                      </a:cubicBezTo>
                      <a:cubicBezTo>
                        <a:pt x="19250" y="18291"/>
                        <a:pt x="19916" y="17751"/>
                        <a:pt x="20461" y="17032"/>
                      </a:cubicBezTo>
                      <a:cubicBezTo>
                        <a:pt x="21006" y="16312"/>
                        <a:pt x="21430" y="15532"/>
                        <a:pt x="21732" y="14573"/>
                      </a:cubicBezTo>
                      <a:cubicBezTo>
                        <a:pt x="22035" y="13673"/>
                        <a:pt x="22217" y="12714"/>
                        <a:pt x="22217" y="11694"/>
                      </a:cubicBezTo>
                      <a:cubicBezTo>
                        <a:pt x="22217" y="10675"/>
                        <a:pt x="22035" y="9715"/>
                        <a:pt x="21672" y="8816"/>
                      </a:cubicBezTo>
                      <a:cubicBezTo>
                        <a:pt x="21309" y="7916"/>
                        <a:pt x="20824" y="7136"/>
                        <a:pt x="20219" y="6417"/>
                      </a:cubicBezTo>
                      <a:cubicBezTo>
                        <a:pt x="19614" y="5697"/>
                        <a:pt x="18887" y="5157"/>
                        <a:pt x="18100" y="4798"/>
                      </a:cubicBezTo>
                      <a:cubicBezTo>
                        <a:pt x="17313" y="4438"/>
                        <a:pt x="16405" y="4198"/>
                        <a:pt x="15558" y="4198"/>
                      </a:cubicBezTo>
                      <a:lnTo>
                        <a:pt x="4722" y="4198"/>
                      </a:lnTo>
                      <a:lnTo>
                        <a:pt x="4722" y="1937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 196">
                  <a:extLst>
                    <a:ext uri="{FF2B5EF4-FFF2-40B4-BE49-F238E27FC236}">
                      <a16:creationId xmlns:a16="http://schemas.microsoft.com/office/drawing/2014/main" id="{47AE72D6-E4AF-4650-596F-20611A214E8A}"/>
                    </a:ext>
                  </a:extLst>
                </p:cNvPr>
                <p:cNvSpPr/>
                <p:nvPr/>
              </p:nvSpPr>
              <p:spPr>
                <a:xfrm>
                  <a:off x="298593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" name="Freeform 197">
                  <a:extLst>
                    <a:ext uri="{FF2B5EF4-FFF2-40B4-BE49-F238E27FC236}">
                      <a16:creationId xmlns:a16="http://schemas.microsoft.com/office/drawing/2014/main" id="{1BB1E257-E391-88BE-ADDC-2A42E7597ED2}"/>
                    </a:ext>
                  </a:extLst>
                </p:cNvPr>
                <p:cNvSpPr/>
                <p:nvPr/>
              </p:nvSpPr>
              <p:spPr>
                <a:xfrm>
                  <a:off x="329890" y="584994"/>
                  <a:ext cx="30570" cy="36461"/>
                </a:xfrm>
                <a:custGeom>
                  <a:avLst/>
                  <a:gdLst>
                    <a:gd name="connsiteX0" fmla="*/ 61 w 30570"/>
                    <a:gd name="connsiteY0" fmla="*/ 36462 h 36461"/>
                    <a:gd name="connsiteX1" fmla="*/ 61 w 30570"/>
                    <a:gd name="connsiteY1" fmla="*/ 0 h 36461"/>
                    <a:gd name="connsiteX2" fmla="*/ 12834 w 30570"/>
                    <a:gd name="connsiteY2" fmla="*/ 0 h 36461"/>
                    <a:gd name="connsiteX3" fmla="*/ 20582 w 30570"/>
                    <a:gd name="connsiteY3" fmla="*/ 1439 h 36461"/>
                    <a:gd name="connsiteX4" fmla="*/ 26151 w 30570"/>
                    <a:gd name="connsiteY4" fmla="*/ 5337 h 36461"/>
                    <a:gd name="connsiteX5" fmla="*/ 29481 w 30570"/>
                    <a:gd name="connsiteY5" fmla="*/ 11094 h 36461"/>
                    <a:gd name="connsiteX6" fmla="*/ 30571 w 30570"/>
                    <a:gd name="connsiteY6" fmla="*/ 18171 h 36461"/>
                    <a:gd name="connsiteX7" fmla="*/ 29299 w 30570"/>
                    <a:gd name="connsiteY7" fmla="*/ 25667 h 36461"/>
                    <a:gd name="connsiteX8" fmla="*/ 25728 w 30570"/>
                    <a:gd name="connsiteY8" fmla="*/ 31424 h 36461"/>
                    <a:gd name="connsiteX9" fmla="*/ 20098 w 30570"/>
                    <a:gd name="connsiteY9" fmla="*/ 35143 h 36461"/>
                    <a:gd name="connsiteX10" fmla="*/ 12773 w 30570"/>
                    <a:gd name="connsiteY10" fmla="*/ 36462 h 36461"/>
                    <a:gd name="connsiteX11" fmla="*/ 0 w 30570"/>
                    <a:gd name="connsiteY11" fmla="*/ 36462 h 36461"/>
                    <a:gd name="connsiteX12" fmla="*/ 25849 w 30570"/>
                    <a:gd name="connsiteY12" fmla="*/ 18231 h 36461"/>
                    <a:gd name="connsiteX13" fmla="*/ 25001 w 30570"/>
                    <a:gd name="connsiteY13" fmla="*/ 12534 h 36461"/>
                    <a:gd name="connsiteX14" fmla="*/ 22459 w 30570"/>
                    <a:gd name="connsiteY14" fmla="*/ 8096 h 36461"/>
                    <a:gd name="connsiteX15" fmla="*/ 18342 w 30570"/>
                    <a:gd name="connsiteY15" fmla="*/ 5217 h 36461"/>
                    <a:gd name="connsiteX16" fmla="*/ 12773 w 30570"/>
                    <a:gd name="connsiteY16" fmla="*/ 4138 h 36461"/>
                    <a:gd name="connsiteX17" fmla="*/ 4661 w 30570"/>
                    <a:gd name="connsiteY17" fmla="*/ 4138 h 36461"/>
                    <a:gd name="connsiteX18" fmla="*/ 4661 w 30570"/>
                    <a:gd name="connsiteY18" fmla="*/ 32384 h 36461"/>
                    <a:gd name="connsiteX19" fmla="*/ 12773 w 30570"/>
                    <a:gd name="connsiteY19" fmla="*/ 32384 h 36461"/>
                    <a:gd name="connsiteX20" fmla="*/ 18403 w 30570"/>
                    <a:gd name="connsiteY20" fmla="*/ 31304 h 36461"/>
                    <a:gd name="connsiteX21" fmla="*/ 22519 w 30570"/>
                    <a:gd name="connsiteY21" fmla="*/ 28306 h 36461"/>
                    <a:gd name="connsiteX22" fmla="*/ 25001 w 30570"/>
                    <a:gd name="connsiteY22" fmla="*/ 23808 h 36461"/>
                    <a:gd name="connsiteX23" fmla="*/ 25849 w 30570"/>
                    <a:gd name="connsiteY23" fmla="*/ 18171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0570" h="3646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2834" y="0"/>
                      </a:lnTo>
                      <a:cubicBezTo>
                        <a:pt x="15800" y="0"/>
                        <a:pt x="18342" y="480"/>
                        <a:pt x="20582" y="1439"/>
                      </a:cubicBezTo>
                      <a:cubicBezTo>
                        <a:pt x="22822" y="2399"/>
                        <a:pt x="24699" y="3718"/>
                        <a:pt x="26151" y="5337"/>
                      </a:cubicBezTo>
                      <a:cubicBezTo>
                        <a:pt x="27665" y="6957"/>
                        <a:pt x="28754" y="8936"/>
                        <a:pt x="29481" y="11094"/>
                      </a:cubicBezTo>
                      <a:cubicBezTo>
                        <a:pt x="30207" y="13313"/>
                        <a:pt x="30571" y="15652"/>
                        <a:pt x="30571" y="18171"/>
                      </a:cubicBezTo>
                      <a:cubicBezTo>
                        <a:pt x="30571" y="20930"/>
                        <a:pt x="30147" y="23448"/>
                        <a:pt x="29299" y="25667"/>
                      </a:cubicBezTo>
                      <a:cubicBezTo>
                        <a:pt x="28452" y="27886"/>
                        <a:pt x="27302" y="29805"/>
                        <a:pt x="25728" y="31424"/>
                      </a:cubicBezTo>
                      <a:cubicBezTo>
                        <a:pt x="24154" y="33044"/>
                        <a:pt x="22277" y="34243"/>
                        <a:pt x="20098" y="35143"/>
                      </a:cubicBezTo>
                      <a:cubicBezTo>
                        <a:pt x="17919" y="36042"/>
                        <a:pt x="15437" y="36462"/>
                        <a:pt x="12773" y="36462"/>
                      </a:cubicBezTo>
                      <a:lnTo>
                        <a:pt x="0" y="36462"/>
                      </a:lnTo>
                      <a:close/>
                      <a:moveTo>
                        <a:pt x="25849" y="18231"/>
                      </a:moveTo>
                      <a:cubicBezTo>
                        <a:pt x="25849" y="16192"/>
                        <a:pt x="25546" y="14273"/>
                        <a:pt x="25001" y="12534"/>
                      </a:cubicBezTo>
                      <a:cubicBezTo>
                        <a:pt x="24456" y="10795"/>
                        <a:pt x="23609" y="9295"/>
                        <a:pt x="22459" y="8096"/>
                      </a:cubicBezTo>
                      <a:cubicBezTo>
                        <a:pt x="21309" y="6897"/>
                        <a:pt x="19977" y="5877"/>
                        <a:pt x="18342" y="5217"/>
                      </a:cubicBezTo>
                      <a:cubicBezTo>
                        <a:pt x="16708" y="4498"/>
                        <a:pt x="14892" y="4138"/>
                        <a:pt x="12773" y="4138"/>
                      </a:cubicBezTo>
                      <a:lnTo>
                        <a:pt x="4661" y="4138"/>
                      </a:lnTo>
                      <a:lnTo>
                        <a:pt x="4661" y="32384"/>
                      </a:lnTo>
                      <a:lnTo>
                        <a:pt x="12773" y="32384"/>
                      </a:lnTo>
                      <a:cubicBezTo>
                        <a:pt x="14892" y="32384"/>
                        <a:pt x="16768" y="32024"/>
                        <a:pt x="18403" y="31304"/>
                      </a:cubicBezTo>
                      <a:cubicBezTo>
                        <a:pt x="20037" y="30585"/>
                        <a:pt x="21430" y="29565"/>
                        <a:pt x="22519" y="28306"/>
                      </a:cubicBezTo>
                      <a:cubicBezTo>
                        <a:pt x="23609" y="27047"/>
                        <a:pt x="24456" y="25547"/>
                        <a:pt x="25001" y="23808"/>
                      </a:cubicBezTo>
                      <a:cubicBezTo>
                        <a:pt x="25546" y="22069"/>
                        <a:pt x="25849" y="20210"/>
                        <a:pt x="25849" y="1817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" name="Freeform 198">
                  <a:extLst>
                    <a:ext uri="{FF2B5EF4-FFF2-40B4-BE49-F238E27FC236}">
                      <a16:creationId xmlns:a16="http://schemas.microsoft.com/office/drawing/2014/main" id="{BA4D3FBF-8111-71E1-A993-215F38FCC4AC}"/>
                    </a:ext>
                  </a:extLst>
                </p:cNvPr>
                <p:cNvSpPr/>
                <p:nvPr/>
              </p:nvSpPr>
              <p:spPr>
                <a:xfrm>
                  <a:off x="367059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" name="Freeform 199">
                  <a:extLst>
                    <a:ext uri="{FF2B5EF4-FFF2-40B4-BE49-F238E27FC236}">
                      <a16:creationId xmlns:a16="http://schemas.microsoft.com/office/drawing/2014/main" id="{45937B73-67C8-E1D1-49F7-1DC7099B6DDA}"/>
                    </a:ext>
                  </a:extLst>
                </p:cNvPr>
                <p:cNvSpPr/>
                <p:nvPr/>
              </p:nvSpPr>
              <p:spPr>
                <a:xfrm>
                  <a:off x="377048" y="585053"/>
                  <a:ext cx="30086" cy="36461"/>
                </a:xfrm>
                <a:custGeom>
                  <a:avLst/>
                  <a:gdLst>
                    <a:gd name="connsiteX0" fmla="*/ 30086 w 30086"/>
                    <a:gd name="connsiteY0" fmla="*/ 4078 h 36461"/>
                    <a:gd name="connsiteX1" fmla="*/ 17374 w 30086"/>
                    <a:gd name="connsiteY1" fmla="*/ 4078 h 36461"/>
                    <a:gd name="connsiteX2" fmla="*/ 17374 w 30086"/>
                    <a:gd name="connsiteY2" fmla="*/ 36462 h 36461"/>
                    <a:gd name="connsiteX3" fmla="*/ 12712 w 30086"/>
                    <a:gd name="connsiteY3" fmla="*/ 36462 h 36461"/>
                    <a:gd name="connsiteX4" fmla="*/ 12712 w 30086"/>
                    <a:gd name="connsiteY4" fmla="*/ 4078 h 36461"/>
                    <a:gd name="connsiteX5" fmla="*/ 0 w 30086"/>
                    <a:gd name="connsiteY5" fmla="*/ 4078 h 36461"/>
                    <a:gd name="connsiteX6" fmla="*/ 0 w 30086"/>
                    <a:gd name="connsiteY6" fmla="*/ 0 h 36461"/>
                    <a:gd name="connsiteX7" fmla="*/ 30086 w 30086"/>
                    <a:gd name="connsiteY7" fmla="*/ 0 h 36461"/>
                    <a:gd name="connsiteX8" fmla="*/ 30086 w 30086"/>
                    <a:gd name="connsiteY8" fmla="*/ 4078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086" h="36461">
                      <a:moveTo>
                        <a:pt x="30086" y="4078"/>
                      </a:moveTo>
                      <a:lnTo>
                        <a:pt x="17374" y="4078"/>
                      </a:lnTo>
                      <a:lnTo>
                        <a:pt x="17374" y="36462"/>
                      </a:lnTo>
                      <a:lnTo>
                        <a:pt x="12712" y="36462"/>
                      </a:lnTo>
                      <a:lnTo>
                        <a:pt x="12712" y="4078"/>
                      </a:lnTo>
                      <a:lnTo>
                        <a:pt x="0" y="4078"/>
                      </a:lnTo>
                      <a:lnTo>
                        <a:pt x="0" y="0"/>
                      </a:lnTo>
                      <a:lnTo>
                        <a:pt x="30086" y="0"/>
                      </a:lnTo>
                      <a:lnTo>
                        <a:pt x="30086" y="407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" name="Freeform 200">
                  <a:extLst>
                    <a:ext uri="{FF2B5EF4-FFF2-40B4-BE49-F238E27FC236}">
                      <a16:creationId xmlns:a16="http://schemas.microsoft.com/office/drawing/2014/main" id="{19D8E4DC-2C95-07A8-C7BC-31020F16CF3E}"/>
                    </a:ext>
                  </a:extLst>
                </p:cNvPr>
                <p:cNvSpPr/>
                <p:nvPr/>
              </p:nvSpPr>
              <p:spPr>
                <a:xfrm>
                  <a:off x="412401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0" name="Freeform 201">
                  <a:extLst>
                    <a:ext uri="{FF2B5EF4-FFF2-40B4-BE49-F238E27FC236}">
                      <a16:creationId xmlns:a16="http://schemas.microsoft.com/office/drawing/2014/main" id="{922FA3DA-5599-FE5D-6E65-49F39969AD50}"/>
                    </a:ext>
                  </a:extLst>
                </p:cNvPr>
                <p:cNvSpPr/>
                <p:nvPr/>
              </p:nvSpPr>
              <p:spPr>
                <a:xfrm>
                  <a:off x="443698" y="584994"/>
                  <a:ext cx="30570" cy="36461"/>
                </a:xfrm>
                <a:custGeom>
                  <a:avLst/>
                  <a:gdLst>
                    <a:gd name="connsiteX0" fmla="*/ 61 w 30570"/>
                    <a:gd name="connsiteY0" fmla="*/ 36462 h 36461"/>
                    <a:gd name="connsiteX1" fmla="*/ 61 w 30570"/>
                    <a:gd name="connsiteY1" fmla="*/ 0 h 36461"/>
                    <a:gd name="connsiteX2" fmla="*/ 12834 w 30570"/>
                    <a:gd name="connsiteY2" fmla="*/ 0 h 36461"/>
                    <a:gd name="connsiteX3" fmla="*/ 20582 w 30570"/>
                    <a:gd name="connsiteY3" fmla="*/ 1439 h 36461"/>
                    <a:gd name="connsiteX4" fmla="*/ 26151 w 30570"/>
                    <a:gd name="connsiteY4" fmla="*/ 5337 h 36461"/>
                    <a:gd name="connsiteX5" fmla="*/ 29481 w 30570"/>
                    <a:gd name="connsiteY5" fmla="*/ 11094 h 36461"/>
                    <a:gd name="connsiteX6" fmla="*/ 30571 w 30570"/>
                    <a:gd name="connsiteY6" fmla="*/ 18171 h 36461"/>
                    <a:gd name="connsiteX7" fmla="*/ 29299 w 30570"/>
                    <a:gd name="connsiteY7" fmla="*/ 25667 h 36461"/>
                    <a:gd name="connsiteX8" fmla="*/ 25728 w 30570"/>
                    <a:gd name="connsiteY8" fmla="*/ 31424 h 36461"/>
                    <a:gd name="connsiteX9" fmla="*/ 20098 w 30570"/>
                    <a:gd name="connsiteY9" fmla="*/ 35143 h 36461"/>
                    <a:gd name="connsiteX10" fmla="*/ 12773 w 30570"/>
                    <a:gd name="connsiteY10" fmla="*/ 36462 h 36461"/>
                    <a:gd name="connsiteX11" fmla="*/ 0 w 30570"/>
                    <a:gd name="connsiteY11" fmla="*/ 36462 h 36461"/>
                    <a:gd name="connsiteX12" fmla="*/ 25909 w 30570"/>
                    <a:gd name="connsiteY12" fmla="*/ 18231 h 36461"/>
                    <a:gd name="connsiteX13" fmla="*/ 25062 w 30570"/>
                    <a:gd name="connsiteY13" fmla="*/ 12534 h 36461"/>
                    <a:gd name="connsiteX14" fmla="*/ 22519 w 30570"/>
                    <a:gd name="connsiteY14" fmla="*/ 8096 h 36461"/>
                    <a:gd name="connsiteX15" fmla="*/ 18403 w 30570"/>
                    <a:gd name="connsiteY15" fmla="*/ 5217 h 36461"/>
                    <a:gd name="connsiteX16" fmla="*/ 12834 w 30570"/>
                    <a:gd name="connsiteY16" fmla="*/ 4138 h 36461"/>
                    <a:gd name="connsiteX17" fmla="*/ 4722 w 30570"/>
                    <a:gd name="connsiteY17" fmla="*/ 4138 h 36461"/>
                    <a:gd name="connsiteX18" fmla="*/ 4722 w 30570"/>
                    <a:gd name="connsiteY18" fmla="*/ 32384 h 36461"/>
                    <a:gd name="connsiteX19" fmla="*/ 12834 w 30570"/>
                    <a:gd name="connsiteY19" fmla="*/ 32384 h 36461"/>
                    <a:gd name="connsiteX20" fmla="*/ 18463 w 30570"/>
                    <a:gd name="connsiteY20" fmla="*/ 31304 h 36461"/>
                    <a:gd name="connsiteX21" fmla="*/ 22580 w 30570"/>
                    <a:gd name="connsiteY21" fmla="*/ 28306 h 36461"/>
                    <a:gd name="connsiteX22" fmla="*/ 25062 w 30570"/>
                    <a:gd name="connsiteY22" fmla="*/ 23808 h 36461"/>
                    <a:gd name="connsiteX23" fmla="*/ 25909 w 30570"/>
                    <a:gd name="connsiteY23" fmla="*/ 18171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0570" h="3646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2834" y="0"/>
                      </a:lnTo>
                      <a:cubicBezTo>
                        <a:pt x="15800" y="0"/>
                        <a:pt x="18342" y="480"/>
                        <a:pt x="20582" y="1439"/>
                      </a:cubicBezTo>
                      <a:cubicBezTo>
                        <a:pt x="22822" y="2399"/>
                        <a:pt x="24699" y="3718"/>
                        <a:pt x="26151" y="5337"/>
                      </a:cubicBezTo>
                      <a:cubicBezTo>
                        <a:pt x="27665" y="6957"/>
                        <a:pt x="28754" y="8936"/>
                        <a:pt x="29481" y="11094"/>
                      </a:cubicBezTo>
                      <a:cubicBezTo>
                        <a:pt x="30207" y="13313"/>
                        <a:pt x="30571" y="15652"/>
                        <a:pt x="30571" y="18171"/>
                      </a:cubicBezTo>
                      <a:cubicBezTo>
                        <a:pt x="30571" y="20930"/>
                        <a:pt x="30147" y="23448"/>
                        <a:pt x="29299" y="25667"/>
                      </a:cubicBezTo>
                      <a:cubicBezTo>
                        <a:pt x="28452" y="27886"/>
                        <a:pt x="27302" y="29805"/>
                        <a:pt x="25728" y="31424"/>
                      </a:cubicBezTo>
                      <a:cubicBezTo>
                        <a:pt x="24154" y="33044"/>
                        <a:pt x="22277" y="34243"/>
                        <a:pt x="20098" y="35143"/>
                      </a:cubicBezTo>
                      <a:cubicBezTo>
                        <a:pt x="17919" y="36042"/>
                        <a:pt x="15437" y="36462"/>
                        <a:pt x="12773" y="36462"/>
                      </a:cubicBezTo>
                      <a:lnTo>
                        <a:pt x="0" y="36462"/>
                      </a:lnTo>
                      <a:close/>
                      <a:moveTo>
                        <a:pt x="25909" y="18231"/>
                      </a:moveTo>
                      <a:cubicBezTo>
                        <a:pt x="25909" y="16192"/>
                        <a:pt x="25607" y="14273"/>
                        <a:pt x="25062" y="12534"/>
                      </a:cubicBezTo>
                      <a:cubicBezTo>
                        <a:pt x="24517" y="10795"/>
                        <a:pt x="23669" y="9295"/>
                        <a:pt x="22519" y="8096"/>
                      </a:cubicBezTo>
                      <a:cubicBezTo>
                        <a:pt x="21369" y="6897"/>
                        <a:pt x="20037" y="5877"/>
                        <a:pt x="18403" y="5217"/>
                      </a:cubicBezTo>
                      <a:cubicBezTo>
                        <a:pt x="16768" y="4498"/>
                        <a:pt x="14952" y="4138"/>
                        <a:pt x="12834" y="4138"/>
                      </a:cubicBezTo>
                      <a:lnTo>
                        <a:pt x="4722" y="4138"/>
                      </a:lnTo>
                      <a:lnTo>
                        <a:pt x="4722" y="32384"/>
                      </a:lnTo>
                      <a:lnTo>
                        <a:pt x="12834" y="32384"/>
                      </a:lnTo>
                      <a:cubicBezTo>
                        <a:pt x="14952" y="32384"/>
                        <a:pt x="16829" y="32024"/>
                        <a:pt x="18463" y="31304"/>
                      </a:cubicBezTo>
                      <a:cubicBezTo>
                        <a:pt x="20098" y="30585"/>
                        <a:pt x="21490" y="29565"/>
                        <a:pt x="22580" y="28306"/>
                      </a:cubicBezTo>
                      <a:cubicBezTo>
                        <a:pt x="23669" y="27047"/>
                        <a:pt x="24517" y="25547"/>
                        <a:pt x="25062" y="23808"/>
                      </a:cubicBezTo>
                      <a:cubicBezTo>
                        <a:pt x="25607" y="22069"/>
                        <a:pt x="25909" y="20210"/>
                        <a:pt x="25909" y="1817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1" name="Freeform 202">
                  <a:extLst>
                    <a:ext uri="{FF2B5EF4-FFF2-40B4-BE49-F238E27FC236}">
                      <a16:creationId xmlns:a16="http://schemas.microsoft.com/office/drawing/2014/main" id="{DE13B543-0177-AC52-8332-C2518ED0D643}"/>
                    </a:ext>
                  </a:extLst>
                </p:cNvPr>
                <p:cNvSpPr/>
                <p:nvPr/>
              </p:nvSpPr>
              <p:spPr>
                <a:xfrm>
                  <a:off x="493518" y="584874"/>
                  <a:ext cx="31357" cy="36761"/>
                </a:xfrm>
                <a:custGeom>
                  <a:avLst/>
                  <a:gdLst>
                    <a:gd name="connsiteX0" fmla="*/ 15618 w 31357"/>
                    <a:gd name="connsiteY0" fmla="*/ 32684 h 36761"/>
                    <a:gd name="connsiteX1" fmla="*/ 20945 w 31357"/>
                    <a:gd name="connsiteY1" fmla="*/ 31424 h 36761"/>
                    <a:gd name="connsiteX2" fmla="*/ 24335 w 31357"/>
                    <a:gd name="connsiteY2" fmla="*/ 28186 h 36761"/>
                    <a:gd name="connsiteX3" fmla="*/ 26151 w 31357"/>
                    <a:gd name="connsiteY3" fmla="*/ 23688 h 36761"/>
                    <a:gd name="connsiteX4" fmla="*/ 26696 w 31357"/>
                    <a:gd name="connsiteY4" fmla="*/ 18531 h 36761"/>
                    <a:gd name="connsiteX5" fmla="*/ 26696 w 31357"/>
                    <a:gd name="connsiteY5" fmla="*/ 60 h 36761"/>
                    <a:gd name="connsiteX6" fmla="*/ 31358 w 31357"/>
                    <a:gd name="connsiteY6" fmla="*/ 60 h 36761"/>
                    <a:gd name="connsiteX7" fmla="*/ 31358 w 31357"/>
                    <a:gd name="connsiteY7" fmla="*/ 18531 h 36761"/>
                    <a:gd name="connsiteX8" fmla="*/ 30510 w 31357"/>
                    <a:gd name="connsiteY8" fmla="*/ 25547 h 36761"/>
                    <a:gd name="connsiteX9" fmla="*/ 27786 w 31357"/>
                    <a:gd name="connsiteY9" fmla="*/ 31364 h 36761"/>
                    <a:gd name="connsiteX10" fmla="*/ 22943 w 31357"/>
                    <a:gd name="connsiteY10" fmla="*/ 35322 h 36761"/>
                    <a:gd name="connsiteX11" fmla="*/ 15679 w 31357"/>
                    <a:gd name="connsiteY11" fmla="*/ 36762 h 36761"/>
                    <a:gd name="connsiteX12" fmla="*/ 8293 w 31357"/>
                    <a:gd name="connsiteY12" fmla="*/ 35202 h 36761"/>
                    <a:gd name="connsiteX13" fmla="*/ 3451 w 31357"/>
                    <a:gd name="connsiteY13" fmla="*/ 31124 h 36761"/>
                    <a:gd name="connsiteX14" fmla="*/ 787 w 31357"/>
                    <a:gd name="connsiteY14" fmla="*/ 25247 h 36761"/>
                    <a:gd name="connsiteX15" fmla="*/ 0 w 31357"/>
                    <a:gd name="connsiteY15" fmla="*/ 18471 h 36761"/>
                    <a:gd name="connsiteX16" fmla="*/ 0 w 31357"/>
                    <a:gd name="connsiteY16" fmla="*/ 0 h 36761"/>
                    <a:gd name="connsiteX17" fmla="*/ 4661 w 31357"/>
                    <a:gd name="connsiteY17" fmla="*/ 0 h 36761"/>
                    <a:gd name="connsiteX18" fmla="*/ 4661 w 31357"/>
                    <a:gd name="connsiteY18" fmla="*/ 18471 h 36761"/>
                    <a:gd name="connsiteX19" fmla="*/ 5206 w 31357"/>
                    <a:gd name="connsiteY19" fmla="*/ 23748 h 36761"/>
                    <a:gd name="connsiteX20" fmla="*/ 7022 w 31357"/>
                    <a:gd name="connsiteY20" fmla="*/ 28246 h 36761"/>
                    <a:gd name="connsiteX21" fmla="*/ 10412 w 31357"/>
                    <a:gd name="connsiteY21" fmla="*/ 31424 h 36761"/>
                    <a:gd name="connsiteX22" fmla="*/ 15679 w 31357"/>
                    <a:gd name="connsiteY22" fmla="*/ 32624 h 36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1357" h="36761">
                      <a:moveTo>
                        <a:pt x="15618" y="32684"/>
                      </a:moveTo>
                      <a:cubicBezTo>
                        <a:pt x="17737" y="32684"/>
                        <a:pt x="19553" y="32264"/>
                        <a:pt x="20945" y="31424"/>
                      </a:cubicBezTo>
                      <a:cubicBezTo>
                        <a:pt x="22338" y="30585"/>
                        <a:pt x="23488" y="29505"/>
                        <a:pt x="24335" y="28186"/>
                      </a:cubicBezTo>
                      <a:cubicBezTo>
                        <a:pt x="25183" y="26867"/>
                        <a:pt x="25788" y="25367"/>
                        <a:pt x="26151" y="23688"/>
                      </a:cubicBezTo>
                      <a:cubicBezTo>
                        <a:pt x="26515" y="22009"/>
                        <a:pt x="26696" y="20270"/>
                        <a:pt x="26696" y="18531"/>
                      </a:cubicBezTo>
                      <a:lnTo>
                        <a:pt x="26696" y="60"/>
                      </a:lnTo>
                      <a:lnTo>
                        <a:pt x="31358" y="60"/>
                      </a:lnTo>
                      <a:lnTo>
                        <a:pt x="31358" y="18531"/>
                      </a:lnTo>
                      <a:cubicBezTo>
                        <a:pt x="31358" y="20990"/>
                        <a:pt x="31055" y="23328"/>
                        <a:pt x="30510" y="25547"/>
                      </a:cubicBezTo>
                      <a:cubicBezTo>
                        <a:pt x="29965" y="27766"/>
                        <a:pt x="29057" y="29685"/>
                        <a:pt x="27786" y="31364"/>
                      </a:cubicBezTo>
                      <a:cubicBezTo>
                        <a:pt x="26515" y="33044"/>
                        <a:pt x="24941" y="34363"/>
                        <a:pt x="22943" y="35322"/>
                      </a:cubicBezTo>
                      <a:cubicBezTo>
                        <a:pt x="20945" y="36282"/>
                        <a:pt x="18524" y="36762"/>
                        <a:pt x="15679" y="36762"/>
                      </a:cubicBezTo>
                      <a:cubicBezTo>
                        <a:pt x="12834" y="36762"/>
                        <a:pt x="10291" y="36222"/>
                        <a:pt x="8293" y="35202"/>
                      </a:cubicBezTo>
                      <a:cubicBezTo>
                        <a:pt x="6296" y="34183"/>
                        <a:pt x="4661" y="32804"/>
                        <a:pt x="3451" y="31124"/>
                      </a:cubicBezTo>
                      <a:cubicBezTo>
                        <a:pt x="2240" y="29445"/>
                        <a:pt x="1332" y="27466"/>
                        <a:pt x="787" y="25247"/>
                      </a:cubicBezTo>
                      <a:cubicBezTo>
                        <a:pt x="242" y="23029"/>
                        <a:pt x="0" y="20750"/>
                        <a:pt x="0" y="18471"/>
                      </a:cubicBez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18471"/>
                      </a:lnTo>
                      <a:cubicBezTo>
                        <a:pt x="4661" y="20270"/>
                        <a:pt x="4843" y="22069"/>
                        <a:pt x="5206" y="23748"/>
                      </a:cubicBezTo>
                      <a:cubicBezTo>
                        <a:pt x="5569" y="25427"/>
                        <a:pt x="6175" y="26927"/>
                        <a:pt x="7022" y="28246"/>
                      </a:cubicBezTo>
                      <a:cubicBezTo>
                        <a:pt x="7870" y="29565"/>
                        <a:pt x="9020" y="30585"/>
                        <a:pt x="10412" y="31424"/>
                      </a:cubicBezTo>
                      <a:cubicBezTo>
                        <a:pt x="11804" y="32264"/>
                        <a:pt x="13560" y="32624"/>
                        <a:pt x="15679" y="32624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" name="Freeform 203">
                  <a:extLst>
                    <a:ext uri="{FF2B5EF4-FFF2-40B4-BE49-F238E27FC236}">
                      <a16:creationId xmlns:a16="http://schemas.microsoft.com/office/drawing/2014/main" id="{723A3E4C-B824-36F8-4334-245069991507}"/>
                    </a:ext>
                  </a:extLst>
                </p:cNvPr>
                <p:cNvSpPr/>
                <p:nvPr/>
              </p:nvSpPr>
              <p:spPr>
                <a:xfrm>
                  <a:off x="535228" y="584994"/>
                  <a:ext cx="31115" cy="36461"/>
                </a:xfrm>
                <a:custGeom>
                  <a:avLst/>
                  <a:gdLst>
                    <a:gd name="connsiteX0" fmla="*/ 4661 w 31115"/>
                    <a:gd name="connsiteY0" fmla="*/ 8636 h 36461"/>
                    <a:gd name="connsiteX1" fmla="*/ 4661 w 31115"/>
                    <a:gd name="connsiteY1" fmla="*/ 36462 h 36461"/>
                    <a:gd name="connsiteX2" fmla="*/ 0 w 31115"/>
                    <a:gd name="connsiteY2" fmla="*/ 36462 h 36461"/>
                    <a:gd name="connsiteX3" fmla="*/ 0 w 31115"/>
                    <a:gd name="connsiteY3" fmla="*/ 0 h 36461"/>
                    <a:gd name="connsiteX4" fmla="*/ 3632 w 31115"/>
                    <a:gd name="connsiteY4" fmla="*/ 0 h 36461"/>
                    <a:gd name="connsiteX5" fmla="*/ 26454 w 31115"/>
                    <a:gd name="connsiteY5" fmla="*/ 28426 h 36461"/>
                    <a:gd name="connsiteX6" fmla="*/ 26454 w 31115"/>
                    <a:gd name="connsiteY6" fmla="*/ 60 h 36461"/>
                    <a:gd name="connsiteX7" fmla="*/ 31115 w 31115"/>
                    <a:gd name="connsiteY7" fmla="*/ 60 h 36461"/>
                    <a:gd name="connsiteX8" fmla="*/ 31115 w 31115"/>
                    <a:gd name="connsiteY8" fmla="*/ 36462 h 36461"/>
                    <a:gd name="connsiteX9" fmla="*/ 27181 w 31115"/>
                    <a:gd name="connsiteY9" fmla="*/ 36462 h 36461"/>
                    <a:gd name="connsiteX10" fmla="*/ 4661 w 31115"/>
                    <a:gd name="connsiteY10" fmla="*/ 8636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1115" h="36461">
                      <a:moveTo>
                        <a:pt x="4661" y="8636"/>
                      </a:moveTo>
                      <a:lnTo>
                        <a:pt x="466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3632" y="0"/>
                      </a:lnTo>
                      <a:lnTo>
                        <a:pt x="26454" y="28426"/>
                      </a:lnTo>
                      <a:lnTo>
                        <a:pt x="26454" y="60"/>
                      </a:lnTo>
                      <a:lnTo>
                        <a:pt x="31115" y="60"/>
                      </a:lnTo>
                      <a:lnTo>
                        <a:pt x="31115" y="36462"/>
                      </a:lnTo>
                      <a:lnTo>
                        <a:pt x="27181" y="36462"/>
                      </a:lnTo>
                      <a:lnTo>
                        <a:pt x="4661" y="8636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3" name="Freeform 204">
                  <a:extLst>
                    <a:ext uri="{FF2B5EF4-FFF2-40B4-BE49-F238E27FC236}">
                      <a16:creationId xmlns:a16="http://schemas.microsoft.com/office/drawing/2014/main" id="{EBA1B79C-BFD8-E171-36B7-9BC080143234}"/>
                    </a:ext>
                  </a:extLst>
                </p:cNvPr>
                <p:cNvSpPr/>
                <p:nvPr/>
              </p:nvSpPr>
              <p:spPr>
                <a:xfrm>
                  <a:off x="577239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" name="Freeform 205">
                  <a:extLst>
                    <a:ext uri="{FF2B5EF4-FFF2-40B4-BE49-F238E27FC236}">
                      <a16:creationId xmlns:a16="http://schemas.microsoft.com/office/drawing/2014/main" id="{73B47F5B-6FE7-1B57-4A9B-5C11C8F5228A}"/>
                    </a:ext>
                  </a:extLst>
                </p:cNvPr>
                <p:cNvSpPr/>
                <p:nvPr/>
              </p:nvSpPr>
              <p:spPr>
                <a:xfrm>
                  <a:off x="588862" y="584994"/>
                  <a:ext cx="34142" cy="36461"/>
                </a:xfrm>
                <a:custGeom>
                  <a:avLst/>
                  <a:gdLst>
                    <a:gd name="connsiteX0" fmla="*/ 4964 w 34142"/>
                    <a:gd name="connsiteY0" fmla="*/ 0 h 36461"/>
                    <a:gd name="connsiteX1" fmla="*/ 17132 w 34142"/>
                    <a:gd name="connsiteY1" fmla="*/ 30645 h 36461"/>
                    <a:gd name="connsiteX2" fmla="*/ 29239 w 34142"/>
                    <a:gd name="connsiteY2" fmla="*/ 0 h 36461"/>
                    <a:gd name="connsiteX3" fmla="*/ 34142 w 34142"/>
                    <a:gd name="connsiteY3" fmla="*/ 0 h 36461"/>
                    <a:gd name="connsiteX4" fmla="*/ 19129 w 34142"/>
                    <a:gd name="connsiteY4" fmla="*/ 36462 h 36461"/>
                    <a:gd name="connsiteX5" fmla="*/ 15073 w 34142"/>
                    <a:gd name="connsiteY5" fmla="*/ 36462 h 36461"/>
                    <a:gd name="connsiteX6" fmla="*/ 0 w 34142"/>
                    <a:gd name="connsiteY6" fmla="*/ 0 h 36461"/>
                    <a:gd name="connsiteX7" fmla="*/ 4903 w 34142"/>
                    <a:gd name="connsiteY7" fmla="*/ 0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4142" h="36461">
                      <a:moveTo>
                        <a:pt x="4964" y="0"/>
                      </a:moveTo>
                      <a:lnTo>
                        <a:pt x="17132" y="30645"/>
                      </a:lnTo>
                      <a:lnTo>
                        <a:pt x="29239" y="0"/>
                      </a:lnTo>
                      <a:lnTo>
                        <a:pt x="34142" y="0"/>
                      </a:lnTo>
                      <a:lnTo>
                        <a:pt x="19129" y="36462"/>
                      </a:lnTo>
                      <a:lnTo>
                        <a:pt x="15073" y="36462"/>
                      </a:lnTo>
                      <a:lnTo>
                        <a:pt x="0" y="0"/>
                      </a:lnTo>
                      <a:lnTo>
                        <a:pt x="4903" y="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" name="Freeform 206">
                  <a:extLst>
                    <a:ext uri="{FF2B5EF4-FFF2-40B4-BE49-F238E27FC236}">
                      <a16:creationId xmlns:a16="http://schemas.microsoft.com/office/drawing/2014/main" id="{5A96E1F1-1D24-B900-C7F9-051F25118253}"/>
                    </a:ext>
                  </a:extLst>
                </p:cNvPr>
                <p:cNvSpPr/>
                <p:nvPr/>
              </p:nvSpPr>
              <p:spPr>
                <a:xfrm>
                  <a:off x="630148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" name="Freeform 207">
                  <a:extLst>
                    <a:ext uri="{FF2B5EF4-FFF2-40B4-BE49-F238E27FC236}">
                      <a16:creationId xmlns:a16="http://schemas.microsoft.com/office/drawing/2014/main" id="{8FB2C94B-DAC1-C837-AD08-B74CBF707DCF}"/>
                    </a:ext>
                  </a:extLst>
                </p:cNvPr>
                <p:cNvSpPr/>
                <p:nvPr/>
              </p:nvSpPr>
              <p:spPr>
                <a:xfrm>
                  <a:off x="663503" y="584994"/>
                  <a:ext cx="28088" cy="36521"/>
                </a:xfrm>
                <a:custGeom>
                  <a:avLst/>
                  <a:gdLst>
                    <a:gd name="connsiteX0" fmla="*/ 61 w 28088"/>
                    <a:gd name="connsiteY0" fmla="*/ 36462 h 36521"/>
                    <a:gd name="connsiteX1" fmla="*/ 61 w 28088"/>
                    <a:gd name="connsiteY1" fmla="*/ 0 h 36521"/>
                    <a:gd name="connsiteX2" fmla="*/ 15800 w 28088"/>
                    <a:gd name="connsiteY2" fmla="*/ 0 h 36521"/>
                    <a:gd name="connsiteX3" fmla="*/ 20279 w 28088"/>
                    <a:gd name="connsiteY3" fmla="*/ 1019 h 36521"/>
                    <a:gd name="connsiteX4" fmla="*/ 23791 w 28088"/>
                    <a:gd name="connsiteY4" fmla="*/ 3658 h 36521"/>
                    <a:gd name="connsiteX5" fmla="*/ 26091 w 28088"/>
                    <a:gd name="connsiteY5" fmla="*/ 7436 h 36521"/>
                    <a:gd name="connsiteX6" fmla="*/ 26938 w 28088"/>
                    <a:gd name="connsiteY6" fmla="*/ 11694 h 36521"/>
                    <a:gd name="connsiteX7" fmla="*/ 26394 w 28088"/>
                    <a:gd name="connsiteY7" fmla="*/ 15352 h 36521"/>
                    <a:gd name="connsiteX8" fmla="*/ 24820 w 28088"/>
                    <a:gd name="connsiteY8" fmla="*/ 18591 h 36521"/>
                    <a:gd name="connsiteX9" fmla="*/ 22398 w 28088"/>
                    <a:gd name="connsiteY9" fmla="*/ 21050 h 36521"/>
                    <a:gd name="connsiteX10" fmla="*/ 19190 w 28088"/>
                    <a:gd name="connsiteY10" fmla="*/ 22549 h 36521"/>
                    <a:gd name="connsiteX11" fmla="*/ 28089 w 28088"/>
                    <a:gd name="connsiteY11" fmla="*/ 36522 h 36521"/>
                    <a:gd name="connsiteX12" fmla="*/ 22822 w 28088"/>
                    <a:gd name="connsiteY12" fmla="*/ 36522 h 36521"/>
                    <a:gd name="connsiteX13" fmla="*/ 14407 w 28088"/>
                    <a:gd name="connsiteY13" fmla="*/ 23448 h 36521"/>
                    <a:gd name="connsiteX14" fmla="*/ 4661 w 28088"/>
                    <a:gd name="connsiteY14" fmla="*/ 23448 h 36521"/>
                    <a:gd name="connsiteX15" fmla="*/ 4661 w 28088"/>
                    <a:gd name="connsiteY15" fmla="*/ 36522 h 36521"/>
                    <a:gd name="connsiteX16" fmla="*/ 0 w 28088"/>
                    <a:gd name="connsiteY16" fmla="*/ 36522 h 36521"/>
                    <a:gd name="connsiteX17" fmla="*/ 4722 w 28088"/>
                    <a:gd name="connsiteY17" fmla="*/ 19310 h 36521"/>
                    <a:gd name="connsiteX18" fmla="*/ 15860 w 28088"/>
                    <a:gd name="connsiteY18" fmla="*/ 19310 h 36521"/>
                    <a:gd name="connsiteX19" fmla="*/ 18463 w 28088"/>
                    <a:gd name="connsiteY19" fmla="*/ 18711 h 36521"/>
                    <a:gd name="connsiteX20" fmla="*/ 20461 w 28088"/>
                    <a:gd name="connsiteY20" fmla="*/ 17032 h 36521"/>
                    <a:gd name="connsiteX21" fmla="*/ 21732 w 28088"/>
                    <a:gd name="connsiteY21" fmla="*/ 14573 h 36521"/>
                    <a:gd name="connsiteX22" fmla="*/ 22217 w 28088"/>
                    <a:gd name="connsiteY22" fmla="*/ 11694 h 36521"/>
                    <a:gd name="connsiteX23" fmla="*/ 21672 w 28088"/>
                    <a:gd name="connsiteY23" fmla="*/ 8816 h 36521"/>
                    <a:gd name="connsiteX24" fmla="*/ 20219 w 28088"/>
                    <a:gd name="connsiteY24" fmla="*/ 6417 h 36521"/>
                    <a:gd name="connsiteX25" fmla="*/ 18100 w 28088"/>
                    <a:gd name="connsiteY25" fmla="*/ 4798 h 36521"/>
                    <a:gd name="connsiteX26" fmla="*/ 15558 w 28088"/>
                    <a:gd name="connsiteY26" fmla="*/ 4198 h 36521"/>
                    <a:gd name="connsiteX27" fmla="*/ 4722 w 28088"/>
                    <a:gd name="connsiteY27" fmla="*/ 4198 h 36521"/>
                    <a:gd name="connsiteX28" fmla="*/ 4722 w 28088"/>
                    <a:gd name="connsiteY28" fmla="*/ 1937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8088" h="3652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5800" y="0"/>
                      </a:lnTo>
                      <a:cubicBezTo>
                        <a:pt x="17434" y="0"/>
                        <a:pt x="18887" y="360"/>
                        <a:pt x="20279" y="1019"/>
                      </a:cubicBezTo>
                      <a:cubicBezTo>
                        <a:pt x="21672" y="1679"/>
                        <a:pt x="22822" y="2579"/>
                        <a:pt x="23791" y="3658"/>
                      </a:cubicBezTo>
                      <a:cubicBezTo>
                        <a:pt x="24759" y="4798"/>
                        <a:pt x="25546" y="5997"/>
                        <a:pt x="26091" y="7436"/>
                      </a:cubicBezTo>
                      <a:cubicBezTo>
                        <a:pt x="26636" y="8816"/>
                        <a:pt x="26938" y="10255"/>
                        <a:pt x="26938" y="11694"/>
                      </a:cubicBezTo>
                      <a:cubicBezTo>
                        <a:pt x="26938" y="12954"/>
                        <a:pt x="26757" y="14213"/>
                        <a:pt x="26394" y="15352"/>
                      </a:cubicBezTo>
                      <a:cubicBezTo>
                        <a:pt x="26030" y="16552"/>
                        <a:pt x="25486" y="17631"/>
                        <a:pt x="24820" y="18591"/>
                      </a:cubicBezTo>
                      <a:cubicBezTo>
                        <a:pt x="24154" y="19550"/>
                        <a:pt x="23306" y="20390"/>
                        <a:pt x="22398" y="21050"/>
                      </a:cubicBezTo>
                      <a:cubicBezTo>
                        <a:pt x="21430" y="21709"/>
                        <a:pt x="20401" y="22249"/>
                        <a:pt x="19190" y="22549"/>
                      </a:cubicBezTo>
                      <a:lnTo>
                        <a:pt x="28089" y="36522"/>
                      </a:lnTo>
                      <a:lnTo>
                        <a:pt x="22822" y="36522"/>
                      </a:lnTo>
                      <a:lnTo>
                        <a:pt x="14407" y="23448"/>
                      </a:lnTo>
                      <a:lnTo>
                        <a:pt x="4661" y="23448"/>
                      </a:lnTo>
                      <a:lnTo>
                        <a:pt x="4661" y="36522"/>
                      </a:lnTo>
                      <a:lnTo>
                        <a:pt x="0" y="36522"/>
                      </a:lnTo>
                      <a:close/>
                      <a:moveTo>
                        <a:pt x="4722" y="19310"/>
                      </a:moveTo>
                      <a:lnTo>
                        <a:pt x="15860" y="19310"/>
                      </a:lnTo>
                      <a:cubicBezTo>
                        <a:pt x="16829" y="19310"/>
                        <a:pt x="17676" y="19131"/>
                        <a:pt x="18463" y="18711"/>
                      </a:cubicBezTo>
                      <a:cubicBezTo>
                        <a:pt x="19250" y="18291"/>
                        <a:pt x="19916" y="17751"/>
                        <a:pt x="20461" y="17032"/>
                      </a:cubicBezTo>
                      <a:cubicBezTo>
                        <a:pt x="21006" y="16312"/>
                        <a:pt x="21430" y="15532"/>
                        <a:pt x="21732" y="14573"/>
                      </a:cubicBezTo>
                      <a:cubicBezTo>
                        <a:pt x="22035" y="13673"/>
                        <a:pt x="22217" y="12714"/>
                        <a:pt x="22217" y="11694"/>
                      </a:cubicBezTo>
                      <a:cubicBezTo>
                        <a:pt x="22217" y="10675"/>
                        <a:pt x="22035" y="9715"/>
                        <a:pt x="21672" y="8816"/>
                      </a:cubicBezTo>
                      <a:cubicBezTo>
                        <a:pt x="21309" y="7916"/>
                        <a:pt x="20824" y="7136"/>
                        <a:pt x="20219" y="6417"/>
                      </a:cubicBezTo>
                      <a:cubicBezTo>
                        <a:pt x="19614" y="5697"/>
                        <a:pt x="18887" y="5157"/>
                        <a:pt x="18100" y="4798"/>
                      </a:cubicBezTo>
                      <a:cubicBezTo>
                        <a:pt x="17313" y="4438"/>
                        <a:pt x="16405" y="4198"/>
                        <a:pt x="15558" y="4198"/>
                      </a:cubicBezTo>
                      <a:lnTo>
                        <a:pt x="4722" y="4198"/>
                      </a:lnTo>
                      <a:lnTo>
                        <a:pt x="4722" y="1937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7" name="Freeform 208">
                  <a:extLst>
                    <a:ext uri="{FF2B5EF4-FFF2-40B4-BE49-F238E27FC236}">
                      <a16:creationId xmlns:a16="http://schemas.microsoft.com/office/drawing/2014/main" id="{59D9DC9C-5739-A5AB-AB77-2F7F4D187456}"/>
                    </a:ext>
                  </a:extLst>
                </p:cNvPr>
                <p:cNvSpPr/>
                <p:nvPr/>
              </p:nvSpPr>
              <p:spPr>
                <a:xfrm>
                  <a:off x="696737" y="584634"/>
                  <a:ext cx="28330" cy="37181"/>
                </a:xfrm>
                <a:custGeom>
                  <a:avLst/>
                  <a:gdLst>
                    <a:gd name="connsiteX0" fmla="*/ 24578 w 28330"/>
                    <a:gd name="connsiteY0" fmla="*/ 8036 h 37181"/>
                    <a:gd name="connsiteX1" fmla="*/ 22943 w 28330"/>
                    <a:gd name="connsiteY1" fmla="*/ 6657 h 37181"/>
                    <a:gd name="connsiteX2" fmla="*/ 20582 w 28330"/>
                    <a:gd name="connsiteY2" fmla="*/ 5457 h 37181"/>
                    <a:gd name="connsiteX3" fmla="*/ 17737 w 28330"/>
                    <a:gd name="connsiteY3" fmla="*/ 4558 h 37181"/>
                    <a:gd name="connsiteX4" fmla="*/ 14529 w 28330"/>
                    <a:gd name="connsiteY4" fmla="*/ 4198 h 37181"/>
                    <a:gd name="connsiteX5" fmla="*/ 8233 w 28330"/>
                    <a:gd name="connsiteY5" fmla="*/ 5817 h 37181"/>
                    <a:gd name="connsiteX6" fmla="*/ 6235 w 28330"/>
                    <a:gd name="connsiteY6" fmla="*/ 10195 h 37181"/>
                    <a:gd name="connsiteX7" fmla="*/ 6780 w 28330"/>
                    <a:gd name="connsiteY7" fmla="*/ 12654 h 37181"/>
                    <a:gd name="connsiteX8" fmla="*/ 8596 w 28330"/>
                    <a:gd name="connsiteY8" fmla="*/ 14333 h 37181"/>
                    <a:gd name="connsiteX9" fmla="*/ 11623 w 28330"/>
                    <a:gd name="connsiteY9" fmla="*/ 15532 h 37181"/>
                    <a:gd name="connsiteX10" fmla="*/ 15921 w 28330"/>
                    <a:gd name="connsiteY10" fmla="*/ 16612 h 37181"/>
                    <a:gd name="connsiteX11" fmla="*/ 21066 w 28330"/>
                    <a:gd name="connsiteY11" fmla="*/ 17991 h 37181"/>
                    <a:gd name="connsiteX12" fmla="*/ 25001 w 28330"/>
                    <a:gd name="connsiteY12" fmla="*/ 19970 h 37181"/>
                    <a:gd name="connsiteX13" fmla="*/ 27483 w 28330"/>
                    <a:gd name="connsiteY13" fmla="*/ 22849 h 37181"/>
                    <a:gd name="connsiteX14" fmla="*/ 28331 w 28330"/>
                    <a:gd name="connsiteY14" fmla="*/ 26987 h 37181"/>
                    <a:gd name="connsiteX15" fmla="*/ 27302 w 28330"/>
                    <a:gd name="connsiteY15" fmla="*/ 31544 h 37181"/>
                    <a:gd name="connsiteX16" fmla="*/ 24456 w 28330"/>
                    <a:gd name="connsiteY16" fmla="*/ 34723 h 37181"/>
                    <a:gd name="connsiteX17" fmla="*/ 20219 w 28330"/>
                    <a:gd name="connsiteY17" fmla="*/ 36582 h 37181"/>
                    <a:gd name="connsiteX18" fmla="*/ 14952 w 28330"/>
                    <a:gd name="connsiteY18" fmla="*/ 37182 h 37181"/>
                    <a:gd name="connsiteX19" fmla="*/ 6901 w 28330"/>
                    <a:gd name="connsiteY19" fmla="*/ 35862 h 37181"/>
                    <a:gd name="connsiteX20" fmla="*/ 0 w 28330"/>
                    <a:gd name="connsiteY20" fmla="*/ 32024 h 37181"/>
                    <a:gd name="connsiteX21" fmla="*/ 2240 w 28330"/>
                    <a:gd name="connsiteY21" fmla="*/ 28126 h 37181"/>
                    <a:gd name="connsiteX22" fmla="*/ 4419 w 28330"/>
                    <a:gd name="connsiteY22" fmla="*/ 29865 h 37181"/>
                    <a:gd name="connsiteX23" fmla="*/ 7446 w 28330"/>
                    <a:gd name="connsiteY23" fmla="*/ 31424 h 37181"/>
                    <a:gd name="connsiteX24" fmla="*/ 11078 w 28330"/>
                    <a:gd name="connsiteY24" fmla="*/ 32564 h 37181"/>
                    <a:gd name="connsiteX25" fmla="*/ 15134 w 28330"/>
                    <a:gd name="connsiteY25" fmla="*/ 32984 h 37181"/>
                    <a:gd name="connsiteX26" fmla="*/ 21248 w 28330"/>
                    <a:gd name="connsiteY26" fmla="*/ 31604 h 37181"/>
                    <a:gd name="connsiteX27" fmla="*/ 23427 w 28330"/>
                    <a:gd name="connsiteY27" fmla="*/ 27466 h 37181"/>
                    <a:gd name="connsiteX28" fmla="*/ 22701 w 28330"/>
                    <a:gd name="connsiteY28" fmla="*/ 24888 h 37181"/>
                    <a:gd name="connsiteX29" fmla="*/ 20643 w 28330"/>
                    <a:gd name="connsiteY29" fmla="*/ 23089 h 37181"/>
                    <a:gd name="connsiteX30" fmla="*/ 17313 w 28330"/>
                    <a:gd name="connsiteY30" fmla="*/ 21709 h 37181"/>
                    <a:gd name="connsiteX31" fmla="*/ 12773 w 28330"/>
                    <a:gd name="connsiteY31" fmla="*/ 20510 h 37181"/>
                    <a:gd name="connsiteX32" fmla="*/ 7870 w 28330"/>
                    <a:gd name="connsiteY32" fmla="*/ 19071 h 37181"/>
                    <a:gd name="connsiteX33" fmla="*/ 4298 w 28330"/>
                    <a:gd name="connsiteY33" fmla="*/ 17211 h 37181"/>
                    <a:gd name="connsiteX34" fmla="*/ 2119 w 28330"/>
                    <a:gd name="connsiteY34" fmla="*/ 14573 h 37181"/>
                    <a:gd name="connsiteX35" fmla="*/ 1392 w 28330"/>
                    <a:gd name="connsiteY35" fmla="*/ 10855 h 37181"/>
                    <a:gd name="connsiteX36" fmla="*/ 2361 w 28330"/>
                    <a:gd name="connsiteY36" fmla="*/ 6237 h 37181"/>
                    <a:gd name="connsiteX37" fmla="*/ 5085 w 28330"/>
                    <a:gd name="connsiteY37" fmla="*/ 2819 h 37181"/>
                    <a:gd name="connsiteX38" fmla="*/ 9262 w 28330"/>
                    <a:gd name="connsiteY38" fmla="*/ 720 h 37181"/>
                    <a:gd name="connsiteX39" fmla="*/ 14529 w 28330"/>
                    <a:gd name="connsiteY39" fmla="*/ 0 h 37181"/>
                    <a:gd name="connsiteX40" fmla="*/ 21248 w 28330"/>
                    <a:gd name="connsiteY40" fmla="*/ 1139 h 37181"/>
                    <a:gd name="connsiteX41" fmla="*/ 26575 w 28330"/>
                    <a:gd name="connsiteY41" fmla="*/ 4198 h 37181"/>
                    <a:gd name="connsiteX42" fmla="*/ 24396 w 28330"/>
                    <a:gd name="connsiteY42" fmla="*/ 7976 h 37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28330" h="37181">
                      <a:moveTo>
                        <a:pt x="24578" y="8036"/>
                      </a:moveTo>
                      <a:cubicBezTo>
                        <a:pt x="24154" y="7556"/>
                        <a:pt x="23609" y="7076"/>
                        <a:pt x="22943" y="6657"/>
                      </a:cubicBezTo>
                      <a:cubicBezTo>
                        <a:pt x="22277" y="6237"/>
                        <a:pt x="21490" y="5817"/>
                        <a:pt x="20582" y="5457"/>
                      </a:cubicBezTo>
                      <a:cubicBezTo>
                        <a:pt x="19674" y="5097"/>
                        <a:pt x="18766" y="4798"/>
                        <a:pt x="17737" y="4558"/>
                      </a:cubicBezTo>
                      <a:cubicBezTo>
                        <a:pt x="16708" y="4318"/>
                        <a:pt x="15679" y="4198"/>
                        <a:pt x="14529" y="4198"/>
                      </a:cubicBezTo>
                      <a:cubicBezTo>
                        <a:pt x="11683" y="4198"/>
                        <a:pt x="9565" y="4738"/>
                        <a:pt x="8233" y="5817"/>
                      </a:cubicBezTo>
                      <a:cubicBezTo>
                        <a:pt x="6901" y="6897"/>
                        <a:pt x="6235" y="8336"/>
                        <a:pt x="6235" y="10195"/>
                      </a:cubicBezTo>
                      <a:cubicBezTo>
                        <a:pt x="6235" y="11214"/>
                        <a:pt x="6417" y="11994"/>
                        <a:pt x="6780" y="12654"/>
                      </a:cubicBezTo>
                      <a:cubicBezTo>
                        <a:pt x="7143" y="13313"/>
                        <a:pt x="7749" y="13853"/>
                        <a:pt x="8596" y="14333"/>
                      </a:cubicBezTo>
                      <a:cubicBezTo>
                        <a:pt x="9444" y="14813"/>
                        <a:pt x="10412" y="15172"/>
                        <a:pt x="11623" y="15532"/>
                      </a:cubicBezTo>
                      <a:cubicBezTo>
                        <a:pt x="12834" y="15892"/>
                        <a:pt x="14286" y="16252"/>
                        <a:pt x="15921" y="16612"/>
                      </a:cubicBezTo>
                      <a:cubicBezTo>
                        <a:pt x="17798" y="17032"/>
                        <a:pt x="19553" y="17511"/>
                        <a:pt x="21066" y="17991"/>
                      </a:cubicBezTo>
                      <a:cubicBezTo>
                        <a:pt x="22580" y="18531"/>
                        <a:pt x="23912" y="19190"/>
                        <a:pt x="25001" y="19970"/>
                      </a:cubicBezTo>
                      <a:cubicBezTo>
                        <a:pt x="26091" y="20750"/>
                        <a:pt x="26938" y="21709"/>
                        <a:pt x="27483" y="22849"/>
                      </a:cubicBezTo>
                      <a:cubicBezTo>
                        <a:pt x="28028" y="23988"/>
                        <a:pt x="28331" y="25367"/>
                        <a:pt x="28331" y="26987"/>
                      </a:cubicBezTo>
                      <a:cubicBezTo>
                        <a:pt x="28331" y="28726"/>
                        <a:pt x="27968" y="30225"/>
                        <a:pt x="27302" y="31544"/>
                      </a:cubicBezTo>
                      <a:cubicBezTo>
                        <a:pt x="26636" y="32804"/>
                        <a:pt x="25667" y="33883"/>
                        <a:pt x="24456" y="34723"/>
                      </a:cubicBezTo>
                      <a:cubicBezTo>
                        <a:pt x="23246" y="35562"/>
                        <a:pt x="21853" y="36162"/>
                        <a:pt x="20219" y="36582"/>
                      </a:cubicBezTo>
                      <a:cubicBezTo>
                        <a:pt x="18584" y="37002"/>
                        <a:pt x="16829" y="37182"/>
                        <a:pt x="14952" y="37182"/>
                      </a:cubicBezTo>
                      <a:cubicBezTo>
                        <a:pt x="12107" y="37182"/>
                        <a:pt x="9444" y="36762"/>
                        <a:pt x="6901" y="35862"/>
                      </a:cubicBezTo>
                      <a:cubicBezTo>
                        <a:pt x="4359" y="34963"/>
                        <a:pt x="2058" y="33703"/>
                        <a:pt x="0" y="32024"/>
                      </a:cubicBezTo>
                      <a:lnTo>
                        <a:pt x="2240" y="28126"/>
                      </a:lnTo>
                      <a:cubicBezTo>
                        <a:pt x="2785" y="28726"/>
                        <a:pt x="3511" y="29265"/>
                        <a:pt x="4419" y="29865"/>
                      </a:cubicBezTo>
                      <a:cubicBezTo>
                        <a:pt x="5327" y="30465"/>
                        <a:pt x="6296" y="30945"/>
                        <a:pt x="7446" y="31424"/>
                      </a:cubicBezTo>
                      <a:cubicBezTo>
                        <a:pt x="8596" y="31904"/>
                        <a:pt x="9807" y="32264"/>
                        <a:pt x="11078" y="32564"/>
                      </a:cubicBezTo>
                      <a:cubicBezTo>
                        <a:pt x="12349" y="32864"/>
                        <a:pt x="13742" y="32984"/>
                        <a:pt x="15134" y="32984"/>
                      </a:cubicBezTo>
                      <a:cubicBezTo>
                        <a:pt x="17737" y="32984"/>
                        <a:pt x="19795" y="32504"/>
                        <a:pt x="21248" y="31604"/>
                      </a:cubicBezTo>
                      <a:cubicBezTo>
                        <a:pt x="22701" y="30705"/>
                        <a:pt x="23427" y="29265"/>
                        <a:pt x="23427" y="27466"/>
                      </a:cubicBezTo>
                      <a:cubicBezTo>
                        <a:pt x="23427" y="26447"/>
                        <a:pt x="23185" y="25607"/>
                        <a:pt x="22701" y="24888"/>
                      </a:cubicBezTo>
                      <a:cubicBezTo>
                        <a:pt x="22217" y="24168"/>
                        <a:pt x="21551" y="23568"/>
                        <a:pt x="20643" y="23089"/>
                      </a:cubicBezTo>
                      <a:cubicBezTo>
                        <a:pt x="19735" y="22549"/>
                        <a:pt x="18645" y="22129"/>
                        <a:pt x="17313" y="21709"/>
                      </a:cubicBezTo>
                      <a:cubicBezTo>
                        <a:pt x="15981" y="21289"/>
                        <a:pt x="14468" y="20930"/>
                        <a:pt x="12773" y="20510"/>
                      </a:cubicBezTo>
                      <a:cubicBezTo>
                        <a:pt x="10896" y="20090"/>
                        <a:pt x="9262" y="19610"/>
                        <a:pt x="7870" y="19071"/>
                      </a:cubicBezTo>
                      <a:cubicBezTo>
                        <a:pt x="6477" y="18531"/>
                        <a:pt x="5267" y="17931"/>
                        <a:pt x="4298" y="17211"/>
                      </a:cubicBezTo>
                      <a:cubicBezTo>
                        <a:pt x="3329" y="16492"/>
                        <a:pt x="2603" y="15592"/>
                        <a:pt x="2119" y="14573"/>
                      </a:cubicBezTo>
                      <a:cubicBezTo>
                        <a:pt x="1634" y="13553"/>
                        <a:pt x="1392" y="12294"/>
                        <a:pt x="1392" y="10855"/>
                      </a:cubicBezTo>
                      <a:cubicBezTo>
                        <a:pt x="1392" y="9115"/>
                        <a:pt x="1695" y="7556"/>
                        <a:pt x="2361" y="6237"/>
                      </a:cubicBezTo>
                      <a:cubicBezTo>
                        <a:pt x="3027" y="4918"/>
                        <a:pt x="3935" y="3778"/>
                        <a:pt x="5085" y="2819"/>
                      </a:cubicBezTo>
                      <a:cubicBezTo>
                        <a:pt x="6235" y="1859"/>
                        <a:pt x="7688" y="1199"/>
                        <a:pt x="9262" y="720"/>
                      </a:cubicBezTo>
                      <a:cubicBezTo>
                        <a:pt x="10896" y="240"/>
                        <a:pt x="12652" y="0"/>
                        <a:pt x="14529" y="0"/>
                      </a:cubicBezTo>
                      <a:cubicBezTo>
                        <a:pt x="17011" y="0"/>
                        <a:pt x="19250" y="360"/>
                        <a:pt x="21248" y="1139"/>
                      </a:cubicBezTo>
                      <a:cubicBezTo>
                        <a:pt x="23246" y="1919"/>
                        <a:pt x="25062" y="2879"/>
                        <a:pt x="26575" y="4198"/>
                      </a:cubicBezTo>
                      <a:lnTo>
                        <a:pt x="24396" y="7976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8" name="Freeform 209">
                  <a:extLst>
                    <a:ext uri="{FF2B5EF4-FFF2-40B4-BE49-F238E27FC236}">
                      <a16:creationId xmlns:a16="http://schemas.microsoft.com/office/drawing/2014/main" id="{728A985A-A071-FEAC-DDE1-BDB659516C2E}"/>
                    </a:ext>
                  </a:extLst>
                </p:cNvPr>
                <p:cNvSpPr/>
                <p:nvPr/>
              </p:nvSpPr>
              <p:spPr>
                <a:xfrm>
                  <a:off x="733361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" name="Freeform 210">
                  <a:extLst>
                    <a:ext uri="{FF2B5EF4-FFF2-40B4-BE49-F238E27FC236}">
                      <a16:creationId xmlns:a16="http://schemas.microsoft.com/office/drawing/2014/main" id="{7256CAAC-A524-1783-936E-05AB31B7BAB2}"/>
                    </a:ext>
                  </a:extLst>
                </p:cNvPr>
                <p:cNvSpPr/>
                <p:nvPr/>
              </p:nvSpPr>
              <p:spPr>
                <a:xfrm>
                  <a:off x="745408" y="585053"/>
                  <a:ext cx="30086" cy="36461"/>
                </a:xfrm>
                <a:custGeom>
                  <a:avLst/>
                  <a:gdLst>
                    <a:gd name="connsiteX0" fmla="*/ 30086 w 30086"/>
                    <a:gd name="connsiteY0" fmla="*/ 4078 h 36461"/>
                    <a:gd name="connsiteX1" fmla="*/ 17374 w 30086"/>
                    <a:gd name="connsiteY1" fmla="*/ 4078 h 36461"/>
                    <a:gd name="connsiteX2" fmla="*/ 17374 w 30086"/>
                    <a:gd name="connsiteY2" fmla="*/ 36462 h 36461"/>
                    <a:gd name="connsiteX3" fmla="*/ 12712 w 30086"/>
                    <a:gd name="connsiteY3" fmla="*/ 36462 h 36461"/>
                    <a:gd name="connsiteX4" fmla="*/ 12712 w 30086"/>
                    <a:gd name="connsiteY4" fmla="*/ 4078 h 36461"/>
                    <a:gd name="connsiteX5" fmla="*/ 0 w 30086"/>
                    <a:gd name="connsiteY5" fmla="*/ 4078 h 36461"/>
                    <a:gd name="connsiteX6" fmla="*/ 0 w 30086"/>
                    <a:gd name="connsiteY6" fmla="*/ 0 h 36461"/>
                    <a:gd name="connsiteX7" fmla="*/ 30086 w 30086"/>
                    <a:gd name="connsiteY7" fmla="*/ 0 h 36461"/>
                    <a:gd name="connsiteX8" fmla="*/ 30086 w 30086"/>
                    <a:gd name="connsiteY8" fmla="*/ 4078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086" h="36461">
                      <a:moveTo>
                        <a:pt x="30086" y="4078"/>
                      </a:moveTo>
                      <a:lnTo>
                        <a:pt x="17374" y="4078"/>
                      </a:lnTo>
                      <a:lnTo>
                        <a:pt x="17374" y="36462"/>
                      </a:lnTo>
                      <a:lnTo>
                        <a:pt x="12712" y="36462"/>
                      </a:lnTo>
                      <a:lnTo>
                        <a:pt x="12712" y="4078"/>
                      </a:lnTo>
                      <a:lnTo>
                        <a:pt x="0" y="4078"/>
                      </a:lnTo>
                      <a:lnTo>
                        <a:pt x="0" y="0"/>
                      </a:lnTo>
                      <a:lnTo>
                        <a:pt x="30086" y="0"/>
                      </a:lnTo>
                      <a:lnTo>
                        <a:pt x="30086" y="407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" name="Freeform 211">
                  <a:extLst>
                    <a:ext uri="{FF2B5EF4-FFF2-40B4-BE49-F238E27FC236}">
                      <a16:creationId xmlns:a16="http://schemas.microsoft.com/office/drawing/2014/main" id="{CEE1797C-7896-B061-F211-3E3AD12446E3}"/>
                    </a:ext>
                  </a:extLst>
                </p:cNvPr>
                <p:cNvSpPr/>
                <p:nvPr/>
              </p:nvSpPr>
              <p:spPr>
                <a:xfrm>
                  <a:off x="779187" y="584934"/>
                  <a:ext cx="32568" cy="36521"/>
                </a:xfrm>
                <a:custGeom>
                  <a:avLst/>
                  <a:gdLst>
                    <a:gd name="connsiteX0" fmla="*/ 5085 w 32568"/>
                    <a:gd name="connsiteY0" fmla="*/ 60 h 36521"/>
                    <a:gd name="connsiteX1" fmla="*/ 16224 w 32568"/>
                    <a:gd name="connsiteY1" fmla="*/ 19071 h 36521"/>
                    <a:gd name="connsiteX2" fmla="*/ 27483 w 32568"/>
                    <a:gd name="connsiteY2" fmla="*/ 60 h 36521"/>
                    <a:gd name="connsiteX3" fmla="*/ 32568 w 32568"/>
                    <a:gd name="connsiteY3" fmla="*/ 60 h 36521"/>
                    <a:gd name="connsiteX4" fmla="*/ 18584 w 32568"/>
                    <a:gd name="connsiteY4" fmla="*/ 23208 h 36521"/>
                    <a:gd name="connsiteX5" fmla="*/ 18584 w 32568"/>
                    <a:gd name="connsiteY5" fmla="*/ 36522 h 36521"/>
                    <a:gd name="connsiteX6" fmla="*/ 13923 w 32568"/>
                    <a:gd name="connsiteY6" fmla="*/ 36522 h 36521"/>
                    <a:gd name="connsiteX7" fmla="*/ 13923 w 32568"/>
                    <a:gd name="connsiteY7" fmla="*/ 23089 h 36521"/>
                    <a:gd name="connsiteX8" fmla="*/ 0 w 32568"/>
                    <a:gd name="connsiteY8" fmla="*/ 0 h 36521"/>
                    <a:gd name="connsiteX9" fmla="*/ 5146 w 32568"/>
                    <a:gd name="connsiteY9" fmla="*/ 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568" h="36521">
                      <a:moveTo>
                        <a:pt x="5085" y="60"/>
                      </a:moveTo>
                      <a:lnTo>
                        <a:pt x="16224" y="19071"/>
                      </a:lnTo>
                      <a:lnTo>
                        <a:pt x="27483" y="60"/>
                      </a:lnTo>
                      <a:lnTo>
                        <a:pt x="32568" y="60"/>
                      </a:lnTo>
                      <a:lnTo>
                        <a:pt x="18584" y="23208"/>
                      </a:lnTo>
                      <a:lnTo>
                        <a:pt x="18584" y="36522"/>
                      </a:lnTo>
                      <a:lnTo>
                        <a:pt x="13923" y="36522"/>
                      </a:lnTo>
                      <a:lnTo>
                        <a:pt x="13923" y="23089"/>
                      </a:lnTo>
                      <a:lnTo>
                        <a:pt x="0" y="0"/>
                      </a:lnTo>
                      <a:lnTo>
                        <a:pt x="5146" y="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6" name="Graphic 6">
                <a:extLst>
                  <a:ext uri="{FF2B5EF4-FFF2-40B4-BE49-F238E27FC236}">
                    <a16:creationId xmlns:a16="http://schemas.microsoft.com/office/drawing/2014/main" id="{3A05FABE-FA54-B74B-F491-C840B85E8615}"/>
                  </a:ext>
                </a:extLst>
              </p:cNvPr>
              <p:cNvGrpSpPr/>
              <p:nvPr/>
            </p:nvGrpSpPr>
            <p:grpSpPr>
              <a:xfrm>
                <a:off x="154155" y="211019"/>
                <a:ext cx="713171" cy="190705"/>
                <a:chOff x="154155" y="211019"/>
                <a:chExt cx="713171" cy="190705"/>
              </a:xfrm>
              <a:solidFill>
                <a:srgbClr val="DF8026"/>
              </a:solidFill>
            </p:grpSpPr>
            <p:sp>
              <p:nvSpPr>
                <p:cNvPr id="77" name="Freeform 188">
                  <a:extLst>
                    <a:ext uri="{FF2B5EF4-FFF2-40B4-BE49-F238E27FC236}">
                      <a16:creationId xmlns:a16="http://schemas.microsoft.com/office/drawing/2014/main" id="{C444E7F1-EC78-BC78-544B-99B8AD66902F}"/>
                    </a:ext>
                  </a:extLst>
                </p:cNvPr>
                <p:cNvSpPr/>
                <p:nvPr/>
              </p:nvSpPr>
              <p:spPr>
                <a:xfrm>
                  <a:off x="154155" y="212099"/>
                  <a:ext cx="160480" cy="188126"/>
                </a:xfrm>
                <a:custGeom>
                  <a:avLst/>
                  <a:gdLst>
                    <a:gd name="connsiteX0" fmla="*/ 24093 w 160480"/>
                    <a:gd name="connsiteY0" fmla="*/ 44498 h 188126"/>
                    <a:gd name="connsiteX1" fmla="*/ 24093 w 160480"/>
                    <a:gd name="connsiteY1" fmla="*/ 188067 h 188126"/>
                    <a:gd name="connsiteX2" fmla="*/ 0 w 160480"/>
                    <a:gd name="connsiteY2" fmla="*/ 188067 h 188126"/>
                    <a:gd name="connsiteX3" fmla="*/ 0 w 160480"/>
                    <a:gd name="connsiteY3" fmla="*/ 0 h 188126"/>
                    <a:gd name="connsiteX4" fmla="*/ 18706 w 160480"/>
                    <a:gd name="connsiteY4" fmla="*/ 0 h 188126"/>
                    <a:gd name="connsiteX5" fmla="*/ 136387 w 160480"/>
                    <a:gd name="connsiteY5" fmla="*/ 146507 h 188126"/>
                    <a:gd name="connsiteX6" fmla="*/ 136387 w 160480"/>
                    <a:gd name="connsiteY6" fmla="*/ 300 h 188126"/>
                    <a:gd name="connsiteX7" fmla="*/ 160480 w 160480"/>
                    <a:gd name="connsiteY7" fmla="*/ 300 h 188126"/>
                    <a:gd name="connsiteX8" fmla="*/ 160480 w 160480"/>
                    <a:gd name="connsiteY8" fmla="*/ 188126 h 188126"/>
                    <a:gd name="connsiteX9" fmla="*/ 140140 w 160480"/>
                    <a:gd name="connsiteY9" fmla="*/ 188126 h 188126"/>
                    <a:gd name="connsiteX10" fmla="*/ 24093 w 160480"/>
                    <a:gd name="connsiteY10" fmla="*/ 44498 h 1881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60480" h="188126">
                      <a:moveTo>
                        <a:pt x="24093" y="44498"/>
                      </a:moveTo>
                      <a:lnTo>
                        <a:pt x="24093" y="188067"/>
                      </a:lnTo>
                      <a:lnTo>
                        <a:pt x="0" y="188067"/>
                      </a:lnTo>
                      <a:lnTo>
                        <a:pt x="0" y="0"/>
                      </a:lnTo>
                      <a:lnTo>
                        <a:pt x="18706" y="0"/>
                      </a:lnTo>
                      <a:lnTo>
                        <a:pt x="136387" y="146507"/>
                      </a:lnTo>
                      <a:lnTo>
                        <a:pt x="136387" y="300"/>
                      </a:lnTo>
                      <a:lnTo>
                        <a:pt x="160480" y="300"/>
                      </a:lnTo>
                      <a:lnTo>
                        <a:pt x="160480" y="188126"/>
                      </a:lnTo>
                      <a:lnTo>
                        <a:pt x="140140" y="188126"/>
                      </a:lnTo>
                      <a:lnTo>
                        <a:pt x="24093" y="4449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" name="Freeform 189">
                  <a:extLst>
                    <a:ext uri="{FF2B5EF4-FFF2-40B4-BE49-F238E27FC236}">
                      <a16:creationId xmlns:a16="http://schemas.microsoft.com/office/drawing/2014/main" id="{47EFB9CC-ED90-FD4D-F93A-A8F8A285F624}"/>
                    </a:ext>
                  </a:extLst>
                </p:cNvPr>
                <p:cNvSpPr/>
                <p:nvPr/>
              </p:nvSpPr>
              <p:spPr>
                <a:xfrm>
                  <a:off x="340060" y="212099"/>
                  <a:ext cx="175674" cy="188066"/>
                </a:xfrm>
                <a:custGeom>
                  <a:avLst/>
                  <a:gdLst>
                    <a:gd name="connsiteX0" fmla="*/ 77788 w 175674"/>
                    <a:gd name="connsiteY0" fmla="*/ 0 h 188066"/>
                    <a:gd name="connsiteX1" fmla="*/ 98128 w 175674"/>
                    <a:gd name="connsiteY1" fmla="*/ 0 h 188066"/>
                    <a:gd name="connsiteX2" fmla="*/ 175675 w 175674"/>
                    <a:gd name="connsiteY2" fmla="*/ 188067 h 188066"/>
                    <a:gd name="connsiteX3" fmla="*/ 150008 w 175674"/>
                    <a:gd name="connsiteY3" fmla="*/ 188067 h 188066"/>
                    <a:gd name="connsiteX4" fmla="*/ 127549 w 175674"/>
                    <a:gd name="connsiteY4" fmla="*/ 132954 h 188066"/>
                    <a:gd name="connsiteX5" fmla="*/ 47884 w 175674"/>
                    <a:gd name="connsiteY5" fmla="*/ 132954 h 188066"/>
                    <a:gd name="connsiteX6" fmla="*/ 25667 w 175674"/>
                    <a:gd name="connsiteY6" fmla="*/ 188067 h 188066"/>
                    <a:gd name="connsiteX7" fmla="*/ 0 w 175674"/>
                    <a:gd name="connsiteY7" fmla="*/ 188067 h 188066"/>
                    <a:gd name="connsiteX8" fmla="*/ 77788 w 175674"/>
                    <a:gd name="connsiteY8" fmla="*/ 0 h 188066"/>
                    <a:gd name="connsiteX9" fmla="*/ 122161 w 175674"/>
                    <a:gd name="connsiteY9" fmla="*/ 114423 h 188066"/>
                    <a:gd name="connsiteX10" fmla="*/ 87958 w 175674"/>
                    <a:gd name="connsiteY10" fmla="*/ 27526 h 188066"/>
                    <a:gd name="connsiteX11" fmla="*/ 52666 w 175674"/>
                    <a:gd name="connsiteY11" fmla="*/ 114423 h 188066"/>
                    <a:gd name="connsiteX12" fmla="*/ 122161 w 175674"/>
                    <a:gd name="connsiteY12" fmla="*/ 114423 h 188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74" h="188066">
                      <a:moveTo>
                        <a:pt x="77788" y="0"/>
                      </a:moveTo>
                      <a:lnTo>
                        <a:pt x="98128" y="0"/>
                      </a:lnTo>
                      <a:lnTo>
                        <a:pt x="175675" y="188067"/>
                      </a:lnTo>
                      <a:lnTo>
                        <a:pt x="150008" y="188067"/>
                      </a:lnTo>
                      <a:lnTo>
                        <a:pt x="127549" y="132954"/>
                      </a:lnTo>
                      <a:lnTo>
                        <a:pt x="47884" y="132954"/>
                      </a:lnTo>
                      <a:lnTo>
                        <a:pt x="25667" y="188067"/>
                      </a:lnTo>
                      <a:lnTo>
                        <a:pt x="0" y="188067"/>
                      </a:lnTo>
                      <a:lnTo>
                        <a:pt x="77788" y="0"/>
                      </a:lnTo>
                      <a:close/>
                      <a:moveTo>
                        <a:pt x="122161" y="114423"/>
                      </a:moveTo>
                      <a:lnTo>
                        <a:pt x="87958" y="27526"/>
                      </a:lnTo>
                      <a:lnTo>
                        <a:pt x="52666" y="114423"/>
                      </a:lnTo>
                      <a:lnTo>
                        <a:pt x="122161" y="114423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" name="Freeform 190">
                  <a:extLst>
                    <a:ext uri="{FF2B5EF4-FFF2-40B4-BE49-F238E27FC236}">
                      <a16:creationId xmlns:a16="http://schemas.microsoft.com/office/drawing/2014/main" id="{BA62FAEA-D7AF-A7B8-FB1D-C711DA8EBC0C}"/>
                    </a:ext>
                  </a:extLst>
                </p:cNvPr>
                <p:cNvSpPr/>
                <p:nvPr/>
              </p:nvSpPr>
              <p:spPr>
                <a:xfrm>
                  <a:off x="521062" y="212099"/>
                  <a:ext cx="175674" cy="188066"/>
                </a:xfrm>
                <a:custGeom>
                  <a:avLst/>
                  <a:gdLst>
                    <a:gd name="connsiteX0" fmla="*/ 77788 w 175674"/>
                    <a:gd name="connsiteY0" fmla="*/ 0 h 188066"/>
                    <a:gd name="connsiteX1" fmla="*/ 98128 w 175674"/>
                    <a:gd name="connsiteY1" fmla="*/ 0 h 188066"/>
                    <a:gd name="connsiteX2" fmla="*/ 175675 w 175674"/>
                    <a:gd name="connsiteY2" fmla="*/ 188067 h 188066"/>
                    <a:gd name="connsiteX3" fmla="*/ 150008 w 175674"/>
                    <a:gd name="connsiteY3" fmla="*/ 188067 h 188066"/>
                    <a:gd name="connsiteX4" fmla="*/ 127549 w 175674"/>
                    <a:gd name="connsiteY4" fmla="*/ 132954 h 188066"/>
                    <a:gd name="connsiteX5" fmla="*/ 47884 w 175674"/>
                    <a:gd name="connsiteY5" fmla="*/ 132954 h 188066"/>
                    <a:gd name="connsiteX6" fmla="*/ 25667 w 175674"/>
                    <a:gd name="connsiteY6" fmla="*/ 188067 h 188066"/>
                    <a:gd name="connsiteX7" fmla="*/ 0 w 175674"/>
                    <a:gd name="connsiteY7" fmla="*/ 188067 h 188066"/>
                    <a:gd name="connsiteX8" fmla="*/ 77788 w 175674"/>
                    <a:gd name="connsiteY8" fmla="*/ 0 h 188066"/>
                    <a:gd name="connsiteX9" fmla="*/ 122161 w 175674"/>
                    <a:gd name="connsiteY9" fmla="*/ 114423 h 188066"/>
                    <a:gd name="connsiteX10" fmla="*/ 87958 w 175674"/>
                    <a:gd name="connsiteY10" fmla="*/ 27526 h 188066"/>
                    <a:gd name="connsiteX11" fmla="*/ 52666 w 175674"/>
                    <a:gd name="connsiteY11" fmla="*/ 114423 h 188066"/>
                    <a:gd name="connsiteX12" fmla="*/ 122161 w 175674"/>
                    <a:gd name="connsiteY12" fmla="*/ 114423 h 188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74" h="188066">
                      <a:moveTo>
                        <a:pt x="77788" y="0"/>
                      </a:moveTo>
                      <a:lnTo>
                        <a:pt x="98128" y="0"/>
                      </a:lnTo>
                      <a:lnTo>
                        <a:pt x="175675" y="188067"/>
                      </a:lnTo>
                      <a:lnTo>
                        <a:pt x="150008" y="188067"/>
                      </a:lnTo>
                      <a:lnTo>
                        <a:pt x="127549" y="132954"/>
                      </a:lnTo>
                      <a:lnTo>
                        <a:pt x="47884" y="132954"/>
                      </a:lnTo>
                      <a:lnTo>
                        <a:pt x="25667" y="188067"/>
                      </a:lnTo>
                      <a:lnTo>
                        <a:pt x="0" y="188067"/>
                      </a:lnTo>
                      <a:lnTo>
                        <a:pt x="77788" y="0"/>
                      </a:lnTo>
                      <a:close/>
                      <a:moveTo>
                        <a:pt x="122161" y="114423"/>
                      </a:moveTo>
                      <a:lnTo>
                        <a:pt x="87958" y="27526"/>
                      </a:lnTo>
                      <a:lnTo>
                        <a:pt x="52666" y="114423"/>
                      </a:lnTo>
                      <a:lnTo>
                        <a:pt x="122161" y="114423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" name="Freeform 191">
                  <a:extLst>
                    <a:ext uri="{FF2B5EF4-FFF2-40B4-BE49-F238E27FC236}">
                      <a16:creationId xmlns:a16="http://schemas.microsoft.com/office/drawing/2014/main" id="{7C8B38B7-BBEB-99F1-96D6-CAF7D0D2C584}"/>
                    </a:ext>
                  </a:extLst>
                </p:cNvPr>
                <p:cNvSpPr/>
                <p:nvPr/>
              </p:nvSpPr>
              <p:spPr>
                <a:xfrm>
                  <a:off x="702851" y="211019"/>
                  <a:ext cx="164475" cy="190705"/>
                </a:xfrm>
                <a:custGeom>
                  <a:avLst/>
                  <a:gdLst>
                    <a:gd name="connsiteX0" fmla="*/ 0 w 164475"/>
                    <a:gd name="connsiteY0" fmla="*/ 93793 h 190705"/>
                    <a:gd name="connsiteX1" fmla="*/ 5993 w 164475"/>
                    <a:gd name="connsiteY1" fmla="*/ 60030 h 190705"/>
                    <a:gd name="connsiteX2" fmla="*/ 23669 w 164475"/>
                    <a:gd name="connsiteY2" fmla="*/ 29805 h 190705"/>
                    <a:gd name="connsiteX3" fmla="*/ 52121 w 164475"/>
                    <a:gd name="connsiteY3" fmla="*/ 8216 h 190705"/>
                    <a:gd name="connsiteX4" fmla="*/ 90380 w 164475"/>
                    <a:gd name="connsiteY4" fmla="*/ 0 h 190705"/>
                    <a:gd name="connsiteX5" fmla="*/ 133966 w 164475"/>
                    <a:gd name="connsiteY5" fmla="*/ 11394 h 190705"/>
                    <a:gd name="connsiteX6" fmla="*/ 160965 w 164475"/>
                    <a:gd name="connsiteY6" fmla="*/ 41080 h 190705"/>
                    <a:gd name="connsiteX7" fmla="*/ 141956 w 164475"/>
                    <a:gd name="connsiteY7" fmla="*/ 53254 h 190705"/>
                    <a:gd name="connsiteX8" fmla="*/ 131665 w 164475"/>
                    <a:gd name="connsiteY8" fmla="*/ 38141 h 190705"/>
                    <a:gd name="connsiteX9" fmla="*/ 118590 w 164475"/>
                    <a:gd name="connsiteY9" fmla="*/ 28366 h 190705"/>
                    <a:gd name="connsiteX10" fmla="*/ 104000 w 164475"/>
                    <a:gd name="connsiteY10" fmla="*/ 23089 h 190705"/>
                    <a:gd name="connsiteX11" fmla="*/ 89290 w 164475"/>
                    <a:gd name="connsiteY11" fmla="*/ 21469 h 190705"/>
                    <a:gd name="connsiteX12" fmla="*/ 61323 w 164475"/>
                    <a:gd name="connsiteY12" fmla="*/ 27946 h 190705"/>
                    <a:gd name="connsiteX13" fmla="*/ 40862 w 164475"/>
                    <a:gd name="connsiteY13" fmla="*/ 44918 h 190705"/>
                    <a:gd name="connsiteX14" fmla="*/ 28452 w 164475"/>
                    <a:gd name="connsiteY14" fmla="*/ 68486 h 190705"/>
                    <a:gd name="connsiteX15" fmla="*/ 24335 w 164475"/>
                    <a:gd name="connsiteY15" fmla="*/ 94873 h 190705"/>
                    <a:gd name="connsiteX16" fmla="*/ 29299 w 164475"/>
                    <a:gd name="connsiteY16" fmla="*/ 123059 h 190705"/>
                    <a:gd name="connsiteX17" fmla="*/ 43041 w 164475"/>
                    <a:gd name="connsiteY17" fmla="*/ 146747 h 190705"/>
                    <a:gd name="connsiteX18" fmla="*/ 63926 w 164475"/>
                    <a:gd name="connsiteY18" fmla="*/ 163179 h 190705"/>
                    <a:gd name="connsiteX19" fmla="*/ 90138 w 164475"/>
                    <a:gd name="connsiteY19" fmla="*/ 169296 h 190705"/>
                    <a:gd name="connsiteX20" fmla="*/ 105514 w 164475"/>
                    <a:gd name="connsiteY20" fmla="*/ 167437 h 190705"/>
                    <a:gd name="connsiteX21" fmla="*/ 120648 w 164475"/>
                    <a:gd name="connsiteY21" fmla="*/ 161500 h 190705"/>
                    <a:gd name="connsiteX22" fmla="*/ 134147 w 164475"/>
                    <a:gd name="connsiteY22" fmla="*/ 151185 h 190705"/>
                    <a:gd name="connsiteX23" fmla="*/ 144438 w 164475"/>
                    <a:gd name="connsiteY23" fmla="*/ 136192 h 190705"/>
                    <a:gd name="connsiteX24" fmla="*/ 164476 w 164475"/>
                    <a:gd name="connsiteY24" fmla="*/ 147047 h 190705"/>
                    <a:gd name="connsiteX25" fmla="*/ 151763 w 164475"/>
                    <a:gd name="connsiteY25" fmla="*/ 165698 h 190705"/>
                    <a:gd name="connsiteX26" fmla="*/ 133300 w 164475"/>
                    <a:gd name="connsiteY26" fmla="*/ 179311 h 190705"/>
                    <a:gd name="connsiteX27" fmla="*/ 111507 w 164475"/>
                    <a:gd name="connsiteY27" fmla="*/ 187767 h 190705"/>
                    <a:gd name="connsiteX28" fmla="*/ 89048 w 164475"/>
                    <a:gd name="connsiteY28" fmla="*/ 190705 h 190705"/>
                    <a:gd name="connsiteX29" fmla="*/ 53211 w 164475"/>
                    <a:gd name="connsiteY29" fmla="*/ 182249 h 190705"/>
                    <a:gd name="connsiteX30" fmla="*/ 25001 w 164475"/>
                    <a:gd name="connsiteY30" fmla="*/ 160120 h 190705"/>
                    <a:gd name="connsiteX31" fmla="*/ 6538 w 164475"/>
                    <a:gd name="connsiteY31" fmla="*/ 129116 h 190705"/>
                    <a:gd name="connsiteX32" fmla="*/ 0 w 164475"/>
                    <a:gd name="connsiteY32" fmla="*/ 93733 h 190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164475" h="190705">
                      <a:moveTo>
                        <a:pt x="0" y="93793"/>
                      </a:moveTo>
                      <a:cubicBezTo>
                        <a:pt x="0" y="82459"/>
                        <a:pt x="1998" y="71245"/>
                        <a:pt x="5993" y="60030"/>
                      </a:cubicBezTo>
                      <a:cubicBezTo>
                        <a:pt x="9988" y="48816"/>
                        <a:pt x="15860" y="38741"/>
                        <a:pt x="23669" y="29805"/>
                      </a:cubicBezTo>
                      <a:cubicBezTo>
                        <a:pt x="31418" y="20870"/>
                        <a:pt x="40922" y="13673"/>
                        <a:pt x="52121" y="8216"/>
                      </a:cubicBezTo>
                      <a:cubicBezTo>
                        <a:pt x="63381" y="2759"/>
                        <a:pt x="76093" y="0"/>
                        <a:pt x="90380" y="0"/>
                      </a:cubicBezTo>
                      <a:cubicBezTo>
                        <a:pt x="107330" y="0"/>
                        <a:pt x="121858" y="3778"/>
                        <a:pt x="133966" y="11394"/>
                      </a:cubicBezTo>
                      <a:cubicBezTo>
                        <a:pt x="146073" y="19011"/>
                        <a:pt x="155093" y="28906"/>
                        <a:pt x="160965" y="41080"/>
                      </a:cubicBezTo>
                      <a:lnTo>
                        <a:pt x="141956" y="53254"/>
                      </a:lnTo>
                      <a:cubicBezTo>
                        <a:pt x="139111" y="47257"/>
                        <a:pt x="135661" y="42219"/>
                        <a:pt x="131665" y="38141"/>
                      </a:cubicBezTo>
                      <a:cubicBezTo>
                        <a:pt x="127670" y="34063"/>
                        <a:pt x="123311" y="30825"/>
                        <a:pt x="118590" y="28366"/>
                      </a:cubicBezTo>
                      <a:cubicBezTo>
                        <a:pt x="113868" y="25907"/>
                        <a:pt x="109025" y="24108"/>
                        <a:pt x="104000" y="23089"/>
                      </a:cubicBezTo>
                      <a:cubicBezTo>
                        <a:pt x="99037" y="22009"/>
                        <a:pt x="94133" y="21469"/>
                        <a:pt x="89290" y="21469"/>
                      </a:cubicBezTo>
                      <a:cubicBezTo>
                        <a:pt x="78757" y="21469"/>
                        <a:pt x="69435" y="23628"/>
                        <a:pt x="61323" y="27946"/>
                      </a:cubicBezTo>
                      <a:cubicBezTo>
                        <a:pt x="53211" y="32264"/>
                        <a:pt x="46370" y="37901"/>
                        <a:pt x="40862" y="44918"/>
                      </a:cubicBezTo>
                      <a:cubicBezTo>
                        <a:pt x="35353" y="51874"/>
                        <a:pt x="31176" y="59730"/>
                        <a:pt x="28452" y="68486"/>
                      </a:cubicBezTo>
                      <a:cubicBezTo>
                        <a:pt x="25667" y="77242"/>
                        <a:pt x="24335" y="85997"/>
                        <a:pt x="24335" y="94873"/>
                      </a:cubicBezTo>
                      <a:cubicBezTo>
                        <a:pt x="24335" y="104768"/>
                        <a:pt x="25970" y="114183"/>
                        <a:pt x="29299" y="123059"/>
                      </a:cubicBezTo>
                      <a:cubicBezTo>
                        <a:pt x="32568" y="131994"/>
                        <a:pt x="37169" y="139850"/>
                        <a:pt x="43041" y="146747"/>
                      </a:cubicBezTo>
                      <a:cubicBezTo>
                        <a:pt x="48913" y="153644"/>
                        <a:pt x="55875" y="159101"/>
                        <a:pt x="63926" y="163179"/>
                      </a:cubicBezTo>
                      <a:cubicBezTo>
                        <a:pt x="71977" y="167257"/>
                        <a:pt x="80694" y="169296"/>
                        <a:pt x="90138" y="169296"/>
                      </a:cubicBezTo>
                      <a:cubicBezTo>
                        <a:pt x="95102" y="169296"/>
                        <a:pt x="100247" y="168696"/>
                        <a:pt x="105514" y="167437"/>
                      </a:cubicBezTo>
                      <a:cubicBezTo>
                        <a:pt x="110780" y="166177"/>
                        <a:pt x="115805" y="164198"/>
                        <a:pt x="120648" y="161500"/>
                      </a:cubicBezTo>
                      <a:cubicBezTo>
                        <a:pt x="125491" y="158741"/>
                        <a:pt x="129970" y="155323"/>
                        <a:pt x="134147" y="151185"/>
                      </a:cubicBezTo>
                      <a:cubicBezTo>
                        <a:pt x="138324" y="147047"/>
                        <a:pt x="141775" y="142069"/>
                        <a:pt x="144438" y="136192"/>
                      </a:cubicBezTo>
                      <a:lnTo>
                        <a:pt x="164476" y="147047"/>
                      </a:lnTo>
                      <a:cubicBezTo>
                        <a:pt x="161449" y="154123"/>
                        <a:pt x="157211" y="160360"/>
                        <a:pt x="151763" y="165698"/>
                      </a:cubicBezTo>
                      <a:cubicBezTo>
                        <a:pt x="146315" y="171095"/>
                        <a:pt x="140201" y="175653"/>
                        <a:pt x="133300" y="179311"/>
                      </a:cubicBezTo>
                      <a:cubicBezTo>
                        <a:pt x="126459" y="183029"/>
                        <a:pt x="119195" y="185848"/>
                        <a:pt x="111507" y="187767"/>
                      </a:cubicBezTo>
                      <a:cubicBezTo>
                        <a:pt x="103819" y="189686"/>
                        <a:pt x="96373" y="190705"/>
                        <a:pt x="89048" y="190705"/>
                      </a:cubicBezTo>
                      <a:cubicBezTo>
                        <a:pt x="76033" y="190705"/>
                        <a:pt x="64107" y="187887"/>
                        <a:pt x="53211" y="182249"/>
                      </a:cubicBezTo>
                      <a:cubicBezTo>
                        <a:pt x="42314" y="176612"/>
                        <a:pt x="32931" y="169236"/>
                        <a:pt x="25001" y="160120"/>
                      </a:cubicBezTo>
                      <a:cubicBezTo>
                        <a:pt x="17071" y="151005"/>
                        <a:pt x="10896" y="140690"/>
                        <a:pt x="6538" y="129116"/>
                      </a:cubicBezTo>
                      <a:cubicBezTo>
                        <a:pt x="2179" y="117542"/>
                        <a:pt x="0" y="105787"/>
                        <a:pt x="0" y="93733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7" name="Graphic 6">
                <a:extLst>
                  <a:ext uri="{FF2B5EF4-FFF2-40B4-BE49-F238E27FC236}">
                    <a16:creationId xmlns:a16="http://schemas.microsoft.com/office/drawing/2014/main" id="{47BE7EF2-0416-6D1B-6294-10F52D308296}"/>
                  </a:ext>
                </a:extLst>
              </p:cNvPr>
              <p:cNvGrpSpPr/>
              <p:nvPr/>
            </p:nvGrpSpPr>
            <p:grpSpPr>
              <a:xfrm>
                <a:off x="152400" y="417017"/>
                <a:ext cx="659294" cy="143688"/>
                <a:chOff x="152400" y="417017"/>
                <a:chExt cx="659294" cy="143688"/>
              </a:xfrm>
              <a:solidFill>
                <a:srgbClr val="424343"/>
              </a:solidFill>
            </p:grpSpPr>
            <p:sp>
              <p:nvSpPr>
                <p:cNvPr id="72" name="Freeform 183">
                  <a:extLst>
                    <a:ext uri="{FF2B5EF4-FFF2-40B4-BE49-F238E27FC236}">
                      <a16:creationId xmlns:a16="http://schemas.microsoft.com/office/drawing/2014/main" id="{8463BA82-7BA5-527E-5245-AC3A22751079}"/>
                    </a:ext>
                  </a:extLst>
                </p:cNvPr>
                <p:cNvSpPr/>
                <p:nvPr/>
              </p:nvSpPr>
              <p:spPr>
                <a:xfrm>
                  <a:off x="152400" y="417017"/>
                  <a:ext cx="124643" cy="143688"/>
                </a:xfrm>
                <a:custGeom>
                  <a:avLst/>
                  <a:gdLst>
                    <a:gd name="connsiteX0" fmla="*/ 112778 w 124643"/>
                    <a:gd name="connsiteY0" fmla="*/ 121919 h 143688"/>
                    <a:gd name="connsiteX1" fmla="*/ 66831 w 124643"/>
                    <a:gd name="connsiteY1" fmla="*/ 143689 h 143688"/>
                    <a:gd name="connsiteX2" fmla="*/ 40135 w 124643"/>
                    <a:gd name="connsiteY2" fmla="*/ 137512 h 143688"/>
                    <a:gd name="connsiteX3" fmla="*/ 19008 w 124643"/>
                    <a:gd name="connsiteY3" fmla="*/ 121140 h 143688"/>
                    <a:gd name="connsiteX4" fmla="*/ 5024 w 124643"/>
                    <a:gd name="connsiteY4" fmla="*/ 98111 h 143688"/>
                    <a:gd name="connsiteX5" fmla="*/ 0 w 124643"/>
                    <a:gd name="connsiteY5" fmla="*/ 71664 h 143688"/>
                    <a:gd name="connsiteX6" fmla="*/ 4964 w 124643"/>
                    <a:gd name="connsiteY6" fmla="*/ 44498 h 143688"/>
                    <a:gd name="connsiteX7" fmla="*/ 18766 w 124643"/>
                    <a:gd name="connsiteY7" fmla="*/ 21649 h 143688"/>
                    <a:gd name="connsiteX8" fmla="*/ 39711 w 124643"/>
                    <a:gd name="connsiteY8" fmla="*/ 5877 h 143688"/>
                    <a:gd name="connsiteX9" fmla="*/ 66105 w 124643"/>
                    <a:gd name="connsiteY9" fmla="*/ 0 h 143688"/>
                    <a:gd name="connsiteX10" fmla="*/ 85234 w 124643"/>
                    <a:gd name="connsiteY10" fmla="*/ 2279 h 143688"/>
                    <a:gd name="connsiteX11" fmla="*/ 100671 w 124643"/>
                    <a:gd name="connsiteY11" fmla="*/ 8696 h 143688"/>
                    <a:gd name="connsiteX12" fmla="*/ 112354 w 124643"/>
                    <a:gd name="connsiteY12" fmla="*/ 18471 h 143688"/>
                    <a:gd name="connsiteX13" fmla="*/ 120708 w 124643"/>
                    <a:gd name="connsiteY13" fmla="*/ 30945 h 143688"/>
                    <a:gd name="connsiteX14" fmla="*/ 109812 w 124643"/>
                    <a:gd name="connsiteY14" fmla="*/ 38141 h 143688"/>
                    <a:gd name="connsiteX15" fmla="*/ 91470 w 124643"/>
                    <a:gd name="connsiteY15" fmla="*/ 18771 h 143688"/>
                    <a:gd name="connsiteX16" fmla="*/ 65863 w 124643"/>
                    <a:gd name="connsiteY16" fmla="*/ 12594 h 143688"/>
                    <a:gd name="connsiteX17" fmla="*/ 44433 w 124643"/>
                    <a:gd name="connsiteY17" fmla="*/ 17571 h 143688"/>
                    <a:gd name="connsiteX18" fmla="*/ 28089 w 124643"/>
                    <a:gd name="connsiteY18" fmla="*/ 30825 h 143688"/>
                    <a:gd name="connsiteX19" fmla="*/ 17737 w 124643"/>
                    <a:gd name="connsiteY19" fmla="*/ 49775 h 143688"/>
                    <a:gd name="connsiteX20" fmla="*/ 14105 w 124643"/>
                    <a:gd name="connsiteY20" fmla="*/ 71844 h 143688"/>
                    <a:gd name="connsiteX21" fmla="*/ 18221 w 124643"/>
                    <a:gd name="connsiteY21" fmla="*/ 94573 h 143688"/>
                    <a:gd name="connsiteX22" fmla="*/ 29602 w 124643"/>
                    <a:gd name="connsiteY22" fmla="*/ 113404 h 143688"/>
                    <a:gd name="connsiteX23" fmla="*/ 46613 w 124643"/>
                    <a:gd name="connsiteY23" fmla="*/ 126297 h 143688"/>
                    <a:gd name="connsiteX24" fmla="*/ 67861 w 124643"/>
                    <a:gd name="connsiteY24" fmla="*/ 131095 h 143688"/>
                    <a:gd name="connsiteX25" fmla="*/ 91348 w 124643"/>
                    <a:gd name="connsiteY25" fmla="*/ 125398 h 143688"/>
                    <a:gd name="connsiteX26" fmla="*/ 112778 w 124643"/>
                    <a:gd name="connsiteY26" fmla="*/ 107347 h 143688"/>
                    <a:gd name="connsiteX27" fmla="*/ 112778 w 124643"/>
                    <a:gd name="connsiteY27" fmla="*/ 83778 h 143688"/>
                    <a:gd name="connsiteX28" fmla="*/ 80936 w 124643"/>
                    <a:gd name="connsiteY28" fmla="*/ 83778 h 143688"/>
                    <a:gd name="connsiteX29" fmla="*/ 80936 w 124643"/>
                    <a:gd name="connsiteY29" fmla="*/ 72984 h 143688"/>
                    <a:gd name="connsiteX30" fmla="*/ 124643 w 124643"/>
                    <a:gd name="connsiteY30" fmla="*/ 72984 h 143688"/>
                    <a:gd name="connsiteX31" fmla="*/ 124643 w 124643"/>
                    <a:gd name="connsiteY31" fmla="*/ 142609 h 143688"/>
                    <a:gd name="connsiteX32" fmla="*/ 112778 w 124643"/>
                    <a:gd name="connsiteY32" fmla="*/ 142609 h 143688"/>
                    <a:gd name="connsiteX33" fmla="*/ 112778 w 124643"/>
                    <a:gd name="connsiteY33" fmla="*/ 121859 h 14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124643" h="143688">
                      <a:moveTo>
                        <a:pt x="112778" y="121919"/>
                      </a:moveTo>
                      <a:cubicBezTo>
                        <a:pt x="99460" y="136432"/>
                        <a:pt x="84205" y="143689"/>
                        <a:pt x="66831" y="143689"/>
                      </a:cubicBezTo>
                      <a:cubicBezTo>
                        <a:pt x="57146" y="143689"/>
                        <a:pt x="48247" y="141650"/>
                        <a:pt x="40135" y="137512"/>
                      </a:cubicBezTo>
                      <a:cubicBezTo>
                        <a:pt x="32023" y="133374"/>
                        <a:pt x="24941" y="127916"/>
                        <a:pt x="19008" y="121140"/>
                      </a:cubicBezTo>
                      <a:cubicBezTo>
                        <a:pt x="13015" y="114363"/>
                        <a:pt x="8354" y="106687"/>
                        <a:pt x="5024" y="98111"/>
                      </a:cubicBezTo>
                      <a:cubicBezTo>
                        <a:pt x="1695" y="89536"/>
                        <a:pt x="0" y="80720"/>
                        <a:pt x="0" y="71664"/>
                      </a:cubicBezTo>
                      <a:cubicBezTo>
                        <a:pt x="0" y="62609"/>
                        <a:pt x="1634" y="53194"/>
                        <a:pt x="4964" y="44498"/>
                      </a:cubicBezTo>
                      <a:cubicBezTo>
                        <a:pt x="8233" y="35862"/>
                        <a:pt x="12834" y="28246"/>
                        <a:pt x="18766" y="21649"/>
                      </a:cubicBezTo>
                      <a:cubicBezTo>
                        <a:pt x="24699" y="15053"/>
                        <a:pt x="31660" y="9835"/>
                        <a:pt x="39711" y="5877"/>
                      </a:cubicBezTo>
                      <a:cubicBezTo>
                        <a:pt x="47763" y="1979"/>
                        <a:pt x="56540" y="0"/>
                        <a:pt x="66105" y="0"/>
                      </a:cubicBezTo>
                      <a:cubicBezTo>
                        <a:pt x="73067" y="0"/>
                        <a:pt x="79483" y="780"/>
                        <a:pt x="85234" y="2279"/>
                      </a:cubicBezTo>
                      <a:cubicBezTo>
                        <a:pt x="90985" y="3838"/>
                        <a:pt x="96131" y="5937"/>
                        <a:pt x="100671" y="8696"/>
                      </a:cubicBezTo>
                      <a:cubicBezTo>
                        <a:pt x="105151" y="11454"/>
                        <a:pt x="109085" y="14693"/>
                        <a:pt x="112354" y="18471"/>
                      </a:cubicBezTo>
                      <a:cubicBezTo>
                        <a:pt x="115623" y="22249"/>
                        <a:pt x="118408" y="26447"/>
                        <a:pt x="120708" y="30945"/>
                      </a:cubicBezTo>
                      <a:lnTo>
                        <a:pt x="109812" y="38141"/>
                      </a:lnTo>
                      <a:cubicBezTo>
                        <a:pt x="105090" y="29385"/>
                        <a:pt x="98976" y="22909"/>
                        <a:pt x="91470" y="18771"/>
                      </a:cubicBezTo>
                      <a:cubicBezTo>
                        <a:pt x="83963" y="14633"/>
                        <a:pt x="75428" y="12594"/>
                        <a:pt x="65863" y="12594"/>
                      </a:cubicBezTo>
                      <a:cubicBezTo>
                        <a:pt x="57933" y="12594"/>
                        <a:pt x="50790" y="14273"/>
                        <a:pt x="44433" y="17571"/>
                      </a:cubicBezTo>
                      <a:cubicBezTo>
                        <a:pt x="38077" y="20870"/>
                        <a:pt x="32629" y="25307"/>
                        <a:pt x="28089" y="30825"/>
                      </a:cubicBezTo>
                      <a:cubicBezTo>
                        <a:pt x="23609" y="36342"/>
                        <a:pt x="20158" y="42699"/>
                        <a:pt x="17737" y="49775"/>
                      </a:cubicBezTo>
                      <a:cubicBezTo>
                        <a:pt x="15316" y="56912"/>
                        <a:pt x="14105" y="64228"/>
                        <a:pt x="14105" y="71844"/>
                      </a:cubicBezTo>
                      <a:cubicBezTo>
                        <a:pt x="14105" y="79820"/>
                        <a:pt x="15497" y="87377"/>
                        <a:pt x="18221" y="94573"/>
                      </a:cubicBezTo>
                      <a:cubicBezTo>
                        <a:pt x="20945" y="101769"/>
                        <a:pt x="24759" y="108066"/>
                        <a:pt x="29602" y="113404"/>
                      </a:cubicBezTo>
                      <a:cubicBezTo>
                        <a:pt x="34445" y="118801"/>
                        <a:pt x="40135" y="123059"/>
                        <a:pt x="46613" y="126297"/>
                      </a:cubicBezTo>
                      <a:cubicBezTo>
                        <a:pt x="53150" y="129476"/>
                        <a:pt x="60233" y="131095"/>
                        <a:pt x="67861" y="131095"/>
                      </a:cubicBezTo>
                      <a:cubicBezTo>
                        <a:pt x="76033" y="131095"/>
                        <a:pt x="83903" y="129176"/>
                        <a:pt x="91348" y="125398"/>
                      </a:cubicBezTo>
                      <a:cubicBezTo>
                        <a:pt x="98794" y="121620"/>
                        <a:pt x="105938" y="115563"/>
                        <a:pt x="112778" y="107347"/>
                      </a:cubicBezTo>
                      <a:lnTo>
                        <a:pt x="112778" y="83778"/>
                      </a:lnTo>
                      <a:lnTo>
                        <a:pt x="80936" y="83778"/>
                      </a:lnTo>
                      <a:lnTo>
                        <a:pt x="80936" y="72984"/>
                      </a:lnTo>
                      <a:lnTo>
                        <a:pt x="124643" y="72984"/>
                      </a:lnTo>
                      <a:lnTo>
                        <a:pt x="124643" y="142609"/>
                      </a:lnTo>
                      <a:lnTo>
                        <a:pt x="112778" y="142609"/>
                      </a:lnTo>
                      <a:lnTo>
                        <a:pt x="112778" y="121859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" name="Freeform 184">
                  <a:extLst>
                    <a:ext uri="{FF2B5EF4-FFF2-40B4-BE49-F238E27FC236}">
                      <a16:creationId xmlns:a16="http://schemas.microsoft.com/office/drawing/2014/main" id="{DC6548FD-B2FB-88D9-D154-B711AB4B150D}"/>
                    </a:ext>
                  </a:extLst>
                </p:cNvPr>
                <p:cNvSpPr/>
                <p:nvPr/>
              </p:nvSpPr>
              <p:spPr>
                <a:xfrm>
                  <a:off x="306100" y="417977"/>
                  <a:ext cx="105998" cy="141769"/>
                </a:xfrm>
                <a:custGeom>
                  <a:avLst/>
                  <a:gdLst>
                    <a:gd name="connsiteX0" fmla="*/ 0 w 105998"/>
                    <a:gd name="connsiteY0" fmla="*/ 141710 h 141769"/>
                    <a:gd name="connsiteX1" fmla="*/ 0 w 105998"/>
                    <a:gd name="connsiteY1" fmla="*/ 0 h 141769"/>
                    <a:gd name="connsiteX2" fmla="*/ 60415 w 105998"/>
                    <a:gd name="connsiteY2" fmla="*/ 0 h 141769"/>
                    <a:gd name="connsiteX3" fmla="*/ 77425 w 105998"/>
                    <a:gd name="connsiteY3" fmla="*/ 3898 h 141769"/>
                    <a:gd name="connsiteX4" fmla="*/ 90804 w 105998"/>
                    <a:gd name="connsiteY4" fmla="*/ 14093 h 141769"/>
                    <a:gd name="connsiteX5" fmla="*/ 99581 w 105998"/>
                    <a:gd name="connsiteY5" fmla="*/ 28366 h 141769"/>
                    <a:gd name="connsiteX6" fmla="*/ 102729 w 105998"/>
                    <a:gd name="connsiteY6" fmla="*/ 44558 h 141769"/>
                    <a:gd name="connsiteX7" fmla="*/ 100429 w 105998"/>
                    <a:gd name="connsiteY7" fmla="*/ 59430 h 141769"/>
                    <a:gd name="connsiteX8" fmla="*/ 94012 w 105998"/>
                    <a:gd name="connsiteY8" fmla="*/ 72204 h 141769"/>
                    <a:gd name="connsiteX9" fmla="*/ 84024 w 105998"/>
                    <a:gd name="connsiteY9" fmla="*/ 81799 h 141769"/>
                    <a:gd name="connsiteX10" fmla="*/ 70948 w 105998"/>
                    <a:gd name="connsiteY10" fmla="*/ 87077 h 141769"/>
                    <a:gd name="connsiteX11" fmla="*/ 105998 w 105998"/>
                    <a:gd name="connsiteY11" fmla="*/ 141770 h 141769"/>
                    <a:gd name="connsiteX12" fmla="*/ 90077 w 105998"/>
                    <a:gd name="connsiteY12" fmla="*/ 141770 h 141769"/>
                    <a:gd name="connsiteX13" fmla="*/ 56419 w 105998"/>
                    <a:gd name="connsiteY13" fmla="*/ 89476 h 141769"/>
                    <a:gd name="connsiteX14" fmla="*/ 14105 w 105998"/>
                    <a:gd name="connsiteY14" fmla="*/ 89476 h 141769"/>
                    <a:gd name="connsiteX15" fmla="*/ 14105 w 105998"/>
                    <a:gd name="connsiteY15" fmla="*/ 141770 h 141769"/>
                    <a:gd name="connsiteX16" fmla="*/ 0 w 105998"/>
                    <a:gd name="connsiteY16" fmla="*/ 141770 h 141769"/>
                    <a:gd name="connsiteX17" fmla="*/ 14105 w 105998"/>
                    <a:gd name="connsiteY17" fmla="*/ 77062 h 141769"/>
                    <a:gd name="connsiteX18" fmla="*/ 60838 w 105998"/>
                    <a:gd name="connsiteY18" fmla="*/ 77062 h 141769"/>
                    <a:gd name="connsiteX19" fmla="*/ 72219 w 105998"/>
                    <a:gd name="connsiteY19" fmla="*/ 74363 h 141769"/>
                    <a:gd name="connsiteX20" fmla="*/ 80997 w 105998"/>
                    <a:gd name="connsiteY20" fmla="*/ 67107 h 141769"/>
                    <a:gd name="connsiteX21" fmla="*/ 86627 w 105998"/>
                    <a:gd name="connsiteY21" fmla="*/ 56732 h 141769"/>
                    <a:gd name="connsiteX22" fmla="*/ 88624 w 105998"/>
                    <a:gd name="connsiteY22" fmla="*/ 44558 h 141769"/>
                    <a:gd name="connsiteX23" fmla="*/ 86324 w 105998"/>
                    <a:gd name="connsiteY23" fmla="*/ 32264 h 141769"/>
                    <a:gd name="connsiteX24" fmla="*/ 80089 w 105998"/>
                    <a:gd name="connsiteY24" fmla="*/ 22009 h 141769"/>
                    <a:gd name="connsiteX25" fmla="*/ 70827 w 105998"/>
                    <a:gd name="connsiteY25" fmla="*/ 15053 h 141769"/>
                    <a:gd name="connsiteX26" fmla="*/ 59628 w 105998"/>
                    <a:gd name="connsiteY26" fmla="*/ 12474 h 141769"/>
                    <a:gd name="connsiteX27" fmla="*/ 14105 w 105998"/>
                    <a:gd name="connsiteY27" fmla="*/ 12474 h 141769"/>
                    <a:gd name="connsiteX28" fmla="*/ 14105 w 105998"/>
                    <a:gd name="connsiteY28" fmla="*/ 77122 h 141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5998" h="141769">
                      <a:moveTo>
                        <a:pt x="0" y="141710"/>
                      </a:moveTo>
                      <a:lnTo>
                        <a:pt x="0" y="0"/>
                      </a:lnTo>
                      <a:lnTo>
                        <a:pt x="60415" y="0"/>
                      </a:lnTo>
                      <a:cubicBezTo>
                        <a:pt x="66589" y="0"/>
                        <a:pt x="72280" y="1319"/>
                        <a:pt x="77425" y="3898"/>
                      </a:cubicBezTo>
                      <a:cubicBezTo>
                        <a:pt x="82571" y="6477"/>
                        <a:pt x="87050" y="9895"/>
                        <a:pt x="90804" y="14093"/>
                      </a:cubicBezTo>
                      <a:cubicBezTo>
                        <a:pt x="94557" y="18291"/>
                        <a:pt x="97463" y="23029"/>
                        <a:pt x="99581" y="28366"/>
                      </a:cubicBezTo>
                      <a:cubicBezTo>
                        <a:pt x="101640" y="33703"/>
                        <a:pt x="102729" y="39101"/>
                        <a:pt x="102729" y="44558"/>
                      </a:cubicBezTo>
                      <a:cubicBezTo>
                        <a:pt x="102729" y="50015"/>
                        <a:pt x="101942" y="54693"/>
                        <a:pt x="100429" y="59430"/>
                      </a:cubicBezTo>
                      <a:cubicBezTo>
                        <a:pt x="98855" y="64168"/>
                        <a:pt x="96736" y="68426"/>
                        <a:pt x="94012" y="72204"/>
                      </a:cubicBezTo>
                      <a:cubicBezTo>
                        <a:pt x="91227" y="75982"/>
                        <a:pt x="87958" y="79161"/>
                        <a:pt x="84024" y="81799"/>
                      </a:cubicBezTo>
                      <a:cubicBezTo>
                        <a:pt x="80149" y="84378"/>
                        <a:pt x="75791" y="86177"/>
                        <a:pt x="70948" y="87077"/>
                      </a:cubicBezTo>
                      <a:lnTo>
                        <a:pt x="105998" y="141770"/>
                      </a:lnTo>
                      <a:lnTo>
                        <a:pt x="90077" y="141770"/>
                      </a:lnTo>
                      <a:lnTo>
                        <a:pt x="56419" y="89476"/>
                      </a:lnTo>
                      <a:lnTo>
                        <a:pt x="14105" y="89476"/>
                      </a:lnTo>
                      <a:lnTo>
                        <a:pt x="14105" y="141770"/>
                      </a:lnTo>
                      <a:lnTo>
                        <a:pt x="0" y="141770"/>
                      </a:lnTo>
                      <a:close/>
                      <a:moveTo>
                        <a:pt x="14105" y="77062"/>
                      </a:moveTo>
                      <a:lnTo>
                        <a:pt x="60838" y="77062"/>
                      </a:lnTo>
                      <a:cubicBezTo>
                        <a:pt x="65015" y="77062"/>
                        <a:pt x="68769" y="76162"/>
                        <a:pt x="72219" y="74363"/>
                      </a:cubicBezTo>
                      <a:cubicBezTo>
                        <a:pt x="75670" y="72564"/>
                        <a:pt x="78575" y="70165"/>
                        <a:pt x="80997" y="67107"/>
                      </a:cubicBezTo>
                      <a:cubicBezTo>
                        <a:pt x="83418" y="64048"/>
                        <a:pt x="85295" y="60570"/>
                        <a:pt x="86627" y="56732"/>
                      </a:cubicBezTo>
                      <a:cubicBezTo>
                        <a:pt x="87958" y="52894"/>
                        <a:pt x="88624" y="48816"/>
                        <a:pt x="88624" y="44558"/>
                      </a:cubicBezTo>
                      <a:cubicBezTo>
                        <a:pt x="88624" y="40300"/>
                        <a:pt x="87837" y="36222"/>
                        <a:pt x="86324" y="32264"/>
                      </a:cubicBezTo>
                      <a:cubicBezTo>
                        <a:pt x="84750" y="28366"/>
                        <a:pt x="82692" y="24888"/>
                        <a:pt x="80089" y="22009"/>
                      </a:cubicBezTo>
                      <a:cubicBezTo>
                        <a:pt x="77486" y="19071"/>
                        <a:pt x="74398" y="16732"/>
                        <a:pt x="70827" y="15053"/>
                      </a:cubicBezTo>
                      <a:cubicBezTo>
                        <a:pt x="67255" y="13313"/>
                        <a:pt x="63563" y="12474"/>
                        <a:pt x="59628" y="12474"/>
                      </a:cubicBezTo>
                      <a:lnTo>
                        <a:pt x="14105" y="12474"/>
                      </a:lnTo>
                      <a:lnTo>
                        <a:pt x="14105" y="77122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" name="Freeform 185">
                  <a:extLst>
                    <a:ext uri="{FF2B5EF4-FFF2-40B4-BE49-F238E27FC236}">
                      <a16:creationId xmlns:a16="http://schemas.microsoft.com/office/drawing/2014/main" id="{B08F45BE-3B09-A57B-0B7D-CCBC169C092C}"/>
                    </a:ext>
                  </a:extLst>
                </p:cNvPr>
                <p:cNvSpPr/>
                <p:nvPr/>
              </p:nvSpPr>
              <p:spPr>
                <a:xfrm>
                  <a:off x="419846" y="417977"/>
                  <a:ext cx="131180" cy="141709"/>
                </a:xfrm>
                <a:custGeom>
                  <a:avLst/>
                  <a:gdLst>
                    <a:gd name="connsiteX0" fmla="*/ 59870 w 131180"/>
                    <a:gd name="connsiteY0" fmla="*/ 0 h 141709"/>
                    <a:gd name="connsiteX1" fmla="*/ 71735 w 131180"/>
                    <a:gd name="connsiteY1" fmla="*/ 0 h 141709"/>
                    <a:gd name="connsiteX2" fmla="*/ 131181 w 131180"/>
                    <a:gd name="connsiteY2" fmla="*/ 141710 h 141709"/>
                    <a:gd name="connsiteX3" fmla="*/ 116289 w 131180"/>
                    <a:gd name="connsiteY3" fmla="*/ 141710 h 141709"/>
                    <a:gd name="connsiteX4" fmla="*/ 97765 w 131180"/>
                    <a:gd name="connsiteY4" fmla="*/ 97392 h 141709"/>
                    <a:gd name="connsiteX5" fmla="*/ 33476 w 131180"/>
                    <a:gd name="connsiteY5" fmla="*/ 97392 h 141709"/>
                    <a:gd name="connsiteX6" fmla="*/ 15134 w 131180"/>
                    <a:gd name="connsiteY6" fmla="*/ 141710 h 141709"/>
                    <a:gd name="connsiteX7" fmla="*/ 0 w 131180"/>
                    <a:gd name="connsiteY7" fmla="*/ 141710 h 141709"/>
                    <a:gd name="connsiteX8" fmla="*/ 59809 w 131180"/>
                    <a:gd name="connsiteY8" fmla="*/ 0 h 141709"/>
                    <a:gd name="connsiteX9" fmla="*/ 94557 w 131180"/>
                    <a:gd name="connsiteY9" fmla="*/ 86417 h 141709"/>
                    <a:gd name="connsiteX10" fmla="*/ 65742 w 131180"/>
                    <a:gd name="connsiteY10" fmla="*/ 16372 h 141709"/>
                    <a:gd name="connsiteX11" fmla="*/ 36503 w 131180"/>
                    <a:gd name="connsiteY11" fmla="*/ 86417 h 141709"/>
                    <a:gd name="connsiteX12" fmla="*/ 94496 w 131180"/>
                    <a:gd name="connsiteY12" fmla="*/ 86417 h 141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31180" h="141709">
                      <a:moveTo>
                        <a:pt x="59870" y="0"/>
                      </a:moveTo>
                      <a:lnTo>
                        <a:pt x="71735" y="0"/>
                      </a:lnTo>
                      <a:lnTo>
                        <a:pt x="131181" y="141710"/>
                      </a:lnTo>
                      <a:lnTo>
                        <a:pt x="116289" y="141710"/>
                      </a:lnTo>
                      <a:lnTo>
                        <a:pt x="97765" y="97392"/>
                      </a:lnTo>
                      <a:lnTo>
                        <a:pt x="33476" y="97392"/>
                      </a:lnTo>
                      <a:lnTo>
                        <a:pt x="15134" y="141710"/>
                      </a:lnTo>
                      <a:lnTo>
                        <a:pt x="0" y="141710"/>
                      </a:lnTo>
                      <a:lnTo>
                        <a:pt x="59809" y="0"/>
                      </a:lnTo>
                      <a:close/>
                      <a:moveTo>
                        <a:pt x="94557" y="86417"/>
                      </a:moveTo>
                      <a:lnTo>
                        <a:pt x="65742" y="16372"/>
                      </a:lnTo>
                      <a:lnTo>
                        <a:pt x="36503" y="86417"/>
                      </a:lnTo>
                      <a:lnTo>
                        <a:pt x="94496" y="86417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" name="Freeform 186">
                  <a:extLst>
                    <a:ext uri="{FF2B5EF4-FFF2-40B4-BE49-F238E27FC236}">
                      <a16:creationId xmlns:a16="http://schemas.microsoft.com/office/drawing/2014/main" id="{CFDB2BB9-D59D-070A-93D4-B3F35BE55998}"/>
                    </a:ext>
                  </a:extLst>
                </p:cNvPr>
                <p:cNvSpPr/>
                <p:nvPr/>
              </p:nvSpPr>
              <p:spPr>
                <a:xfrm>
                  <a:off x="571610" y="417977"/>
                  <a:ext cx="117076" cy="141769"/>
                </a:xfrm>
                <a:custGeom>
                  <a:avLst/>
                  <a:gdLst>
                    <a:gd name="connsiteX0" fmla="*/ 0 w 117076"/>
                    <a:gd name="connsiteY0" fmla="*/ 141710 h 141769"/>
                    <a:gd name="connsiteX1" fmla="*/ 0 w 117076"/>
                    <a:gd name="connsiteY1" fmla="*/ 0 h 141769"/>
                    <a:gd name="connsiteX2" fmla="*/ 48550 w 117076"/>
                    <a:gd name="connsiteY2" fmla="*/ 0 h 141769"/>
                    <a:gd name="connsiteX3" fmla="*/ 78454 w 117076"/>
                    <a:gd name="connsiteY3" fmla="*/ 5577 h 141769"/>
                    <a:gd name="connsiteX4" fmla="*/ 99823 w 117076"/>
                    <a:gd name="connsiteY4" fmla="*/ 20750 h 141769"/>
                    <a:gd name="connsiteX5" fmla="*/ 112718 w 117076"/>
                    <a:gd name="connsiteY5" fmla="*/ 43179 h 141769"/>
                    <a:gd name="connsiteX6" fmla="*/ 117076 w 117076"/>
                    <a:gd name="connsiteY6" fmla="*/ 70645 h 141769"/>
                    <a:gd name="connsiteX7" fmla="*/ 112233 w 117076"/>
                    <a:gd name="connsiteY7" fmla="*/ 99910 h 141769"/>
                    <a:gd name="connsiteX8" fmla="*/ 98431 w 117076"/>
                    <a:gd name="connsiteY8" fmla="*/ 122279 h 141769"/>
                    <a:gd name="connsiteX9" fmla="*/ 76880 w 117076"/>
                    <a:gd name="connsiteY9" fmla="*/ 136672 h 141769"/>
                    <a:gd name="connsiteX10" fmla="*/ 48550 w 117076"/>
                    <a:gd name="connsiteY10" fmla="*/ 141770 h 141769"/>
                    <a:gd name="connsiteX11" fmla="*/ 0 w 117076"/>
                    <a:gd name="connsiteY11" fmla="*/ 141770 h 141769"/>
                    <a:gd name="connsiteX12" fmla="*/ 102911 w 117076"/>
                    <a:gd name="connsiteY12" fmla="*/ 70645 h 141769"/>
                    <a:gd name="connsiteX13" fmla="*/ 99279 w 117076"/>
                    <a:gd name="connsiteY13" fmla="*/ 47197 h 141769"/>
                    <a:gd name="connsiteX14" fmla="*/ 88685 w 117076"/>
                    <a:gd name="connsiteY14" fmla="*/ 28726 h 141769"/>
                    <a:gd name="connsiteX15" fmla="*/ 71674 w 117076"/>
                    <a:gd name="connsiteY15" fmla="*/ 16672 h 141769"/>
                    <a:gd name="connsiteX16" fmla="*/ 48489 w 117076"/>
                    <a:gd name="connsiteY16" fmla="*/ 12414 h 141769"/>
                    <a:gd name="connsiteX17" fmla="*/ 14044 w 117076"/>
                    <a:gd name="connsiteY17" fmla="*/ 12414 h 141769"/>
                    <a:gd name="connsiteX18" fmla="*/ 14044 w 117076"/>
                    <a:gd name="connsiteY18" fmla="*/ 129356 h 141769"/>
                    <a:gd name="connsiteX19" fmla="*/ 48489 w 117076"/>
                    <a:gd name="connsiteY19" fmla="*/ 129356 h 141769"/>
                    <a:gd name="connsiteX20" fmla="*/ 71977 w 117076"/>
                    <a:gd name="connsiteY20" fmla="*/ 124858 h 141769"/>
                    <a:gd name="connsiteX21" fmla="*/ 88988 w 117076"/>
                    <a:gd name="connsiteY21" fmla="*/ 112504 h 141769"/>
                    <a:gd name="connsiteX22" fmla="*/ 99339 w 117076"/>
                    <a:gd name="connsiteY22" fmla="*/ 93973 h 141769"/>
                    <a:gd name="connsiteX23" fmla="*/ 102850 w 117076"/>
                    <a:gd name="connsiteY23" fmla="*/ 70705 h 141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17076" h="141769">
                      <a:moveTo>
                        <a:pt x="0" y="141710"/>
                      </a:moveTo>
                      <a:lnTo>
                        <a:pt x="0" y="0"/>
                      </a:lnTo>
                      <a:lnTo>
                        <a:pt x="48550" y="0"/>
                      </a:lnTo>
                      <a:cubicBezTo>
                        <a:pt x="59991" y="0"/>
                        <a:pt x="69919" y="1859"/>
                        <a:pt x="78454" y="5577"/>
                      </a:cubicBezTo>
                      <a:cubicBezTo>
                        <a:pt x="86990" y="9295"/>
                        <a:pt x="94073" y="14333"/>
                        <a:pt x="99823" y="20750"/>
                      </a:cubicBezTo>
                      <a:cubicBezTo>
                        <a:pt x="105514" y="27166"/>
                        <a:pt x="109812" y="34603"/>
                        <a:pt x="112718" y="43179"/>
                      </a:cubicBezTo>
                      <a:cubicBezTo>
                        <a:pt x="115623" y="51754"/>
                        <a:pt x="117076" y="60930"/>
                        <a:pt x="117076" y="70645"/>
                      </a:cubicBezTo>
                      <a:cubicBezTo>
                        <a:pt x="117076" y="81440"/>
                        <a:pt x="115442" y="91155"/>
                        <a:pt x="112233" y="99910"/>
                      </a:cubicBezTo>
                      <a:cubicBezTo>
                        <a:pt x="109025" y="108606"/>
                        <a:pt x="104424" y="116042"/>
                        <a:pt x="98431" y="122279"/>
                      </a:cubicBezTo>
                      <a:cubicBezTo>
                        <a:pt x="92438" y="128456"/>
                        <a:pt x="85295" y="133254"/>
                        <a:pt x="76880" y="136672"/>
                      </a:cubicBezTo>
                      <a:cubicBezTo>
                        <a:pt x="68466" y="140090"/>
                        <a:pt x="59022" y="141770"/>
                        <a:pt x="48550" y="141770"/>
                      </a:cubicBezTo>
                      <a:lnTo>
                        <a:pt x="0" y="141770"/>
                      </a:lnTo>
                      <a:close/>
                      <a:moveTo>
                        <a:pt x="102911" y="70645"/>
                      </a:moveTo>
                      <a:cubicBezTo>
                        <a:pt x="102911" y="62129"/>
                        <a:pt x="101700" y="54333"/>
                        <a:pt x="99279" y="47197"/>
                      </a:cubicBezTo>
                      <a:cubicBezTo>
                        <a:pt x="96857" y="40060"/>
                        <a:pt x="93346" y="33943"/>
                        <a:pt x="88685" y="28726"/>
                      </a:cubicBezTo>
                      <a:cubicBezTo>
                        <a:pt x="84084" y="23568"/>
                        <a:pt x="78394" y="19490"/>
                        <a:pt x="71674" y="16672"/>
                      </a:cubicBezTo>
                      <a:cubicBezTo>
                        <a:pt x="64955" y="13793"/>
                        <a:pt x="57206" y="12414"/>
                        <a:pt x="48489" y="12414"/>
                      </a:cubicBezTo>
                      <a:lnTo>
                        <a:pt x="14044" y="12414"/>
                      </a:lnTo>
                      <a:lnTo>
                        <a:pt x="14044" y="129356"/>
                      </a:lnTo>
                      <a:lnTo>
                        <a:pt x="48489" y="129356"/>
                      </a:lnTo>
                      <a:cubicBezTo>
                        <a:pt x="57327" y="129356"/>
                        <a:pt x="65197" y="127856"/>
                        <a:pt x="71977" y="124858"/>
                      </a:cubicBezTo>
                      <a:cubicBezTo>
                        <a:pt x="78757" y="121859"/>
                        <a:pt x="84447" y="117721"/>
                        <a:pt x="88988" y="112504"/>
                      </a:cubicBezTo>
                      <a:cubicBezTo>
                        <a:pt x="93528" y="107227"/>
                        <a:pt x="97039" y="101050"/>
                        <a:pt x="99339" y="93973"/>
                      </a:cubicBezTo>
                      <a:cubicBezTo>
                        <a:pt x="101700" y="86837"/>
                        <a:pt x="102850" y="79101"/>
                        <a:pt x="102850" y="70705"/>
                      </a:cubicBez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" name="Freeform 187">
                  <a:extLst>
                    <a:ext uri="{FF2B5EF4-FFF2-40B4-BE49-F238E27FC236}">
                      <a16:creationId xmlns:a16="http://schemas.microsoft.com/office/drawing/2014/main" id="{D1007591-CA38-D01A-54F5-DAA646658F9B}"/>
                    </a:ext>
                  </a:extLst>
                </p:cNvPr>
                <p:cNvSpPr/>
                <p:nvPr/>
              </p:nvSpPr>
              <p:spPr>
                <a:xfrm>
                  <a:off x="715624" y="417977"/>
                  <a:ext cx="96070" cy="141709"/>
                </a:xfrm>
                <a:custGeom>
                  <a:avLst/>
                  <a:gdLst>
                    <a:gd name="connsiteX0" fmla="*/ 96070 w 96070"/>
                    <a:gd name="connsiteY0" fmla="*/ 129356 h 141709"/>
                    <a:gd name="connsiteX1" fmla="*/ 96070 w 96070"/>
                    <a:gd name="connsiteY1" fmla="*/ 141710 h 141709"/>
                    <a:gd name="connsiteX2" fmla="*/ 0 w 96070"/>
                    <a:gd name="connsiteY2" fmla="*/ 141710 h 141709"/>
                    <a:gd name="connsiteX3" fmla="*/ 0 w 96070"/>
                    <a:gd name="connsiteY3" fmla="*/ 0 h 141709"/>
                    <a:gd name="connsiteX4" fmla="*/ 94254 w 96070"/>
                    <a:gd name="connsiteY4" fmla="*/ 0 h 141709"/>
                    <a:gd name="connsiteX5" fmla="*/ 94254 w 96070"/>
                    <a:gd name="connsiteY5" fmla="*/ 12354 h 141709"/>
                    <a:gd name="connsiteX6" fmla="*/ 14105 w 96070"/>
                    <a:gd name="connsiteY6" fmla="*/ 12354 h 141709"/>
                    <a:gd name="connsiteX7" fmla="*/ 14105 w 96070"/>
                    <a:gd name="connsiteY7" fmla="*/ 63448 h 141709"/>
                    <a:gd name="connsiteX8" fmla="*/ 84024 w 96070"/>
                    <a:gd name="connsiteY8" fmla="*/ 63448 h 141709"/>
                    <a:gd name="connsiteX9" fmla="*/ 84024 w 96070"/>
                    <a:gd name="connsiteY9" fmla="*/ 75203 h 141709"/>
                    <a:gd name="connsiteX10" fmla="*/ 14105 w 96070"/>
                    <a:gd name="connsiteY10" fmla="*/ 75203 h 141709"/>
                    <a:gd name="connsiteX11" fmla="*/ 14105 w 96070"/>
                    <a:gd name="connsiteY11" fmla="*/ 129296 h 141709"/>
                    <a:gd name="connsiteX12" fmla="*/ 96070 w 96070"/>
                    <a:gd name="connsiteY12" fmla="*/ 129296 h 141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6070" h="141709">
                      <a:moveTo>
                        <a:pt x="96070" y="129356"/>
                      </a:moveTo>
                      <a:lnTo>
                        <a:pt x="96070" y="141710"/>
                      </a:lnTo>
                      <a:lnTo>
                        <a:pt x="0" y="141710"/>
                      </a:lnTo>
                      <a:lnTo>
                        <a:pt x="0" y="0"/>
                      </a:lnTo>
                      <a:lnTo>
                        <a:pt x="94254" y="0"/>
                      </a:lnTo>
                      <a:lnTo>
                        <a:pt x="94254" y="12354"/>
                      </a:lnTo>
                      <a:lnTo>
                        <a:pt x="14105" y="12354"/>
                      </a:lnTo>
                      <a:lnTo>
                        <a:pt x="14105" y="63448"/>
                      </a:lnTo>
                      <a:lnTo>
                        <a:pt x="84024" y="63448"/>
                      </a:lnTo>
                      <a:lnTo>
                        <a:pt x="84024" y="75203"/>
                      </a:lnTo>
                      <a:lnTo>
                        <a:pt x="14105" y="75203"/>
                      </a:lnTo>
                      <a:lnTo>
                        <a:pt x="14105" y="129296"/>
                      </a:lnTo>
                      <a:lnTo>
                        <a:pt x="96070" y="129296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68" name="Freeform 179">
                <a:extLst>
                  <a:ext uri="{FF2B5EF4-FFF2-40B4-BE49-F238E27FC236}">
                    <a16:creationId xmlns:a16="http://schemas.microsoft.com/office/drawing/2014/main" id="{C79DBE95-9B27-221D-BB76-AEAB996086B0}"/>
                  </a:ext>
                </a:extLst>
              </p:cNvPr>
              <p:cNvSpPr/>
              <p:nvPr/>
            </p:nvSpPr>
            <p:spPr>
              <a:xfrm>
                <a:off x="852314" y="214977"/>
                <a:ext cx="383554" cy="406897"/>
              </a:xfrm>
              <a:custGeom>
                <a:avLst/>
                <a:gdLst>
                  <a:gd name="connsiteX0" fmla="*/ 156788 w 383554"/>
                  <a:gd name="connsiteY0" fmla="*/ 0 h 406897"/>
                  <a:gd name="connsiteX1" fmla="*/ 227372 w 383554"/>
                  <a:gd name="connsiteY1" fmla="*/ 0 h 406897"/>
                  <a:gd name="connsiteX2" fmla="*/ 383555 w 383554"/>
                  <a:gd name="connsiteY2" fmla="*/ 406898 h 406897"/>
                  <a:gd name="connsiteX3" fmla="*/ 301408 w 383554"/>
                  <a:gd name="connsiteY3" fmla="*/ 406898 h 406897"/>
                  <a:gd name="connsiteX4" fmla="*/ 263209 w 383554"/>
                  <a:gd name="connsiteY4" fmla="*/ 305488 h 406897"/>
                  <a:gd name="connsiteX5" fmla="*/ 119740 w 383554"/>
                  <a:gd name="connsiteY5" fmla="*/ 305488 h 406897"/>
                  <a:gd name="connsiteX6" fmla="*/ 82147 w 383554"/>
                  <a:gd name="connsiteY6" fmla="*/ 406898 h 406897"/>
                  <a:gd name="connsiteX7" fmla="*/ 0 w 383554"/>
                  <a:gd name="connsiteY7" fmla="*/ 406898 h 406897"/>
                  <a:gd name="connsiteX8" fmla="*/ 156788 w 383554"/>
                  <a:gd name="connsiteY8" fmla="*/ 0 h 406897"/>
                  <a:gd name="connsiteX9" fmla="*/ 248802 w 383554"/>
                  <a:gd name="connsiteY9" fmla="*/ 249836 h 406897"/>
                  <a:gd name="connsiteX10" fmla="*/ 192140 w 383554"/>
                  <a:gd name="connsiteY10" fmla="*/ 89955 h 406897"/>
                  <a:gd name="connsiteX11" fmla="*/ 133118 w 383554"/>
                  <a:gd name="connsiteY11" fmla="*/ 249836 h 406897"/>
                  <a:gd name="connsiteX12" fmla="*/ 248802 w 383554"/>
                  <a:gd name="connsiteY12" fmla="*/ 249836 h 40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3554" h="406897">
                    <a:moveTo>
                      <a:pt x="156788" y="0"/>
                    </a:moveTo>
                    <a:lnTo>
                      <a:pt x="227372" y="0"/>
                    </a:lnTo>
                    <a:lnTo>
                      <a:pt x="383555" y="406898"/>
                    </a:lnTo>
                    <a:lnTo>
                      <a:pt x="301408" y="406898"/>
                    </a:lnTo>
                    <a:lnTo>
                      <a:pt x="263209" y="305488"/>
                    </a:lnTo>
                    <a:lnTo>
                      <a:pt x="119740" y="305488"/>
                    </a:lnTo>
                    <a:lnTo>
                      <a:pt x="82147" y="406898"/>
                    </a:lnTo>
                    <a:lnTo>
                      <a:pt x="0" y="406898"/>
                    </a:lnTo>
                    <a:lnTo>
                      <a:pt x="156788" y="0"/>
                    </a:lnTo>
                    <a:close/>
                    <a:moveTo>
                      <a:pt x="248802" y="249836"/>
                    </a:moveTo>
                    <a:lnTo>
                      <a:pt x="192140" y="89955"/>
                    </a:lnTo>
                    <a:lnTo>
                      <a:pt x="133118" y="249836"/>
                    </a:lnTo>
                    <a:lnTo>
                      <a:pt x="248802" y="249836"/>
                    </a:lnTo>
                    <a:close/>
                  </a:path>
                </a:pathLst>
              </a:custGeom>
              <a:solidFill>
                <a:srgbClr val="AC5F27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 180">
                <a:extLst>
                  <a:ext uri="{FF2B5EF4-FFF2-40B4-BE49-F238E27FC236}">
                    <a16:creationId xmlns:a16="http://schemas.microsoft.com/office/drawing/2014/main" id="{69A504F8-D751-AAAC-2AAE-13982F74B5FE}"/>
                  </a:ext>
                </a:extLst>
              </p:cNvPr>
              <p:cNvSpPr/>
              <p:nvPr/>
            </p:nvSpPr>
            <p:spPr>
              <a:xfrm>
                <a:off x="1143067" y="206042"/>
                <a:ext cx="175553" cy="180390"/>
              </a:xfrm>
              <a:custGeom>
                <a:avLst/>
                <a:gdLst>
                  <a:gd name="connsiteX0" fmla="*/ 175554 w 175553"/>
                  <a:gd name="connsiteY0" fmla="*/ 70405 h 180390"/>
                  <a:gd name="connsiteX1" fmla="*/ 175554 w 175553"/>
                  <a:gd name="connsiteY1" fmla="*/ 109985 h 180390"/>
                  <a:gd name="connsiteX2" fmla="*/ 109994 w 175553"/>
                  <a:gd name="connsiteY2" fmla="*/ 109985 h 180390"/>
                  <a:gd name="connsiteX3" fmla="*/ 109994 w 175553"/>
                  <a:gd name="connsiteY3" fmla="*/ 180390 h 180390"/>
                  <a:gd name="connsiteX4" fmla="*/ 65560 w 175553"/>
                  <a:gd name="connsiteY4" fmla="*/ 180390 h 180390"/>
                  <a:gd name="connsiteX5" fmla="*/ 65560 w 175553"/>
                  <a:gd name="connsiteY5" fmla="*/ 109985 h 180390"/>
                  <a:gd name="connsiteX6" fmla="*/ 0 w 175553"/>
                  <a:gd name="connsiteY6" fmla="*/ 109985 h 180390"/>
                  <a:gd name="connsiteX7" fmla="*/ 0 w 175553"/>
                  <a:gd name="connsiteY7" fmla="*/ 70405 h 180390"/>
                  <a:gd name="connsiteX8" fmla="*/ 65560 w 175553"/>
                  <a:gd name="connsiteY8" fmla="*/ 70405 h 180390"/>
                  <a:gd name="connsiteX9" fmla="*/ 65560 w 175553"/>
                  <a:gd name="connsiteY9" fmla="*/ 0 h 180390"/>
                  <a:gd name="connsiteX10" fmla="*/ 109994 w 175553"/>
                  <a:gd name="connsiteY10" fmla="*/ 0 h 180390"/>
                  <a:gd name="connsiteX11" fmla="*/ 109994 w 175553"/>
                  <a:gd name="connsiteY11" fmla="*/ 70405 h 180390"/>
                  <a:gd name="connsiteX12" fmla="*/ 175554 w 175553"/>
                  <a:gd name="connsiteY12" fmla="*/ 70405 h 180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5553" h="180390">
                    <a:moveTo>
                      <a:pt x="175554" y="70405"/>
                    </a:moveTo>
                    <a:lnTo>
                      <a:pt x="175554" y="109985"/>
                    </a:lnTo>
                    <a:lnTo>
                      <a:pt x="109994" y="109985"/>
                    </a:lnTo>
                    <a:lnTo>
                      <a:pt x="109994" y="180390"/>
                    </a:lnTo>
                    <a:lnTo>
                      <a:pt x="65560" y="180390"/>
                    </a:lnTo>
                    <a:lnTo>
                      <a:pt x="65560" y="109985"/>
                    </a:lnTo>
                    <a:lnTo>
                      <a:pt x="0" y="109985"/>
                    </a:lnTo>
                    <a:lnTo>
                      <a:pt x="0" y="70405"/>
                    </a:lnTo>
                    <a:lnTo>
                      <a:pt x="65560" y="70405"/>
                    </a:lnTo>
                    <a:lnTo>
                      <a:pt x="65560" y="0"/>
                    </a:lnTo>
                    <a:lnTo>
                      <a:pt x="109994" y="0"/>
                    </a:lnTo>
                    <a:lnTo>
                      <a:pt x="109994" y="70405"/>
                    </a:lnTo>
                    <a:lnTo>
                      <a:pt x="175554" y="70405"/>
                    </a:lnTo>
                    <a:close/>
                  </a:path>
                </a:pathLst>
              </a:custGeom>
              <a:solidFill>
                <a:srgbClr val="AC5F27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 181">
                <a:extLst>
                  <a:ext uri="{FF2B5EF4-FFF2-40B4-BE49-F238E27FC236}">
                    <a16:creationId xmlns:a16="http://schemas.microsoft.com/office/drawing/2014/main" id="{4DB8169D-3686-A972-6740-32CA278A28C5}"/>
                  </a:ext>
                </a:extLst>
              </p:cNvPr>
              <p:cNvSpPr/>
              <p:nvPr/>
            </p:nvSpPr>
            <p:spPr>
              <a:xfrm>
                <a:off x="844323" y="212099"/>
                <a:ext cx="383554" cy="406897"/>
              </a:xfrm>
              <a:custGeom>
                <a:avLst/>
                <a:gdLst>
                  <a:gd name="connsiteX0" fmla="*/ 156788 w 383554"/>
                  <a:gd name="connsiteY0" fmla="*/ 0 h 406897"/>
                  <a:gd name="connsiteX1" fmla="*/ 227372 w 383554"/>
                  <a:gd name="connsiteY1" fmla="*/ 0 h 406897"/>
                  <a:gd name="connsiteX2" fmla="*/ 383555 w 383554"/>
                  <a:gd name="connsiteY2" fmla="*/ 406898 h 406897"/>
                  <a:gd name="connsiteX3" fmla="*/ 301407 w 383554"/>
                  <a:gd name="connsiteY3" fmla="*/ 406898 h 406897"/>
                  <a:gd name="connsiteX4" fmla="*/ 263209 w 383554"/>
                  <a:gd name="connsiteY4" fmla="*/ 305488 h 406897"/>
                  <a:gd name="connsiteX5" fmla="*/ 119740 w 383554"/>
                  <a:gd name="connsiteY5" fmla="*/ 305488 h 406897"/>
                  <a:gd name="connsiteX6" fmla="*/ 82147 w 383554"/>
                  <a:gd name="connsiteY6" fmla="*/ 406898 h 406897"/>
                  <a:gd name="connsiteX7" fmla="*/ 0 w 383554"/>
                  <a:gd name="connsiteY7" fmla="*/ 406898 h 406897"/>
                  <a:gd name="connsiteX8" fmla="*/ 156788 w 383554"/>
                  <a:gd name="connsiteY8" fmla="*/ 0 h 406897"/>
                  <a:gd name="connsiteX9" fmla="*/ 248741 w 383554"/>
                  <a:gd name="connsiteY9" fmla="*/ 249896 h 406897"/>
                  <a:gd name="connsiteX10" fmla="*/ 192080 w 383554"/>
                  <a:gd name="connsiteY10" fmla="*/ 90015 h 406897"/>
                  <a:gd name="connsiteX11" fmla="*/ 133058 w 383554"/>
                  <a:gd name="connsiteY11" fmla="*/ 249896 h 406897"/>
                  <a:gd name="connsiteX12" fmla="*/ 248741 w 383554"/>
                  <a:gd name="connsiteY12" fmla="*/ 249896 h 40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3554" h="406897">
                    <a:moveTo>
                      <a:pt x="156788" y="0"/>
                    </a:moveTo>
                    <a:lnTo>
                      <a:pt x="227372" y="0"/>
                    </a:lnTo>
                    <a:lnTo>
                      <a:pt x="383555" y="406898"/>
                    </a:lnTo>
                    <a:lnTo>
                      <a:pt x="301407" y="406898"/>
                    </a:lnTo>
                    <a:lnTo>
                      <a:pt x="263209" y="305488"/>
                    </a:lnTo>
                    <a:lnTo>
                      <a:pt x="119740" y="305488"/>
                    </a:lnTo>
                    <a:lnTo>
                      <a:pt x="82147" y="406898"/>
                    </a:lnTo>
                    <a:lnTo>
                      <a:pt x="0" y="406898"/>
                    </a:lnTo>
                    <a:lnTo>
                      <a:pt x="156788" y="0"/>
                    </a:lnTo>
                    <a:close/>
                    <a:moveTo>
                      <a:pt x="248741" y="249896"/>
                    </a:moveTo>
                    <a:lnTo>
                      <a:pt x="192080" y="90015"/>
                    </a:lnTo>
                    <a:lnTo>
                      <a:pt x="133058" y="249896"/>
                    </a:lnTo>
                    <a:lnTo>
                      <a:pt x="248741" y="249896"/>
                    </a:lnTo>
                    <a:close/>
                  </a:path>
                </a:pathLst>
              </a:custGeom>
              <a:solidFill>
                <a:srgbClr val="DF8026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 182">
                <a:extLst>
                  <a:ext uri="{FF2B5EF4-FFF2-40B4-BE49-F238E27FC236}">
                    <a16:creationId xmlns:a16="http://schemas.microsoft.com/office/drawing/2014/main" id="{EF1EF85B-141E-B295-5F64-26933329D92B}"/>
                  </a:ext>
                </a:extLst>
              </p:cNvPr>
              <p:cNvSpPr/>
              <p:nvPr/>
            </p:nvSpPr>
            <p:spPr>
              <a:xfrm>
                <a:off x="1137437" y="206042"/>
                <a:ext cx="175553" cy="180390"/>
              </a:xfrm>
              <a:custGeom>
                <a:avLst/>
                <a:gdLst>
                  <a:gd name="connsiteX0" fmla="*/ 175554 w 175553"/>
                  <a:gd name="connsiteY0" fmla="*/ 70405 h 180390"/>
                  <a:gd name="connsiteX1" fmla="*/ 175554 w 175553"/>
                  <a:gd name="connsiteY1" fmla="*/ 109985 h 180390"/>
                  <a:gd name="connsiteX2" fmla="*/ 109993 w 175553"/>
                  <a:gd name="connsiteY2" fmla="*/ 109985 h 180390"/>
                  <a:gd name="connsiteX3" fmla="*/ 109993 w 175553"/>
                  <a:gd name="connsiteY3" fmla="*/ 180390 h 180390"/>
                  <a:gd name="connsiteX4" fmla="*/ 65560 w 175553"/>
                  <a:gd name="connsiteY4" fmla="*/ 180390 h 180390"/>
                  <a:gd name="connsiteX5" fmla="*/ 65560 w 175553"/>
                  <a:gd name="connsiteY5" fmla="*/ 109985 h 180390"/>
                  <a:gd name="connsiteX6" fmla="*/ 0 w 175553"/>
                  <a:gd name="connsiteY6" fmla="*/ 109985 h 180390"/>
                  <a:gd name="connsiteX7" fmla="*/ 0 w 175553"/>
                  <a:gd name="connsiteY7" fmla="*/ 70405 h 180390"/>
                  <a:gd name="connsiteX8" fmla="*/ 65560 w 175553"/>
                  <a:gd name="connsiteY8" fmla="*/ 70405 h 180390"/>
                  <a:gd name="connsiteX9" fmla="*/ 65560 w 175553"/>
                  <a:gd name="connsiteY9" fmla="*/ 0 h 180390"/>
                  <a:gd name="connsiteX10" fmla="*/ 109993 w 175553"/>
                  <a:gd name="connsiteY10" fmla="*/ 0 h 180390"/>
                  <a:gd name="connsiteX11" fmla="*/ 109993 w 175553"/>
                  <a:gd name="connsiteY11" fmla="*/ 70405 h 180390"/>
                  <a:gd name="connsiteX12" fmla="*/ 175554 w 175553"/>
                  <a:gd name="connsiteY12" fmla="*/ 70405 h 180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5553" h="180390">
                    <a:moveTo>
                      <a:pt x="175554" y="70405"/>
                    </a:moveTo>
                    <a:lnTo>
                      <a:pt x="175554" y="109985"/>
                    </a:lnTo>
                    <a:lnTo>
                      <a:pt x="109993" y="109985"/>
                    </a:lnTo>
                    <a:lnTo>
                      <a:pt x="109993" y="180390"/>
                    </a:lnTo>
                    <a:lnTo>
                      <a:pt x="65560" y="180390"/>
                    </a:lnTo>
                    <a:lnTo>
                      <a:pt x="65560" y="109985"/>
                    </a:lnTo>
                    <a:lnTo>
                      <a:pt x="0" y="109985"/>
                    </a:lnTo>
                    <a:lnTo>
                      <a:pt x="0" y="70405"/>
                    </a:lnTo>
                    <a:lnTo>
                      <a:pt x="65560" y="70405"/>
                    </a:lnTo>
                    <a:lnTo>
                      <a:pt x="65560" y="0"/>
                    </a:lnTo>
                    <a:lnTo>
                      <a:pt x="109993" y="0"/>
                    </a:lnTo>
                    <a:lnTo>
                      <a:pt x="109993" y="70405"/>
                    </a:lnTo>
                    <a:lnTo>
                      <a:pt x="175554" y="70405"/>
                    </a:lnTo>
                    <a:close/>
                  </a:path>
                </a:pathLst>
              </a:custGeom>
              <a:solidFill>
                <a:srgbClr val="DF8026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" name="Graphic 6">
              <a:extLst>
                <a:ext uri="{FF2B5EF4-FFF2-40B4-BE49-F238E27FC236}">
                  <a16:creationId xmlns:a16="http://schemas.microsoft.com/office/drawing/2014/main" id="{7E1F02BA-FDC5-9BAC-4D0F-F9006876E9D9}"/>
                </a:ext>
              </a:extLst>
            </p:cNvPr>
            <p:cNvGrpSpPr/>
            <p:nvPr/>
          </p:nvGrpSpPr>
          <p:grpSpPr>
            <a:xfrm>
              <a:off x="1893513" y="205261"/>
              <a:ext cx="1838187" cy="524499"/>
              <a:chOff x="1605379" y="205262"/>
              <a:chExt cx="1462604" cy="417332"/>
            </a:xfrm>
          </p:grpSpPr>
          <p:grpSp>
            <p:nvGrpSpPr>
              <p:cNvPr id="16" name="Graphic 6">
                <a:extLst>
                  <a:ext uri="{FF2B5EF4-FFF2-40B4-BE49-F238E27FC236}">
                    <a16:creationId xmlns:a16="http://schemas.microsoft.com/office/drawing/2014/main" id="{3AFCDA66-2852-4BC8-E879-898597B02023}"/>
                  </a:ext>
                </a:extLst>
              </p:cNvPr>
              <p:cNvGrpSpPr/>
              <p:nvPr/>
            </p:nvGrpSpPr>
            <p:grpSpPr>
              <a:xfrm>
                <a:off x="1605379" y="205262"/>
                <a:ext cx="443000" cy="417332"/>
                <a:chOff x="1605379" y="205262"/>
                <a:chExt cx="443000" cy="417332"/>
              </a:xfrm>
            </p:grpSpPr>
            <p:sp>
              <p:nvSpPr>
                <p:cNvPr id="53" name="Freeform 164">
                  <a:extLst>
                    <a:ext uri="{FF2B5EF4-FFF2-40B4-BE49-F238E27FC236}">
                      <a16:creationId xmlns:a16="http://schemas.microsoft.com/office/drawing/2014/main" id="{02DBF754-7FE3-704E-CB32-66F9E98176CE}"/>
                    </a:ext>
                  </a:extLst>
                </p:cNvPr>
                <p:cNvSpPr/>
                <p:nvPr/>
              </p:nvSpPr>
              <p:spPr>
                <a:xfrm>
                  <a:off x="1605379" y="205262"/>
                  <a:ext cx="443000" cy="237601"/>
                </a:xfrm>
                <a:custGeom>
                  <a:avLst/>
                  <a:gdLst>
                    <a:gd name="connsiteX0" fmla="*/ 80936 w 443000"/>
                    <a:gd name="connsiteY0" fmla="*/ 215413 h 237601"/>
                    <a:gd name="connsiteX1" fmla="*/ 34505 w 443000"/>
                    <a:gd name="connsiteY1" fmla="*/ 170495 h 237601"/>
                    <a:gd name="connsiteX2" fmla="*/ 163689 w 443000"/>
                    <a:gd name="connsiteY2" fmla="*/ 151904 h 237601"/>
                    <a:gd name="connsiteX3" fmla="*/ 221500 w 443000"/>
                    <a:gd name="connsiteY3" fmla="*/ 35922 h 237601"/>
                    <a:gd name="connsiteX4" fmla="*/ 279312 w 443000"/>
                    <a:gd name="connsiteY4" fmla="*/ 151904 h 237601"/>
                    <a:gd name="connsiteX5" fmla="*/ 408495 w 443000"/>
                    <a:gd name="connsiteY5" fmla="*/ 170495 h 237601"/>
                    <a:gd name="connsiteX6" fmla="*/ 362004 w 443000"/>
                    <a:gd name="connsiteY6" fmla="*/ 215413 h 237601"/>
                    <a:gd name="connsiteX7" fmla="*/ 362004 w 443000"/>
                    <a:gd name="connsiteY7" fmla="*/ 237602 h 237601"/>
                    <a:gd name="connsiteX8" fmla="*/ 443001 w 443000"/>
                    <a:gd name="connsiteY8" fmla="*/ 159401 h 237601"/>
                    <a:gd name="connsiteX9" fmla="*/ 289906 w 443000"/>
                    <a:gd name="connsiteY9" fmla="*/ 137392 h 237601"/>
                    <a:gd name="connsiteX10" fmla="*/ 221500 w 443000"/>
                    <a:gd name="connsiteY10" fmla="*/ 0 h 237601"/>
                    <a:gd name="connsiteX11" fmla="*/ 153034 w 443000"/>
                    <a:gd name="connsiteY11" fmla="*/ 137392 h 237601"/>
                    <a:gd name="connsiteX12" fmla="*/ 0 w 443000"/>
                    <a:gd name="connsiteY12" fmla="*/ 159401 h 237601"/>
                    <a:gd name="connsiteX13" fmla="*/ 80936 w 443000"/>
                    <a:gd name="connsiteY13" fmla="*/ 237602 h 237601"/>
                    <a:gd name="connsiteX14" fmla="*/ 80936 w 443000"/>
                    <a:gd name="connsiteY14" fmla="*/ 215413 h 237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43000" h="237601">
                      <a:moveTo>
                        <a:pt x="80936" y="215413"/>
                      </a:moveTo>
                      <a:lnTo>
                        <a:pt x="34505" y="170495"/>
                      </a:lnTo>
                      <a:lnTo>
                        <a:pt x="163689" y="151904"/>
                      </a:lnTo>
                      <a:lnTo>
                        <a:pt x="221500" y="35922"/>
                      </a:lnTo>
                      <a:lnTo>
                        <a:pt x="279312" y="151904"/>
                      </a:lnTo>
                      <a:lnTo>
                        <a:pt x="408495" y="170495"/>
                      </a:lnTo>
                      <a:lnTo>
                        <a:pt x="362004" y="215413"/>
                      </a:lnTo>
                      <a:lnTo>
                        <a:pt x="362004" y="237602"/>
                      </a:lnTo>
                      <a:lnTo>
                        <a:pt x="443001" y="159401"/>
                      </a:lnTo>
                      <a:lnTo>
                        <a:pt x="289906" y="137392"/>
                      </a:lnTo>
                      <a:lnTo>
                        <a:pt x="221500" y="0"/>
                      </a:lnTo>
                      <a:lnTo>
                        <a:pt x="153034" y="137392"/>
                      </a:lnTo>
                      <a:lnTo>
                        <a:pt x="0" y="159401"/>
                      </a:lnTo>
                      <a:lnTo>
                        <a:pt x="80936" y="237602"/>
                      </a:lnTo>
                      <a:lnTo>
                        <a:pt x="80936" y="215413"/>
                      </a:lnTo>
                      <a:close/>
                    </a:path>
                  </a:pathLst>
                </a:custGeom>
                <a:solidFill>
                  <a:srgbClr val="F28128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" name="Freeform 165">
                  <a:extLst>
                    <a:ext uri="{FF2B5EF4-FFF2-40B4-BE49-F238E27FC236}">
                      <a16:creationId xmlns:a16="http://schemas.microsoft.com/office/drawing/2014/main" id="{DBF4D63E-E6BD-614A-A911-51BF62B69F26}"/>
                    </a:ext>
                  </a:extLst>
                </p:cNvPr>
                <p:cNvSpPr/>
                <p:nvPr/>
              </p:nvSpPr>
              <p:spPr>
                <a:xfrm>
                  <a:off x="1690008" y="525683"/>
                  <a:ext cx="273742" cy="96911"/>
                </a:xfrm>
                <a:custGeom>
                  <a:avLst/>
                  <a:gdLst>
                    <a:gd name="connsiteX0" fmla="*/ 240690 w 273742"/>
                    <a:gd name="connsiteY0" fmla="*/ 0 h 96911"/>
                    <a:gd name="connsiteX1" fmla="*/ 252434 w 273742"/>
                    <a:gd name="connsiteY1" fmla="*/ 67886 h 96911"/>
                    <a:gd name="connsiteX2" fmla="*/ 136871 w 273742"/>
                    <a:gd name="connsiteY2" fmla="*/ 7676 h 96911"/>
                    <a:gd name="connsiteX3" fmla="*/ 21309 w 273742"/>
                    <a:gd name="connsiteY3" fmla="*/ 67886 h 96911"/>
                    <a:gd name="connsiteX4" fmla="*/ 33052 w 273742"/>
                    <a:gd name="connsiteY4" fmla="*/ 0 h 96911"/>
                    <a:gd name="connsiteX5" fmla="*/ 16768 w 273742"/>
                    <a:gd name="connsiteY5" fmla="*/ 0 h 96911"/>
                    <a:gd name="connsiteX6" fmla="*/ 0 w 273742"/>
                    <a:gd name="connsiteY6" fmla="*/ 96912 h 96911"/>
                    <a:gd name="connsiteX7" fmla="*/ 136871 w 273742"/>
                    <a:gd name="connsiteY7" fmla="*/ 25667 h 96911"/>
                    <a:gd name="connsiteX8" fmla="*/ 273743 w 273742"/>
                    <a:gd name="connsiteY8" fmla="*/ 96912 h 96911"/>
                    <a:gd name="connsiteX9" fmla="*/ 256974 w 273742"/>
                    <a:gd name="connsiteY9" fmla="*/ 0 h 96911"/>
                    <a:gd name="connsiteX10" fmla="*/ 240690 w 273742"/>
                    <a:gd name="connsiteY10" fmla="*/ 0 h 969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73742" h="96911">
                      <a:moveTo>
                        <a:pt x="240690" y="0"/>
                      </a:moveTo>
                      <a:lnTo>
                        <a:pt x="252434" y="67886"/>
                      </a:lnTo>
                      <a:lnTo>
                        <a:pt x="136871" y="7676"/>
                      </a:lnTo>
                      <a:lnTo>
                        <a:pt x="21309" y="67886"/>
                      </a:lnTo>
                      <a:lnTo>
                        <a:pt x="33052" y="0"/>
                      </a:lnTo>
                      <a:lnTo>
                        <a:pt x="16768" y="0"/>
                      </a:lnTo>
                      <a:lnTo>
                        <a:pt x="0" y="96912"/>
                      </a:lnTo>
                      <a:lnTo>
                        <a:pt x="136871" y="25667"/>
                      </a:lnTo>
                      <a:lnTo>
                        <a:pt x="273743" y="96912"/>
                      </a:lnTo>
                      <a:lnTo>
                        <a:pt x="256974" y="0"/>
                      </a:lnTo>
                      <a:lnTo>
                        <a:pt x="240690" y="0"/>
                      </a:lnTo>
                      <a:close/>
                    </a:path>
                  </a:pathLst>
                </a:custGeom>
                <a:solidFill>
                  <a:srgbClr val="585860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55" name="Graphic 6">
                  <a:extLst>
                    <a:ext uri="{FF2B5EF4-FFF2-40B4-BE49-F238E27FC236}">
                      <a16:creationId xmlns:a16="http://schemas.microsoft.com/office/drawing/2014/main" id="{521C2B0E-9AB6-490A-FFF5-CEABF0F4F761}"/>
                    </a:ext>
                  </a:extLst>
                </p:cNvPr>
                <p:cNvGrpSpPr/>
                <p:nvPr/>
              </p:nvGrpSpPr>
              <p:grpSpPr>
                <a:xfrm>
                  <a:off x="1711558" y="380975"/>
                  <a:ext cx="231125" cy="61889"/>
                  <a:chOff x="1711558" y="380975"/>
                  <a:chExt cx="231125" cy="61889"/>
                </a:xfrm>
                <a:solidFill>
                  <a:srgbClr val="585860"/>
                </a:solidFill>
              </p:grpSpPr>
              <p:sp>
                <p:nvSpPr>
                  <p:cNvPr id="61" name="Freeform 172">
                    <a:extLst>
                      <a:ext uri="{FF2B5EF4-FFF2-40B4-BE49-F238E27FC236}">
                        <a16:creationId xmlns:a16="http://schemas.microsoft.com/office/drawing/2014/main" id="{C72996B6-72B6-18BD-B614-65B677B1078F}"/>
                      </a:ext>
                    </a:extLst>
                  </p:cNvPr>
                  <p:cNvSpPr/>
                  <p:nvPr/>
                </p:nvSpPr>
                <p:spPr>
                  <a:xfrm>
                    <a:off x="1711558" y="380975"/>
                    <a:ext cx="53876" cy="61889"/>
                  </a:xfrm>
                  <a:custGeom>
                    <a:avLst/>
                    <a:gdLst>
                      <a:gd name="connsiteX0" fmla="*/ 61 w 53876"/>
                      <a:gd name="connsiteY0" fmla="*/ 61889 h 61889"/>
                      <a:gd name="connsiteX1" fmla="*/ 61 w 53876"/>
                      <a:gd name="connsiteY1" fmla="*/ 55352 h 61889"/>
                      <a:gd name="connsiteX2" fmla="*/ 6901 w 53876"/>
                      <a:gd name="connsiteY2" fmla="*/ 54093 h 61889"/>
                      <a:gd name="connsiteX3" fmla="*/ 6901 w 53876"/>
                      <a:gd name="connsiteY3" fmla="*/ 7856 h 61889"/>
                      <a:gd name="connsiteX4" fmla="*/ 61 w 53876"/>
                      <a:gd name="connsiteY4" fmla="*/ 6597 h 61889"/>
                      <a:gd name="connsiteX5" fmla="*/ 61 w 53876"/>
                      <a:gd name="connsiteY5" fmla="*/ 0 h 61889"/>
                      <a:gd name="connsiteX6" fmla="*/ 28936 w 53876"/>
                      <a:gd name="connsiteY6" fmla="*/ 0 h 61889"/>
                      <a:gd name="connsiteX7" fmla="*/ 40922 w 53876"/>
                      <a:gd name="connsiteY7" fmla="*/ 2159 h 61889"/>
                      <a:gd name="connsiteX8" fmla="*/ 48489 w 53876"/>
                      <a:gd name="connsiteY8" fmla="*/ 8276 h 61889"/>
                      <a:gd name="connsiteX9" fmla="*/ 51092 w 53876"/>
                      <a:gd name="connsiteY9" fmla="*/ 17931 h 61889"/>
                      <a:gd name="connsiteX10" fmla="*/ 48489 w 53876"/>
                      <a:gd name="connsiteY10" fmla="*/ 27406 h 61889"/>
                      <a:gd name="connsiteX11" fmla="*/ 41225 w 53876"/>
                      <a:gd name="connsiteY11" fmla="*/ 33703 h 61889"/>
                      <a:gd name="connsiteX12" fmla="*/ 30328 w 53876"/>
                      <a:gd name="connsiteY12" fmla="*/ 36042 h 61889"/>
                      <a:gd name="connsiteX13" fmla="*/ 17616 w 53876"/>
                      <a:gd name="connsiteY13" fmla="*/ 36162 h 61889"/>
                      <a:gd name="connsiteX14" fmla="*/ 17616 w 53876"/>
                      <a:gd name="connsiteY14" fmla="*/ 54093 h 61889"/>
                      <a:gd name="connsiteX15" fmla="*/ 24456 w 53876"/>
                      <a:gd name="connsiteY15" fmla="*/ 55352 h 61889"/>
                      <a:gd name="connsiteX16" fmla="*/ 24456 w 53876"/>
                      <a:gd name="connsiteY16" fmla="*/ 61889 h 61889"/>
                      <a:gd name="connsiteX17" fmla="*/ 0 w 53876"/>
                      <a:gd name="connsiteY17" fmla="*/ 61889 h 61889"/>
                      <a:gd name="connsiteX18" fmla="*/ 17737 w 53876"/>
                      <a:gd name="connsiteY18" fmla="*/ 27766 h 61889"/>
                      <a:gd name="connsiteX19" fmla="*/ 28512 w 53876"/>
                      <a:gd name="connsiteY19" fmla="*/ 27766 h 61889"/>
                      <a:gd name="connsiteX20" fmla="*/ 37532 w 53876"/>
                      <a:gd name="connsiteY20" fmla="*/ 25307 h 61889"/>
                      <a:gd name="connsiteX21" fmla="*/ 40438 w 53876"/>
                      <a:gd name="connsiteY21" fmla="*/ 18171 h 61889"/>
                      <a:gd name="connsiteX22" fmla="*/ 37593 w 53876"/>
                      <a:gd name="connsiteY22" fmla="*/ 10915 h 61889"/>
                      <a:gd name="connsiteX23" fmla="*/ 28997 w 53876"/>
                      <a:gd name="connsiteY23" fmla="*/ 8216 h 61889"/>
                      <a:gd name="connsiteX24" fmla="*/ 17737 w 53876"/>
                      <a:gd name="connsiteY24" fmla="*/ 8216 h 61889"/>
                      <a:gd name="connsiteX25" fmla="*/ 17737 w 53876"/>
                      <a:gd name="connsiteY25" fmla="*/ 27706 h 61889"/>
                      <a:gd name="connsiteX26" fmla="*/ 40680 w 53876"/>
                      <a:gd name="connsiteY26" fmla="*/ 61889 h 61889"/>
                      <a:gd name="connsiteX27" fmla="*/ 28754 w 53876"/>
                      <a:gd name="connsiteY27" fmla="*/ 33403 h 61889"/>
                      <a:gd name="connsiteX28" fmla="*/ 38864 w 53876"/>
                      <a:gd name="connsiteY28" fmla="*/ 31724 h 61889"/>
                      <a:gd name="connsiteX29" fmla="*/ 48973 w 53876"/>
                      <a:gd name="connsiteY29" fmla="*/ 54213 h 61889"/>
                      <a:gd name="connsiteX30" fmla="*/ 53877 w 53876"/>
                      <a:gd name="connsiteY30" fmla="*/ 55233 h 61889"/>
                      <a:gd name="connsiteX31" fmla="*/ 53877 w 53876"/>
                      <a:gd name="connsiteY31" fmla="*/ 61889 h 61889"/>
                      <a:gd name="connsiteX32" fmla="*/ 40680 w 53876"/>
                      <a:gd name="connsiteY32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3876" h="61889">
                        <a:moveTo>
                          <a:pt x="61" y="61889"/>
                        </a:moveTo>
                        <a:lnTo>
                          <a:pt x="61" y="55352"/>
                        </a:lnTo>
                        <a:lnTo>
                          <a:pt x="6901" y="54093"/>
                        </a:lnTo>
                        <a:lnTo>
                          <a:pt x="6901" y="7856"/>
                        </a:lnTo>
                        <a:lnTo>
                          <a:pt x="61" y="6597"/>
                        </a:lnTo>
                        <a:lnTo>
                          <a:pt x="61" y="0"/>
                        </a:lnTo>
                        <a:lnTo>
                          <a:pt x="28936" y="0"/>
                        </a:lnTo>
                        <a:cubicBezTo>
                          <a:pt x="33658" y="0"/>
                          <a:pt x="37653" y="720"/>
                          <a:pt x="40922" y="2159"/>
                        </a:cubicBezTo>
                        <a:cubicBezTo>
                          <a:pt x="44252" y="3598"/>
                          <a:pt x="46794" y="5637"/>
                          <a:pt x="48489" y="8276"/>
                        </a:cubicBezTo>
                        <a:cubicBezTo>
                          <a:pt x="50245" y="10915"/>
                          <a:pt x="51092" y="14153"/>
                          <a:pt x="51092" y="17931"/>
                        </a:cubicBezTo>
                        <a:cubicBezTo>
                          <a:pt x="51092" y="21709"/>
                          <a:pt x="50245" y="24708"/>
                          <a:pt x="48489" y="27406"/>
                        </a:cubicBezTo>
                        <a:cubicBezTo>
                          <a:pt x="46734" y="30105"/>
                          <a:pt x="44312" y="32204"/>
                          <a:pt x="41225" y="33703"/>
                        </a:cubicBezTo>
                        <a:cubicBezTo>
                          <a:pt x="38137" y="35202"/>
                          <a:pt x="34505" y="35982"/>
                          <a:pt x="30328" y="36042"/>
                        </a:cubicBezTo>
                        <a:lnTo>
                          <a:pt x="17616" y="36162"/>
                        </a:lnTo>
                        <a:lnTo>
                          <a:pt x="17616" y="54093"/>
                        </a:lnTo>
                        <a:lnTo>
                          <a:pt x="24456" y="55352"/>
                        </a:lnTo>
                        <a:lnTo>
                          <a:pt x="24456" y="61889"/>
                        </a:lnTo>
                        <a:lnTo>
                          <a:pt x="0" y="61889"/>
                        </a:lnTo>
                        <a:close/>
                        <a:moveTo>
                          <a:pt x="17737" y="27766"/>
                        </a:moveTo>
                        <a:lnTo>
                          <a:pt x="28512" y="27766"/>
                        </a:lnTo>
                        <a:cubicBezTo>
                          <a:pt x="32568" y="27766"/>
                          <a:pt x="35595" y="26927"/>
                          <a:pt x="37532" y="25307"/>
                        </a:cubicBezTo>
                        <a:cubicBezTo>
                          <a:pt x="39469" y="23688"/>
                          <a:pt x="40438" y="21289"/>
                          <a:pt x="40438" y="18171"/>
                        </a:cubicBezTo>
                        <a:cubicBezTo>
                          <a:pt x="40438" y="15053"/>
                          <a:pt x="39469" y="12714"/>
                          <a:pt x="37593" y="10915"/>
                        </a:cubicBezTo>
                        <a:cubicBezTo>
                          <a:pt x="35716" y="9115"/>
                          <a:pt x="32810" y="8216"/>
                          <a:pt x="28997" y="8216"/>
                        </a:cubicBezTo>
                        <a:lnTo>
                          <a:pt x="17737" y="8216"/>
                        </a:lnTo>
                        <a:lnTo>
                          <a:pt x="17737" y="27706"/>
                        </a:lnTo>
                        <a:close/>
                        <a:moveTo>
                          <a:pt x="40680" y="61889"/>
                        </a:moveTo>
                        <a:lnTo>
                          <a:pt x="28754" y="33403"/>
                        </a:lnTo>
                        <a:lnTo>
                          <a:pt x="38864" y="31724"/>
                        </a:lnTo>
                        <a:lnTo>
                          <a:pt x="48973" y="54213"/>
                        </a:lnTo>
                        <a:lnTo>
                          <a:pt x="53877" y="55233"/>
                        </a:lnTo>
                        <a:lnTo>
                          <a:pt x="53877" y="61889"/>
                        </a:lnTo>
                        <a:lnTo>
                          <a:pt x="40680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2" name="Freeform 173">
                    <a:extLst>
                      <a:ext uri="{FF2B5EF4-FFF2-40B4-BE49-F238E27FC236}">
                        <a16:creationId xmlns:a16="http://schemas.microsoft.com/office/drawing/2014/main" id="{8E1DA243-74B6-9250-560A-4D87187CBF68}"/>
                      </a:ext>
                    </a:extLst>
                  </p:cNvPr>
                  <p:cNvSpPr/>
                  <p:nvPr/>
                </p:nvSpPr>
                <p:spPr>
                  <a:xfrm>
                    <a:off x="1771610" y="380975"/>
                    <a:ext cx="48670" cy="61889"/>
                  </a:xfrm>
                  <a:custGeom>
                    <a:avLst/>
                    <a:gdLst>
                      <a:gd name="connsiteX0" fmla="*/ 0 w 48670"/>
                      <a:gd name="connsiteY0" fmla="*/ 61889 h 61889"/>
                      <a:gd name="connsiteX1" fmla="*/ 0 w 48670"/>
                      <a:gd name="connsiteY1" fmla="*/ 55352 h 61889"/>
                      <a:gd name="connsiteX2" fmla="*/ 6840 w 48670"/>
                      <a:gd name="connsiteY2" fmla="*/ 54093 h 61889"/>
                      <a:gd name="connsiteX3" fmla="*/ 6840 w 48670"/>
                      <a:gd name="connsiteY3" fmla="*/ 7856 h 61889"/>
                      <a:gd name="connsiteX4" fmla="*/ 0 w 48670"/>
                      <a:gd name="connsiteY4" fmla="*/ 6597 h 61889"/>
                      <a:gd name="connsiteX5" fmla="*/ 0 w 48670"/>
                      <a:gd name="connsiteY5" fmla="*/ 0 h 61889"/>
                      <a:gd name="connsiteX6" fmla="*/ 47581 w 48670"/>
                      <a:gd name="connsiteY6" fmla="*/ 0 h 61889"/>
                      <a:gd name="connsiteX7" fmla="*/ 47581 w 48670"/>
                      <a:gd name="connsiteY7" fmla="*/ 15952 h 61889"/>
                      <a:gd name="connsiteX8" fmla="*/ 39167 w 48670"/>
                      <a:gd name="connsiteY8" fmla="*/ 15952 h 61889"/>
                      <a:gd name="connsiteX9" fmla="*/ 38440 w 48670"/>
                      <a:gd name="connsiteY9" fmla="*/ 8276 h 61889"/>
                      <a:gd name="connsiteX10" fmla="*/ 17616 w 48670"/>
                      <a:gd name="connsiteY10" fmla="*/ 8276 h 61889"/>
                      <a:gd name="connsiteX11" fmla="*/ 17616 w 48670"/>
                      <a:gd name="connsiteY11" fmla="*/ 25787 h 61889"/>
                      <a:gd name="connsiteX12" fmla="*/ 39530 w 48670"/>
                      <a:gd name="connsiteY12" fmla="*/ 25787 h 61889"/>
                      <a:gd name="connsiteX13" fmla="*/ 39530 w 48670"/>
                      <a:gd name="connsiteY13" fmla="*/ 34063 h 61889"/>
                      <a:gd name="connsiteX14" fmla="*/ 17616 w 48670"/>
                      <a:gd name="connsiteY14" fmla="*/ 34063 h 61889"/>
                      <a:gd name="connsiteX15" fmla="*/ 17616 w 48670"/>
                      <a:gd name="connsiteY15" fmla="*/ 53733 h 61889"/>
                      <a:gd name="connsiteX16" fmla="*/ 39590 w 48670"/>
                      <a:gd name="connsiteY16" fmla="*/ 53733 h 61889"/>
                      <a:gd name="connsiteX17" fmla="*/ 40317 w 48670"/>
                      <a:gd name="connsiteY17" fmla="*/ 45877 h 61889"/>
                      <a:gd name="connsiteX18" fmla="*/ 48671 w 48670"/>
                      <a:gd name="connsiteY18" fmla="*/ 45877 h 61889"/>
                      <a:gd name="connsiteX19" fmla="*/ 48671 w 48670"/>
                      <a:gd name="connsiteY19" fmla="*/ 61889 h 61889"/>
                      <a:gd name="connsiteX20" fmla="*/ 0 w 48670"/>
                      <a:gd name="connsiteY20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48670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6840" y="54093"/>
                        </a:lnTo>
                        <a:lnTo>
                          <a:pt x="6840" y="78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47581" y="0"/>
                        </a:lnTo>
                        <a:lnTo>
                          <a:pt x="47581" y="15952"/>
                        </a:lnTo>
                        <a:lnTo>
                          <a:pt x="39167" y="15952"/>
                        </a:lnTo>
                        <a:lnTo>
                          <a:pt x="38440" y="8276"/>
                        </a:lnTo>
                        <a:lnTo>
                          <a:pt x="17616" y="8276"/>
                        </a:lnTo>
                        <a:lnTo>
                          <a:pt x="17616" y="25787"/>
                        </a:lnTo>
                        <a:lnTo>
                          <a:pt x="39530" y="25787"/>
                        </a:lnTo>
                        <a:lnTo>
                          <a:pt x="39530" y="34063"/>
                        </a:lnTo>
                        <a:lnTo>
                          <a:pt x="17616" y="34063"/>
                        </a:lnTo>
                        <a:lnTo>
                          <a:pt x="17616" y="53733"/>
                        </a:lnTo>
                        <a:lnTo>
                          <a:pt x="39590" y="53733"/>
                        </a:lnTo>
                        <a:lnTo>
                          <a:pt x="40317" y="45877"/>
                        </a:lnTo>
                        <a:lnTo>
                          <a:pt x="48671" y="45877"/>
                        </a:lnTo>
                        <a:lnTo>
                          <a:pt x="48671" y="61889"/>
                        </a:lnTo>
                        <a:lnTo>
                          <a:pt x="0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3" name="Freeform 174">
                    <a:extLst>
                      <a:ext uri="{FF2B5EF4-FFF2-40B4-BE49-F238E27FC236}">
                        <a16:creationId xmlns:a16="http://schemas.microsoft.com/office/drawing/2014/main" id="{45B34DCB-198E-22A3-7D55-6CFB34C05B4B}"/>
                      </a:ext>
                    </a:extLst>
                  </p:cNvPr>
                  <p:cNvSpPr/>
                  <p:nvPr/>
                </p:nvSpPr>
                <p:spPr>
                  <a:xfrm>
                    <a:off x="1826879" y="380975"/>
                    <a:ext cx="61383" cy="61889"/>
                  </a:xfrm>
                  <a:custGeom>
                    <a:avLst/>
                    <a:gdLst>
                      <a:gd name="connsiteX0" fmla="*/ 25788 w 61383"/>
                      <a:gd name="connsiteY0" fmla="*/ 61889 h 61889"/>
                      <a:gd name="connsiteX1" fmla="*/ 5327 w 61383"/>
                      <a:gd name="connsiteY1" fmla="*/ 7256 h 61889"/>
                      <a:gd name="connsiteX2" fmla="*/ 0 w 61383"/>
                      <a:gd name="connsiteY2" fmla="*/ 6597 h 61889"/>
                      <a:gd name="connsiteX3" fmla="*/ 0 w 61383"/>
                      <a:gd name="connsiteY3" fmla="*/ 0 h 61889"/>
                      <a:gd name="connsiteX4" fmla="*/ 22701 w 61383"/>
                      <a:gd name="connsiteY4" fmla="*/ 0 h 61889"/>
                      <a:gd name="connsiteX5" fmla="*/ 22701 w 61383"/>
                      <a:gd name="connsiteY5" fmla="*/ 6597 h 61889"/>
                      <a:gd name="connsiteX6" fmla="*/ 17011 w 61383"/>
                      <a:gd name="connsiteY6" fmla="*/ 7496 h 61889"/>
                      <a:gd name="connsiteX7" fmla="*/ 30026 w 61383"/>
                      <a:gd name="connsiteY7" fmla="*/ 45218 h 61889"/>
                      <a:gd name="connsiteX8" fmla="*/ 31176 w 61383"/>
                      <a:gd name="connsiteY8" fmla="*/ 49236 h 61889"/>
                      <a:gd name="connsiteX9" fmla="*/ 31418 w 61383"/>
                      <a:gd name="connsiteY9" fmla="*/ 49236 h 61889"/>
                      <a:gd name="connsiteX10" fmla="*/ 32629 w 61383"/>
                      <a:gd name="connsiteY10" fmla="*/ 45218 h 61889"/>
                      <a:gd name="connsiteX11" fmla="*/ 45826 w 61383"/>
                      <a:gd name="connsiteY11" fmla="*/ 7436 h 61889"/>
                      <a:gd name="connsiteX12" fmla="*/ 39348 w 61383"/>
                      <a:gd name="connsiteY12" fmla="*/ 6597 h 61889"/>
                      <a:gd name="connsiteX13" fmla="*/ 39348 w 61383"/>
                      <a:gd name="connsiteY13" fmla="*/ 0 h 61889"/>
                      <a:gd name="connsiteX14" fmla="*/ 61383 w 61383"/>
                      <a:gd name="connsiteY14" fmla="*/ 0 h 61889"/>
                      <a:gd name="connsiteX15" fmla="*/ 61383 w 61383"/>
                      <a:gd name="connsiteY15" fmla="*/ 6597 h 61889"/>
                      <a:gd name="connsiteX16" fmla="*/ 55996 w 61383"/>
                      <a:gd name="connsiteY16" fmla="*/ 7256 h 61889"/>
                      <a:gd name="connsiteX17" fmla="*/ 36321 w 61383"/>
                      <a:gd name="connsiteY17" fmla="*/ 61889 h 61889"/>
                      <a:gd name="connsiteX18" fmla="*/ 25849 w 61383"/>
                      <a:gd name="connsiteY18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61383" h="61889">
                        <a:moveTo>
                          <a:pt x="25788" y="61889"/>
                        </a:moveTo>
                        <a:lnTo>
                          <a:pt x="5327" y="72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22701" y="0"/>
                        </a:lnTo>
                        <a:lnTo>
                          <a:pt x="22701" y="6597"/>
                        </a:lnTo>
                        <a:lnTo>
                          <a:pt x="17011" y="7496"/>
                        </a:lnTo>
                        <a:lnTo>
                          <a:pt x="30026" y="45218"/>
                        </a:lnTo>
                        <a:lnTo>
                          <a:pt x="31176" y="49236"/>
                        </a:lnTo>
                        <a:lnTo>
                          <a:pt x="31418" y="49236"/>
                        </a:lnTo>
                        <a:lnTo>
                          <a:pt x="32629" y="45218"/>
                        </a:lnTo>
                        <a:lnTo>
                          <a:pt x="45826" y="7436"/>
                        </a:lnTo>
                        <a:lnTo>
                          <a:pt x="39348" y="6597"/>
                        </a:lnTo>
                        <a:lnTo>
                          <a:pt x="39348" y="0"/>
                        </a:lnTo>
                        <a:lnTo>
                          <a:pt x="61383" y="0"/>
                        </a:lnTo>
                        <a:lnTo>
                          <a:pt x="61383" y="6597"/>
                        </a:lnTo>
                        <a:lnTo>
                          <a:pt x="55996" y="7256"/>
                        </a:lnTo>
                        <a:lnTo>
                          <a:pt x="36321" y="61889"/>
                        </a:lnTo>
                        <a:lnTo>
                          <a:pt x="25849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4" name="Freeform 175">
                    <a:extLst>
                      <a:ext uri="{FF2B5EF4-FFF2-40B4-BE49-F238E27FC236}">
                        <a16:creationId xmlns:a16="http://schemas.microsoft.com/office/drawing/2014/main" id="{96A9D518-5D2C-A673-FAAD-855D4879E7F5}"/>
                      </a:ext>
                    </a:extLst>
                  </p:cNvPr>
                  <p:cNvSpPr/>
                  <p:nvPr/>
                </p:nvSpPr>
                <p:spPr>
                  <a:xfrm>
                    <a:off x="1881966" y="380975"/>
                    <a:ext cx="60717" cy="61889"/>
                  </a:xfrm>
                  <a:custGeom>
                    <a:avLst/>
                    <a:gdLst>
                      <a:gd name="connsiteX0" fmla="*/ 0 w 60717"/>
                      <a:gd name="connsiteY0" fmla="*/ 61889 h 61889"/>
                      <a:gd name="connsiteX1" fmla="*/ 0 w 60717"/>
                      <a:gd name="connsiteY1" fmla="*/ 55352 h 61889"/>
                      <a:gd name="connsiteX2" fmla="*/ 4540 w 60717"/>
                      <a:gd name="connsiteY2" fmla="*/ 54693 h 61889"/>
                      <a:gd name="connsiteX3" fmla="*/ 25243 w 60717"/>
                      <a:gd name="connsiteY3" fmla="*/ 0 h 61889"/>
                      <a:gd name="connsiteX4" fmla="*/ 35777 w 60717"/>
                      <a:gd name="connsiteY4" fmla="*/ 0 h 61889"/>
                      <a:gd name="connsiteX5" fmla="*/ 56177 w 60717"/>
                      <a:gd name="connsiteY5" fmla="*/ 54693 h 61889"/>
                      <a:gd name="connsiteX6" fmla="*/ 60717 w 60717"/>
                      <a:gd name="connsiteY6" fmla="*/ 55352 h 61889"/>
                      <a:gd name="connsiteX7" fmla="*/ 60717 w 60717"/>
                      <a:gd name="connsiteY7" fmla="*/ 61889 h 61889"/>
                      <a:gd name="connsiteX8" fmla="*/ 40862 w 60717"/>
                      <a:gd name="connsiteY8" fmla="*/ 61889 h 61889"/>
                      <a:gd name="connsiteX9" fmla="*/ 40862 w 60717"/>
                      <a:gd name="connsiteY9" fmla="*/ 55352 h 61889"/>
                      <a:gd name="connsiteX10" fmla="*/ 45341 w 60717"/>
                      <a:gd name="connsiteY10" fmla="*/ 54573 h 61889"/>
                      <a:gd name="connsiteX11" fmla="*/ 42012 w 60717"/>
                      <a:gd name="connsiteY11" fmla="*/ 44858 h 61889"/>
                      <a:gd name="connsiteX12" fmla="*/ 18766 w 60717"/>
                      <a:gd name="connsiteY12" fmla="*/ 44858 h 61889"/>
                      <a:gd name="connsiteX13" fmla="*/ 15376 w 60717"/>
                      <a:gd name="connsiteY13" fmla="*/ 54573 h 61889"/>
                      <a:gd name="connsiteX14" fmla="*/ 19856 w 60717"/>
                      <a:gd name="connsiteY14" fmla="*/ 55352 h 61889"/>
                      <a:gd name="connsiteX15" fmla="*/ 19856 w 60717"/>
                      <a:gd name="connsiteY15" fmla="*/ 61889 h 61889"/>
                      <a:gd name="connsiteX16" fmla="*/ 0 w 60717"/>
                      <a:gd name="connsiteY16" fmla="*/ 61889 h 61889"/>
                      <a:gd name="connsiteX17" fmla="*/ 21551 w 60717"/>
                      <a:gd name="connsiteY17" fmla="*/ 36582 h 61889"/>
                      <a:gd name="connsiteX18" fmla="*/ 39167 w 60717"/>
                      <a:gd name="connsiteY18" fmla="*/ 36582 h 61889"/>
                      <a:gd name="connsiteX19" fmla="*/ 31055 w 60717"/>
                      <a:gd name="connsiteY19" fmla="*/ 13673 h 61889"/>
                      <a:gd name="connsiteX20" fmla="*/ 30510 w 60717"/>
                      <a:gd name="connsiteY20" fmla="*/ 11994 h 61889"/>
                      <a:gd name="connsiteX21" fmla="*/ 30268 w 60717"/>
                      <a:gd name="connsiteY21" fmla="*/ 11994 h 61889"/>
                      <a:gd name="connsiteX22" fmla="*/ 29662 w 60717"/>
                      <a:gd name="connsiteY22" fmla="*/ 13733 h 61889"/>
                      <a:gd name="connsiteX23" fmla="*/ 21551 w 60717"/>
                      <a:gd name="connsiteY23" fmla="*/ 36582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0717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4540" y="54693"/>
                        </a:lnTo>
                        <a:lnTo>
                          <a:pt x="25243" y="0"/>
                        </a:lnTo>
                        <a:lnTo>
                          <a:pt x="35777" y="0"/>
                        </a:lnTo>
                        <a:lnTo>
                          <a:pt x="56177" y="54693"/>
                        </a:lnTo>
                        <a:lnTo>
                          <a:pt x="60717" y="55352"/>
                        </a:lnTo>
                        <a:lnTo>
                          <a:pt x="60717" y="61889"/>
                        </a:lnTo>
                        <a:lnTo>
                          <a:pt x="40862" y="61889"/>
                        </a:lnTo>
                        <a:lnTo>
                          <a:pt x="40862" y="55352"/>
                        </a:lnTo>
                        <a:lnTo>
                          <a:pt x="45341" y="54573"/>
                        </a:lnTo>
                        <a:lnTo>
                          <a:pt x="42012" y="44858"/>
                        </a:lnTo>
                        <a:lnTo>
                          <a:pt x="18766" y="44858"/>
                        </a:lnTo>
                        <a:lnTo>
                          <a:pt x="15376" y="54573"/>
                        </a:lnTo>
                        <a:lnTo>
                          <a:pt x="19856" y="55352"/>
                        </a:lnTo>
                        <a:lnTo>
                          <a:pt x="19856" y="61889"/>
                        </a:lnTo>
                        <a:lnTo>
                          <a:pt x="0" y="61889"/>
                        </a:lnTo>
                        <a:close/>
                        <a:moveTo>
                          <a:pt x="21551" y="36582"/>
                        </a:moveTo>
                        <a:lnTo>
                          <a:pt x="39167" y="36582"/>
                        </a:lnTo>
                        <a:lnTo>
                          <a:pt x="31055" y="13673"/>
                        </a:lnTo>
                        <a:lnTo>
                          <a:pt x="30510" y="11994"/>
                        </a:lnTo>
                        <a:lnTo>
                          <a:pt x="30268" y="11994"/>
                        </a:lnTo>
                        <a:lnTo>
                          <a:pt x="29662" y="13733"/>
                        </a:lnTo>
                        <a:lnTo>
                          <a:pt x="21551" y="36582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6" name="Graphic 6">
                  <a:extLst>
                    <a:ext uri="{FF2B5EF4-FFF2-40B4-BE49-F238E27FC236}">
                      <a16:creationId xmlns:a16="http://schemas.microsoft.com/office/drawing/2014/main" id="{83A19831-BA5D-81D1-443E-DEDBA6220A02}"/>
                    </a:ext>
                  </a:extLst>
                </p:cNvPr>
                <p:cNvGrpSpPr/>
                <p:nvPr/>
              </p:nvGrpSpPr>
              <p:grpSpPr>
                <a:xfrm>
                  <a:off x="1712285" y="453539"/>
                  <a:ext cx="227372" cy="63688"/>
                  <a:chOff x="1712285" y="453539"/>
                  <a:chExt cx="227372" cy="63688"/>
                </a:xfrm>
                <a:solidFill>
                  <a:srgbClr val="F28128"/>
                </a:solidFill>
              </p:grpSpPr>
              <p:sp>
                <p:nvSpPr>
                  <p:cNvPr id="57" name="Freeform 168">
                    <a:extLst>
                      <a:ext uri="{FF2B5EF4-FFF2-40B4-BE49-F238E27FC236}">
                        <a16:creationId xmlns:a16="http://schemas.microsoft.com/office/drawing/2014/main" id="{8B5C63D8-D81A-3085-CB08-C120183711FC}"/>
                      </a:ext>
                    </a:extLst>
                  </p:cNvPr>
                  <p:cNvSpPr/>
                  <p:nvPr/>
                </p:nvSpPr>
                <p:spPr>
                  <a:xfrm>
                    <a:off x="1712285" y="454438"/>
                    <a:ext cx="53876" cy="61889"/>
                  </a:xfrm>
                  <a:custGeom>
                    <a:avLst/>
                    <a:gdLst>
                      <a:gd name="connsiteX0" fmla="*/ 61 w 53876"/>
                      <a:gd name="connsiteY0" fmla="*/ 61889 h 61889"/>
                      <a:gd name="connsiteX1" fmla="*/ 61 w 53876"/>
                      <a:gd name="connsiteY1" fmla="*/ 55352 h 61889"/>
                      <a:gd name="connsiteX2" fmla="*/ 6901 w 53876"/>
                      <a:gd name="connsiteY2" fmla="*/ 54093 h 61889"/>
                      <a:gd name="connsiteX3" fmla="*/ 6901 w 53876"/>
                      <a:gd name="connsiteY3" fmla="*/ 7856 h 61889"/>
                      <a:gd name="connsiteX4" fmla="*/ 61 w 53876"/>
                      <a:gd name="connsiteY4" fmla="*/ 6597 h 61889"/>
                      <a:gd name="connsiteX5" fmla="*/ 61 w 53876"/>
                      <a:gd name="connsiteY5" fmla="*/ 0 h 61889"/>
                      <a:gd name="connsiteX6" fmla="*/ 28936 w 53876"/>
                      <a:gd name="connsiteY6" fmla="*/ 0 h 61889"/>
                      <a:gd name="connsiteX7" fmla="*/ 40922 w 53876"/>
                      <a:gd name="connsiteY7" fmla="*/ 2159 h 61889"/>
                      <a:gd name="connsiteX8" fmla="*/ 48489 w 53876"/>
                      <a:gd name="connsiteY8" fmla="*/ 8276 h 61889"/>
                      <a:gd name="connsiteX9" fmla="*/ 51092 w 53876"/>
                      <a:gd name="connsiteY9" fmla="*/ 17931 h 61889"/>
                      <a:gd name="connsiteX10" fmla="*/ 48489 w 53876"/>
                      <a:gd name="connsiteY10" fmla="*/ 27406 h 61889"/>
                      <a:gd name="connsiteX11" fmla="*/ 41225 w 53876"/>
                      <a:gd name="connsiteY11" fmla="*/ 33703 h 61889"/>
                      <a:gd name="connsiteX12" fmla="*/ 30328 w 53876"/>
                      <a:gd name="connsiteY12" fmla="*/ 36042 h 61889"/>
                      <a:gd name="connsiteX13" fmla="*/ 17616 w 53876"/>
                      <a:gd name="connsiteY13" fmla="*/ 36162 h 61889"/>
                      <a:gd name="connsiteX14" fmla="*/ 17616 w 53876"/>
                      <a:gd name="connsiteY14" fmla="*/ 54093 h 61889"/>
                      <a:gd name="connsiteX15" fmla="*/ 24456 w 53876"/>
                      <a:gd name="connsiteY15" fmla="*/ 55352 h 61889"/>
                      <a:gd name="connsiteX16" fmla="*/ 24456 w 53876"/>
                      <a:gd name="connsiteY16" fmla="*/ 61889 h 61889"/>
                      <a:gd name="connsiteX17" fmla="*/ 0 w 53876"/>
                      <a:gd name="connsiteY17" fmla="*/ 61889 h 61889"/>
                      <a:gd name="connsiteX18" fmla="*/ 17677 w 53876"/>
                      <a:gd name="connsiteY18" fmla="*/ 27766 h 61889"/>
                      <a:gd name="connsiteX19" fmla="*/ 28452 w 53876"/>
                      <a:gd name="connsiteY19" fmla="*/ 27766 h 61889"/>
                      <a:gd name="connsiteX20" fmla="*/ 37472 w 53876"/>
                      <a:gd name="connsiteY20" fmla="*/ 25307 h 61889"/>
                      <a:gd name="connsiteX21" fmla="*/ 40377 w 53876"/>
                      <a:gd name="connsiteY21" fmla="*/ 18171 h 61889"/>
                      <a:gd name="connsiteX22" fmla="*/ 37532 w 53876"/>
                      <a:gd name="connsiteY22" fmla="*/ 10915 h 61889"/>
                      <a:gd name="connsiteX23" fmla="*/ 28936 w 53876"/>
                      <a:gd name="connsiteY23" fmla="*/ 8216 h 61889"/>
                      <a:gd name="connsiteX24" fmla="*/ 17677 w 53876"/>
                      <a:gd name="connsiteY24" fmla="*/ 8216 h 61889"/>
                      <a:gd name="connsiteX25" fmla="*/ 17677 w 53876"/>
                      <a:gd name="connsiteY25" fmla="*/ 27706 h 61889"/>
                      <a:gd name="connsiteX26" fmla="*/ 40680 w 53876"/>
                      <a:gd name="connsiteY26" fmla="*/ 61889 h 61889"/>
                      <a:gd name="connsiteX27" fmla="*/ 28754 w 53876"/>
                      <a:gd name="connsiteY27" fmla="*/ 33403 h 61889"/>
                      <a:gd name="connsiteX28" fmla="*/ 38864 w 53876"/>
                      <a:gd name="connsiteY28" fmla="*/ 31724 h 61889"/>
                      <a:gd name="connsiteX29" fmla="*/ 48973 w 53876"/>
                      <a:gd name="connsiteY29" fmla="*/ 54213 h 61889"/>
                      <a:gd name="connsiteX30" fmla="*/ 53877 w 53876"/>
                      <a:gd name="connsiteY30" fmla="*/ 55233 h 61889"/>
                      <a:gd name="connsiteX31" fmla="*/ 53877 w 53876"/>
                      <a:gd name="connsiteY31" fmla="*/ 61889 h 61889"/>
                      <a:gd name="connsiteX32" fmla="*/ 40680 w 53876"/>
                      <a:gd name="connsiteY32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3876" h="61889">
                        <a:moveTo>
                          <a:pt x="61" y="61889"/>
                        </a:moveTo>
                        <a:lnTo>
                          <a:pt x="61" y="55352"/>
                        </a:lnTo>
                        <a:lnTo>
                          <a:pt x="6901" y="54093"/>
                        </a:lnTo>
                        <a:lnTo>
                          <a:pt x="6901" y="7856"/>
                        </a:lnTo>
                        <a:lnTo>
                          <a:pt x="61" y="6597"/>
                        </a:lnTo>
                        <a:lnTo>
                          <a:pt x="61" y="0"/>
                        </a:lnTo>
                        <a:lnTo>
                          <a:pt x="28936" y="0"/>
                        </a:lnTo>
                        <a:cubicBezTo>
                          <a:pt x="33658" y="0"/>
                          <a:pt x="37653" y="720"/>
                          <a:pt x="40922" y="2159"/>
                        </a:cubicBezTo>
                        <a:cubicBezTo>
                          <a:pt x="44252" y="3598"/>
                          <a:pt x="46794" y="5637"/>
                          <a:pt x="48489" y="8276"/>
                        </a:cubicBezTo>
                        <a:cubicBezTo>
                          <a:pt x="50245" y="10915"/>
                          <a:pt x="51092" y="14153"/>
                          <a:pt x="51092" y="17931"/>
                        </a:cubicBezTo>
                        <a:cubicBezTo>
                          <a:pt x="51092" y="21709"/>
                          <a:pt x="50245" y="24708"/>
                          <a:pt x="48489" y="27406"/>
                        </a:cubicBezTo>
                        <a:cubicBezTo>
                          <a:pt x="46734" y="30105"/>
                          <a:pt x="44312" y="32204"/>
                          <a:pt x="41225" y="33703"/>
                        </a:cubicBezTo>
                        <a:cubicBezTo>
                          <a:pt x="38138" y="35202"/>
                          <a:pt x="34505" y="35982"/>
                          <a:pt x="30328" y="36042"/>
                        </a:cubicBezTo>
                        <a:lnTo>
                          <a:pt x="17616" y="36162"/>
                        </a:lnTo>
                        <a:lnTo>
                          <a:pt x="17616" y="54093"/>
                        </a:lnTo>
                        <a:lnTo>
                          <a:pt x="24456" y="55352"/>
                        </a:lnTo>
                        <a:lnTo>
                          <a:pt x="24456" y="61889"/>
                        </a:lnTo>
                        <a:lnTo>
                          <a:pt x="0" y="61889"/>
                        </a:lnTo>
                        <a:close/>
                        <a:moveTo>
                          <a:pt x="17677" y="27766"/>
                        </a:moveTo>
                        <a:lnTo>
                          <a:pt x="28452" y="27766"/>
                        </a:lnTo>
                        <a:cubicBezTo>
                          <a:pt x="32508" y="27766"/>
                          <a:pt x="35534" y="26927"/>
                          <a:pt x="37472" y="25307"/>
                        </a:cubicBezTo>
                        <a:cubicBezTo>
                          <a:pt x="39409" y="23688"/>
                          <a:pt x="40377" y="21289"/>
                          <a:pt x="40377" y="18171"/>
                        </a:cubicBezTo>
                        <a:cubicBezTo>
                          <a:pt x="40377" y="15053"/>
                          <a:pt x="39409" y="12714"/>
                          <a:pt x="37532" y="10915"/>
                        </a:cubicBezTo>
                        <a:cubicBezTo>
                          <a:pt x="35656" y="9115"/>
                          <a:pt x="32750" y="8216"/>
                          <a:pt x="28936" y="8216"/>
                        </a:cubicBezTo>
                        <a:lnTo>
                          <a:pt x="17677" y="8216"/>
                        </a:lnTo>
                        <a:lnTo>
                          <a:pt x="17677" y="27706"/>
                        </a:lnTo>
                        <a:close/>
                        <a:moveTo>
                          <a:pt x="40680" y="61889"/>
                        </a:moveTo>
                        <a:lnTo>
                          <a:pt x="28754" y="33403"/>
                        </a:lnTo>
                        <a:lnTo>
                          <a:pt x="38864" y="31724"/>
                        </a:lnTo>
                        <a:lnTo>
                          <a:pt x="48973" y="54213"/>
                        </a:lnTo>
                        <a:lnTo>
                          <a:pt x="53877" y="55233"/>
                        </a:lnTo>
                        <a:lnTo>
                          <a:pt x="53877" y="61889"/>
                        </a:lnTo>
                        <a:lnTo>
                          <a:pt x="40680" y="61889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8" name="Freeform 169">
                    <a:extLst>
                      <a:ext uri="{FF2B5EF4-FFF2-40B4-BE49-F238E27FC236}">
                        <a16:creationId xmlns:a16="http://schemas.microsoft.com/office/drawing/2014/main" id="{D9CE6202-9AE9-6E7E-2927-636C36F0532C}"/>
                      </a:ext>
                    </a:extLst>
                  </p:cNvPr>
                  <p:cNvSpPr/>
                  <p:nvPr/>
                </p:nvSpPr>
                <p:spPr>
                  <a:xfrm>
                    <a:off x="1771792" y="454438"/>
                    <a:ext cx="60717" cy="61889"/>
                  </a:xfrm>
                  <a:custGeom>
                    <a:avLst/>
                    <a:gdLst>
                      <a:gd name="connsiteX0" fmla="*/ 0 w 60717"/>
                      <a:gd name="connsiteY0" fmla="*/ 61889 h 61889"/>
                      <a:gd name="connsiteX1" fmla="*/ 0 w 60717"/>
                      <a:gd name="connsiteY1" fmla="*/ 55352 h 61889"/>
                      <a:gd name="connsiteX2" fmla="*/ 4540 w 60717"/>
                      <a:gd name="connsiteY2" fmla="*/ 54693 h 61889"/>
                      <a:gd name="connsiteX3" fmla="*/ 25243 w 60717"/>
                      <a:gd name="connsiteY3" fmla="*/ 0 h 61889"/>
                      <a:gd name="connsiteX4" fmla="*/ 35777 w 60717"/>
                      <a:gd name="connsiteY4" fmla="*/ 0 h 61889"/>
                      <a:gd name="connsiteX5" fmla="*/ 56177 w 60717"/>
                      <a:gd name="connsiteY5" fmla="*/ 54693 h 61889"/>
                      <a:gd name="connsiteX6" fmla="*/ 60717 w 60717"/>
                      <a:gd name="connsiteY6" fmla="*/ 55352 h 61889"/>
                      <a:gd name="connsiteX7" fmla="*/ 60717 w 60717"/>
                      <a:gd name="connsiteY7" fmla="*/ 61889 h 61889"/>
                      <a:gd name="connsiteX8" fmla="*/ 40862 w 60717"/>
                      <a:gd name="connsiteY8" fmla="*/ 61889 h 61889"/>
                      <a:gd name="connsiteX9" fmla="*/ 40862 w 60717"/>
                      <a:gd name="connsiteY9" fmla="*/ 55352 h 61889"/>
                      <a:gd name="connsiteX10" fmla="*/ 45341 w 60717"/>
                      <a:gd name="connsiteY10" fmla="*/ 54573 h 61889"/>
                      <a:gd name="connsiteX11" fmla="*/ 42012 w 60717"/>
                      <a:gd name="connsiteY11" fmla="*/ 44858 h 61889"/>
                      <a:gd name="connsiteX12" fmla="*/ 18766 w 60717"/>
                      <a:gd name="connsiteY12" fmla="*/ 44858 h 61889"/>
                      <a:gd name="connsiteX13" fmla="*/ 15376 w 60717"/>
                      <a:gd name="connsiteY13" fmla="*/ 54573 h 61889"/>
                      <a:gd name="connsiteX14" fmla="*/ 19856 w 60717"/>
                      <a:gd name="connsiteY14" fmla="*/ 55352 h 61889"/>
                      <a:gd name="connsiteX15" fmla="*/ 19856 w 60717"/>
                      <a:gd name="connsiteY15" fmla="*/ 61889 h 61889"/>
                      <a:gd name="connsiteX16" fmla="*/ 0 w 60717"/>
                      <a:gd name="connsiteY16" fmla="*/ 61889 h 61889"/>
                      <a:gd name="connsiteX17" fmla="*/ 21551 w 60717"/>
                      <a:gd name="connsiteY17" fmla="*/ 36582 h 61889"/>
                      <a:gd name="connsiteX18" fmla="*/ 39167 w 60717"/>
                      <a:gd name="connsiteY18" fmla="*/ 36582 h 61889"/>
                      <a:gd name="connsiteX19" fmla="*/ 31055 w 60717"/>
                      <a:gd name="connsiteY19" fmla="*/ 13673 h 61889"/>
                      <a:gd name="connsiteX20" fmla="*/ 30510 w 60717"/>
                      <a:gd name="connsiteY20" fmla="*/ 11994 h 61889"/>
                      <a:gd name="connsiteX21" fmla="*/ 30268 w 60717"/>
                      <a:gd name="connsiteY21" fmla="*/ 11994 h 61889"/>
                      <a:gd name="connsiteX22" fmla="*/ 29662 w 60717"/>
                      <a:gd name="connsiteY22" fmla="*/ 13733 h 61889"/>
                      <a:gd name="connsiteX23" fmla="*/ 21551 w 60717"/>
                      <a:gd name="connsiteY23" fmla="*/ 36582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0717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4540" y="54693"/>
                        </a:lnTo>
                        <a:lnTo>
                          <a:pt x="25243" y="0"/>
                        </a:lnTo>
                        <a:lnTo>
                          <a:pt x="35777" y="0"/>
                        </a:lnTo>
                        <a:lnTo>
                          <a:pt x="56177" y="54693"/>
                        </a:lnTo>
                        <a:lnTo>
                          <a:pt x="60717" y="55352"/>
                        </a:lnTo>
                        <a:lnTo>
                          <a:pt x="60717" y="61889"/>
                        </a:lnTo>
                        <a:lnTo>
                          <a:pt x="40862" y="61889"/>
                        </a:lnTo>
                        <a:lnTo>
                          <a:pt x="40862" y="55352"/>
                        </a:lnTo>
                        <a:lnTo>
                          <a:pt x="45341" y="54573"/>
                        </a:lnTo>
                        <a:lnTo>
                          <a:pt x="42012" y="44858"/>
                        </a:lnTo>
                        <a:lnTo>
                          <a:pt x="18766" y="44858"/>
                        </a:lnTo>
                        <a:lnTo>
                          <a:pt x="15376" y="54573"/>
                        </a:lnTo>
                        <a:lnTo>
                          <a:pt x="19856" y="55352"/>
                        </a:lnTo>
                        <a:lnTo>
                          <a:pt x="19856" y="61889"/>
                        </a:lnTo>
                        <a:lnTo>
                          <a:pt x="0" y="61889"/>
                        </a:lnTo>
                        <a:close/>
                        <a:moveTo>
                          <a:pt x="21551" y="36582"/>
                        </a:moveTo>
                        <a:lnTo>
                          <a:pt x="39167" y="36582"/>
                        </a:lnTo>
                        <a:lnTo>
                          <a:pt x="31055" y="13673"/>
                        </a:lnTo>
                        <a:lnTo>
                          <a:pt x="30510" y="11994"/>
                        </a:lnTo>
                        <a:lnTo>
                          <a:pt x="30268" y="11994"/>
                        </a:lnTo>
                        <a:lnTo>
                          <a:pt x="29662" y="13733"/>
                        </a:lnTo>
                        <a:lnTo>
                          <a:pt x="21551" y="36582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9" name="Freeform 170">
                    <a:extLst>
                      <a:ext uri="{FF2B5EF4-FFF2-40B4-BE49-F238E27FC236}">
                        <a16:creationId xmlns:a16="http://schemas.microsoft.com/office/drawing/2014/main" id="{9A0DF93F-7F98-D0B6-A99E-4B5DCBE9FAC9}"/>
                      </a:ext>
                    </a:extLst>
                  </p:cNvPr>
                  <p:cNvSpPr/>
                  <p:nvPr/>
                </p:nvSpPr>
                <p:spPr>
                  <a:xfrm>
                    <a:off x="1834749" y="453539"/>
                    <a:ext cx="49336" cy="63688"/>
                  </a:xfrm>
                  <a:custGeom>
                    <a:avLst/>
                    <a:gdLst>
                      <a:gd name="connsiteX0" fmla="*/ 29239 w 49336"/>
                      <a:gd name="connsiteY0" fmla="*/ 63688 h 63688"/>
                      <a:gd name="connsiteX1" fmla="*/ 13439 w 49336"/>
                      <a:gd name="connsiteY1" fmla="*/ 59790 h 63688"/>
                      <a:gd name="connsiteX2" fmla="*/ 3451 w 49336"/>
                      <a:gd name="connsiteY2" fmla="*/ 48936 h 63688"/>
                      <a:gd name="connsiteX3" fmla="*/ 0 w 49336"/>
                      <a:gd name="connsiteY3" fmla="*/ 32684 h 63688"/>
                      <a:gd name="connsiteX4" fmla="*/ 0 w 49336"/>
                      <a:gd name="connsiteY4" fmla="*/ 31125 h 63688"/>
                      <a:gd name="connsiteX5" fmla="*/ 3451 w 49336"/>
                      <a:gd name="connsiteY5" fmla="*/ 15053 h 63688"/>
                      <a:gd name="connsiteX6" fmla="*/ 13257 w 49336"/>
                      <a:gd name="connsiteY6" fmla="*/ 4018 h 63688"/>
                      <a:gd name="connsiteX7" fmla="*/ 28512 w 49336"/>
                      <a:gd name="connsiteY7" fmla="*/ 0 h 63688"/>
                      <a:gd name="connsiteX8" fmla="*/ 40075 w 49336"/>
                      <a:gd name="connsiteY8" fmla="*/ 1799 h 63688"/>
                      <a:gd name="connsiteX9" fmla="*/ 49337 w 49336"/>
                      <a:gd name="connsiteY9" fmla="*/ 6957 h 63688"/>
                      <a:gd name="connsiteX10" fmla="*/ 49337 w 49336"/>
                      <a:gd name="connsiteY10" fmla="*/ 21229 h 63688"/>
                      <a:gd name="connsiteX11" fmla="*/ 41104 w 49336"/>
                      <a:gd name="connsiteY11" fmla="*/ 21229 h 63688"/>
                      <a:gd name="connsiteX12" fmla="*/ 40014 w 49336"/>
                      <a:gd name="connsiteY12" fmla="*/ 11694 h 63688"/>
                      <a:gd name="connsiteX13" fmla="*/ 36866 w 49336"/>
                      <a:gd name="connsiteY13" fmla="*/ 9955 h 63688"/>
                      <a:gd name="connsiteX14" fmla="*/ 33113 w 49336"/>
                      <a:gd name="connsiteY14" fmla="*/ 8876 h 63688"/>
                      <a:gd name="connsiteX15" fmla="*/ 28694 w 49336"/>
                      <a:gd name="connsiteY15" fmla="*/ 8516 h 63688"/>
                      <a:gd name="connsiteX16" fmla="*/ 19069 w 49336"/>
                      <a:gd name="connsiteY16" fmla="*/ 11334 h 63688"/>
                      <a:gd name="connsiteX17" fmla="*/ 12955 w 49336"/>
                      <a:gd name="connsiteY17" fmla="*/ 19190 h 63688"/>
                      <a:gd name="connsiteX18" fmla="*/ 10836 w 49336"/>
                      <a:gd name="connsiteY18" fmla="*/ 31065 h 63688"/>
                      <a:gd name="connsiteX19" fmla="*/ 10836 w 49336"/>
                      <a:gd name="connsiteY19" fmla="*/ 32744 h 63688"/>
                      <a:gd name="connsiteX20" fmla="*/ 13076 w 49336"/>
                      <a:gd name="connsiteY20" fmla="*/ 44858 h 63688"/>
                      <a:gd name="connsiteX21" fmla="*/ 19493 w 49336"/>
                      <a:gd name="connsiteY21" fmla="*/ 52654 h 63688"/>
                      <a:gd name="connsiteX22" fmla="*/ 29541 w 49336"/>
                      <a:gd name="connsiteY22" fmla="*/ 55352 h 63688"/>
                      <a:gd name="connsiteX23" fmla="*/ 35171 w 49336"/>
                      <a:gd name="connsiteY23" fmla="*/ 54693 h 63688"/>
                      <a:gd name="connsiteX24" fmla="*/ 40014 w 49336"/>
                      <a:gd name="connsiteY24" fmla="*/ 52954 h 63688"/>
                      <a:gd name="connsiteX25" fmla="*/ 41164 w 49336"/>
                      <a:gd name="connsiteY25" fmla="*/ 44258 h 63688"/>
                      <a:gd name="connsiteX26" fmla="*/ 49337 w 49336"/>
                      <a:gd name="connsiteY26" fmla="*/ 44258 h 63688"/>
                      <a:gd name="connsiteX27" fmla="*/ 49337 w 49336"/>
                      <a:gd name="connsiteY27" fmla="*/ 58471 h 63688"/>
                      <a:gd name="connsiteX28" fmla="*/ 40498 w 49336"/>
                      <a:gd name="connsiteY28" fmla="*/ 62249 h 63688"/>
                      <a:gd name="connsiteX29" fmla="*/ 29299 w 49336"/>
                      <a:gd name="connsiteY29" fmla="*/ 63688 h 636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9336" h="63688">
                        <a:moveTo>
                          <a:pt x="29239" y="63688"/>
                        </a:moveTo>
                        <a:cubicBezTo>
                          <a:pt x="23064" y="63688"/>
                          <a:pt x="17858" y="62369"/>
                          <a:pt x="13439" y="59790"/>
                        </a:cubicBezTo>
                        <a:cubicBezTo>
                          <a:pt x="9080" y="57212"/>
                          <a:pt x="5751" y="53553"/>
                          <a:pt x="3451" y="48936"/>
                        </a:cubicBezTo>
                        <a:cubicBezTo>
                          <a:pt x="1150" y="44258"/>
                          <a:pt x="0" y="38861"/>
                          <a:pt x="0" y="32684"/>
                        </a:cubicBezTo>
                        <a:lnTo>
                          <a:pt x="0" y="31125"/>
                        </a:lnTo>
                        <a:cubicBezTo>
                          <a:pt x="0" y="25068"/>
                          <a:pt x="1150" y="19730"/>
                          <a:pt x="3451" y="15053"/>
                        </a:cubicBezTo>
                        <a:cubicBezTo>
                          <a:pt x="5751" y="10375"/>
                          <a:pt x="9020" y="6717"/>
                          <a:pt x="13257" y="4018"/>
                        </a:cubicBezTo>
                        <a:cubicBezTo>
                          <a:pt x="17495" y="1319"/>
                          <a:pt x="22640" y="0"/>
                          <a:pt x="28512" y="0"/>
                        </a:cubicBezTo>
                        <a:cubicBezTo>
                          <a:pt x="32689" y="0"/>
                          <a:pt x="36503" y="600"/>
                          <a:pt x="40075" y="1799"/>
                        </a:cubicBezTo>
                        <a:cubicBezTo>
                          <a:pt x="43646" y="2999"/>
                          <a:pt x="46734" y="4738"/>
                          <a:pt x="49337" y="6957"/>
                        </a:cubicBezTo>
                        <a:lnTo>
                          <a:pt x="49337" y="21229"/>
                        </a:lnTo>
                        <a:lnTo>
                          <a:pt x="41104" y="21229"/>
                        </a:lnTo>
                        <a:lnTo>
                          <a:pt x="40014" y="11694"/>
                        </a:lnTo>
                        <a:cubicBezTo>
                          <a:pt x="39045" y="11035"/>
                          <a:pt x="38016" y="10435"/>
                          <a:pt x="36866" y="9955"/>
                        </a:cubicBezTo>
                        <a:cubicBezTo>
                          <a:pt x="35716" y="9475"/>
                          <a:pt x="34445" y="9115"/>
                          <a:pt x="33113" y="8876"/>
                        </a:cubicBezTo>
                        <a:cubicBezTo>
                          <a:pt x="31781" y="8636"/>
                          <a:pt x="30268" y="8516"/>
                          <a:pt x="28694" y="8516"/>
                        </a:cubicBezTo>
                        <a:cubicBezTo>
                          <a:pt x="24941" y="8516"/>
                          <a:pt x="21732" y="9475"/>
                          <a:pt x="19069" y="11334"/>
                        </a:cubicBezTo>
                        <a:cubicBezTo>
                          <a:pt x="16405" y="13193"/>
                          <a:pt x="14347" y="15832"/>
                          <a:pt x="12955" y="19190"/>
                        </a:cubicBezTo>
                        <a:cubicBezTo>
                          <a:pt x="11562" y="22549"/>
                          <a:pt x="10836" y="26507"/>
                          <a:pt x="10836" y="31065"/>
                        </a:cubicBezTo>
                        <a:lnTo>
                          <a:pt x="10836" y="32744"/>
                        </a:lnTo>
                        <a:cubicBezTo>
                          <a:pt x="10836" y="37421"/>
                          <a:pt x="11562" y="41499"/>
                          <a:pt x="13076" y="44858"/>
                        </a:cubicBezTo>
                        <a:cubicBezTo>
                          <a:pt x="14589" y="48216"/>
                          <a:pt x="16708" y="50855"/>
                          <a:pt x="19493" y="52654"/>
                        </a:cubicBezTo>
                        <a:cubicBezTo>
                          <a:pt x="22277" y="54453"/>
                          <a:pt x="25607" y="55352"/>
                          <a:pt x="29541" y="55352"/>
                        </a:cubicBezTo>
                        <a:cubicBezTo>
                          <a:pt x="31418" y="55352"/>
                          <a:pt x="33295" y="55113"/>
                          <a:pt x="35171" y="54693"/>
                        </a:cubicBezTo>
                        <a:cubicBezTo>
                          <a:pt x="36987" y="54273"/>
                          <a:pt x="38622" y="53673"/>
                          <a:pt x="40014" y="52954"/>
                        </a:cubicBezTo>
                        <a:lnTo>
                          <a:pt x="41164" y="44258"/>
                        </a:lnTo>
                        <a:lnTo>
                          <a:pt x="49337" y="44258"/>
                        </a:lnTo>
                        <a:lnTo>
                          <a:pt x="49337" y="58471"/>
                        </a:lnTo>
                        <a:cubicBezTo>
                          <a:pt x="46915" y="60030"/>
                          <a:pt x="44009" y="61290"/>
                          <a:pt x="40498" y="62249"/>
                        </a:cubicBezTo>
                        <a:cubicBezTo>
                          <a:pt x="36987" y="63209"/>
                          <a:pt x="33295" y="63688"/>
                          <a:pt x="29299" y="63688"/>
                        </a:cubicBez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0" name="Freeform 171">
                    <a:extLst>
                      <a:ext uri="{FF2B5EF4-FFF2-40B4-BE49-F238E27FC236}">
                        <a16:creationId xmlns:a16="http://schemas.microsoft.com/office/drawing/2014/main" id="{6BA251F2-4B05-E96C-8047-FE7E8F67AC5E}"/>
                      </a:ext>
                    </a:extLst>
                  </p:cNvPr>
                  <p:cNvSpPr/>
                  <p:nvPr/>
                </p:nvSpPr>
                <p:spPr>
                  <a:xfrm>
                    <a:off x="1890986" y="454438"/>
                    <a:ext cx="48670" cy="61889"/>
                  </a:xfrm>
                  <a:custGeom>
                    <a:avLst/>
                    <a:gdLst>
                      <a:gd name="connsiteX0" fmla="*/ 0 w 48670"/>
                      <a:gd name="connsiteY0" fmla="*/ 61889 h 61889"/>
                      <a:gd name="connsiteX1" fmla="*/ 0 w 48670"/>
                      <a:gd name="connsiteY1" fmla="*/ 55352 h 61889"/>
                      <a:gd name="connsiteX2" fmla="*/ 6840 w 48670"/>
                      <a:gd name="connsiteY2" fmla="*/ 54093 h 61889"/>
                      <a:gd name="connsiteX3" fmla="*/ 6840 w 48670"/>
                      <a:gd name="connsiteY3" fmla="*/ 7856 h 61889"/>
                      <a:gd name="connsiteX4" fmla="*/ 0 w 48670"/>
                      <a:gd name="connsiteY4" fmla="*/ 6597 h 61889"/>
                      <a:gd name="connsiteX5" fmla="*/ 0 w 48670"/>
                      <a:gd name="connsiteY5" fmla="*/ 0 h 61889"/>
                      <a:gd name="connsiteX6" fmla="*/ 47581 w 48670"/>
                      <a:gd name="connsiteY6" fmla="*/ 0 h 61889"/>
                      <a:gd name="connsiteX7" fmla="*/ 47581 w 48670"/>
                      <a:gd name="connsiteY7" fmla="*/ 15952 h 61889"/>
                      <a:gd name="connsiteX8" fmla="*/ 39167 w 48670"/>
                      <a:gd name="connsiteY8" fmla="*/ 15952 h 61889"/>
                      <a:gd name="connsiteX9" fmla="*/ 38440 w 48670"/>
                      <a:gd name="connsiteY9" fmla="*/ 8276 h 61889"/>
                      <a:gd name="connsiteX10" fmla="*/ 17616 w 48670"/>
                      <a:gd name="connsiteY10" fmla="*/ 8276 h 61889"/>
                      <a:gd name="connsiteX11" fmla="*/ 17616 w 48670"/>
                      <a:gd name="connsiteY11" fmla="*/ 25787 h 61889"/>
                      <a:gd name="connsiteX12" fmla="*/ 39530 w 48670"/>
                      <a:gd name="connsiteY12" fmla="*/ 25787 h 61889"/>
                      <a:gd name="connsiteX13" fmla="*/ 39530 w 48670"/>
                      <a:gd name="connsiteY13" fmla="*/ 34063 h 61889"/>
                      <a:gd name="connsiteX14" fmla="*/ 17616 w 48670"/>
                      <a:gd name="connsiteY14" fmla="*/ 34063 h 61889"/>
                      <a:gd name="connsiteX15" fmla="*/ 17616 w 48670"/>
                      <a:gd name="connsiteY15" fmla="*/ 53733 h 61889"/>
                      <a:gd name="connsiteX16" fmla="*/ 39590 w 48670"/>
                      <a:gd name="connsiteY16" fmla="*/ 53733 h 61889"/>
                      <a:gd name="connsiteX17" fmla="*/ 40317 w 48670"/>
                      <a:gd name="connsiteY17" fmla="*/ 45877 h 61889"/>
                      <a:gd name="connsiteX18" fmla="*/ 48671 w 48670"/>
                      <a:gd name="connsiteY18" fmla="*/ 45877 h 61889"/>
                      <a:gd name="connsiteX19" fmla="*/ 48671 w 48670"/>
                      <a:gd name="connsiteY19" fmla="*/ 61889 h 61889"/>
                      <a:gd name="connsiteX20" fmla="*/ 0 w 48670"/>
                      <a:gd name="connsiteY20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48670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6840" y="54093"/>
                        </a:lnTo>
                        <a:lnTo>
                          <a:pt x="6840" y="78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47581" y="0"/>
                        </a:lnTo>
                        <a:lnTo>
                          <a:pt x="47581" y="15952"/>
                        </a:lnTo>
                        <a:lnTo>
                          <a:pt x="39167" y="15952"/>
                        </a:lnTo>
                        <a:lnTo>
                          <a:pt x="38440" y="8276"/>
                        </a:lnTo>
                        <a:lnTo>
                          <a:pt x="17616" y="8276"/>
                        </a:lnTo>
                        <a:lnTo>
                          <a:pt x="17616" y="25787"/>
                        </a:lnTo>
                        <a:lnTo>
                          <a:pt x="39530" y="25787"/>
                        </a:lnTo>
                        <a:lnTo>
                          <a:pt x="39530" y="34063"/>
                        </a:lnTo>
                        <a:lnTo>
                          <a:pt x="17616" y="34063"/>
                        </a:lnTo>
                        <a:lnTo>
                          <a:pt x="17616" y="53733"/>
                        </a:lnTo>
                        <a:lnTo>
                          <a:pt x="39590" y="53733"/>
                        </a:lnTo>
                        <a:lnTo>
                          <a:pt x="40317" y="45877"/>
                        </a:lnTo>
                        <a:lnTo>
                          <a:pt x="48671" y="45877"/>
                        </a:lnTo>
                        <a:lnTo>
                          <a:pt x="48671" y="61889"/>
                        </a:lnTo>
                        <a:lnTo>
                          <a:pt x="0" y="61889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7" name="Graphic 6">
                <a:extLst>
                  <a:ext uri="{FF2B5EF4-FFF2-40B4-BE49-F238E27FC236}">
                    <a16:creationId xmlns:a16="http://schemas.microsoft.com/office/drawing/2014/main" id="{C3BD0008-8D77-FF7F-4F56-77217F59C445}"/>
                  </a:ext>
                </a:extLst>
              </p:cNvPr>
              <p:cNvGrpSpPr/>
              <p:nvPr/>
            </p:nvGrpSpPr>
            <p:grpSpPr>
              <a:xfrm>
                <a:off x="2094326" y="313448"/>
                <a:ext cx="973657" cy="201080"/>
                <a:chOff x="2094326" y="313448"/>
                <a:chExt cx="973657" cy="201080"/>
              </a:xfrm>
              <a:solidFill>
                <a:srgbClr val="585860"/>
              </a:solidFill>
            </p:grpSpPr>
            <p:grpSp>
              <p:nvGrpSpPr>
                <p:cNvPr id="18" name="Graphic 6">
                  <a:extLst>
                    <a:ext uri="{FF2B5EF4-FFF2-40B4-BE49-F238E27FC236}">
                      <a16:creationId xmlns:a16="http://schemas.microsoft.com/office/drawing/2014/main" id="{A1E10F7E-A6BC-25C3-3BE1-5E1B7876F848}"/>
                    </a:ext>
                  </a:extLst>
                </p:cNvPr>
                <p:cNvGrpSpPr/>
                <p:nvPr/>
              </p:nvGrpSpPr>
              <p:grpSpPr>
                <a:xfrm>
                  <a:off x="2094326" y="313448"/>
                  <a:ext cx="874923" cy="95532"/>
                  <a:chOff x="2094326" y="313448"/>
                  <a:chExt cx="874923" cy="95532"/>
                </a:xfrm>
                <a:solidFill>
                  <a:srgbClr val="585860"/>
                </a:solidFill>
              </p:grpSpPr>
              <p:sp>
                <p:nvSpPr>
                  <p:cNvPr id="39" name="Freeform 150">
                    <a:extLst>
                      <a:ext uri="{FF2B5EF4-FFF2-40B4-BE49-F238E27FC236}">
                        <a16:creationId xmlns:a16="http://schemas.microsoft.com/office/drawing/2014/main" id="{8066D28B-D0B1-7CE4-77D2-4C3D60839474}"/>
                      </a:ext>
                    </a:extLst>
                  </p:cNvPr>
                  <p:cNvSpPr/>
                  <p:nvPr/>
                </p:nvSpPr>
                <p:spPr>
                  <a:xfrm>
                    <a:off x="2094326" y="319326"/>
                    <a:ext cx="59990" cy="68965"/>
                  </a:xfrm>
                  <a:custGeom>
                    <a:avLst/>
                    <a:gdLst>
                      <a:gd name="connsiteX0" fmla="*/ 60 w 59990"/>
                      <a:gd name="connsiteY0" fmla="*/ 68966 h 68965"/>
                      <a:gd name="connsiteX1" fmla="*/ 60 w 59990"/>
                      <a:gd name="connsiteY1" fmla="*/ 61649 h 68965"/>
                      <a:gd name="connsiteX2" fmla="*/ 7627 w 59990"/>
                      <a:gd name="connsiteY2" fmla="*/ 60210 h 68965"/>
                      <a:gd name="connsiteX3" fmla="*/ 7627 w 59990"/>
                      <a:gd name="connsiteY3" fmla="*/ 8756 h 68965"/>
                      <a:gd name="connsiteX4" fmla="*/ 60 w 59990"/>
                      <a:gd name="connsiteY4" fmla="*/ 7316 h 68965"/>
                      <a:gd name="connsiteX5" fmla="*/ 60 w 59990"/>
                      <a:gd name="connsiteY5" fmla="*/ 0 h 68965"/>
                      <a:gd name="connsiteX6" fmla="*/ 32205 w 59990"/>
                      <a:gd name="connsiteY6" fmla="*/ 0 h 68965"/>
                      <a:gd name="connsiteX7" fmla="*/ 45583 w 59990"/>
                      <a:gd name="connsiteY7" fmla="*/ 2399 h 68965"/>
                      <a:gd name="connsiteX8" fmla="*/ 54058 w 59990"/>
                      <a:gd name="connsiteY8" fmla="*/ 9235 h 68965"/>
                      <a:gd name="connsiteX9" fmla="*/ 56964 w 59990"/>
                      <a:gd name="connsiteY9" fmla="*/ 19970 h 68965"/>
                      <a:gd name="connsiteX10" fmla="*/ 54058 w 59990"/>
                      <a:gd name="connsiteY10" fmla="*/ 30525 h 68965"/>
                      <a:gd name="connsiteX11" fmla="*/ 46007 w 59990"/>
                      <a:gd name="connsiteY11" fmla="*/ 37481 h 68965"/>
                      <a:gd name="connsiteX12" fmla="*/ 33839 w 59990"/>
                      <a:gd name="connsiteY12" fmla="*/ 40060 h 68965"/>
                      <a:gd name="connsiteX13" fmla="*/ 19674 w 59990"/>
                      <a:gd name="connsiteY13" fmla="*/ 40180 h 68965"/>
                      <a:gd name="connsiteX14" fmla="*/ 19674 w 59990"/>
                      <a:gd name="connsiteY14" fmla="*/ 60150 h 68965"/>
                      <a:gd name="connsiteX15" fmla="*/ 27241 w 59990"/>
                      <a:gd name="connsiteY15" fmla="*/ 61589 h 68965"/>
                      <a:gd name="connsiteX16" fmla="*/ 27241 w 59990"/>
                      <a:gd name="connsiteY16" fmla="*/ 68906 h 68965"/>
                      <a:gd name="connsiteX17" fmla="*/ 0 w 59990"/>
                      <a:gd name="connsiteY17" fmla="*/ 68906 h 68965"/>
                      <a:gd name="connsiteX18" fmla="*/ 19674 w 59990"/>
                      <a:gd name="connsiteY18" fmla="*/ 31005 h 68965"/>
                      <a:gd name="connsiteX19" fmla="*/ 31660 w 59990"/>
                      <a:gd name="connsiteY19" fmla="*/ 31005 h 68965"/>
                      <a:gd name="connsiteX20" fmla="*/ 41709 w 59990"/>
                      <a:gd name="connsiteY20" fmla="*/ 28306 h 68965"/>
                      <a:gd name="connsiteX21" fmla="*/ 44978 w 59990"/>
                      <a:gd name="connsiteY21" fmla="*/ 20390 h 68965"/>
                      <a:gd name="connsiteX22" fmla="*/ 41830 w 59990"/>
                      <a:gd name="connsiteY22" fmla="*/ 12294 h 68965"/>
                      <a:gd name="connsiteX23" fmla="*/ 32205 w 59990"/>
                      <a:gd name="connsiteY23" fmla="*/ 9295 h 68965"/>
                      <a:gd name="connsiteX24" fmla="*/ 19674 w 59990"/>
                      <a:gd name="connsiteY24" fmla="*/ 9295 h 68965"/>
                      <a:gd name="connsiteX25" fmla="*/ 19674 w 59990"/>
                      <a:gd name="connsiteY25" fmla="*/ 31005 h 68965"/>
                      <a:gd name="connsiteX26" fmla="*/ 45281 w 59990"/>
                      <a:gd name="connsiteY26" fmla="*/ 68966 h 68965"/>
                      <a:gd name="connsiteX27" fmla="*/ 32023 w 59990"/>
                      <a:gd name="connsiteY27" fmla="*/ 37241 h 68965"/>
                      <a:gd name="connsiteX28" fmla="*/ 43283 w 59990"/>
                      <a:gd name="connsiteY28" fmla="*/ 35382 h 68965"/>
                      <a:gd name="connsiteX29" fmla="*/ 54543 w 59990"/>
                      <a:gd name="connsiteY29" fmla="*/ 60390 h 68965"/>
                      <a:gd name="connsiteX30" fmla="*/ 59991 w 59990"/>
                      <a:gd name="connsiteY30" fmla="*/ 61529 h 68965"/>
                      <a:gd name="connsiteX31" fmla="*/ 59991 w 59990"/>
                      <a:gd name="connsiteY31" fmla="*/ 68906 h 68965"/>
                      <a:gd name="connsiteX32" fmla="*/ 45281 w 59990"/>
                      <a:gd name="connsiteY32" fmla="*/ 6890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9990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32205" y="0"/>
                        </a:lnTo>
                        <a:cubicBezTo>
                          <a:pt x="37411" y="0"/>
                          <a:pt x="41891" y="780"/>
                          <a:pt x="45583" y="2399"/>
                        </a:cubicBezTo>
                        <a:cubicBezTo>
                          <a:pt x="49276" y="4018"/>
                          <a:pt x="52121" y="6297"/>
                          <a:pt x="54058" y="9235"/>
                        </a:cubicBezTo>
                        <a:cubicBezTo>
                          <a:pt x="55996" y="12174"/>
                          <a:pt x="56964" y="15772"/>
                          <a:pt x="56964" y="19970"/>
                        </a:cubicBezTo>
                        <a:cubicBezTo>
                          <a:pt x="56964" y="24168"/>
                          <a:pt x="55996" y="27526"/>
                          <a:pt x="54058" y="30525"/>
                        </a:cubicBezTo>
                        <a:cubicBezTo>
                          <a:pt x="52121" y="33523"/>
                          <a:pt x="49458" y="35862"/>
                          <a:pt x="46007" y="37481"/>
                        </a:cubicBezTo>
                        <a:cubicBezTo>
                          <a:pt x="42557" y="39161"/>
                          <a:pt x="38501" y="40000"/>
                          <a:pt x="33839" y="40060"/>
                        </a:cubicBezTo>
                        <a:lnTo>
                          <a:pt x="19674" y="40180"/>
                        </a:lnTo>
                        <a:lnTo>
                          <a:pt x="19674" y="60150"/>
                        </a:lnTo>
                        <a:lnTo>
                          <a:pt x="27241" y="61589"/>
                        </a:lnTo>
                        <a:lnTo>
                          <a:pt x="27241" y="68906"/>
                        </a:lnTo>
                        <a:lnTo>
                          <a:pt x="0" y="68906"/>
                        </a:lnTo>
                        <a:close/>
                        <a:moveTo>
                          <a:pt x="19674" y="31005"/>
                        </a:moveTo>
                        <a:lnTo>
                          <a:pt x="31660" y="31005"/>
                        </a:lnTo>
                        <a:cubicBezTo>
                          <a:pt x="36200" y="31005"/>
                          <a:pt x="39530" y="30105"/>
                          <a:pt x="41709" y="28306"/>
                        </a:cubicBezTo>
                        <a:cubicBezTo>
                          <a:pt x="43888" y="26507"/>
                          <a:pt x="44978" y="23868"/>
                          <a:pt x="44978" y="20390"/>
                        </a:cubicBezTo>
                        <a:cubicBezTo>
                          <a:pt x="44978" y="16912"/>
                          <a:pt x="43949" y="14333"/>
                          <a:pt x="41830" y="12294"/>
                        </a:cubicBezTo>
                        <a:cubicBezTo>
                          <a:pt x="39711" y="10315"/>
                          <a:pt x="36503" y="9295"/>
                          <a:pt x="32205" y="9295"/>
                        </a:cubicBezTo>
                        <a:lnTo>
                          <a:pt x="19674" y="9295"/>
                        </a:lnTo>
                        <a:lnTo>
                          <a:pt x="19674" y="31005"/>
                        </a:lnTo>
                        <a:close/>
                        <a:moveTo>
                          <a:pt x="45281" y="68966"/>
                        </a:moveTo>
                        <a:lnTo>
                          <a:pt x="32023" y="37241"/>
                        </a:lnTo>
                        <a:lnTo>
                          <a:pt x="43283" y="35382"/>
                        </a:lnTo>
                        <a:lnTo>
                          <a:pt x="54543" y="60390"/>
                        </a:lnTo>
                        <a:lnTo>
                          <a:pt x="59991" y="61529"/>
                        </a:lnTo>
                        <a:lnTo>
                          <a:pt x="59991" y="68906"/>
                        </a:lnTo>
                        <a:lnTo>
                          <a:pt x="45281" y="6890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0" name="Freeform 151">
                    <a:extLst>
                      <a:ext uri="{FF2B5EF4-FFF2-40B4-BE49-F238E27FC236}">
                        <a16:creationId xmlns:a16="http://schemas.microsoft.com/office/drawing/2014/main" id="{022917B0-7D5D-22D2-5B34-275B59C9180F}"/>
                      </a:ext>
                    </a:extLst>
                  </p:cNvPr>
                  <p:cNvSpPr/>
                  <p:nvPr/>
                </p:nvSpPr>
                <p:spPr>
                  <a:xfrm>
                    <a:off x="2161097" y="319326"/>
                    <a:ext cx="54179" cy="68965"/>
                  </a:xfrm>
                  <a:custGeom>
                    <a:avLst/>
                    <a:gdLst>
                      <a:gd name="connsiteX0" fmla="*/ 60 w 54179"/>
                      <a:gd name="connsiteY0" fmla="*/ 68966 h 68965"/>
                      <a:gd name="connsiteX1" fmla="*/ 60 w 54179"/>
                      <a:gd name="connsiteY1" fmla="*/ 61649 h 68965"/>
                      <a:gd name="connsiteX2" fmla="*/ 7627 w 54179"/>
                      <a:gd name="connsiteY2" fmla="*/ 60210 h 68965"/>
                      <a:gd name="connsiteX3" fmla="*/ 7627 w 54179"/>
                      <a:gd name="connsiteY3" fmla="*/ 8756 h 68965"/>
                      <a:gd name="connsiteX4" fmla="*/ 60 w 54179"/>
                      <a:gd name="connsiteY4" fmla="*/ 7316 h 68965"/>
                      <a:gd name="connsiteX5" fmla="*/ 60 w 54179"/>
                      <a:gd name="connsiteY5" fmla="*/ 0 h 68965"/>
                      <a:gd name="connsiteX6" fmla="*/ 53029 w 54179"/>
                      <a:gd name="connsiteY6" fmla="*/ 0 h 68965"/>
                      <a:gd name="connsiteX7" fmla="*/ 53029 w 54179"/>
                      <a:gd name="connsiteY7" fmla="*/ 17751 h 68965"/>
                      <a:gd name="connsiteX8" fmla="*/ 43646 w 54179"/>
                      <a:gd name="connsiteY8" fmla="*/ 17751 h 68965"/>
                      <a:gd name="connsiteX9" fmla="*/ 42859 w 54179"/>
                      <a:gd name="connsiteY9" fmla="*/ 9175 h 68965"/>
                      <a:gd name="connsiteX10" fmla="*/ 19674 w 54179"/>
                      <a:gd name="connsiteY10" fmla="*/ 9175 h 68965"/>
                      <a:gd name="connsiteX11" fmla="*/ 19674 w 54179"/>
                      <a:gd name="connsiteY11" fmla="*/ 28666 h 68965"/>
                      <a:gd name="connsiteX12" fmla="*/ 44070 w 54179"/>
                      <a:gd name="connsiteY12" fmla="*/ 28666 h 68965"/>
                      <a:gd name="connsiteX13" fmla="*/ 44070 w 54179"/>
                      <a:gd name="connsiteY13" fmla="*/ 37901 h 68965"/>
                      <a:gd name="connsiteX14" fmla="*/ 19674 w 54179"/>
                      <a:gd name="connsiteY14" fmla="*/ 37901 h 68965"/>
                      <a:gd name="connsiteX15" fmla="*/ 19674 w 54179"/>
                      <a:gd name="connsiteY15" fmla="*/ 59790 h 68965"/>
                      <a:gd name="connsiteX16" fmla="*/ 44130 w 54179"/>
                      <a:gd name="connsiteY16" fmla="*/ 59790 h 68965"/>
                      <a:gd name="connsiteX17" fmla="*/ 44917 w 54179"/>
                      <a:gd name="connsiteY17" fmla="*/ 51035 h 68965"/>
                      <a:gd name="connsiteX18" fmla="*/ 54179 w 54179"/>
                      <a:gd name="connsiteY18" fmla="*/ 51035 h 68965"/>
                      <a:gd name="connsiteX19" fmla="*/ 54179 w 54179"/>
                      <a:gd name="connsiteY19" fmla="*/ 68846 h 68965"/>
                      <a:gd name="connsiteX20" fmla="*/ 0 w 54179"/>
                      <a:gd name="connsiteY20" fmla="*/ 6884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4179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53029" y="0"/>
                        </a:lnTo>
                        <a:lnTo>
                          <a:pt x="53029" y="17751"/>
                        </a:lnTo>
                        <a:lnTo>
                          <a:pt x="43646" y="17751"/>
                        </a:lnTo>
                        <a:lnTo>
                          <a:pt x="42859" y="9175"/>
                        </a:lnTo>
                        <a:lnTo>
                          <a:pt x="19674" y="9175"/>
                        </a:lnTo>
                        <a:lnTo>
                          <a:pt x="19674" y="28666"/>
                        </a:lnTo>
                        <a:lnTo>
                          <a:pt x="44070" y="28666"/>
                        </a:lnTo>
                        <a:lnTo>
                          <a:pt x="44070" y="37901"/>
                        </a:lnTo>
                        <a:lnTo>
                          <a:pt x="19674" y="37901"/>
                        </a:lnTo>
                        <a:lnTo>
                          <a:pt x="19674" y="59790"/>
                        </a:lnTo>
                        <a:lnTo>
                          <a:pt x="44130" y="59790"/>
                        </a:lnTo>
                        <a:lnTo>
                          <a:pt x="44917" y="51035"/>
                        </a:lnTo>
                        <a:lnTo>
                          <a:pt x="54179" y="51035"/>
                        </a:lnTo>
                        <a:lnTo>
                          <a:pt x="54179" y="68846"/>
                        </a:lnTo>
                        <a:lnTo>
                          <a:pt x="0" y="6884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1" name="Freeform 152">
                    <a:extLst>
                      <a:ext uri="{FF2B5EF4-FFF2-40B4-BE49-F238E27FC236}">
                        <a16:creationId xmlns:a16="http://schemas.microsoft.com/office/drawing/2014/main" id="{E05FB856-BF3B-D62B-99D6-CBD7EE249D0C}"/>
                      </a:ext>
                    </a:extLst>
                  </p:cNvPr>
                  <p:cNvSpPr/>
                  <p:nvPr/>
                </p:nvSpPr>
                <p:spPr>
                  <a:xfrm>
                    <a:off x="2222722" y="319386"/>
                    <a:ext cx="68284" cy="68965"/>
                  </a:xfrm>
                  <a:custGeom>
                    <a:avLst/>
                    <a:gdLst>
                      <a:gd name="connsiteX0" fmla="*/ 28694 w 68284"/>
                      <a:gd name="connsiteY0" fmla="*/ 68906 h 68965"/>
                      <a:gd name="connsiteX1" fmla="*/ 5933 w 68284"/>
                      <a:gd name="connsiteY1" fmla="*/ 8096 h 68965"/>
                      <a:gd name="connsiteX2" fmla="*/ 0 w 68284"/>
                      <a:gd name="connsiteY2" fmla="*/ 7316 h 68965"/>
                      <a:gd name="connsiteX3" fmla="*/ 0 w 68284"/>
                      <a:gd name="connsiteY3" fmla="*/ 0 h 68965"/>
                      <a:gd name="connsiteX4" fmla="*/ 25243 w 68284"/>
                      <a:gd name="connsiteY4" fmla="*/ 0 h 68965"/>
                      <a:gd name="connsiteX5" fmla="*/ 25243 w 68284"/>
                      <a:gd name="connsiteY5" fmla="*/ 7316 h 68965"/>
                      <a:gd name="connsiteX6" fmla="*/ 18948 w 68284"/>
                      <a:gd name="connsiteY6" fmla="*/ 8336 h 68965"/>
                      <a:gd name="connsiteX7" fmla="*/ 33416 w 68284"/>
                      <a:gd name="connsiteY7" fmla="*/ 50315 h 68965"/>
                      <a:gd name="connsiteX8" fmla="*/ 34687 w 68284"/>
                      <a:gd name="connsiteY8" fmla="*/ 54813 h 68965"/>
                      <a:gd name="connsiteX9" fmla="*/ 34990 w 68284"/>
                      <a:gd name="connsiteY9" fmla="*/ 54813 h 68965"/>
                      <a:gd name="connsiteX10" fmla="*/ 36321 w 68284"/>
                      <a:gd name="connsiteY10" fmla="*/ 50375 h 68965"/>
                      <a:gd name="connsiteX11" fmla="*/ 50971 w 68284"/>
                      <a:gd name="connsiteY11" fmla="*/ 8336 h 68965"/>
                      <a:gd name="connsiteX12" fmla="*/ 43767 w 68284"/>
                      <a:gd name="connsiteY12" fmla="*/ 7376 h 68965"/>
                      <a:gd name="connsiteX13" fmla="*/ 43767 w 68284"/>
                      <a:gd name="connsiteY13" fmla="*/ 60 h 68965"/>
                      <a:gd name="connsiteX14" fmla="*/ 68284 w 68284"/>
                      <a:gd name="connsiteY14" fmla="*/ 60 h 68965"/>
                      <a:gd name="connsiteX15" fmla="*/ 68284 w 68284"/>
                      <a:gd name="connsiteY15" fmla="*/ 7376 h 68965"/>
                      <a:gd name="connsiteX16" fmla="*/ 62291 w 68284"/>
                      <a:gd name="connsiteY16" fmla="*/ 8156 h 68965"/>
                      <a:gd name="connsiteX17" fmla="*/ 40377 w 68284"/>
                      <a:gd name="connsiteY17" fmla="*/ 68966 h 68965"/>
                      <a:gd name="connsiteX18" fmla="*/ 28694 w 68284"/>
                      <a:gd name="connsiteY18" fmla="*/ 6896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68284" h="68965">
                        <a:moveTo>
                          <a:pt x="28694" y="68906"/>
                        </a:moveTo>
                        <a:lnTo>
                          <a:pt x="5933" y="809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25243" y="0"/>
                        </a:lnTo>
                        <a:lnTo>
                          <a:pt x="25243" y="7316"/>
                        </a:lnTo>
                        <a:lnTo>
                          <a:pt x="18948" y="8336"/>
                        </a:lnTo>
                        <a:lnTo>
                          <a:pt x="33416" y="50315"/>
                        </a:lnTo>
                        <a:lnTo>
                          <a:pt x="34687" y="54813"/>
                        </a:lnTo>
                        <a:lnTo>
                          <a:pt x="34990" y="54813"/>
                        </a:lnTo>
                        <a:lnTo>
                          <a:pt x="36321" y="50375"/>
                        </a:lnTo>
                        <a:lnTo>
                          <a:pt x="50971" y="8336"/>
                        </a:lnTo>
                        <a:lnTo>
                          <a:pt x="43767" y="7376"/>
                        </a:lnTo>
                        <a:lnTo>
                          <a:pt x="43767" y="60"/>
                        </a:lnTo>
                        <a:lnTo>
                          <a:pt x="68284" y="60"/>
                        </a:lnTo>
                        <a:lnTo>
                          <a:pt x="68284" y="7376"/>
                        </a:lnTo>
                        <a:lnTo>
                          <a:pt x="62291" y="8156"/>
                        </a:lnTo>
                        <a:lnTo>
                          <a:pt x="40377" y="68966"/>
                        </a:lnTo>
                        <a:lnTo>
                          <a:pt x="28694" y="6896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2" name="Freeform 153">
                    <a:extLst>
                      <a:ext uri="{FF2B5EF4-FFF2-40B4-BE49-F238E27FC236}">
                        <a16:creationId xmlns:a16="http://schemas.microsoft.com/office/drawing/2014/main" id="{5372C4A7-1BF0-B420-E311-3B7E9156B023}"/>
                      </a:ext>
                    </a:extLst>
                  </p:cNvPr>
                  <p:cNvSpPr/>
                  <p:nvPr/>
                </p:nvSpPr>
                <p:spPr>
                  <a:xfrm>
                    <a:off x="2283984" y="319386"/>
                    <a:ext cx="67618" cy="68905"/>
                  </a:xfrm>
                  <a:custGeom>
                    <a:avLst/>
                    <a:gdLst>
                      <a:gd name="connsiteX0" fmla="*/ 0 w 67618"/>
                      <a:gd name="connsiteY0" fmla="*/ 68906 h 68905"/>
                      <a:gd name="connsiteX1" fmla="*/ 0 w 67618"/>
                      <a:gd name="connsiteY1" fmla="*/ 61589 h 68905"/>
                      <a:gd name="connsiteX2" fmla="*/ 5085 w 67618"/>
                      <a:gd name="connsiteY2" fmla="*/ 60870 h 68905"/>
                      <a:gd name="connsiteX3" fmla="*/ 28089 w 67618"/>
                      <a:gd name="connsiteY3" fmla="*/ 0 h 68905"/>
                      <a:gd name="connsiteX4" fmla="*/ 39772 w 67618"/>
                      <a:gd name="connsiteY4" fmla="*/ 0 h 68905"/>
                      <a:gd name="connsiteX5" fmla="*/ 62534 w 67618"/>
                      <a:gd name="connsiteY5" fmla="*/ 60870 h 68905"/>
                      <a:gd name="connsiteX6" fmla="*/ 67619 w 67618"/>
                      <a:gd name="connsiteY6" fmla="*/ 61589 h 68905"/>
                      <a:gd name="connsiteX7" fmla="*/ 67619 w 67618"/>
                      <a:gd name="connsiteY7" fmla="*/ 68906 h 68905"/>
                      <a:gd name="connsiteX8" fmla="*/ 45523 w 67618"/>
                      <a:gd name="connsiteY8" fmla="*/ 68906 h 68905"/>
                      <a:gd name="connsiteX9" fmla="*/ 45523 w 67618"/>
                      <a:gd name="connsiteY9" fmla="*/ 61589 h 68905"/>
                      <a:gd name="connsiteX10" fmla="*/ 50487 w 67618"/>
                      <a:gd name="connsiteY10" fmla="*/ 60690 h 68905"/>
                      <a:gd name="connsiteX11" fmla="*/ 46794 w 67618"/>
                      <a:gd name="connsiteY11" fmla="*/ 49835 h 68905"/>
                      <a:gd name="connsiteX12" fmla="*/ 20885 w 67618"/>
                      <a:gd name="connsiteY12" fmla="*/ 49835 h 68905"/>
                      <a:gd name="connsiteX13" fmla="*/ 17132 w 67618"/>
                      <a:gd name="connsiteY13" fmla="*/ 60690 h 68905"/>
                      <a:gd name="connsiteX14" fmla="*/ 22156 w 67618"/>
                      <a:gd name="connsiteY14" fmla="*/ 61589 h 68905"/>
                      <a:gd name="connsiteX15" fmla="*/ 22156 w 67618"/>
                      <a:gd name="connsiteY15" fmla="*/ 68906 h 68905"/>
                      <a:gd name="connsiteX16" fmla="*/ 61 w 67618"/>
                      <a:gd name="connsiteY16" fmla="*/ 68906 h 68905"/>
                      <a:gd name="connsiteX17" fmla="*/ 24033 w 67618"/>
                      <a:gd name="connsiteY17" fmla="*/ 40720 h 68905"/>
                      <a:gd name="connsiteX18" fmla="*/ 43646 w 67618"/>
                      <a:gd name="connsiteY18" fmla="*/ 40720 h 68905"/>
                      <a:gd name="connsiteX19" fmla="*/ 34626 w 67618"/>
                      <a:gd name="connsiteY19" fmla="*/ 15232 h 68905"/>
                      <a:gd name="connsiteX20" fmla="*/ 34021 w 67618"/>
                      <a:gd name="connsiteY20" fmla="*/ 13373 h 68905"/>
                      <a:gd name="connsiteX21" fmla="*/ 33718 w 67618"/>
                      <a:gd name="connsiteY21" fmla="*/ 13373 h 68905"/>
                      <a:gd name="connsiteX22" fmla="*/ 33052 w 67618"/>
                      <a:gd name="connsiteY22" fmla="*/ 15292 h 68905"/>
                      <a:gd name="connsiteX23" fmla="*/ 24033 w 67618"/>
                      <a:gd name="connsiteY23" fmla="*/ 40720 h 68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7618" h="68905">
                        <a:moveTo>
                          <a:pt x="0" y="68906"/>
                        </a:moveTo>
                        <a:lnTo>
                          <a:pt x="0" y="61589"/>
                        </a:lnTo>
                        <a:lnTo>
                          <a:pt x="5085" y="60870"/>
                        </a:lnTo>
                        <a:lnTo>
                          <a:pt x="28089" y="0"/>
                        </a:lnTo>
                        <a:lnTo>
                          <a:pt x="39772" y="0"/>
                        </a:lnTo>
                        <a:lnTo>
                          <a:pt x="62534" y="60870"/>
                        </a:lnTo>
                        <a:lnTo>
                          <a:pt x="67619" y="61589"/>
                        </a:lnTo>
                        <a:lnTo>
                          <a:pt x="67619" y="68906"/>
                        </a:lnTo>
                        <a:lnTo>
                          <a:pt x="45523" y="68906"/>
                        </a:lnTo>
                        <a:lnTo>
                          <a:pt x="45523" y="61589"/>
                        </a:lnTo>
                        <a:lnTo>
                          <a:pt x="50487" y="60690"/>
                        </a:lnTo>
                        <a:lnTo>
                          <a:pt x="46794" y="49835"/>
                        </a:lnTo>
                        <a:lnTo>
                          <a:pt x="20885" y="49835"/>
                        </a:lnTo>
                        <a:lnTo>
                          <a:pt x="17132" y="60690"/>
                        </a:lnTo>
                        <a:lnTo>
                          <a:pt x="22156" y="61589"/>
                        </a:lnTo>
                        <a:lnTo>
                          <a:pt x="22156" y="68906"/>
                        </a:lnTo>
                        <a:lnTo>
                          <a:pt x="61" y="68906"/>
                        </a:lnTo>
                        <a:close/>
                        <a:moveTo>
                          <a:pt x="24033" y="40720"/>
                        </a:moveTo>
                        <a:lnTo>
                          <a:pt x="43646" y="40720"/>
                        </a:lnTo>
                        <a:lnTo>
                          <a:pt x="34626" y="15232"/>
                        </a:lnTo>
                        <a:lnTo>
                          <a:pt x="34021" y="13373"/>
                        </a:lnTo>
                        <a:lnTo>
                          <a:pt x="33718" y="13373"/>
                        </a:lnTo>
                        <a:lnTo>
                          <a:pt x="33052" y="15292"/>
                        </a:lnTo>
                        <a:lnTo>
                          <a:pt x="24033" y="40720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3" name="Freeform 154">
                    <a:extLst>
                      <a:ext uri="{FF2B5EF4-FFF2-40B4-BE49-F238E27FC236}">
                        <a16:creationId xmlns:a16="http://schemas.microsoft.com/office/drawing/2014/main" id="{05FC6044-7236-F6B9-00E5-1B76A27ADBD4}"/>
                      </a:ext>
                    </a:extLst>
                  </p:cNvPr>
                  <p:cNvSpPr/>
                  <p:nvPr/>
                </p:nvSpPr>
                <p:spPr>
                  <a:xfrm>
                    <a:off x="2380721" y="319386"/>
                    <a:ext cx="67618" cy="68905"/>
                  </a:xfrm>
                  <a:custGeom>
                    <a:avLst/>
                    <a:gdLst>
                      <a:gd name="connsiteX0" fmla="*/ 0 w 67618"/>
                      <a:gd name="connsiteY0" fmla="*/ 68906 h 68905"/>
                      <a:gd name="connsiteX1" fmla="*/ 0 w 67618"/>
                      <a:gd name="connsiteY1" fmla="*/ 61589 h 68905"/>
                      <a:gd name="connsiteX2" fmla="*/ 5085 w 67618"/>
                      <a:gd name="connsiteY2" fmla="*/ 60870 h 68905"/>
                      <a:gd name="connsiteX3" fmla="*/ 28088 w 67618"/>
                      <a:gd name="connsiteY3" fmla="*/ 0 h 68905"/>
                      <a:gd name="connsiteX4" fmla="*/ 39772 w 67618"/>
                      <a:gd name="connsiteY4" fmla="*/ 0 h 68905"/>
                      <a:gd name="connsiteX5" fmla="*/ 62533 w 67618"/>
                      <a:gd name="connsiteY5" fmla="*/ 60870 h 68905"/>
                      <a:gd name="connsiteX6" fmla="*/ 67618 w 67618"/>
                      <a:gd name="connsiteY6" fmla="*/ 61589 h 68905"/>
                      <a:gd name="connsiteX7" fmla="*/ 67618 w 67618"/>
                      <a:gd name="connsiteY7" fmla="*/ 68906 h 68905"/>
                      <a:gd name="connsiteX8" fmla="*/ 45523 w 67618"/>
                      <a:gd name="connsiteY8" fmla="*/ 68906 h 68905"/>
                      <a:gd name="connsiteX9" fmla="*/ 45523 w 67618"/>
                      <a:gd name="connsiteY9" fmla="*/ 61589 h 68905"/>
                      <a:gd name="connsiteX10" fmla="*/ 50487 w 67618"/>
                      <a:gd name="connsiteY10" fmla="*/ 60690 h 68905"/>
                      <a:gd name="connsiteX11" fmla="*/ 46794 w 67618"/>
                      <a:gd name="connsiteY11" fmla="*/ 49835 h 68905"/>
                      <a:gd name="connsiteX12" fmla="*/ 20885 w 67618"/>
                      <a:gd name="connsiteY12" fmla="*/ 49835 h 68905"/>
                      <a:gd name="connsiteX13" fmla="*/ 17132 w 67618"/>
                      <a:gd name="connsiteY13" fmla="*/ 60690 h 68905"/>
                      <a:gd name="connsiteX14" fmla="*/ 22156 w 67618"/>
                      <a:gd name="connsiteY14" fmla="*/ 61589 h 68905"/>
                      <a:gd name="connsiteX15" fmla="*/ 22156 w 67618"/>
                      <a:gd name="connsiteY15" fmla="*/ 68906 h 68905"/>
                      <a:gd name="connsiteX16" fmla="*/ 60 w 67618"/>
                      <a:gd name="connsiteY16" fmla="*/ 68906 h 68905"/>
                      <a:gd name="connsiteX17" fmla="*/ 24033 w 67618"/>
                      <a:gd name="connsiteY17" fmla="*/ 40720 h 68905"/>
                      <a:gd name="connsiteX18" fmla="*/ 43646 w 67618"/>
                      <a:gd name="connsiteY18" fmla="*/ 40720 h 68905"/>
                      <a:gd name="connsiteX19" fmla="*/ 34626 w 67618"/>
                      <a:gd name="connsiteY19" fmla="*/ 15232 h 68905"/>
                      <a:gd name="connsiteX20" fmla="*/ 34021 w 67618"/>
                      <a:gd name="connsiteY20" fmla="*/ 13373 h 68905"/>
                      <a:gd name="connsiteX21" fmla="*/ 33718 w 67618"/>
                      <a:gd name="connsiteY21" fmla="*/ 13373 h 68905"/>
                      <a:gd name="connsiteX22" fmla="*/ 33052 w 67618"/>
                      <a:gd name="connsiteY22" fmla="*/ 15292 h 68905"/>
                      <a:gd name="connsiteX23" fmla="*/ 24033 w 67618"/>
                      <a:gd name="connsiteY23" fmla="*/ 40720 h 68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7618" h="68905">
                        <a:moveTo>
                          <a:pt x="0" y="68906"/>
                        </a:moveTo>
                        <a:lnTo>
                          <a:pt x="0" y="61589"/>
                        </a:lnTo>
                        <a:lnTo>
                          <a:pt x="5085" y="60870"/>
                        </a:lnTo>
                        <a:lnTo>
                          <a:pt x="28088" y="0"/>
                        </a:lnTo>
                        <a:lnTo>
                          <a:pt x="39772" y="0"/>
                        </a:lnTo>
                        <a:lnTo>
                          <a:pt x="62533" y="60870"/>
                        </a:lnTo>
                        <a:lnTo>
                          <a:pt x="67618" y="61589"/>
                        </a:lnTo>
                        <a:lnTo>
                          <a:pt x="67618" y="68906"/>
                        </a:lnTo>
                        <a:lnTo>
                          <a:pt x="45523" y="68906"/>
                        </a:lnTo>
                        <a:lnTo>
                          <a:pt x="45523" y="61589"/>
                        </a:lnTo>
                        <a:lnTo>
                          <a:pt x="50487" y="60690"/>
                        </a:lnTo>
                        <a:lnTo>
                          <a:pt x="46794" y="49835"/>
                        </a:lnTo>
                        <a:lnTo>
                          <a:pt x="20885" y="49835"/>
                        </a:lnTo>
                        <a:lnTo>
                          <a:pt x="17132" y="60690"/>
                        </a:lnTo>
                        <a:lnTo>
                          <a:pt x="22156" y="61589"/>
                        </a:lnTo>
                        <a:lnTo>
                          <a:pt x="22156" y="68906"/>
                        </a:lnTo>
                        <a:lnTo>
                          <a:pt x="60" y="68906"/>
                        </a:lnTo>
                        <a:close/>
                        <a:moveTo>
                          <a:pt x="24033" y="40720"/>
                        </a:moveTo>
                        <a:lnTo>
                          <a:pt x="43646" y="40720"/>
                        </a:lnTo>
                        <a:lnTo>
                          <a:pt x="34626" y="15232"/>
                        </a:lnTo>
                        <a:lnTo>
                          <a:pt x="34021" y="13373"/>
                        </a:lnTo>
                        <a:lnTo>
                          <a:pt x="33718" y="13373"/>
                        </a:lnTo>
                        <a:lnTo>
                          <a:pt x="33052" y="15292"/>
                        </a:lnTo>
                        <a:lnTo>
                          <a:pt x="24033" y="40720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4" name="Freeform 155">
                    <a:extLst>
                      <a:ext uri="{FF2B5EF4-FFF2-40B4-BE49-F238E27FC236}">
                        <a16:creationId xmlns:a16="http://schemas.microsoft.com/office/drawing/2014/main" id="{BA3FCE00-2728-9DEA-A7E3-B736A8134A22}"/>
                      </a:ext>
                    </a:extLst>
                  </p:cNvPr>
                  <p:cNvSpPr/>
                  <p:nvPr/>
                </p:nvSpPr>
                <p:spPr>
                  <a:xfrm>
                    <a:off x="2453364" y="336057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8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8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7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5" name="Freeform 156">
                    <a:extLst>
                      <a:ext uri="{FF2B5EF4-FFF2-40B4-BE49-F238E27FC236}">
                        <a16:creationId xmlns:a16="http://schemas.microsoft.com/office/drawing/2014/main" id="{C45D0E54-291C-C202-9BCC-EFD6DF055F1F}"/>
                      </a:ext>
                    </a:extLst>
                  </p:cNvPr>
                  <p:cNvSpPr/>
                  <p:nvPr/>
                </p:nvSpPr>
                <p:spPr>
                  <a:xfrm>
                    <a:off x="2505364" y="336117"/>
                    <a:ext cx="48247" cy="53133"/>
                  </a:xfrm>
                  <a:custGeom>
                    <a:avLst/>
                    <a:gdLst>
                      <a:gd name="connsiteX0" fmla="*/ 16708 w 48247"/>
                      <a:gd name="connsiteY0" fmla="*/ 53134 h 53133"/>
                      <a:gd name="connsiteX1" fmla="*/ 4419 w 48247"/>
                      <a:gd name="connsiteY1" fmla="*/ 49116 h 53133"/>
                      <a:gd name="connsiteX2" fmla="*/ 0 w 48247"/>
                      <a:gd name="connsiteY2" fmla="*/ 38021 h 53133"/>
                      <a:gd name="connsiteX3" fmla="*/ 2664 w 48247"/>
                      <a:gd name="connsiteY3" fmla="*/ 29565 h 53133"/>
                      <a:gd name="connsiteX4" fmla="*/ 10473 w 48247"/>
                      <a:gd name="connsiteY4" fmla="*/ 23868 h 53133"/>
                      <a:gd name="connsiteX5" fmla="*/ 23004 w 48247"/>
                      <a:gd name="connsiteY5" fmla="*/ 21829 h 53133"/>
                      <a:gd name="connsiteX6" fmla="*/ 30873 w 48247"/>
                      <a:gd name="connsiteY6" fmla="*/ 21829 h 53133"/>
                      <a:gd name="connsiteX7" fmla="*/ 30873 w 48247"/>
                      <a:gd name="connsiteY7" fmla="*/ 17511 h 53133"/>
                      <a:gd name="connsiteX8" fmla="*/ 28391 w 48247"/>
                      <a:gd name="connsiteY8" fmla="*/ 11035 h 53133"/>
                      <a:gd name="connsiteX9" fmla="*/ 21248 w 48247"/>
                      <a:gd name="connsiteY9" fmla="*/ 8636 h 53133"/>
                      <a:gd name="connsiteX10" fmla="*/ 16526 w 48247"/>
                      <a:gd name="connsiteY10" fmla="*/ 9295 h 53133"/>
                      <a:gd name="connsiteX11" fmla="*/ 12834 w 48247"/>
                      <a:gd name="connsiteY11" fmla="*/ 11094 h 53133"/>
                      <a:gd name="connsiteX12" fmla="*/ 11744 w 48247"/>
                      <a:gd name="connsiteY12" fmla="*/ 17991 h 53133"/>
                      <a:gd name="connsiteX13" fmla="*/ 2906 w 48247"/>
                      <a:gd name="connsiteY13" fmla="*/ 17991 h 53133"/>
                      <a:gd name="connsiteX14" fmla="*/ 2785 w 48247"/>
                      <a:gd name="connsiteY14" fmla="*/ 5337 h 53133"/>
                      <a:gd name="connsiteX15" fmla="*/ 11260 w 48247"/>
                      <a:gd name="connsiteY15" fmla="*/ 1439 h 53133"/>
                      <a:gd name="connsiteX16" fmla="*/ 21672 w 48247"/>
                      <a:gd name="connsiteY16" fmla="*/ 0 h 53133"/>
                      <a:gd name="connsiteX17" fmla="*/ 37169 w 48247"/>
                      <a:gd name="connsiteY17" fmla="*/ 4558 h 53133"/>
                      <a:gd name="connsiteX18" fmla="*/ 42859 w 48247"/>
                      <a:gd name="connsiteY18" fmla="*/ 17631 h 53133"/>
                      <a:gd name="connsiteX19" fmla="*/ 42859 w 48247"/>
                      <a:gd name="connsiteY19" fmla="*/ 40180 h 53133"/>
                      <a:gd name="connsiteX20" fmla="*/ 42859 w 48247"/>
                      <a:gd name="connsiteY20" fmla="*/ 42219 h 53133"/>
                      <a:gd name="connsiteX21" fmla="*/ 42980 w 48247"/>
                      <a:gd name="connsiteY21" fmla="*/ 44138 h 53133"/>
                      <a:gd name="connsiteX22" fmla="*/ 48247 w 48247"/>
                      <a:gd name="connsiteY22" fmla="*/ 44798 h 53133"/>
                      <a:gd name="connsiteX23" fmla="*/ 48247 w 48247"/>
                      <a:gd name="connsiteY23" fmla="*/ 52114 h 53133"/>
                      <a:gd name="connsiteX24" fmla="*/ 32508 w 48247"/>
                      <a:gd name="connsiteY24" fmla="*/ 52114 h 53133"/>
                      <a:gd name="connsiteX25" fmla="*/ 31600 w 48247"/>
                      <a:gd name="connsiteY25" fmla="*/ 48876 h 53133"/>
                      <a:gd name="connsiteX26" fmla="*/ 30994 w 48247"/>
                      <a:gd name="connsiteY26" fmla="*/ 45757 h 53133"/>
                      <a:gd name="connsiteX27" fmla="*/ 24759 w 48247"/>
                      <a:gd name="connsiteY27" fmla="*/ 51035 h 53133"/>
                      <a:gd name="connsiteX28" fmla="*/ 16526 w 48247"/>
                      <a:gd name="connsiteY28" fmla="*/ 53074 h 53133"/>
                      <a:gd name="connsiteX29" fmla="*/ 19432 w 48247"/>
                      <a:gd name="connsiteY29" fmla="*/ 43958 h 53133"/>
                      <a:gd name="connsiteX30" fmla="*/ 26212 w 48247"/>
                      <a:gd name="connsiteY30" fmla="*/ 42279 h 53133"/>
                      <a:gd name="connsiteX31" fmla="*/ 30934 w 48247"/>
                      <a:gd name="connsiteY31" fmla="*/ 38021 h 53133"/>
                      <a:gd name="connsiteX32" fmla="*/ 30934 w 48247"/>
                      <a:gd name="connsiteY32" fmla="*/ 29445 h 53133"/>
                      <a:gd name="connsiteX33" fmla="*/ 22883 w 48247"/>
                      <a:gd name="connsiteY33" fmla="*/ 29445 h 53133"/>
                      <a:gd name="connsiteX34" fmla="*/ 14710 w 48247"/>
                      <a:gd name="connsiteY34" fmla="*/ 31904 h 53133"/>
                      <a:gd name="connsiteX35" fmla="*/ 11986 w 48247"/>
                      <a:gd name="connsiteY35" fmla="*/ 37721 h 53133"/>
                      <a:gd name="connsiteX36" fmla="*/ 13923 w 48247"/>
                      <a:gd name="connsiteY36" fmla="*/ 42339 h 53133"/>
                      <a:gd name="connsiteX37" fmla="*/ 19432 w 48247"/>
                      <a:gd name="connsiteY37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48247" h="53133">
                        <a:moveTo>
                          <a:pt x="16708" y="53134"/>
                        </a:moveTo>
                        <a:cubicBezTo>
                          <a:pt x="11441" y="53134"/>
                          <a:pt x="7385" y="51814"/>
                          <a:pt x="4419" y="49116"/>
                        </a:cubicBezTo>
                        <a:cubicBezTo>
                          <a:pt x="1513" y="46417"/>
                          <a:pt x="0" y="42759"/>
                          <a:pt x="0" y="38021"/>
                        </a:cubicBezTo>
                        <a:cubicBezTo>
                          <a:pt x="0" y="34783"/>
                          <a:pt x="908" y="31964"/>
                          <a:pt x="2664" y="29565"/>
                        </a:cubicBezTo>
                        <a:cubicBezTo>
                          <a:pt x="4419" y="27166"/>
                          <a:pt x="7083" y="25247"/>
                          <a:pt x="10473" y="23868"/>
                        </a:cubicBezTo>
                        <a:cubicBezTo>
                          <a:pt x="13923" y="22489"/>
                          <a:pt x="18100" y="21829"/>
                          <a:pt x="23004" y="21829"/>
                        </a:cubicBezTo>
                        <a:lnTo>
                          <a:pt x="30873" y="21829"/>
                        </a:lnTo>
                        <a:lnTo>
                          <a:pt x="30873" y="17511"/>
                        </a:lnTo>
                        <a:cubicBezTo>
                          <a:pt x="30873" y="14813"/>
                          <a:pt x="30026" y="12654"/>
                          <a:pt x="28391" y="11035"/>
                        </a:cubicBezTo>
                        <a:cubicBezTo>
                          <a:pt x="26757" y="9415"/>
                          <a:pt x="24396" y="8636"/>
                          <a:pt x="21248" y="8636"/>
                        </a:cubicBezTo>
                        <a:cubicBezTo>
                          <a:pt x="19493" y="8636"/>
                          <a:pt x="17919" y="8876"/>
                          <a:pt x="16526" y="9295"/>
                        </a:cubicBezTo>
                        <a:cubicBezTo>
                          <a:pt x="15134" y="9715"/>
                          <a:pt x="13923" y="10315"/>
                          <a:pt x="12834" y="11094"/>
                        </a:cubicBezTo>
                        <a:lnTo>
                          <a:pt x="11744" y="17991"/>
                        </a:lnTo>
                        <a:lnTo>
                          <a:pt x="2906" y="17991"/>
                        </a:lnTo>
                        <a:lnTo>
                          <a:pt x="2785" y="5337"/>
                        </a:lnTo>
                        <a:cubicBezTo>
                          <a:pt x="5327" y="3718"/>
                          <a:pt x="8172" y="2399"/>
                          <a:pt x="11260" y="1439"/>
                        </a:cubicBezTo>
                        <a:cubicBezTo>
                          <a:pt x="14408" y="480"/>
                          <a:pt x="17858" y="0"/>
                          <a:pt x="21672" y="0"/>
                        </a:cubicBezTo>
                        <a:cubicBezTo>
                          <a:pt x="28210" y="0"/>
                          <a:pt x="33416" y="1499"/>
                          <a:pt x="37169" y="4558"/>
                        </a:cubicBezTo>
                        <a:cubicBezTo>
                          <a:pt x="40922" y="7616"/>
                          <a:pt x="42859" y="11934"/>
                          <a:pt x="42859" y="17631"/>
                        </a:cubicBezTo>
                        <a:lnTo>
                          <a:pt x="42859" y="40180"/>
                        </a:lnTo>
                        <a:cubicBezTo>
                          <a:pt x="42859" y="40900"/>
                          <a:pt x="42859" y="41559"/>
                          <a:pt x="42859" y="42219"/>
                        </a:cubicBezTo>
                        <a:cubicBezTo>
                          <a:pt x="42859" y="42879"/>
                          <a:pt x="42859" y="43538"/>
                          <a:pt x="42980" y="44138"/>
                        </a:cubicBezTo>
                        <a:lnTo>
                          <a:pt x="48247" y="44798"/>
                        </a:lnTo>
                        <a:lnTo>
                          <a:pt x="48247" y="52114"/>
                        </a:lnTo>
                        <a:lnTo>
                          <a:pt x="32508" y="52114"/>
                        </a:lnTo>
                        <a:cubicBezTo>
                          <a:pt x="32205" y="51035"/>
                          <a:pt x="31902" y="49955"/>
                          <a:pt x="31600" y="48876"/>
                        </a:cubicBezTo>
                        <a:cubicBezTo>
                          <a:pt x="31297" y="47796"/>
                          <a:pt x="31115" y="46777"/>
                          <a:pt x="30994" y="45757"/>
                        </a:cubicBezTo>
                        <a:cubicBezTo>
                          <a:pt x="29299" y="47916"/>
                          <a:pt x="27180" y="49655"/>
                          <a:pt x="24759" y="51035"/>
                        </a:cubicBezTo>
                        <a:cubicBezTo>
                          <a:pt x="22338" y="52414"/>
                          <a:pt x="19553" y="53074"/>
                          <a:pt x="16526" y="53074"/>
                        </a:cubicBezTo>
                        <a:close/>
                        <a:moveTo>
                          <a:pt x="19432" y="43958"/>
                        </a:moveTo>
                        <a:cubicBezTo>
                          <a:pt x="21853" y="43958"/>
                          <a:pt x="24093" y="43418"/>
                          <a:pt x="26212" y="42279"/>
                        </a:cubicBezTo>
                        <a:cubicBezTo>
                          <a:pt x="28331" y="41140"/>
                          <a:pt x="29905" y="39760"/>
                          <a:pt x="30934" y="38021"/>
                        </a:cubicBezTo>
                        <a:lnTo>
                          <a:pt x="30934" y="29445"/>
                        </a:lnTo>
                        <a:lnTo>
                          <a:pt x="22883" y="29445"/>
                        </a:lnTo>
                        <a:cubicBezTo>
                          <a:pt x="19311" y="29445"/>
                          <a:pt x="16587" y="30285"/>
                          <a:pt x="14710" y="31904"/>
                        </a:cubicBezTo>
                        <a:cubicBezTo>
                          <a:pt x="12834" y="33523"/>
                          <a:pt x="11986" y="35502"/>
                          <a:pt x="11986" y="37721"/>
                        </a:cubicBezTo>
                        <a:cubicBezTo>
                          <a:pt x="11986" y="39700"/>
                          <a:pt x="12652" y="41259"/>
                          <a:pt x="13923" y="42339"/>
                        </a:cubicBezTo>
                        <a:cubicBezTo>
                          <a:pt x="15195" y="43418"/>
                          <a:pt x="17011" y="43958"/>
                          <a:pt x="19432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6" name="Freeform 157">
                    <a:extLst>
                      <a:ext uri="{FF2B5EF4-FFF2-40B4-BE49-F238E27FC236}">
                        <a16:creationId xmlns:a16="http://schemas.microsoft.com/office/drawing/2014/main" id="{91B2EB46-D173-8E38-5301-A15E1F4799C3}"/>
                      </a:ext>
                    </a:extLst>
                  </p:cNvPr>
                  <p:cNvSpPr/>
                  <p:nvPr/>
                </p:nvSpPr>
                <p:spPr>
                  <a:xfrm>
                    <a:off x="2559846" y="314408"/>
                    <a:ext cx="52484" cy="74902"/>
                  </a:xfrm>
                  <a:custGeom>
                    <a:avLst/>
                    <a:gdLst>
                      <a:gd name="connsiteX0" fmla="*/ 19856 w 52484"/>
                      <a:gd name="connsiteY0" fmla="*/ 74843 h 74902"/>
                      <a:gd name="connsiteX1" fmla="*/ 9141 w 52484"/>
                      <a:gd name="connsiteY1" fmla="*/ 71724 h 74902"/>
                      <a:gd name="connsiteX2" fmla="*/ 2361 w 52484"/>
                      <a:gd name="connsiteY2" fmla="*/ 62969 h 74902"/>
                      <a:gd name="connsiteX3" fmla="*/ 0 w 52484"/>
                      <a:gd name="connsiteY3" fmla="*/ 49895 h 74902"/>
                      <a:gd name="connsiteX4" fmla="*/ 0 w 52484"/>
                      <a:gd name="connsiteY4" fmla="*/ 48876 h 74902"/>
                      <a:gd name="connsiteX5" fmla="*/ 2361 w 52484"/>
                      <a:gd name="connsiteY5" fmla="*/ 34603 h 74902"/>
                      <a:gd name="connsiteX6" fmla="*/ 9201 w 52484"/>
                      <a:gd name="connsiteY6" fmla="*/ 25068 h 74902"/>
                      <a:gd name="connsiteX7" fmla="*/ 19856 w 52484"/>
                      <a:gd name="connsiteY7" fmla="*/ 21649 h 74902"/>
                      <a:gd name="connsiteX8" fmla="*/ 27604 w 52484"/>
                      <a:gd name="connsiteY8" fmla="*/ 23328 h 74902"/>
                      <a:gd name="connsiteX9" fmla="*/ 33295 w 52484"/>
                      <a:gd name="connsiteY9" fmla="*/ 28126 h 74902"/>
                      <a:gd name="connsiteX10" fmla="*/ 33295 w 52484"/>
                      <a:gd name="connsiteY10" fmla="*/ 8756 h 74902"/>
                      <a:gd name="connsiteX11" fmla="*/ 25728 w 52484"/>
                      <a:gd name="connsiteY11" fmla="*/ 7316 h 74902"/>
                      <a:gd name="connsiteX12" fmla="*/ 25728 w 52484"/>
                      <a:gd name="connsiteY12" fmla="*/ 0 h 74902"/>
                      <a:gd name="connsiteX13" fmla="*/ 45341 w 52484"/>
                      <a:gd name="connsiteY13" fmla="*/ 0 h 74902"/>
                      <a:gd name="connsiteX14" fmla="*/ 45341 w 52484"/>
                      <a:gd name="connsiteY14" fmla="*/ 65128 h 74902"/>
                      <a:gd name="connsiteX15" fmla="*/ 52484 w 52484"/>
                      <a:gd name="connsiteY15" fmla="*/ 66567 h 74902"/>
                      <a:gd name="connsiteX16" fmla="*/ 52484 w 52484"/>
                      <a:gd name="connsiteY16" fmla="*/ 73883 h 74902"/>
                      <a:gd name="connsiteX17" fmla="*/ 34929 w 52484"/>
                      <a:gd name="connsiteY17" fmla="*/ 73883 h 74902"/>
                      <a:gd name="connsiteX18" fmla="*/ 33960 w 52484"/>
                      <a:gd name="connsiteY18" fmla="*/ 67706 h 74902"/>
                      <a:gd name="connsiteX19" fmla="*/ 28028 w 52484"/>
                      <a:gd name="connsiteY19" fmla="*/ 73104 h 74902"/>
                      <a:gd name="connsiteX20" fmla="*/ 19856 w 52484"/>
                      <a:gd name="connsiteY20" fmla="*/ 74903 h 74902"/>
                      <a:gd name="connsiteX21" fmla="*/ 23246 w 52484"/>
                      <a:gd name="connsiteY21" fmla="*/ 65427 h 74902"/>
                      <a:gd name="connsiteX22" fmla="*/ 29178 w 52484"/>
                      <a:gd name="connsiteY22" fmla="*/ 63928 h 74902"/>
                      <a:gd name="connsiteX23" fmla="*/ 33295 w 52484"/>
                      <a:gd name="connsiteY23" fmla="*/ 59610 h 74902"/>
                      <a:gd name="connsiteX24" fmla="*/ 33295 w 52484"/>
                      <a:gd name="connsiteY24" fmla="*/ 37062 h 74902"/>
                      <a:gd name="connsiteX25" fmla="*/ 29239 w 52484"/>
                      <a:gd name="connsiteY25" fmla="*/ 32744 h 74902"/>
                      <a:gd name="connsiteX26" fmla="*/ 23367 w 52484"/>
                      <a:gd name="connsiteY26" fmla="*/ 31184 h 74902"/>
                      <a:gd name="connsiteX27" fmla="*/ 16950 w 52484"/>
                      <a:gd name="connsiteY27" fmla="*/ 33403 h 74902"/>
                      <a:gd name="connsiteX28" fmla="*/ 13257 w 52484"/>
                      <a:gd name="connsiteY28" fmla="*/ 39640 h 74902"/>
                      <a:gd name="connsiteX29" fmla="*/ 12047 w 52484"/>
                      <a:gd name="connsiteY29" fmla="*/ 48936 h 74902"/>
                      <a:gd name="connsiteX30" fmla="*/ 12047 w 52484"/>
                      <a:gd name="connsiteY30" fmla="*/ 49955 h 74902"/>
                      <a:gd name="connsiteX31" fmla="*/ 14710 w 52484"/>
                      <a:gd name="connsiteY31" fmla="*/ 61290 h 74902"/>
                      <a:gd name="connsiteX32" fmla="*/ 23306 w 52484"/>
                      <a:gd name="connsiteY32" fmla="*/ 65487 h 749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2484" h="74902">
                        <a:moveTo>
                          <a:pt x="19856" y="74843"/>
                        </a:moveTo>
                        <a:cubicBezTo>
                          <a:pt x="15679" y="74843"/>
                          <a:pt x="12107" y="73823"/>
                          <a:pt x="9141" y="71724"/>
                        </a:cubicBezTo>
                        <a:cubicBezTo>
                          <a:pt x="6175" y="69625"/>
                          <a:pt x="3935" y="66747"/>
                          <a:pt x="2361" y="62969"/>
                        </a:cubicBezTo>
                        <a:cubicBezTo>
                          <a:pt x="787" y="59251"/>
                          <a:pt x="0" y="54873"/>
                          <a:pt x="0" y="49895"/>
                        </a:cubicBezTo>
                        <a:lnTo>
                          <a:pt x="0" y="48876"/>
                        </a:lnTo>
                        <a:cubicBezTo>
                          <a:pt x="0" y="43418"/>
                          <a:pt x="787" y="38681"/>
                          <a:pt x="2361" y="34603"/>
                        </a:cubicBezTo>
                        <a:cubicBezTo>
                          <a:pt x="3935" y="30525"/>
                          <a:pt x="6235" y="27346"/>
                          <a:pt x="9201" y="25068"/>
                        </a:cubicBezTo>
                        <a:cubicBezTo>
                          <a:pt x="12168" y="22789"/>
                          <a:pt x="15739" y="21649"/>
                          <a:pt x="19856" y="21649"/>
                        </a:cubicBezTo>
                        <a:cubicBezTo>
                          <a:pt x="22822" y="21649"/>
                          <a:pt x="25425" y="22189"/>
                          <a:pt x="27604" y="23328"/>
                        </a:cubicBezTo>
                        <a:cubicBezTo>
                          <a:pt x="29844" y="24468"/>
                          <a:pt x="31721" y="26027"/>
                          <a:pt x="33295" y="28126"/>
                        </a:cubicBezTo>
                        <a:lnTo>
                          <a:pt x="33295" y="8756"/>
                        </a:lnTo>
                        <a:lnTo>
                          <a:pt x="25728" y="7316"/>
                        </a:lnTo>
                        <a:lnTo>
                          <a:pt x="25728" y="0"/>
                        </a:lnTo>
                        <a:lnTo>
                          <a:pt x="45341" y="0"/>
                        </a:lnTo>
                        <a:lnTo>
                          <a:pt x="45341" y="65128"/>
                        </a:lnTo>
                        <a:lnTo>
                          <a:pt x="52484" y="66567"/>
                        </a:lnTo>
                        <a:lnTo>
                          <a:pt x="52484" y="73883"/>
                        </a:lnTo>
                        <a:lnTo>
                          <a:pt x="34929" y="73883"/>
                        </a:lnTo>
                        <a:lnTo>
                          <a:pt x="33960" y="67706"/>
                        </a:lnTo>
                        <a:cubicBezTo>
                          <a:pt x="32326" y="70045"/>
                          <a:pt x="30328" y="71844"/>
                          <a:pt x="28028" y="73104"/>
                        </a:cubicBezTo>
                        <a:cubicBezTo>
                          <a:pt x="25728" y="74363"/>
                          <a:pt x="22943" y="74903"/>
                          <a:pt x="19856" y="74903"/>
                        </a:cubicBezTo>
                        <a:close/>
                        <a:moveTo>
                          <a:pt x="23246" y="65427"/>
                        </a:moveTo>
                        <a:cubicBezTo>
                          <a:pt x="25546" y="65427"/>
                          <a:pt x="27483" y="64948"/>
                          <a:pt x="29178" y="63928"/>
                        </a:cubicBezTo>
                        <a:cubicBezTo>
                          <a:pt x="30813" y="62909"/>
                          <a:pt x="32205" y="61469"/>
                          <a:pt x="33295" y="59610"/>
                        </a:cubicBezTo>
                        <a:lnTo>
                          <a:pt x="33295" y="37062"/>
                        </a:lnTo>
                        <a:cubicBezTo>
                          <a:pt x="32265" y="35262"/>
                          <a:pt x="30873" y="33763"/>
                          <a:pt x="29239" y="32744"/>
                        </a:cubicBezTo>
                        <a:cubicBezTo>
                          <a:pt x="27544" y="31664"/>
                          <a:pt x="25607" y="31184"/>
                          <a:pt x="23367" y="31184"/>
                        </a:cubicBezTo>
                        <a:cubicBezTo>
                          <a:pt x="20764" y="31184"/>
                          <a:pt x="18585" y="31904"/>
                          <a:pt x="16950" y="33403"/>
                        </a:cubicBezTo>
                        <a:cubicBezTo>
                          <a:pt x="15255" y="34903"/>
                          <a:pt x="14044" y="37002"/>
                          <a:pt x="13257" y="39640"/>
                        </a:cubicBezTo>
                        <a:cubicBezTo>
                          <a:pt x="12470" y="42279"/>
                          <a:pt x="12047" y="45397"/>
                          <a:pt x="12047" y="48936"/>
                        </a:cubicBezTo>
                        <a:lnTo>
                          <a:pt x="12047" y="49955"/>
                        </a:lnTo>
                        <a:cubicBezTo>
                          <a:pt x="12047" y="54693"/>
                          <a:pt x="12955" y="58471"/>
                          <a:pt x="14710" y="61290"/>
                        </a:cubicBezTo>
                        <a:cubicBezTo>
                          <a:pt x="16466" y="64108"/>
                          <a:pt x="19311" y="65487"/>
                          <a:pt x="23306" y="65487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7" name="Freeform 158">
                    <a:extLst>
                      <a:ext uri="{FF2B5EF4-FFF2-40B4-BE49-F238E27FC236}">
                        <a16:creationId xmlns:a16="http://schemas.microsoft.com/office/drawing/2014/main" id="{C0CB8AF1-EC20-7370-2D27-9262B53342AC}"/>
                      </a:ext>
                    </a:extLst>
                  </p:cNvPr>
                  <p:cNvSpPr/>
                  <p:nvPr/>
                </p:nvSpPr>
                <p:spPr>
                  <a:xfrm>
                    <a:off x="2617657" y="336057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1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4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4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2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500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8" name="Freeform 159">
                    <a:extLst>
                      <a:ext uri="{FF2B5EF4-FFF2-40B4-BE49-F238E27FC236}">
                        <a16:creationId xmlns:a16="http://schemas.microsoft.com/office/drawing/2014/main" id="{4AEEE44E-5FA8-834B-B1E2-3FB231C98E2F}"/>
                      </a:ext>
                    </a:extLst>
                  </p:cNvPr>
                  <p:cNvSpPr/>
                  <p:nvPr/>
                </p:nvSpPr>
                <p:spPr>
                  <a:xfrm>
                    <a:off x="2667963" y="336057"/>
                    <a:ext cx="87837" cy="52413"/>
                  </a:xfrm>
                  <a:custGeom>
                    <a:avLst/>
                    <a:gdLst>
                      <a:gd name="connsiteX0" fmla="*/ 363 w 87837"/>
                      <a:gd name="connsiteY0" fmla="*/ 52234 h 52413"/>
                      <a:gd name="connsiteX1" fmla="*/ 363 w 87837"/>
                      <a:gd name="connsiteY1" fmla="*/ 44918 h 52413"/>
                      <a:gd name="connsiteX2" fmla="*/ 7567 w 87837"/>
                      <a:gd name="connsiteY2" fmla="*/ 43478 h 52413"/>
                      <a:gd name="connsiteX3" fmla="*/ 7567 w 87837"/>
                      <a:gd name="connsiteY3" fmla="*/ 9715 h 52413"/>
                      <a:gd name="connsiteX4" fmla="*/ 0 w 87837"/>
                      <a:gd name="connsiteY4" fmla="*/ 8276 h 52413"/>
                      <a:gd name="connsiteX5" fmla="*/ 0 w 87837"/>
                      <a:gd name="connsiteY5" fmla="*/ 960 h 52413"/>
                      <a:gd name="connsiteX6" fmla="*/ 18645 w 87837"/>
                      <a:gd name="connsiteY6" fmla="*/ 960 h 52413"/>
                      <a:gd name="connsiteX7" fmla="*/ 19190 w 87837"/>
                      <a:gd name="connsiteY7" fmla="*/ 7676 h 52413"/>
                      <a:gd name="connsiteX8" fmla="*/ 25546 w 87837"/>
                      <a:gd name="connsiteY8" fmla="*/ 2039 h 52413"/>
                      <a:gd name="connsiteX9" fmla="*/ 34384 w 87837"/>
                      <a:gd name="connsiteY9" fmla="*/ 0 h 52413"/>
                      <a:gd name="connsiteX10" fmla="*/ 43041 w 87837"/>
                      <a:gd name="connsiteY10" fmla="*/ 2219 h 52413"/>
                      <a:gd name="connsiteX11" fmla="*/ 48489 w 87837"/>
                      <a:gd name="connsiteY11" fmla="*/ 8996 h 52413"/>
                      <a:gd name="connsiteX12" fmla="*/ 54785 w 87837"/>
                      <a:gd name="connsiteY12" fmla="*/ 2399 h 52413"/>
                      <a:gd name="connsiteX13" fmla="*/ 63926 w 87837"/>
                      <a:gd name="connsiteY13" fmla="*/ 0 h 52413"/>
                      <a:gd name="connsiteX14" fmla="*/ 76154 w 87837"/>
                      <a:gd name="connsiteY14" fmla="*/ 5277 h 52413"/>
                      <a:gd name="connsiteX15" fmla="*/ 80634 w 87837"/>
                      <a:gd name="connsiteY15" fmla="*/ 21169 h 52413"/>
                      <a:gd name="connsiteX16" fmla="*/ 80634 w 87837"/>
                      <a:gd name="connsiteY16" fmla="*/ 43478 h 52413"/>
                      <a:gd name="connsiteX17" fmla="*/ 87837 w 87837"/>
                      <a:gd name="connsiteY17" fmla="*/ 44918 h 52413"/>
                      <a:gd name="connsiteX18" fmla="*/ 87837 w 87837"/>
                      <a:gd name="connsiteY18" fmla="*/ 52234 h 52413"/>
                      <a:gd name="connsiteX19" fmla="*/ 61807 w 87837"/>
                      <a:gd name="connsiteY19" fmla="*/ 52234 h 52413"/>
                      <a:gd name="connsiteX20" fmla="*/ 61807 w 87837"/>
                      <a:gd name="connsiteY20" fmla="*/ 44918 h 52413"/>
                      <a:gd name="connsiteX21" fmla="*/ 68587 w 87837"/>
                      <a:gd name="connsiteY21" fmla="*/ 43478 h 52413"/>
                      <a:gd name="connsiteX22" fmla="*/ 68587 w 87837"/>
                      <a:gd name="connsiteY22" fmla="*/ 21169 h 52413"/>
                      <a:gd name="connsiteX23" fmla="*/ 66408 w 87837"/>
                      <a:gd name="connsiteY23" fmla="*/ 12114 h 52413"/>
                      <a:gd name="connsiteX24" fmla="*/ 59931 w 87837"/>
                      <a:gd name="connsiteY24" fmla="*/ 9535 h 52413"/>
                      <a:gd name="connsiteX25" fmla="*/ 53393 w 87837"/>
                      <a:gd name="connsiteY25" fmla="*/ 12054 h 52413"/>
                      <a:gd name="connsiteX26" fmla="*/ 50063 w 87837"/>
                      <a:gd name="connsiteY26" fmla="*/ 18471 h 52413"/>
                      <a:gd name="connsiteX27" fmla="*/ 50063 w 87837"/>
                      <a:gd name="connsiteY27" fmla="*/ 43598 h 52413"/>
                      <a:gd name="connsiteX28" fmla="*/ 56601 w 87837"/>
                      <a:gd name="connsiteY28" fmla="*/ 45038 h 52413"/>
                      <a:gd name="connsiteX29" fmla="*/ 56601 w 87837"/>
                      <a:gd name="connsiteY29" fmla="*/ 52354 h 52413"/>
                      <a:gd name="connsiteX30" fmla="*/ 31539 w 87837"/>
                      <a:gd name="connsiteY30" fmla="*/ 52354 h 52413"/>
                      <a:gd name="connsiteX31" fmla="*/ 31539 w 87837"/>
                      <a:gd name="connsiteY31" fmla="*/ 45038 h 52413"/>
                      <a:gd name="connsiteX32" fmla="*/ 38077 w 87837"/>
                      <a:gd name="connsiteY32" fmla="*/ 43598 h 52413"/>
                      <a:gd name="connsiteX33" fmla="*/ 38077 w 87837"/>
                      <a:gd name="connsiteY33" fmla="*/ 21289 h 52413"/>
                      <a:gd name="connsiteX34" fmla="*/ 35837 w 87837"/>
                      <a:gd name="connsiteY34" fmla="*/ 12294 h 52413"/>
                      <a:gd name="connsiteX35" fmla="*/ 29360 w 87837"/>
                      <a:gd name="connsiteY35" fmla="*/ 9595 h 52413"/>
                      <a:gd name="connsiteX36" fmla="*/ 23427 w 87837"/>
                      <a:gd name="connsiteY36" fmla="*/ 11035 h 52413"/>
                      <a:gd name="connsiteX37" fmla="*/ 19553 w 87837"/>
                      <a:gd name="connsiteY37" fmla="*/ 15053 h 52413"/>
                      <a:gd name="connsiteX38" fmla="*/ 19553 w 87837"/>
                      <a:gd name="connsiteY38" fmla="*/ 43658 h 52413"/>
                      <a:gd name="connsiteX39" fmla="*/ 26273 w 87837"/>
                      <a:gd name="connsiteY39" fmla="*/ 45098 h 52413"/>
                      <a:gd name="connsiteX40" fmla="*/ 26273 w 87837"/>
                      <a:gd name="connsiteY40" fmla="*/ 52414 h 52413"/>
                      <a:gd name="connsiteX41" fmla="*/ 363 w 87837"/>
                      <a:gd name="connsiteY41" fmla="*/ 52414 h 524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7837" h="52413">
                        <a:moveTo>
                          <a:pt x="363" y="52234"/>
                        </a:moveTo>
                        <a:lnTo>
                          <a:pt x="363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190" y="7676"/>
                        </a:lnTo>
                        <a:cubicBezTo>
                          <a:pt x="20885" y="5277"/>
                          <a:pt x="23004" y="3358"/>
                          <a:pt x="25546" y="2039"/>
                        </a:cubicBezTo>
                        <a:cubicBezTo>
                          <a:pt x="28089" y="720"/>
                          <a:pt x="30994" y="0"/>
                          <a:pt x="34384" y="0"/>
                        </a:cubicBezTo>
                        <a:cubicBezTo>
                          <a:pt x="37774" y="0"/>
                          <a:pt x="40620" y="720"/>
                          <a:pt x="43041" y="2219"/>
                        </a:cubicBezTo>
                        <a:cubicBezTo>
                          <a:pt x="45462" y="3718"/>
                          <a:pt x="47278" y="5997"/>
                          <a:pt x="48489" y="8996"/>
                        </a:cubicBezTo>
                        <a:cubicBezTo>
                          <a:pt x="50063" y="6177"/>
                          <a:pt x="52182" y="3958"/>
                          <a:pt x="54785" y="2399"/>
                        </a:cubicBezTo>
                        <a:cubicBezTo>
                          <a:pt x="57388" y="780"/>
                          <a:pt x="60415" y="0"/>
                          <a:pt x="63926" y="0"/>
                        </a:cubicBezTo>
                        <a:cubicBezTo>
                          <a:pt x="69132" y="0"/>
                          <a:pt x="73188" y="1739"/>
                          <a:pt x="76154" y="5277"/>
                        </a:cubicBezTo>
                        <a:cubicBezTo>
                          <a:pt x="79120" y="8756"/>
                          <a:pt x="80634" y="14093"/>
                          <a:pt x="80634" y="21169"/>
                        </a:cubicBezTo>
                        <a:lnTo>
                          <a:pt x="80634" y="43478"/>
                        </a:lnTo>
                        <a:lnTo>
                          <a:pt x="87837" y="44918"/>
                        </a:lnTo>
                        <a:lnTo>
                          <a:pt x="87837" y="52234"/>
                        </a:lnTo>
                        <a:lnTo>
                          <a:pt x="61807" y="52234"/>
                        </a:lnTo>
                        <a:lnTo>
                          <a:pt x="61807" y="44918"/>
                        </a:lnTo>
                        <a:lnTo>
                          <a:pt x="68587" y="43478"/>
                        </a:lnTo>
                        <a:lnTo>
                          <a:pt x="68587" y="21169"/>
                        </a:lnTo>
                        <a:cubicBezTo>
                          <a:pt x="68587" y="16852"/>
                          <a:pt x="67861" y="13793"/>
                          <a:pt x="66408" y="12114"/>
                        </a:cubicBezTo>
                        <a:cubicBezTo>
                          <a:pt x="64955" y="10375"/>
                          <a:pt x="62776" y="9535"/>
                          <a:pt x="59931" y="9535"/>
                        </a:cubicBezTo>
                        <a:cubicBezTo>
                          <a:pt x="57267" y="9535"/>
                          <a:pt x="55088" y="10375"/>
                          <a:pt x="53393" y="12054"/>
                        </a:cubicBezTo>
                        <a:cubicBezTo>
                          <a:pt x="51698" y="13733"/>
                          <a:pt x="50608" y="15832"/>
                          <a:pt x="50063" y="18471"/>
                        </a:cubicBezTo>
                        <a:lnTo>
                          <a:pt x="50063" y="43598"/>
                        </a:lnTo>
                        <a:lnTo>
                          <a:pt x="56601" y="45038"/>
                        </a:lnTo>
                        <a:lnTo>
                          <a:pt x="56601" y="52354"/>
                        </a:lnTo>
                        <a:lnTo>
                          <a:pt x="31539" y="52354"/>
                        </a:lnTo>
                        <a:lnTo>
                          <a:pt x="31539" y="45038"/>
                        </a:lnTo>
                        <a:lnTo>
                          <a:pt x="38077" y="43598"/>
                        </a:lnTo>
                        <a:lnTo>
                          <a:pt x="38077" y="21289"/>
                        </a:lnTo>
                        <a:cubicBezTo>
                          <a:pt x="38077" y="17151"/>
                          <a:pt x="37351" y="14153"/>
                          <a:pt x="35837" y="12294"/>
                        </a:cubicBezTo>
                        <a:cubicBezTo>
                          <a:pt x="34324" y="10495"/>
                          <a:pt x="32205" y="9595"/>
                          <a:pt x="29360" y="9595"/>
                        </a:cubicBezTo>
                        <a:cubicBezTo>
                          <a:pt x="26999" y="9595"/>
                          <a:pt x="25001" y="10075"/>
                          <a:pt x="23427" y="11035"/>
                        </a:cubicBezTo>
                        <a:cubicBezTo>
                          <a:pt x="21793" y="11994"/>
                          <a:pt x="20522" y="13313"/>
                          <a:pt x="19553" y="15053"/>
                        </a:cubicBezTo>
                        <a:lnTo>
                          <a:pt x="19553" y="43658"/>
                        </a:lnTo>
                        <a:lnTo>
                          <a:pt x="26273" y="45098"/>
                        </a:lnTo>
                        <a:lnTo>
                          <a:pt x="26273" y="52414"/>
                        </a:lnTo>
                        <a:lnTo>
                          <a:pt x="363" y="5241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9" name="Freeform 160">
                    <a:extLst>
                      <a:ext uri="{FF2B5EF4-FFF2-40B4-BE49-F238E27FC236}">
                        <a16:creationId xmlns:a16="http://schemas.microsoft.com/office/drawing/2014/main" id="{DB6BDA41-D007-CD0A-059F-6DBFC8C365EF}"/>
                      </a:ext>
                    </a:extLst>
                  </p:cNvPr>
                  <p:cNvSpPr/>
                  <p:nvPr/>
                </p:nvSpPr>
                <p:spPr>
                  <a:xfrm>
                    <a:off x="2755619" y="337137"/>
                    <a:ext cx="57448" cy="71844"/>
                  </a:xfrm>
                  <a:custGeom>
                    <a:avLst/>
                    <a:gdLst>
                      <a:gd name="connsiteX0" fmla="*/ 15134 w 57448"/>
                      <a:gd name="connsiteY0" fmla="*/ 71844 h 71844"/>
                      <a:gd name="connsiteX1" fmla="*/ 11744 w 57448"/>
                      <a:gd name="connsiteY1" fmla="*/ 71544 h 71844"/>
                      <a:gd name="connsiteX2" fmla="*/ 8354 w 57448"/>
                      <a:gd name="connsiteY2" fmla="*/ 70825 h 71844"/>
                      <a:gd name="connsiteX3" fmla="*/ 9686 w 57448"/>
                      <a:gd name="connsiteY3" fmla="*/ 61889 h 71844"/>
                      <a:gd name="connsiteX4" fmla="*/ 11744 w 57448"/>
                      <a:gd name="connsiteY4" fmla="*/ 62129 h 71844"/>
                      <a:gd name="connsiteX5" fmla="*/ 13681 w 57448"/>
                      <a:gd name="connsiteY5" fmla="*/ 62249 h 71844"/>
                      <a:gd name="connsiteX6" fmla="*/ 18766 w 57448"/>
                      <a:gd name="connsiteY6" fmla="*/ 60390 h 71844"/>
                      <a:gd name="connsiteX7" fmla="*/ 22096 w 57448"/>
                      <a:gd name="connsiteY7" fmla="*/ 55233 h 71844"/>
                      <a:gd name="connsiteX8" fmla="*/ 23670 w 57448"/>
                      <a:gd name="connsiteY8" fmla="*/ 51095 h 71844"/>
                      <a:gd name="connsiteX9" fmla="*/ 5993 w 57448"/>
                      <a:gd name="connsiteY9" fmla="*/ 8156 h 71844"/>
                      <a:gd name="connsiteX10" fmla="*/ 0 w 57448"/>
                      <a:gd name="connsiteY10" fmla="*/ 7316 h 71844"/>
                      <a:gd name="connsiteX11" fmla="*/ 0 w 57448"/>
                      <a:gd name="connsiteY11" fmla="*/ 0 h 71844"/>
                      <a:gd name="connsiteX12" fmla="*/ 25001 w 57448"/>
                      <a:gd name="connsiteY12" fmla="*/ 0 h 71844"/>
                      <a:gd name="connsiteX13" fmla="*/ 25001 w 57448"/>
                      <a:gd name="connsiteY13" fmla="*/ 7316 h 71844"/>
                      <a:gd name="connsiteX14" fmla="*/ 18645 w 57448"/>
                      <a:gd name="connsiteY14" fmla="*/ 8276 h 71844"/>
                      <a:gd name="connsiteX15" fmla="*/ 27604 w 57448"/>
                      <a:gd name="connsiteY15" fmla="*/ 32144 h 71844"/>
                      <a:gd name="connsiteX16" fmla="*/ 29178 w 57448"/>
                      <a:gd name="connsiteY16" fmla="*/ 36582 h 71844"/>
                      <a:gd name="connsiteX17" fmla="*/ 29481 w 57448"/>
                      <a:gd name="connsiteY17" fmla="*/ 36582 h 71844"/>
                      <a:gd name="connsiteX18" fmla="*/ 40075 w 57448"/>
                      <a:gd name="connsiteY18" fmla="*/ 8216 h 71844"/>
                      <a:gd name="connsiteX19" fmla="*/ 33718 w 57448"/>
                      <a:gd name="connsiteY19" fmla="*/ 7316 h 71844"/>
                      <a:gd name="connsiteX20" fmla="*/ 33718 w 57448"/>
                      <a:gd name="connsiteY20" fmla="*/ 0 h 71844"/>
                      <a:gd name="connsiteX21" fmla="*/ 57448 w 57448"/>
                      <a:gd name="connsiteY21" fmla="*/ 0 h 71844"/>
                      <a:gd name="connsiteX22" fmla="*/ 57448 w 57448"/>
                      <a:gd name="connsiteY22" fmla="*/ 7316 h 71844"/>
                      <a:gd name="connsiteX23" fmla="*/ 51879 w 57448"/>
                      <a:gd name="connsiteY23" fmla="*/ 8096 h 71844"/>
                      <a:gd name="connsiteX24" fmla="*/ 31842 w 57448"/>
                      <a:gd name="connsiteY24" fmla="*/ 58891 h 71844"/>
                      <a:gd name="connsiteX25" fmla="*/ 28270 w 57448"/>
                      <a:gd name="connsiteY25" fmla="*/ 65427 h 71844"/>
                      <a:gd name="connsiteX26" fmla="*/ 22943 w 57448"/>
                      <a:gd name="connsiteY26" fmla="*/ 70105 h 71844"/>
                      <a:gd name="connsiteX27" fmla="*/ 15073 w 57448"/>
                      <a:gd name="connsiteY27" fmla="*/ 71844 h 718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57448" h="71844">
                        <a:moveTo>
                          <a:pt x="15134" y="71844"/>
                        </a:moveTo>
                        <a:cubicBezTo>
                          <a:pt x="14165" y="71844"/>
                          <a:pt x="13015" y="71724"/>
                          <a:pt x="11744" y="71544"/>
                        </a:cubicBezTo>
                        <a:cubicBezTo>
                          <a:pt x="10473" y="71365"/>
                          <a:pt x="9323" y="71125"/>
                          <a:pt x="8354" y="70825"/>
                        </a:cubicBezTo>
                        <a:lnTo>
                          <a:pt x="9686" y="61889"/>
                        </a:lnTo>
                        <a:cubicBezTo>
                          <a:pt x="10231" y="62009"/>
                          <a:pt x="10957" y="62069"/>
                          <a:pt x="11744" y="62129"/>
                        </a:cubicBezTo>
                        <a:cubicBezTo>
                          <a:pt x="12531" y="62189"/>
                          <a:pt x="13197" y="62249"/>
                          <a:pt x="13681" y="62249"/>
                        </a:cubicBezTo>
                        <a:cubicBezTo>
                          <a:pt x="15679" y="62249"/>
                          <a:pt x="17374" y="61649"/>
                          <a:pt x="18766" y="60390"/>
                        </a:cubicBezTo>
                        <a:cubicBezTo>
                          <a:pt x="20158" y="59131"/>
                          <a:pt x="21248" y="57391"/>
                          <a:pt x="22096" y="55233"/>
                        </a:cubicBezTo>
                        <a:lnTo>
                          <a:pt x="23670" y="51095"/>
                        </a:lnTo>
                        <a:lnTo>
                          <a:pt x="5993" y="81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25001" y="0"/>
                        </a:lnTo>
                        <a:lnTo>
                          <a:pt x="25001" y="7316"/>
                        </a:lnTo>
                        <a:lnTo>
                          <a:pt x="18645" y="8276"/>
                        </a:lnTo>
                        <a:lnTo>
                          <a:pt x="27604" y="32144"/>
                        </a:lnTo>
                        <a:lnTo>
                          <a:pt x="29178" y="36582"/>
                        </a:lnTo>
                        <a:lnTo>
                          <a:pt x="29481" y="36582"/>
                        </a:lnTo>
                        <a:lnTo>
                          <a:pt x="40075" y="8216"/>
                        </a:lnTo>
                        <a:lnTo>
                          <a:pt x="33718" y="7316"/>
                        </a:lnTo>
                        <a:lnTo>
                          <a:pt x="33718" y="0"/>
                        </a:lnTo>
                        <a:lnTo>
                          <a:pt x="57448" y="0"/>
                        </a:lnTo>
                        <a:lnTo>
                          <a:pt x="57448" y="7316"/>
                        </a:lnTo>
                        <a:lnTo>
                          <a:pt x="51879" y="8096"/>
                        </a:lnTo>
                        <a:lnTo>
                          <a:pt x="31842" y="58891"/>
                        </a:lnTo>
                        <a:cubicBezTo>
                          <a:pt x="30873" y="61290"/>
                          <a:pt x="29723" y="63448"/>
                          <a:pt x="28270" y="65427"/>
                        </a:cubicBezTo>
                        <a:cubicBezTo>
                          <a:pt x="26878" y="67407"/>
                          <a:pt x="25062" y="68966"/>
                          <a:pt x="22943" y="70105"/>
                        </a:cubicBezTo>
                        <a:cubicBezTo>
                          <a:pt x="20764" y="71245"/>
                          <a:pt x="18161" y="71844"/>
                          <a:pt x="15073" y="7184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0" name="Freeform 161">
                    <a:extLst>
                      <a:ext uri="{FF2B5EF4-FFF2-40B4-BE49-F238E27FC236}">
                        <a16:creationId xmlns:a16="http://schemas.microsoft.com/office/drawing/2014/main" id="{874593A2-E1F6-CFD4-E344-2BC8958E04C9}"/>
                      </a:ext>
                    </a:extLst>
                  </p:cNvPr>
                  <p:cNvSpPr/>
                  <p:nvPr/>
                </p:nvSpPr>
                <p:spPr>
                  <a:xfrm>
                    <a:off x="2841035" y="313448"/>
                    <a:ext cx="34021" cy="74842"/>
                  </a:xfrm>
                  <a:custGeom>
                    <a:avLst/>
                    <a:gdLst>
                      <a:gd name="connsiteX0" fmla="*/ 666 w 34021"/>
                      <a:gd name="connsiteY0" fmla="*/ 74843 h 74842"/>
                      <a:gd name="connsiteX1" fmla="*/ 666 w 34021"/>
                      <a:gd name="connsiteY1" fmla="*/ 67526 h 74842"/>
                      <a:gd name="connsiteX2" fmla="*/ 7870 w 34021"/>
                      <a:gd name="connsiteY2" fmla="*/ 66087 h 74842"/>
                      <a:gd name="connsiteX3" fmla="*/ 7870 w 34021"/>
                      <a:gd name="connsiteY3" fmla="*/ 32144 h 74842"/>
                      <a:gd name="connsiteX4" fmla="*/ 0 w 34021"/>
                      <a:gd name="connsiteY4" fmla="*/ 32144 h 74842"/>
                      <a:gd name="connsiteX5" fmla="*/ 0 w 34021"/>
                      <a:gd name="connsiteY5" fmla="*/ 23628 h 74842"/>
                      <a:gd name="connsiteX6" fmla="*/ 7870 w 34021"/>
                      <a:gd name="connsiteY6" fmla="*/ 23628 h 74842"/>
                      <a:gd name="connsiteX7" fmla="*/ 7870 w 34021"/>
                      <a:gd name="connsiteY7" fmla="*/ 17631 h 74842"/>
                      <a:gd name="connsiteX8" fmla="*/ 12591 w 34021"/>
                      <a:gd name="connsiteY8" fmla="*/ 4618 h 74842"/>
                      <a:gd name="connsiteX9" fmla="*/ 25728 w 34021"/>
                      <a:gd name="connsiteY9" fmla="*/ 0 h 74842"/>
                      <a:gd name="connsiteX10" fmla="*/ 29904 w 34021"/>
                      <a:gd name="connsiteY10" fmla="*/ 300 h 74842"/>
                      <a:gd name="connsiteX11" fmla="*/ 34021 w 34021"/>
                      <a:gd name="connsiteY11" fmla="*/ 1079 h 74842"/>
                      <a:gd name="connsiteX12" fmla="*/ 32810 w 34021"/>
                      <a:gd name="connsiteY12" fmla="*/ 10015 h 74842"/>
                      <a:gd name="connsiteX13" fmla="*/ 30328 w 34021"/>
                      <a:gd name="connsiteY13" fmla="*/ 9595 h 74842"/>
                      <a:gd name="connsiteX14" fmla="*/ 27423 w 34021"/>
                      <a:gd name="connsiteY14" fmla="*/ 9415 h 74842"/>
                      <a:gd name="connsiteX15" fmla="*/ 21732 w 34021"/>
                      <a:gd name="connsiteY15" fmla="*/ 11514 h 74842"/>
                      <a:gd name="connsiteX16" fmla="*/ 19856 w 34021"/>
                      <a:gd name="connsiteY16" fmla="*/ 17571 h 74842"/>
                      <a:gd name="connsiteX17" fmla="*/ 19856 w 34021"/>
                      <a:gd name="connsiteY17" fmla="*/ 23568 h 74842"/>
                      <a:gd name="connsiteX18" fmla="*/ 31418 w 34021"/>
                      <a:gd name="connsiteY18" fmla="*/ 23568 h 74842"/>
                      <a:gd name="connsiteX19" fmla="*/ 31418 w 34021"/>
                      <a:gd name="connsiteY19" fmla="*/ 32084 h 74842"/>
                      <a:gd name="connsiteX20" fmla="*/ 19856 w 34021"/>
                      <a:gd name="connsiteY20" fmla="*/ 32084 h 74842"/>
                      <a:gd name="connsiteX21" fmla="*/ 19856 w 34021"/>
                      <a:gd name="connsiteY21" fmla="*/ 66027 h 74842"/>
                      <a:gd name="connsiteX22" fmla="*/ 28875 w 34021"/>
                      <a:gd name="connsiteY22" fmla="*/ 67466 h 74842"/>
                      <a:gd name="connsiteX23" fmla="*/ 28875 w 34021"/>
                      <a:gd name="connsiteY23" fmla="*/ 74783 h 74842"/>
                      <a:gd name="connsiteX24" fmla="*/ 666 w 34021"/>
                      <a:gd name="connsiteY24" fmla="*/ 74783 h 748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34021" h="74842">
                        <a:moveTo>
                          <a:pt x="666" y="74843"/>
                        </a:moveTo>
                        <a:lnTo>
                          <a:pt x="666" y="67526"/>
                        </a:lnTo>
                        <a:lnTo>
                          <a:pt x="7870" y="66087"/>
                        </a:lnTo>
                        <a:lnTo>
                          <a:pt x="7870" y="32144"/>
                        </a:lnTo>
                        <a:lnTo>
                          <a:pt x="0" y="32144"/>
                        </a:lnTo>
                        <a:lnTo>
                          <a:pt x="0" y="23628"/>
                        </a:lnTo>
                        <a:lnTo>
                          <a:pt x="7870" y="23628"/>
                        </a:lnTo>
                        <a:lnTo>
                          <a:pt x="7870" y="17631"/>
                        </a:lnTo>
                        <a:cubicBezTo>
                          <a:pt x="7870" y="11994"/>
                          <a:pt x="9444" y="7676"/>
                          <a:pt x="12591" y="4618"/>
                        </a:cubicBezTo>
                        <a:cubicBezTo>
                          <a:pt x="15739" y="1559"/>
                          <a:pt x="20098" y="0"/>
                          <a:pt x="25728" y="0"/>
                        </a:cubicBezTo>
                        <a:cubicBezTo>
                          <a:pt x="27059" y="0"/>
                          <a:pt x="28452" y="120"/>
                          <a:pt x="29904" y="300"/>
                        </a:cubicBezTo>
                        <a:cubicBezTo>
                          <a:pt x="31418" y="480"/>
                          <a:pt x="32750" y="780"/>
                          <a:pt x="34021" y="1079"/>
                        </a:cubicBezTo>
                        <a:lnTo>
                          <a:pt x="32810" y="10015"/>
                        </a:lnTo>
                        <a:cubicBezTo>
                          <a:pt x="32144" y="9835"/>
                          <a:pt x="31297" y="9715"/>
                          <a:pt x="30328" y="9595"/>
                        </a:cubicBezTo>
                        <a:cubicBezTo>
                          <a:pt x="29360" y="9475"/>
                          <a:pt x="28391" y="9415"/>
                          <a:pt x="27423" y="9415"/>
                        </a:cubicBezTo>
                        <a:cubicBezTo>
                          <a:pt x="24880" y="9415"/>
                          <a:pt x="22943" y="10135"/>
                          <a:pt x="21732" y="11514"/>
                        </a:cubicBezTo>
                        <a:cubicBezTo>
                          <a:pt x="20461" y="12894"/>
                          <a:pt x="19856" y="14933"/>
                          <a:pt x="19856" y="17571"/>
                        </a:cubicBezTo>
                        <a:lnTo>
                          <a:pt x="19856" y="23568"/>
                        </a:lnTo>
                        <a:lnTo>
                          <a:pt x="31418" y="23568"/>
                        </a:lnTo>
                        <a:lnTo>
                          <a:pt x="31418" y="32084"/>
                        </a:lnTo>
                        <a:lnTo>
                          <a:pt x="19856" y="32084"/>
                        </a:lnTo>
                        <a:lnTo>
                          <a:pt x="19856" y="66027"/>
                        </a:lnTo>
                        <a:lnTo>
                          <a:pt x="28875" y="67466"/>
                        </a:lnTo>
                        <a:lnTo>
                          <a:pt x="28875" y="74783"/>
                        </a:lnTo>
                        <a:lnTo>
                          <a:pt x="666" y="747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1" name="Freeform 162">
                    <a:extLst>
                      <a:ext uri="{FF2B5EF4-FFF2-40B4-BE49-F238E27FC236}">
                        <a16:creationId xmlns:a16="http://schemas.microsoft.com/office/drawing/2014/main" id="{3337F0C1-0FB8-BCBF-60B9-92BF70548094}"/>
                      </a:ext>
                    </a:extLst>
                  </p:cNvPr>
                  <p:cNvSpPr/>
                  <p:nvPr/>
                </p:nvSpPr>
                <p:spPr>
                  <a:xfrm>
                    <a:off x="2878082" y="336117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3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6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6" y="563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2" y="1139"/>
                          <a:pt x="36563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2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6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2" name="Freeform 163">
                    <a:extLst>
                      <a:ext uri="{FF2B5EF4-FFF2-40B4-BE49-F238E27FC236}">
                        <a16:creationId xmlns:a16="http://schemas.microsoft.com/office/drawing/2014/main" id="{18D8D3CA-6789-ACDA-0F23-B173C6C7DE6F}"/>
                      </a:ext>
                    </a:extLst>
                  </p:cNvPr>
                  <p:cNvSpPr/>
                  <p:nvPr/>
                </p:nvSpPr>
                <p:spPr>
                  <a:xfrm>
                    <a:off x="2932504" y="336057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2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2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9" name="Graphic 6">
                  <a:extLst>
                    <a:ext uri="{FF2B5EF4-FFF2-40B4-BE49-F238E27FC236}">
                      <a16:creationId xmlns:a16="http://schemas.microsoft.com/office/drawing/2014/main" id="{D0F82810-72B1-F42A-64EF-E0B819185087}"/>
                    </a:ext>
                  </a:extLst>
                </p:cNvPr>
                <p:cNvGrpSpPr/>
                <p:nvPr/>
              </p:nvGrpSpPr>
              <p:grpSpPr>
                <a:xfrm>
                  <a:off x="2094326" y="420855"/>
                  <a:ext cx="973657" cy="93673"/>
                  <a:chOff x="2094326" y="420855"/>
                  <a:chExt cx="973657" cy="93673"/>
                </a:xfrm>
                <a:solidFill>
                  <a:srgbClr val="585860"/>
                </a:solidFill>
              </p:grpSpPr>
              <p:sp>
                <p:nvSpPr>
                  <p:cNvPr id="20" name="Freeform 131">
                    <a:extLst>
                      <a:ext uri="{FF2B5EF4-FFF2-40B4-BE49-F238E27FC236}">
                        <a16:creationId xmlns:a16="http://schemas.microsoft.com/office/drawing/2014/main" id="{1D1196F2-5924-FB1F-769B-1F110618C7C9}"/>
                      </a:ext>
                    </a:extLst>
                  </p:cNvPr>
                  <p:cNvSpPr/>
                  <p:nvPr/>
                </p:nvSpPr>
                <p:spPr>
                  <a:xfrm>
                    <a:off x="2094326" y="424813"/>
                    <a:ext cx="54905" cy="70884"/>
                  </a:xfrm>
                  <a:custGeom>
                    <a:avLst/>
                    <a:gdLst>
                      <a:gd name="connsiteX0" fmla="*/ 32568 w 54905"/>
                      <a:gd name="connsiteY0" fmla="*/ 70885 h 70884"/>
                      <a:gd name="connsiteX1" fmla="*/ 15013 w 54905"/>
                      <a:gd name="connsiteY1" fmla="*/ 66567 h 70884"/>
                      <a:gd name="connsiteX2" fmla="*/ 3874 w 54905"/>
                      <a:gd name="connsiteY2" fmla="*/ 54453 h 70884"/>
                      <a:gd name="connsiteX3" fmla="*/ 0 w 54905"/>
                      <a:gd name="connsiteY3" fmla="*/ 36342 h 70884"/>
                      <a:gd name="connsiteX4" fmla="*/ 0 w 54905"/>
                      <a:gd name="connsiteY4" fmla="*/ 34603 h 70884"/>
                      <a:gd name="connsiteX5" fmla="*/ 3814 w 54905"/>
                      <a:gd name="connsiteY5" fmla="*/ 16732 h 70884"/>
                      <a:gd name="connsiteX6" fmla="*/ 14771 w 54905"/>
                      <a:gd name="connsiteY6" fmla="*/ 4498 h 70884"/>
                      <a:gd name="connsiteX7" fmla="*/ 31781 w 54905"/>
                      <a:gd name="connsiteY7" fmla="*/ 0 h 70884"/>
                      <a:gd name="connsiteX8" fmla="*/ 44615 w 54905"/>
                      <a:gd name="connsiteY8" fmla="*/ 2039 h 70884"/>
                      <a:gd name="connsiteX9" fmla="*/ 54906 w 54905"/>
                      <a:gd name="connsiteY9" fmla="*/ 7736 h 70884"/>
                      <a:gd name="connsiteX10" fmla="*/ 54906 w 54905"/>
                      <a:gd name="connsiteY10" fmla="*/ 23628 h 70884"/>
                      <a:gd name="connsiteX11" fmla="*/ 45765 w 54905"/>
                      <a:gd name="connsiteY11" fmla="*/ 23628 h 70884"/>
                      <a:gd name="connsiteX12" fmla="*/ 44494 w 54905"/>
                      <a:gd name="connsiteY12" fmla="*/ 12954 h 70884"/>
                      <a:gd name="connsiteX13" fmla="*/ 40983 w 54905"/>
                      <a:gd name="connsiteY13" fmla="*/ 11035 h 70884"/>
                      <a:gd name="connsiteX14" fmla="*/ 36806 w 54905"/>
                      <a:gd name="connsiteY14" fmla="*/ 9775 h 70884"/>
                      <a:gd name="connsiteX15" fmla="*/ 31842 w 54905"/>
                      <a:gd name="connsiteY15" fmla="*/ 9355 h 70884"/>
                      <a:gd name="connsiteX16" fmla="*/ 21127 w 54905"/>
                      <a:gd name="connsiteY16" fmla="*/ 12474 h 70884"/>
                      <a:gd name="connsiteX17" fmla="*/ 14347 w 54905"/>
                      <a:gd name="connsiteY17" fmla="*/ 21229 h 70884"/>
                      <a:gd name="connsiteX18" fmla="*/ 11986 w 54905"/>
                      <a:gd name="connsiteY18" fmla="*/ 34423 h 70884"/>
                      <a:gd name="connsiteX19" fmla="*/ 11986 w 54905"/>
                      <a:gd name="connsiteY19" fmla="*/ 36282 h 70884"/>
                      <a:gd name="connsiteX20" fmla="*/ 14468 w 54905"/>
                      <a:gd name="connsiteY20" fmla="*/ 49775 h 70884"/>
                      <a:gd name="connsiteX21" fmla="*/ 21611 w 54905"/>
                      <a:gd name="connsiteY21" fmla="*/ 58471 h 70884"/>
                      <a:gd name="connsiteX22" fmla="*/ 32750 w 54905"/>
                      <a:gd name="connsiteY22" fmla="*/ 61469 h 70884"/>
                      <a:gd name="connsiteX23" fmla="*/ 38985 w 54905"/>
                      <a:gd name="connsiteY23" fmla="*/ 60750 h 70884"/>
                      <a:gd name="connsiteX24" fmla="*/ 44433 w 54905"/>
                      <a:gd name="connsiteY24" fmla="*/ 58831 h 70884"/>
                      <a:gd name="connsiteX25" fmla="*/ 45704 w 54905"/>
                      <a:gd name="connsiteY25" fmla="*/ 49176 h 70884"/>
                      <a:gd name="connsiteX26" fmla="*/ 54785 w 54905"/>
                      <a:gd name="connsiteY26" fmla="*/ 49176 h 70884"/>
                      <a:gd name="connsiteX27" fmla="*/ 54785 w 54905"/>
                      <a:gd name="connsiteY27" fmla="*/ 65008 h 70884"/>
                      <a:gd name="connsiteX28" fmla="*/ 44978 w 54905"/>
                      <a:gd name="connsiteY28" fmla="*/ 69206 h 70884"/>
                      <a:gd name="connsiteX29" fmla="*/ 32508 w 54905"/>
                      <a:gd name="connsiteY29" fmla="*/ 70825 h 708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54905" h="70884">
                        <a:moveTo>
                          <a:pt x="32568" y="70885"/>
                        </a:moveTo>
                        <a:cubicBezTo>
                          <a:pt x="25728" y="70885"/>
                          <a:pt x="19856" y="69445"/>
                          <a:pt x="15013" y="66567"/>
                        </a:cubicBezTo>
                        <a:cubicBezTo>
                          <a:pt x="10170" y="63688"/>
                          <a:pt x="6417" y="59670"/>
                          <a:pt x="3874" y="54453"/>
                        </a:cubicBezTo>
                        <a:cubicBezTo>
                          <a:pt x="1332" y="49236"/>
                          <a:pt x="0" y="43239"/>
                          <a:pt x="0" y="36342"/>
                        </a:cubicBezTo>
                        <a:lnTo>
                          <a:pt x="0" y="34603"/>
                        </a:lnTo>
                        <a:cubicBezTo>
                          <a:pt x="0" y="27886"/>
                          <a:pt x="1271" y="21949"/>
                          <a:pt x="3814" y="16732"/>
                        </a:cubicBezTo>
                        <a:cubicBezTo>
                          <a:pt x="6356" y="11514"/>
                          <a:pt x="9988" y="7436"/>
                          <a:pt x="14771" y="4498"/>
                        </a:cubicBezTo>
                        <a:cubicBezTo>
                          <a:pt x="19493" y="1499"/>
                          <a:pt x="25183" y="0"/>
                          <a:pt x="31781" y="0"/>
                        </a:cubicBezTo>
                        <a:cubicBezTo>
                          <a:pt x="36382" y="0"/>
                          <a:pt x="40680" y="660"/>
                          <a:pt x="44615" y="2039"/>
                        </a:cubicBezTo>
                        <a:cubicBezTo>
                          <a:pt x="48550" y="3418"/>
                          <a:pt x="52000" y="5277"/>
                          <a:pt x="54906" y="7736"/>
                        </a:cubicBezTo>
                        <a:lnTo>
                          <a:pt x="54906" y="23628"/>
                        </a:lnTo>
                        <a:lnTo>
                          <a:pt x="45765" y="23628"/>
                        </a:lnTo>
                        <a:lnTo>
                          <a:pt x="44494" y="12954"/>
                        </a:lnTo>
                        <a:cubicBezTo>
                          <a:pt x="43465" y="12174"/>
                          <a:pt x="42254" y="11574"/>
                          <a:pt x="40983" y="11035"/>
                        </a:cubicBezTo>
                        <a:cubicBezTo>
                          <a:pt x="39711" y="10495"/>
                          <a:pt x="38319" y="10075"/>
                          <a:pt x="36806" y="9775"/>
                        </a:cubicBezTo>
                        <a:cubicBezTo>
                          <a:pt x="35292" y="9475"/>
                          <a:pt x="33658" y="9355"/>
                          <a:pt x="31842" y="9355"/>
                        </a:cubicBezTo>
                        <a:cubicBezTo>
                          <a:pt x="27665" y="9355"/>
                          <a:pt x="24093" y="10375"/>
                          <a:pt x="21127" y="12474"/>
                        </a:cubicBezTo>
                        <a:cubicBezTo>
                          <a:pt x="18161" y="14573"/>
                          <a:pt x="15860" y="17451"/>
                          <a:pt x="14347" y="21229"/>
                        </a:cubicBezTo>
                        <a:cubicBezTo>
                          <a:pt x="12773" y="25008"/>
                          <a:pt x="11986" y="29385"/>
                          <a:pt x="11986" y="34423"/>
                        </a:cubicBezTo>
                        <a:lnTo>
                          <a:pt x="11986" y="36282"/>
                        </a:lnTo>
                        <a:cubicBezTo>
                          <a:pt x="11986" y="41499"/>
                          <a:pt x="12834" y="45997"/>
                          <a:pt x="14468" y="49775"/>
                        </a:cubicBezTo>
                        <a:cubicBezTo>
                          <a:pt x="16103" y="53553"/>
                          <a:pt x="18524" y="56432"/>
                          <a:pt x="21611" y="58471"/>
                        </a:cubicBezTo>
                        <a:cubicBezTo>
                          <a:pt x="24699" y="60510"/>
                          <a:pt x="28452" y="61469"/>
                          <a:pt x="32750" y="61469"/>
                        </a:cubicBezTo>
                        <a:cubicBezTo>
                          <a:pt x="34868" y="61469"/>
                          <a:pt x="36927" y="61230"/>
                          <a:pt x="38985" y="60750"/>
                        </a:cubicBezTo>
                        <a:cubicBezTo>
                          <a:pt x="41043" y="60270"/>
                          <a:pt x="42859" y="59610"/>
                          <a:pt x="44433" y="58831"/>
                        </a:cubicBezTo>
                        <a:lnTo>
                          <a:pt x="45704" y="49176"/>
                        </a:lnTo>
                        <a:lnTo>
                          <a:pt x="54785" y="49176"/>
                        </a:lnTo>
                        <a:lnTo>
                          <a:pt x="54785" y="65008"/>
                        </a:lnTo>
                        <a:cubicBezTo>
                          <a:pt x="52121" y="66747"/>
                          <a:pt x="48852" y="68126"/>
                          <a:pt x="44978" y="69206"/>
                        </a:cubicBezTo>
                        <a:cubicBezTo>
                          <a:pt x="41104" y="70285"/>
                          <a:pt x="36927" y="70825"/>
                          <a:pt x="32508" y="70825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" name="Freeform 132">
                    <a:extLst>
                      <a:ext uri="{FF2B5EF4-FFF2-40B4-BE49-F238E27FC236}">
                        <a16:creationId xmlns:a16="http://schemas.microsoft.com/office/drawing/2014/main" id="{D33C9E2C-4F6D-5624-FDBC-B0B7FD355279}"/>
                      </a:ext>
                    </a:extLst>
                  </p:cNvPr>
                  <p:cNvSpPr/>
                  <p:nvPr/>
                </p:nvSpPr>
                <p:spPr>
                  <a:xfrm>
                    <a:off x="2157283" y="442564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4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6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6" y="557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2" y="1139"/>
                          <a:pt x="36564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2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7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2" name="Freeform 133">
                    <a:extLst>
                      <a:ext uri="{FF2B5EF4-FFF2-40B4-BE49-F238E27FC236}">
                        <a16:creationId xmlns:a16="http://schemas.microsoft.com/office/drawing/2014/main" id="{1B27BE60-160E-4AD4-C381-54CAEFD75D89}"/>
                      </a:ext>
                    </a:extLst>
                  </p:cNvPr>
                  <p:cNvSpPr/>
                  <p:nvPr/>
                </p:nvSpPr>
                <p:spPr>
                  <a:xfrm>
                    <a:off x="2211705" y="442504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2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2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" name="Freeform 134">
                    <a:extLst>
                      <a:ext uri="{FF2B5EF4-FFF2-40B4-BE49-F238E27FC236}">
                        <a16:creationId xmlns:a16="http://schemas.microsoft.com/office/drawing/2014/main" id="{3DF3719C-89E3-CC67-DA66-53AA001C9A39}"/>
                      </a:ext>
                    </a:extLst>
                  </p:cNvPr>
                  <p:cNvSpPr/>
                  <p:nvPr/>
                </p:nvSpPr>
                <p:spPr>
                  <a:xfrm>
                    <a:off x="2252082" y="442624"/>
                    <a:ext cx="53089" cy="71904"/>
                  </a:xfrm>
                  <a:custGeom>
                    <a:avLst/>
                    <a:gdLst>
                      <a:gd name="connsiteX0" fmla="*/ 605 w 53089"/>
                      <a:gd name="connsiteY0" fmla="*/ 71784 h 71904"/>
                      <a:gd name="connsiteX1" fmla="*/ 605 w 53089"/>
                      <a:gd name="connsiteY1" fmla="*/ 64468 h 71904"/>
                      <a:gd name="connsiteX2" fmla="*/ 7567 w 53089"/>
                      <a:gd name="connsiteY2" fmla="*/ 63029 h 71904"/>
                      <a:gd name="connsiteX3" fmla="*/ 7567 w 53089"/>
                      <a:gd name="connsiteY3" fmla="*/ 9655 h 71904"/>
                      <a:gd name="connsiteX4" fmla="*/ 0 w 53089"/>
                      <a:gd name="connsiteY4" fmla="*/ 8216 h 71904"/>
                      <a:gd name="connsiteX5" fmla="*/ 0 w 53089"/>
                      <a:gd name="connsiteY5" fmla="*/ 900 h 71904"/>
                      <a:gd name="connsiteX6" fmla="*/ 18403 w 53089"/>
                      <a:gd name="connsiteY6" fmla="*/ 900 h 71904"/>
                      <a:gd name="connsiteX7" fmla="*/ 19190 w 53089"/>
                      <a:gd name="connsiteY7" fmla="*/ 6957 h 71904"/>
                      <a:gd name="connsiteX8" fmla="*/ 25001 w 53089"/>
                      <a:gd name="connsiteY8" fmla="*/ 1799 h 71904"/>
                      <a:gd name="connsiteX9" fmla="*/ 33113 w 53089"/>
                      <a:gd name="connsiteY9" fmla="*/ 0 h 71904"/>
                      <a:gd name="connsiteX10" fmla="*/ 43888 w 53089"/>
                      <a:gd name="connsiteY10" fmla="*/ 3418 h 71904"/>
                      <a:gd name="connsiteX11" fmla="*/ 50729 w 53089"/>
                      <a:gd name="connsiteY11" fmla="*/ 12954 h 71904"/>
                      <a:gd name="connsiteX12" fmla="*/ 53090 w 53089"/>
                      <a:gd name="connsiteY12" fmla="*/ 27226 h 71904"/>
                      <a:gd name="connsiteX13" fmla="*/ 53090 w 53089"/>
                      <a:gd name="connsiteY13" fmla="*/ 28246 h 71904"/>
                      <a:gd name="connsiteX14" fmla="*/ 50729 w 53089"/>
                      <a:gd name="connsiteY14" fmla="*/ 41319 h 71904"/>
                      <a:gd name="connsiteX15" fmla="*/ 43888 w 53089"/>
                      <a:gd name="connsiteY15" fmla="*/ 50075 h 71904"/>
                      <a:gd name="connsiteX16" fmla="*/ 33113 w 53089"/>
                      <a:gd name="connsiteY16" fmla="*/ 53194 h 71904"/>
                      <a:gd name="connsiteX17" fmla="*/ 25304 w 53089"/>
                      <a:gd name="connsiteY17" fmla="*/ 51634 h 71904"/>
                      <a:gd name="connsiteX18" fmla="*/ 19553 w 53089"/>
                      <a:gd name="connsiteY18" fmla="*/ 47137 h 71904"/>
                      <a:gd name="connsiteX19" fmla="*/ 19553 w 53089"/>
                      <a:gd name="connsiteY19" fmla="*/ 63149 h 71904"/>
                      <a:gd name="connsiteX20" fmla="*/ 26938 w 53089"/>
                      <a:gd name="connsiteY20" fmla="*/ 64588 h 71904"/>
                      <a:gd name="connsiteX21" fmla="*/ 26938 w 53089"/>
                      <a:gd name="connsiteY21" fmla="*/ 71904 h 71904"/>
                      <a:gd name="connsiteX22" fmla="*/ 605 w 53089"/>
                      <a:gd name="connsiteY22" fmla="*/ 71904 h 71904"/>
                      <a:gd name="connsiteX23" fmla="*/ 29420 w 53089"/>
                      <a:gd name="connsiteY23" fmla="*/ 43898 h 71904"/>
                      <a:gd name="connsiteX24" fmla="*/ 38198 w 53089"/>
                      <a:gd name="connsiteY24" fmla="*/ 39580 h 71904"/>
                      <a:gd name="connsiteX25" fmla="*/ 41043 w 53089"/>
                      <a:gd name="connsiteY25" fmla="*/ 28126 h 71904"/>
                      <a:gd name="connsiteX26" fmla="*/ 41043 w 53089"/>
                      <a:gd name="connsiteY26" fmla="*/ 27107 h 71904"/>
                      <a:gd name="connsiteX27" fmla="*/ 39772 w 53089"/>
                      <a:gd name="connsiteY27" fmla="*/ 17811 h 71904"/>
                      <a:gd name="connsiteX28" fmla="*/ 35898 w 53089"/>
                      <a:gd name="connsiteY28" fmla="*/ 11574 h 71904"/>
                      <a:gd name="connsiteX29" fmla="*/ 29360 w 53089"/>
                      <a:gd name="connsiteY29" fmla="*/ 9355 h 71904"/>
                      <a:gd name="connsiteX30" fmla="*/ 23548 w 53089"/>
                      <a:gd name="connsiteY30" fmla="*/ 10855 h 71904"/>
                      <a:gd name="connsiteX31" fmla="*/ 19553 w 53089"/>
                      <a:gd name="connsiteY31" fmla="*/ 15053 h 71904"/>
                      <a:gd name="connsiteX32" fmla="*/ 19553 w 53089"/>
                      <a:gd name="connsiteY32" fmla="*/ 38501 h 71904"/>
                      <a:gd name="connsiteX33" fmla="*/ 23488 w 53089"/>
                      <a:gd name="connsiteY33" fmla="*/ 42519 h 71904"/>
                      <a:gd name="connsiteX34" fmla="*/ 29420 w 53089"/>
                      <a:gd name="connsiteY34" fmla="*/ 43898 h 719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53089" h="71904">
                        <a:moveTo>
                          <a:pt x="605" y="71784"/>
                        </a:moveTo>
                        <a:lnTo>
                          <a:pt x="605" y="64468"/>
                        </a:lnTo>
                        <a:lnTo>
                          <a:pt x="7567" y="63029"/>
                        </a:lnTo>
                        <a:lnTo>
                          <a:pt x="7567" y="9655"/>
                        </a:lnTo>
                        <a:lnTo>
                          <a:pt x="0" y="8216"/>
                        </a:lnTo>
                        <a:lnTo>
                          <a:pt x="0" y="900"/>
                        </a:lnTo>
                        <a:lnTo>
                          <a:pt x="18403" y="900"/>
                        </a:lnTo>
                        <a:lnTo>
                          <a:pt x="19190" y="6957"/>
                        </a:lnTo>
                        <a:cubicBezTo>
                          <a:pt x="20764" y="4738"/>
                          <a:pt x="22701" y="2999"/>
                          <a:pt x="25001" y="1799"/>
                        </a:cubicBezTo>
                        <a:cubicBezTo>
                          <a:pt x="27302" y="600"/>
                          <a:pt x="30026" y="0"/>
                          <a:pt x="33113" y="0"/>
                        </a:cubicBezTo>
                        <a:cubicBezTo>
                          <a:pt x="37290" y="0"/>
                          <a:pt x="40922" y="1139"/>
                          <a:pt x="43888" y="3418"/>
                        </a:cubicBezTo>
                        <a:cubicBezTo>
                          <a:pt x="46855" y="5697"/>
                          <a:pt x="49155" y="8876"/>
                          <a:pt x="50729" y="12954"/>
                        </a:cubicBezTo>
                        <a:cubicBezTo>
                          <a:pt x="52303" y="17032"/>
                          <a:pt x="53090" y="21769"/>
                          <a:pt x="53090" y="27226"/>
                        </a:cubicBezTo>
                        <a:lnTo>
                          <a:pt x="53090" y="28246"/>
                        </a:lnTo>
                        <a:cubicBezTo>
                          <a:pt x="53090" y="33223"/>
                          <a:pt x="52303" y="37601"/>
                          <a:pt x="50729" y="41319"/>
                        </a:cubicBezTo>
                        <a:cubicBezTo>
                          <a:pt x="49155" y="45038"/>
                          <a:pt x="46855" y="47976"/>
                          <a:pt x="43888" y="50075"/>
                        </a:cubicBezTo>
                        <a:cubicBezTo>
                          <a:pt x="40922" y="52174"/>
                          <a:pt x="37350" y="53194"/>
                          <a:pt x="33113" y="53194"/>
                        </a:cubicBezTo>
                        <a:cubicBezTo>
                          <a:pt x="30147" y="53194"/>
                          <a:pt x="27544" y="52654"/>
                          <a:pt x="25304" y="51634"/>
                        </a:cubicBezTo>
                        <a:cubicBezTo>
                          <a:pt x="23064" y="50615"/>
                          <a:pt x="21188" y="49116"/>
                          <a:pt x="19553" y="47137"/>
                        </a:cubicBezTo>
                        <a:lnTo>
                          <a:pt x="19553" y="63149"/>
                        </a:lnTo>
                        <a:lnTo>
                          <a:pt x="26938" y="64588"/>
                        </a:lnTo>
                        <a:lnTo>
                          <a:pt x="26938" y="71904"/>
                        </a:lnTo>
                        <a:lnTo>
                          <a:pt x="605" y="71904"/>
                        </a:lnTo>
                        <a:close/>
                        <a:moveTo>
                          <a:pt x="29420" y="43898"/>
                        </a:moveTo>
                        <a:cubicBezTo>
                          <a:pt x="33355" y="43898"/>
                          <a:pt x="36261" y="42459"/>
                          <a:pt x="38198" y="39580"/>
                        </a:cubicBezTo>
                        <a:cubicBezTo>
                          <a:pt x="40075" y="36702"/>
                          <a:pt x="41043" y="32864"/>
                          <a:pt x="41043" y="28126"/>
                        </a:cubicBezTo>
                        <a:lnTo>
                          <a:pt x="41043" y="27107"/>
                        </a:lnTo>
                        <a:cubicBezTo>
                          <a:pt x="41043" y="23568"/>
                          <a:pt x="40619" y="20450"/>
                          <a:pt x="39772" y="17811"/>
                        </a:cubicBezTo>
                        <a:cubicBezTo>
                          <a:pt x="38924" y="15172"/>
                          <a:pt x="37653" y="13074"/>
                          <a:pt x="35898" y="11574"/>
                        </a:cubicBezTo>
                        <a:cubicBezTo>
                          <a:pt x="34142" y="10075"/>
                          <a:pt x="31963" y="9355"/>
                          <a:pt x="29360" y="9355"/>
                        </a:cubicBezTo>
                        <a:cubicBezTo>
                          <a:pt x="27120" y="9355"/>
                          <a:pt x="25183" y="9835"/>
                          <a:pt x="23548" y="10855"/>
                        </a:cubicBezTo>
                        <a:cubicBezTo>
                          <a:pt x="21914" y="11874"/>
                          <a:pt x="20582" y="13253"/>
                          <a:pt x="19553" y="15053"/>
                        </a:cubicBezTo>
                        <a:lnTo>
                          <a:pt x="19553" y="38501"/>
                        </a:lnTo>
                        <a:cubicBezTo>
                          <a:pt x="20582" y="40240"/>
                          <a:pt x="21914" y="41559"/>
                          <a:pt x="23488" y="42519"/>
                        </a:cubicBezTo>
                        <a:cubicBezTo>
                          <a:pt x="25122" y="43478"/>
                          <a:pt x="27059" y="43898"/>
                          <a:pt x="29420" y="4389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4" name="Freeform 135">
                    <a:extLst>
                      <a:ext uri="{FF2B5EF4-FFF2-40B4-BE49-F238E27FC236}">
                        <a16:creationId xmlns:a16="http://schemas.microsoft.com/office/drawing/2014/main" id="{7718A8B1-1CBD-4D59-251A-79D8AE988D2F}"/>
                      </a:ext>
                    </a:extLst>
                  </p:cNvPr>
                  <p:cNvSpPr/>
                  <p:nvPr/>
                </p:nvSpPr>
                <p:spPr>
                  <a:xfrm>
                    <a:off x="2313284" y="442564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4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7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7" y="557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3" y="1139"/>
                          <a:pt x="36564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3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7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5" name="Freeform 136">
                    <a:extLst>
                      <a:ext uri="{FF2B5EF4-FFF2-40B4-BE49-F238E27FC236}">
                        <a16:creationId xmlns:a16="http://schemas.microsoft.com/office/drawing/2014/main" id="{7CE87AB5-C103-AFBC-AF0E-ED9A1AEC5D38}"/>
                      </a:ext>
                    </a:extLst>
                  </p:cNvPr>
                  <p:cNvSpPr/>
                  <p:nvPr/>
                </p:nvSpPr>
                <p:spPr>
                  <a:xfrm>
                    <a:off x="2367705" y="442504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1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1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" name="Freeform 137">
                    <a:extLst>
                      <a:ext uri="{FF2B5EF4-FFF2-40B4-BE49-F238E27FC236}">
                        <a16:creationId xmlns:a16="http://schemas.microsoft.com/office/drawing/2014/main" id="{B40E279A-7001-E1E4-49DD-8C86061BE69C}"/>
                      </a:ext>
                    </a:extLst>
                  </p:cNvPr>
                  <p:cNvSpPr/>
                  <p:nvPr/>
                </p:nvSpPr>
                <p:spPr>
                  <a:xfrm>
                    <a:off x="2409112" y="442564"/>
                    <a:ext cx="48247" cy="53133"/>
                  </a:xfrm>
                  <a:custGeom>
                    <a:avLst/>
                    <a:gdLst>
                      <a:gd name="connsiteX0" fmla="*/ 16708 w 48247"/>
                      <a:gd name="connsiteY0" fmla="*/ 53134 h 53133"/>
                      <a:gd name="connsiteX1" fmla="*/ 4419 w 48247"/>
                      <a:gd name="connsiteY1" fmla="*/ 49116 h 53133"/>
                      <a:gd name="connsiteX2" fmla="*/ 0 w 48247"/>
                      <a:gd name="connsiteY2" fmla="*/ 38021 h 53133"/>
                      <a:gd name="connsiteX3" fmla="*/ 2664 w 48247"/>
                      <a:gd name="connsiteY3" fmla="*/ 29565 h 53133"/>
                      <a:gd name="connsiteX4" fmla="*/ 10473 w 48247"/>
                      <a:gd name="connsiteY4" fmla="*/ 23868 h 53133"/>
                      <a:gd name="connsiteX5" fmla="*/ 23004 w 48247"/>
                      <a:gd name="connsiteY5" fmla="*/ 21829 h 53133"/>
                      <a:gd name="connsiteX6" fmla="*/ 30873 w 48247"/>
                      <a:gd name="connsiteY6" fmla="*/ 21829 h 53133"/>
                      <a:gd name="connsiteX7" fmla="*/ 30873 w 48247"/>
                      <a:gd name="connsiteY7" fmla="*/ 17511 h 53133"/>
                      <a:gd name="connsiteX8" fmla="*/ 28391 w 48247"/>
                      <a:gd name="connsiteY8" fmla="*/ 11035 h 53133"/>
                      <a:gd name="connsiteX9" fmla="*/ 21248 w 48247"/>
                      <a:gd name="connsiteY9" fmla="*/ 8636 h 53133"/>
                      <a:gd name="connsiteX10" fmla="*/ 16526 w 48247"/>
                      <a:gd name="connsiteY10" fmla="*/ 9295 h 53133"/>
                      <a:gd name="connsiteX11" fmla="*/ 12834 w 48247"/>
                      <a:gd name="connsiteY11" fmla="*/ 11094 h 53133"/>
                      <a:gd name="connsiteX12" fmla="*/ 11744 w 48247"/>
                      <a:gd name="connsiteY12" fmla="*/ 17991 h 53133"/>
                      <a:gd name="connsiteX13" fmla="*/ 2906 w 48247"/>
                      <a:gd name="connsiteY13" fmla="*/ 17991 h 53133"/>
                      <a:gd name="connsiteX14" fmla="*/ 2785 w 48247"/>
                      <a:gd name="connsiteY14" fmla="*/ 5337 h 53133"/>
                      <a:gd name="connsiteX15" fmla="*/ 11260 w 48247"/>
                      <a:gd name="connsiteY15" fmla="*/ 1439 h 53133"/>
                      <a:gd name="connsiteX16" fmla="*/ 21672 w 48247"/>
                      <a:gd name="connsiteY16" fmla="*/ 0 h 53133"/>
                      <a:gd name="connsiteX17" fmla="*/ 37169 w 48247"/>
                      <a:gd name="connsiteY17" fmla="*/ 4558 h 53133"/>
                      <a:gd name="connsiteX18" fmla="*/ 42859 w 48247"/>
                      <a:gd name="connsiteY18" fmla="*/ 17631 h 53133"/>
                      <a:gd name="connsiteX19" fmla="*/ 42859 w 48247"/>
                      <a:gd name="connsiteY19" fmla="*/ 40180 h 53133"/>
                      <a:gd name="connsiteX20" fmla="*/ 42859 w 48247"/>
                      <a:gd name="connsiteY20" fmla="*/ 42219 h 53133"/>
                      <a:gd name="connsiteX21" fmla="*/ 42980 w 48247"/>
                      <a:gd name="connsiteY21" fmla="*/ 44138 h 53133"/>
                      <a:gd name="connsiteX22" fmla="*/ 48247 w 48247"/>
                      <a:gd name="connsiteY22" fmla="*/ 44798 h 53133"/>
                      <a:gd name="connsiteX23" fmla="*/ 48247 w 48247"/>
                      <a:gd name="connsiteY23" fmla="*/ 52114 h 53133"/>
                      <a:gd name="connsiteX24" fmla="*/ 32508 w 48247"/>
                      <a:gd name="connsiteY24" fmla="*/ 52114 h 53133"/>
                      <a:gd name="connsiteX25" fmla="*/ 31600 w 48247"/>
                      <a:gd name="connsiteY25" fmla="*/ 48876 h 53133"/>
                      <a:gd name="connsiteX26" fmla="*/ 30994 w 48247"/>
                      <a:gd name="connsiteY26" fmla="*/ 45757 h 53133"/>
                      <a:gd name="connsiteX27" fmla="*/ 24759 w 48247"/>
                      <a:gd name="connsiteY27" fmla="*/ 51035 h 53133"/>
                      <a:gd name="connsiteX28" fmla="*/ 16526 w 48247"/>
                      <a:gd name="connsiteY28" fmla="*/ 53074 h 53133"/>
                      <a:gd name="connsiteX29" fmla="*/ 19432 w 48247"/>
                      <a:gd name="connsiteY29" fmla="*/ 43898 h 53133"/>
                      <a:gd name="connsiteX30" fmla="*/ 26212 w 48247"/>
                      <a:gd name="connsiteY30" fmla="*/ 42219 h 53133"/>
                      <a:gd name="connsiteX31" fmla="*/ 30934 w 48247"/>
                      <a:gd name="connsiteY31" fmla="*/ 37961 h 53133"/>
                      <a:gd name="connsiteX32" fmla="*/ 30934 w 48247"/>
                      <a:gd name="connsiteY32" fmla="*/ 29385 h 53133"/>
                      <a:gd name="connsiteX33" fmla="*/ 22883 w 48247"/>
                      <a:gd name="connsiteY33" fmla="*/ 29385 h 53133"/>
                      <a:gd name="connsiteX34" fmla="*/ 14710 w 48247"/>
                      <a:gd name="connsiteY34" fmla="*/ 31844 h 53133"/>
                      <a:gd name="connsiteX35" fmla="*/ 11986 w 48247"/>
                      <a:gd name="connsiteY35" fmla="*/ 37661 h 53133"/>
                      <a:gd name="connsiteX36" fmla="*/ 13923 w 48247"/>
                      <a:gd name="connsiteY36" fmla="*/ 42279 h 53133"/>
                      <a:gd name="connsiteX37" fmla="*/ 19432 w 48247"/>
                      <a:gd name="connsiteY37" fmla="*/ 4389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48247" h="53133">
                        <a:moveTo>
                          <a:pt x="16708" y="53134"/>
                        </a:moveTo>
                        <a:cubicBezTo>
                          <a:pt x="11441" y="53134"/>
                          <a:pt x="7385" y="51814"/>
                          <a:pt x="4419" y="49116"/>
                        </a:cubicBezTo>
                        <a:cubicBezTo>
                          <a:pt x="1513" y="46417"/>
                          <a:pt x="0" y="42759"/>
                          <a:pt x="0" y="38021"/>
                        </a:cubicBezTo>
                        <a:cubicBezTo>
                          <a:pt x="0" y="34783"/>
                          <a:pt x="908" y="31964"/>
                          <a:pt x="2664" y="29565"/>
                        </a:cubicBezTo>
                        <a:cubicBezTo>
                          <a:pt x="4419" y="27166"/>
                          <a:pt x="7083" y="25247"/>
                          <a:pt x="10473" y="23868"/>
                        </a:cubicBezTo>
                        <a:cubicBezTo>
                          <a:pt x="13923" y="22489"/>
                          <a:pt x="18100" y="21829"/>
                          <a:pt x="23004" y="21829"/>
                        </a:cubicBezTo>
                        <a:lnTo>
                          <a:pt x="30873" y="21829"/>
                        </a:lnTo>
                        <a:lnTo>
                          <a:pt x="30873" y="17511"/>
                        </a:lnTo>
                        <a:cubicBezTo>
                          <a:pt x="30873" y="14813"/>
                          <a:pt x="30026" y="12654"/>
                          <a:pt x="28391" y="11035"/>
                        </a:cubicBezTo>
                        <a:cubicBezTo>
                          <a:pt x="26757" y="9415"/>
                          <a:pt x="24396" y="8636"/>
                          <a:pt x="21248" y="8636"/>
                        </a:cubicBezTo>
                        <a:cubicBezTo>
                          <a:pt x="19493" y="8636"/>
                          <a:pt x="17919" y="8876"/>
                          <a:pt x="16526" y="9295"/>
                        </a:cubicBezTo>
                        <a:cubicBezTo>
                          <a:pt x="15134" y="9715"/>
                          <a:pt x="13923" y="10315"/>
                          <a:pt x="12834" y="11094"/>
                        </a:cubicBezTo>
                        <a:lnTo>
                          <a:pt x="11744" y="17991"/>
                        </a:lnTo>
                        <a:lnTo>
                          <a:pt x="2906" y="17991"/>
                        </a:lnTo>
                        <a:lnTo>
                          <a:pt x="2785" y="5337"/>
                        </a:lnTo>
                        <a:cubicBezTo>
                          <a:pt x="5327" y="3718"/>
                          <a:pt x="8172" y="2399"/>
                          <a:pt x="11260" y="1439"/>
                        </a:cubicBezTo>
                        <a:cubicBezTo>
                          <a:pt x="14408" y="480"/>
                          <a:pt x="17858" y="0"/>
                          <a:pt x="21672" y="0"/>
                        </a:cubicBezTo>
                        <a:cubicBezTo>
                          <a:pt x="28210" y="0"/>
                          <a:pt x="33416" y="1499"/>
                          <a:pt x="37169" y="4558"/>
                        </a:cubicBezTo>
                        <a:cubicBezTo>
                          <a:pt x="40922" y="7616"/>
                          <a:pt x="42859" y="11934"/>
                          <a:pt x="42859" y="17631"/>
                        </a:cubicBezTo>
                        <a:lnTo>
                          <a:pt x="42859" y="40180"/>
                        </a:lnTo>
                        <a:cubicBezTo>
                          <a:pt x="42859" y="40900"/>
                          <a:pt x="42859" y="41559"/>
                          <a:pt x="42859" y="42219"/>
                        </a:cubicBezTo>
                        <a:cubicBezTo>
                          <a:pt x="42859" y="42879"/>
                          <a:pt x="42859" y="43538"/>
                          <a:pt x="42980" y="44138"/>
                        </a:cubicBezTo>
                        <a:lnTo>
                          <a:pt x="48247" y="44798"/>
                        </a:lnTo>
                        <a:lnTo>
                          <a:pt x="48247" y="52114"/>
                        </a:lnTo>
                        <a:lnTo>
                          <a:pt x="32508" y="52114"/>
                        </a:lnTo>
                        <a:cubicBezTo>
                          <a:pt x="32205" y="51035"/>
                          <a:pt x="31902" y="49955"/>
                          <a:pt x="31600" y="48876"/>
                        </a:cubicBezTo>
                        <a:cubicBezTo>
                          <a:pt x="31297" y="47796"/>
                          <a:pt x="31115" y="46777"/>
                          <a:pt x="30994" y="45757"/>
                        </a:cubicBezTo>
                        <a:cubicBezTo>
                          <a:pt x="29299" y="47916"/>
                          <a:pt x="27180" y="49655"/>
                          <a:pt x="24759" y="51035"/>
                        </a:cubicBezTo>
                        <a:cubicBezTo>
                          <a:pt x="22338" y="52414"/>
                          <a:pt x="19553" y="53074"/>
                          <a:pt x="16526" y="53074"/>
                        </a:cubicBezTo>
                        <a:close/>
                        <a:moveTo>
                          <a:pt x="19432" y="43898"/>
                        </a:moveTo>
                        <a:cubicBezTo>
                          <a:pt x="21853" y="43898"/>
                          <a:pt x="24093" y="43358"/>
                          <a:pt x="26212" y="42219"/>
                        </a:cubicBezTo>
                        <a:cubicBezTo>
                          <a:pt x="28331" y="41080"/>
                          <a:pt x="29905" y="39700"/>
                          <a:pt x="30934" y="37961"/>
                        </a:cubicBezTo>
                        <a:lnTo>
                          <a:pt x="30934" y="29385"/>
                        </a:lnTo>
                        <a:lnTo>
                          <a:pt x="22883" y="29385"/>
                        </a:lnTo>
                        <a:cubicBezTo>
                          <a:pt x="19311" y="29385"/>
                          <a:pt x="16587" y="30225"/>
                          <a:pt x="14710" y="31844"/>
                        </a:cubicBezTo>
                        <a:cubicBezTo>
                          <a:pt x="12834" y="33463"/>
                          <a:pt x="11986" y="35442"/>
                          <a:pt x="11986" y="37661"/>
                        </a:cubicBezTo>
                        <a:cubicBezTo>
                          <a:pt x="11986" y="39640"/>
                          <a:pt x="12652" y="41200"/>
                          <a:pt x="13923" y="42279"/>
                        </a:cubicBezTo>
                        <a:cubicBezTo>
                          <a:pt x="15194" y="43358"/>
                          <a:pt x="17011" y="43898"/>
                          <a:pt x="19432" y="4389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7" name="Freeform 138">
                    <a:extLst>
                      <a:ext uri="{FF2B5EF4-FFF2-40B4-BE49-F238E27FC236}">
                        <a16:creationId xmlns:a16="http://schemas.microsoft.com/office/drawing/2014/main" id="{A45B03ED-D080-89A2-2A77-6F06F970897F}"/>
                      </a:ext>
                    </a:extLst>
                  </p:cNvPr>
                  <p:cNvSpPr/>
                  <p:nvPr/>
                </p:nvSpPr>
                <p:spPr>
                  <a:xfrm>
                    <a:off x="2460265" y="431110"/>
                    <a:ext cx="31478" cy="64527"/>
                  </a:xfrm>
                  <a:custGeom>
                    <a:avLst/>
                    <a:gdLst>
                      <a:gd name="connsiteX0" fmla="*/ 21551 w 31478"/>
                      <a:gd name="connsiteY0" fmla="*/ 64528 h 64527"/>
                      <a:gd name="connsiteX1" fmla="*/ 11260 w 31478"/>
                      <a:gd name="connsiteY1" fmla="*/ 60870 h 64527"/>
                      <a:gd name="connsiteX2" fmla="*/ 7567 w 31478"/>
                      <a:gd name="connsiteY2" fmla="*/ 49176 h 64527"/>
                      <a:gd name="connsiteX3" fmla="*/ 7567 w 31478"/>
                      <a:gd name="connsiteY3" fmla="*/ 20990 h 64527"/>
                      <a:gd name="connsiteX4" fmla="*/ 0 w 31478"/>
                      <a:gd name="connsiteY4" fmla="*/ 20990 h 64527"/>
                      <a:gd name="connsiteX5" fmla="*/ 0 w 31478"/>
                      <a:gd name="connsiteY5" fmla="*/ 12474 h 64527"/>
                      <a:gd name="connsiteX6" fmla="*/ 7567 w 31478"/>
                      <a:gd name="connsiteY6" fmla="*/ 12474 h 64527"/>
                      <a:gd name="connsiteX7" fmla="*/ 7567 w 31478"/>
                      <a:gd name="connsiteY7" fmla="*/ 0 h 64527"/>
                      <a:gd name="connsiteX8" fmla="*/ 19553 w 31478"/>
                      <a:gd name="connsiteY8" fmla="*/ 0 h 64527"/>
                      <a:gd name="connsiteX9" fmla="*/ 19553 w 31478"/>
                      <a:gd name="connsiteY9" fmla="*/ 12474 h 64527"/>
                      <a:gd name="connsiteX10" fmla="*/ 29784 w 31478"/>
                      <a:gd name="connsiteY10" fmla="*/ 12474 h 64527"/>
                      <a:gd name="connsiteX11" fmla="*/ 29784 w 31478"/>
                      <a:gd name="connsiteY11" fmla="*/ 20990 h 64527"/>
                      <a:gd name="connsiteX12" fmla="*/ 19553 w 31478"/>
                      <a:gd name="connsiteY12" fmla="*/ 20990 h 64527"/>
                      <a:gd name="connsiteX13" fmla="*/ 19553 w 31478"/>
                      <a:gd name="connsiteY13" fmla="*/ 49176 h 64527"/>
                      <a:gd name="connsiteX14" fmla="*/ 20885 w 31478"/>
                      <a:gd name="connsiteY14" fmla="*/ 53913 h 64527"/>
                      <a:gd name="connsiteX15" fmla="*/ 24578 w 31478"/>
                      <a:gd name="connsiteY15" fmla="*/ 55412 h 64527"/>
                      <a:gd name="connsiteX16" fmla="*/ 27544 w 31478"/>
                      <a:gd name="connsiteY16" fmla="*/ 55173 h 64527"/>
                      <a:gd name="connsiteX17" fmla="*/ 30207 w 31478"/>
                      <a:gd name="connsiteY17" fmla="*/ 54693 h 64527"/>
                      <a:gd name="connsiteX18" fmla="*/ 31479 w 31478"/>
                      <a:gd name="connsiteY18" fmla="*/ 63089 h 64527"/>
                      <a:gd name="connsiteX19" fmla="*/ 26696 w 31478"/>
                      <a:gd name="connsiteY19" fmla="*/ 64108 h 64527"/>
                      <a:gd name="connsiteX20" fmla="*/ 21490 w 31478"/>
                      <a:gd name="connsiteY20" fmla="*/ 64528 h 645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1478" h="64527">
                        <a:moveTo>
                          <a:pt x="21551" y="64528"/>
                        </a:moveTo>
                        <a:cubicBezTo>
                          <a:pt x="17132" y="64528"/>
                          <a:pt x="13742" y="63329"/>
                          <a:pt x="11260" y="60870"/>
                        </a:cubicBezTo>
                        <a:cubicBezTo>
                          <a:pt x="8778" y="58411"/>
                          <a:pt x="7567" y="54513"/>
                          <a:pt x="7567" y="49176"/>
                        </a:cubicBezTo>
                        <a:lnTo>
                          <a:pt x="7567" y="20990"/>
                        </a:lnTo>
                        <a:lnTo>
                          <a:pt x="0" y="20990"/>
                        </a:lnTo>
                        <a:lnTo>
                          <a:pt x="0" y="12474"/>
                        </a:lnTo>
                        <a:lnTo>
                          <a:pt x="7567" y="12474"/>
                        </a:lnTo>
                        <a:lnTo>
                          <a:pt x="7567" y="0"/>
                        </a:lnTo>
                        <a:lnTo>
                          <a:pt x="19553" y="0"/>
                        </a:lnTo>
                        <a:lnTo>
                          <a:pt x="19553" y="12474"/>
                        </a:lnTo>
                        <a:lnTo>
                          <a:pt x="29784" y="12474"/>
                        </a:lnTo>
                        <a:lnTo>
                          <a:pt x="29784" y="20990"/>
                        </a:lnTo>
                        <a:lnTo>
                          <a:pt x="19553" y="20990"/>
                        </a:lnTo>
                        <a:lnTo>
                          <a:pt x="19553" y="49176"/>
                        </a:lnTo>
                        <a:cubicBezTo>
                          <a:pt x="19553" y="51334"/>
                          <a:pt x="19977" y="52954"/>
                          <a:pt x="20885" y="53913"/>
                        </a:cubicBezTo>
                        <a:cubicBezTo>
                          <a:pt x="21793" y="54933"/>
                          <a:pt x="23004" y="55412"/>
                          <a:pt x="24578" y="55412"/>
                        </a:cubicBezTo>
                        <a:cubicBezTo>
                          <a:pt x="25486" y="55412"/>
                          <a:pt x="26454" y="55352"/>
                          <a:pt x="27544" y="55173"/>
                        </a:cubicBezTo>
                        <a:cubicBezTo>
                          <a:pt x="28633" y="54993"/>
                          <a:pt x="29541" y="54873"/>
                          <a:pt x="30207" y="54693"/>
                        </a:cubicBezTo>
                        <a:lnTo>
                          <a:pt x="31479" y="63089"/>
                        </a:lnTo>
                        <a:cubicBezTo>
                          <a:pt x="30086" y="63508"/>
                          <a:pt x="28452" y="63868"/>
                          <a:pt x="26696" y="64108"/>
                        </a:cubicBezTo>
                        <a:cubicBezTo>
                          <a:pt x="24880" y="64408"/>
                          <a:pt x="23185" y="64528"/>
                          <a:pt x="21490" y="6452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8" name="Freeform 139">
                    <a:extLst>
                      <a:ext uri="{FF2B5EF4-FFF2-40B4-BE49-F238E27FC236}">
                        <a16:creationId xmlns:a16="http://schemas.microsoft.com/office/drawing/2014/main" id="{1AFC598A-1EE9-534D-4F0F-8898A5506369}"/>
                      </a:ext>
                    </a:extLst>
                  </p:cNvPr>
                  <p:cNvSpPr/>
                  <p:nvPr/>
                </p:nvSpPr>
                <p:spPr>
                  <a:xfrm>
                    <a:off x="2496465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591 w 44191"/>
                      <a:gd name="connsiteY22" fmla="*/ 21589 h 53193"/>
                      <a:gd name="connsiteX23" fmla="*/ 32629 w 44191"/>
                      <a:gd name="connsiteY23" fmla="*/ 21589 h 53193"/>
                      <a:gd name="connsiteX24" fmla="*/ 32629 w 44191"/>
                      <a:gd name="connsiteY24" fmla="*/ 20330 h 53193"/>
                      <a:gd name="connsiteX25" fmla="*/ 31600 w 44191"/>
                      <a:gd name="connsiteY25" fmla="*/ 14453 h 53193"/>
                      <a:gd name="connsiteX26" fmla="*/ 28391 w 44191"/>
                      <a:gd name="connsiteY26" fmla="*/ 10495 h 53193"/>
                      <a:gd name="connsiteX27" fmla="*/ 22883 w 44191"/>
                      <a:gd name="connsiteY27" fmla="*/ 9056 h 53193"/>
                      <a:gd name="connsiteX28" fmla="*/ 17798 w 44191"/>
                      <a:gd name="connsiteY28" fmla="*/ 10675 h 53193"/>
                      <a:gd name="connsiteX29" fmla="*/ 14286 w 44191"/>
                      <a:gd name="connsiteY29" fmla="*/ 15053 h 53193"/>
                      <a:gd name="connsiteX30" fmla="*/ 12470 w 44191"/>
                      <a:gd name="connsiteY30" fmla="*/ 21349 h 53193"/>
                      <a:gd name="connsiteX31" fmla="*/ 12591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591" y="21589"/>
                        </a:moveTo>
                        <a:lnTo>
                          <a:pt x="32629" y="21589"/>
                        </a:lnTo>
                        <a:lnTo>
                          <a:pt x="32629" y="20330"/>
                        </a:lnTo>
                        <a:cubicBezTo>
                          <a:pt x="32629" y="18111"/>
                          <a:pt x="32265" y="16132"/>
                          <a:pt x="31600" y="14453"/>
                        </a:cubicBezTo>
                        <a:cubicBezTo>
                          <a:pt x="30934" y="12774"/>
                          <a:pt x="29844" y="11454"/>
                          <a:pt x="28391" y="10495"/>
                        </a:cubicBezTo>
                        <a:cubicBezTo>
                          <a:pt x="26938" y="9535"/>
                          <a:pt x="25122" y="9056"/>
                          <a:pt x="22883" y="9056"/>
                        </a:cubicBezTo>
                        <a:cubicBezTo>
                          <a:pt x="20945" y="9056"/>
                          <a:pt x="19250" y="9595"/>
                          <a:pt x="17798" y="10675"/>
                        </a:cubicBezTo>
                        <a:cubicBezTo>
                          <a:pt x="16345" y="11754"/>
                          <a:pt x="15134" y="13193"/>
                          <a:pt x="14286" y="15053"/>
                        </a:cubicBezTo>
                        <a:cubicBezTo>
                          <a:pt x="13439" y="16912"/>
                          <a:pt x="12834" y="19011"/>
                          <a:pt x="12470" y="21349"/>
                        </a:cubicBezTo>
                        <a:lnTo>
                          <a:pt x="12591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9" name="Freeform 140">
                    <a:extLst>
                      <a:ext uri="{FF2B5EF4-FFF2-40B4-BE49-F238E27FC236}">
                        <a16:creationId xmlns:a16="http://schemas.microsoft.com/office/drawing/2014/main" id="{3E20A40E-0E8F-6759-CD05-07F5B465BF73}"/>
                      </a:ext>
                    </a:extLst>
                  </p:cNvPr>
                  <p:cNvSpPr/>
                  <p:nvPr/>
                </p:nvSpPr>
                <p:spPr>
                  <a:xfrm>
                    <a:off x="2571408" y="425773"/>
                    <a:ext cx="54179" cy="68965"/>
                  </a:xfrm>
                  <a:custGeom>
                    <a:avLst/>
                    <a:gdLst>
                      <a:gd name="connsiteX0" fmla="*/ 60 w 54179"/>
                      <a:gd name="connsiteY0" fmla="*/ 68966 h 68965"/>
                      <a:gd name="connsiteX1" fmla="*/ 60 w 54179"/>
                      <a:gd name="connsiteY1" fmla="*/ 61649 h 68965"/>
                      <a:gd name="connsiteX2" fmla="*/ 7627 w 54179"/>
                      <a:gd name="connsiteY2" fmla="*/ 60210 h 68965"/>
                      <a:gd name="connsiteX3" fmla="*/ 7627 w 54179"/>
                      <a:gd name="connsiteY3" fmla="*/ 8756 h 68965"/>
                      <a:gd name="connsiteX4" fmla="*/ 60 w 54179"/>
                      <a:gd name="connsiteY4" fmla="*/ 7316 h 68965"/>
                      <a:gd name="connsiteX5" fmla="*/ 60 w 54179"/>
                      <a:gd name="connsiteY5" fmla="*/ 0 h 68965"/>
                      <a:gd name="connsiteX6" fmla="*/ 53029 w 54179"/>
                      <a:gd name="connsiteY6" fmla="*/ 0 h 68965"/>
                      <a:gd name="connsiteX7" fmla="*/ 53029 w 54179"/>
                      <a:gd name="connsiteY7" fmla="*/ 17751 h 68965"/>
                      <a:gd name="connsiteX8" fmla="*/ 43646 w 54179"/>
                      <a:gd name="connsiteY8" fmla="*/ 17751 h 68965"/>
                      <a:gd name="connsiteX9" fmla="*/ 42859 w 54179"/>
                      <a:gd name="connsiteY9" fmla="*/ 9175 h 68965"/>
                      <a:gd name="connsiteX10" fmla="*/ 19674 w 54179"/>
                      <a:gd name="connsiteY10" fmla="*/ 9175 h 68965"/>
                      <a:gd name="connsiteX11" fmla="*/ 19674 w 54179"/>
                      <a:gd name="connsiteY11" fmla="*/ 28666 h 68965"/>
                      <a:gd name="connsiteX12" fmla="*/ 44070 w 54179"/>
                      <a:gd name="connsiteY12" fmla="*/ 28666 h 68965"/>
                      <a:gd name="connsiteX13" fmla="*/ 44070 w 54179"/>
                      <a:gd name="connsiteY13" fmla="*/ 37901 h 68965"/>
                      <a:gd name="connsiteX14" fmla="*/ 19674 w 54179"/>
                      <a:gd name="connsiteY14" fmla="*/ 37901 h 68965"/>
                      <a:gd name="connsiteX15" fmla="*/ 19674 w 54179"/>
                      <a:gd name="connsiteY15" fmla="*/ 59790 h 68965"/>
                      <a:gd name="connsiteX16" fmla="*/ 44131 w 54179"/>
                      <a:gd name="connsiteY16" fmla="*/ 59790 h 68965"/>
                      <a:gd name="connsiteX17" fmla="*/ 44917 w 54179"/>
                      <a:gd name="connsiteY17" fmla="*/ 51035 h 68965"/>
                      <a:gd name="connsiteX18" fmla="*/ 54179 w 54179"/>
                      <a:gd name="connsiteY18" fmla="*/ 51035 h 68965"/>
                      <a:gd name="connsiteX19" fmla="*/ 54179 w 54179"/>
                      <a:gd name="connsiteY19" fmla="*/ 68846 h 68965"/>
                      <a:gd name="connsiteX20" fmla="*/ 0 w 54179"/>
                      <a:gd name="connsiteY20" fmla="*/ 6884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4179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53029" y="0"/>
                        </a:lnTo>
                        <a:lnTo>
                          <a:pt x="53029" y="17751"/>
                        </a:lnTo>
                        <a:lnTo>
                          <a:pt x="43646" y="17751"/>
                        </a:lnTo>
                        <a:lnTo>
                          <a:pt x="42859" y="9175"/>
                        </a:lnTo>
                        <a:lnTo>
                          <a:pt x="19674" y="9175"/>
                        </a:lnTo>
                        <a:lnTo>
                          <a:pt x="19674" y="28666"/>
                        </a:lnTo>
                        <a:lnTo>
                          <a:pt x="44070" y="28666"/>
                        </a:lnTo>
                        <a:lnTo>
                          <a:pt x="44070" y="37901"/>
                        </a:lnTo>
                        <a:lnTo>
                          <a:pt x="19674" y="37901"/>
                        </a:lnTo>
                        <a:lnTo>
                          <a:pt x="19674" y="59790"/>
                        </a:lnTo>
                        <a:lnTo>
                          <a:pt x="44131" y="59790"/>
                        </a:lnTo>
                        <a:lnTo>
                          <a:pt x="44917" y="51035"/>
                        </a:lnTo>
                        <a:lnTo>
                          <a:pt x="54179" y="51035"/>
                        </a:lnTo>
                        <a:lnTo>
                          <a:pt x="54179" y="68846"/>
                        </a:lnTo>
                        <a:lnTo>
                          <a:pt x="0" y="6884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" name="Freeform 141">
                    <a:extLst>
                      <a:ext uri="{FF2B5EF4-FFF2-40B4-BE49-F238E27FC236}">
                        <a16:creationId xmlns:a16="http://schemas.microsoft.com/office/drawing/2014/main" id="{BA678086-05C1-72DA-AF3E-B38255EBE706}"/>
                      </a:ext>
                    </a:extLst>
                  </p:cNvPr>
                  <p:cNvSpPr/>
                  <p:nvPr/>
                </p:nvSpPr>
                <p:spPr>
                  <a:xfrm>
                    <a:off x="2632368" y="443524"/>
                    <a:ext cx="57448" cy="51274"/>
                  </a:xfrm>
                  <a:custGeom>
                    <a:avLst/>
                    <a:gdLst>
                      <a:gd name="connsiteX0" fmla="*/ 0 w 57448"/>
                      <a:gd name="connsiteY0" fmla="*/ 51215 h 51274"/>
                      <a:gd name="connsiteX1" fmla="*/ 0 w 57448"/>
                      <a:gd name="connsiteY1" fmla="*/ 43898 h 51274"/>
                      <a:gd name="connsiteX2" fmla="*/ 6235 w 57448"/>
                      <a:gd name="connsiteY2" fmla="*/ 42939 h 51274"/>
                      <a:gd name="connsiteX3" fmla="*/ 21309 w 57448"/>
                      <a:gd name="connsiteY3" fmla="*/ 25427 h 51274"/>
                      <a:gd name="connsiteX4" fmla="*/ 6901 w 57448"/>
                      <a:gd name="connsiteY4" fmla="*/ 8276 h 51274"/>
                      <a:gd name="connsiteX5" fmla="*/ 1150 w 57448"/>
                      <a:gd name="connsiteY5" fmla="*/ 7316 h 51274"/>
                      <a:gd name="connsiteX6" fmla="*/ 1150 w 57448"/>
                      <a:gd name="connsiteY6" fmla="*/ 0 h 51274"/>
                      <a:gd name="connsiteX7" fmla="*/ 24517 w 57448"/>
                      <a:gd name="connsiteY7" fmla="*/ 0 h 51274"/>
                      <a:gd name="connsiteX8" fmla="*/ 24517 w 57448"/>
                      <a:gd name="connsiteY8" fmla="*/ 7136 h 51274"/>
                      <a:gd name="connsiteX9" fmla="*/ 20037 w 57448"/>
                      <a:gd name="connsiteY9" fmla="*/ 7676 h 51274"/>
                      <a:gd name="connsiteX10" fmla="*/ 28815 w 57448"/>
                      <a:gd name="connsiteY10" fmla="*/ 18831 h 51274"/>
                      <a:gd name="connsiteX11" fmla="*/ 37532 w 57448"/>
                      <a:gd name="connsiteY11" fmla="*/ 7676 h 51274"/>
                      <a:gd name="connsiteX12" fmla="*/ 32629 w 57448"/>
                      <a:gd name="connsiteY12" fmla="*/ 7136 h 51274"/>
                      <a:gd name="connsiteX13" fmla="*/ 32629 w 57448"/>
                      <a:gd name="connsiteY13" fmla="*/ 0 h 51274"/>
                      <a:gd name="connsiteX14" fmla="*/ 55330 w 57448"/>
                      <a:gd name="connsiteY14" fmla="*/ 0 h 51274"/>
                      <a:gd name="connsiteX15" fmla="*/ 55330 w 57448"/>
                      <a:gd name="connsiteY15" fmla="*/ 7316 h 51274"/>
                      <a:gd name="connsiteX16" fmla="*/ 49760 w 57448"/>
                      <a:gd name="connsiteY16" fmla="*/ 8276 h 51274"/>
                      <a:gd name="connsiteX17" fmla="*/ 36200 w 57448"/>
                      <a:gd name="connsiteY17" fmla="*/ 25068 h 51274"/>
                      <a:gd name="connsiteX18" fmla="*/ 51516 w 57448"/>
                      <a:gd name="connsiteY18" fmla="*/ 42939 h 51274"/>
                      <a:gd name="connsiteX19" fmla="*/ 57448 w 57448"/>
                      <a:gd name="connsiteY19" fmla="*/ 43898 h 51274"/>
                      <a:gd name="connsiteX20" fmla="*/ 57448 w 57448"/>
                      <a:gd name="connsiteY20" fmla="*/ 51215 h 51274"/>
                      <a:gd name="connsiteX21" fmla="*/ 32871 w 57448"/>
                      <a:gd name="connsiteY21" fmla="*/ 51215 h 51274"/>
                      <a:gd name="connsiteX22" fmla="*/ 32871 w 57448"/>
                      <a:gd name="connsiteY22" fmla="*/ 44138 h 51274"/>
                      <a:gd name="connsiteX23" fmla="*/ 38077 w 57448"/>
                      <a:gd name="connsiteY23" fmla="*/ 43598 h 51274"/>
                      <a:gd name="connsiteX24" fmla="*/ 28694 w 57448"/>
                      <a:gd name="connsiteY24" fmla="*/ 32204 h 51274"/>
                      <a:gd name="connsiteX25" fmla="*/ 19553 w 57448"/>
                      <a:gd name="connsiteY25" fmla="*/ 43658 h 51274"/>
                      <a:gd name="connsiteX26" fmla="*/ 24396 w 57448"/>
                      <a:gd name="connsiteY26" fmla="*/ 44198 h 51274"/>
                      <a:gd name="connsiteX27" fmla="*/ 24396 w 57448"/>
                      <a:gd name="connsiteY27" fmla="*/ 51275 h 51274"/>
                      <a:gd name="connsiteX28" fmla="*/ 60 w 57448"/>
                      <a:gd name="connsiteY28" fmla="*/ 51275 h 512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57448" h="51274">
                        <a:moveTo>
                          <a:pt x="0" y="51215"/>
                        </a:moveTo>
                        <a:lnTo>
                          <a:pt x="0" y="43898"/>
                        </a:lnTo>
                        <a:lnTo>
                          <a:pt x="6235" y="42939"/>
                        </a:lnTo>
                        <a:lnTo>
                          <a:pt x="21309" y="25427"/>
                        </a:lnTo>
                        <a:lnTo>
                          <a:pt x="6901" y="8276"/>
                        </a:lnTo>
                        <a:lnTo>
                          <a:pt x="1150" y="7316"/>
                        </a:lnTo>
                        <a:lnTo>
                          <a:pt x="1150" y="0"/>
                        </a:lnTo>
                        <a:lnTo>
                          <a:pt x="24517" y="0"/>
                        </a:lnTo>
                        <a:lnTo>
                          <a:pt x="24517" y="7136"/>
                        </a:lnTo>
                        <a:lnTo>
                          <a:pt x="20037" y="7676"/>
                        </a:lnTo>
                        <a:lnTo>
                          <a:pt x="28815" y="18831"/>
                        </a:lnTo>
                        <a:lnTo>
                          <a:pt x="37532" y="7676"/>
                        </a:lnTo>
                        <a:lnTo>
                          <a:pt x="32629" y="7136"/>
                        </a:lnTo>
                        <a:lnTo>
                          <a:pt x="32629" y="0"/>
                        </a:lnTo>
                        <a:lnTo>
                          <a:pt x="55330" y="0"/>
                        </a:lnTo>
                        <a:lnTo>
                          <a:pt x="55330" y="7316"/>
                        </a:lnTo>
                        <a:lnTo>
                          <a:pt x="49760" y="8276"/>
                        </a:lnTo>
                        <a:lnTo>
                          <a:pt x="36200" y="25068"/>
                        </a:lnTo>
                        <a:lnTo>
                          <a:pt x="51516" y="42939"/>
                        </a:lnTo>
                        <a:lnTo>
                          <a:pt x="57448" y="43898"/>
                        </a:lnTo>
                        <a:lnTo>
                          <a:pt x="57448" y="51215"/>
                        </a:lnTo>
                        <a:lnTo>
                          <a:pt x="32871" y="51215"/>
                        </a:lnTo>
                        <a:lnTo>
                          <a:pt x="32871" y="44138"/>
                        </a:lnTo>
                        <a:lnTo>
                          <a:pt x="38077" y="43598"/>
                        </a:lnTo>
                        <a:lnTo>
                          <a:pt x="28694" y="32204"/>
                        </a:lnTo>
                        <a:lnTo>
                          <a:pt x="19553" y="43658"/>
                        </a:lnTo>
                        <a:lnTo>
                          <a:pt x="24396" y="44198"/>
                        </a:lnTo>
                        <a:lnTo>
                          <a:pt x="24396" y="51275"/>
                        </a:lnTo>
                        <a:lnTo>
                          <a:pt x="60" y="51275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1" name="Freeform 142">
                    <a:extLst>
                      <a:ext uri="{FF2B5EF4-FFF2-40B4-BE49-F238E27FC236}">
                        <a16:creationId xmlns:a16="http://schemas.microsoft.com/office/drawing/2014/main" id="{952EE53C-05E1-F9CF-4B74-27E9180CF624}"/>
                      </a:ext>
                    </a:extLst>
                  </p:cNvPr>
                  <p:cNvSpPr/>
                  <p:nvPr/>
                </p:nvSpPr>
                <p:spPr>
                  <a:xfrm>
                    <a:off x="2693812" y="442504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8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8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6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2" name="Freeform 143">
                    <a:extLst>
                      <a:ext uri="{FF2B5EF4-FFF2-40B4-BE49-F238E27FC236}">
                        <a16:creationId xmlns:a16="http://schemas.microsoft.com/office/drawing/2014/main" id="{82FFD46E-EB85-D7E5-D5AB-619D40D50D41}"/>
                      </a:ext>
                    </a:extLst>
                  </p:cNvPr>
                  <p:cNvSpPr/>
                  <p:nvPr/>
                </p:nvSpPr>
                <p:spPr>
                  <a:xfrm>
                    <a:off x="2745630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499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3" name="Freeform 144">
                    <a:extLst>
                      <a:ext uri="{FF2B5EF4-FFF2-40B4-BE49-F238E27FC236}">
                        <a16:creationId xmlns:a16="http://schemas.microsoft.com/office/drawing/2014/main" id="{2B8CFD82-5DF9-B4C1-39A6-88824A346C4E}"/>
                      </a:ext>
                    </a:extLst>
                  </p:cNvPr>
                  <p:cNvSpPr/>
                  <p:nvPr/>
                </p:nvSpPr>
                <p:spPr>
                  <a:xfrm>
                    <a:off x="2795572" y="420855"/>
                    <a:ext cx="26817" cy="73883"/>
                  </a:xfrm>
                  <a:custGeom>
                    <a:avLst/>
                    <a:gdLst>
                      <a:gd name="connsiteX0" fmla="*/ 424 w 26817"/>
                      <a:gd name="connsiteY0" fmla="*/ 73883 h 73883"/>
                      <a:gd name="connsiteX1" fmla="*/ 424 w 26817"/>
                      <a:gd name="connsiteY1" fmla="*/ 66567 h 73883"/>
                      <a:gd name="connsiteX2" fmla="*/ 7628 w 26817"/>
                      <a:gd name="connsiteY2" fmla="*/ 65128 h 73883"/>
                      <a:gd name="connsiteX3" fmla="*/ 7628 w 26817"/>
                      <a:gd name="connsiteY3" fmla="*/ 8756 h 73883"/>
                      <a:gd name="connsiteX4" fmla="*/ 0 w 26817"/>
                      <a:gd name="connsiteY4" fmla="*/ 7316 h 73883"/>
                      <a:gd name="connsiteX5" fmla="*/ 0 w 26817"/>
                      <a:gd name="connsiteY5" fmla="*/ 0 h 73883"/>
                      <a:gd name="connsiteX6" fmla="*/ 19614 w 26817"/>
                      <a:gd name="connsiteY6" fmla="*/ 0 h 73883"/>
                      <a:gd name="connsiteX7" fmla="*/ 19614 w 26817"/>
                      <a:gd name="connsiteY7" fmla="*/ 65128 h 73883"/>
                      <a:gd name="connsiteX8" fmla="*/ 26817 w 26817"/>
                      <a:gd name="connsiteY8" fmla="*/ 66567 h 73883"/>
                      <a:gd name="connsiteX9" fmla="*/ 26817 w 26817"/>
                      <a:gd name="connsiteY9" fmla="*/ 73883 h 73883"/>
                      <a:gd name="connsiteX10" fmla="*/ 424 w 26817"/>
                      <a:gd name="connsiteY10" fmla="*/ 73883 h 73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817" h="73883">
                        <a:moveTo>
                          <a:pt x="424" y="73883"/>
                        </a:moveTo>
                        <a:lnTo>
                          <a:pt x="424" y="66567"/>
                        </a:lnTo>
                        <a:lnTo>
                          <a:pt x="7628" y="65128"/>
                        </a:lnTo>
                        <a:lnTo>
                          <a:pt x="7628" y="87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19614" y="0"/>
                        </a:lnTo>
                        <a:lnTo>
                          <a:pt x="19614" y="65128"/>
                        </a:lnTo>
                        <a:lnTo>
                          <a:pt x="26817" y="66567"/>
                        </a:lnTo>
                        <a:lnTo>
                          <a:pt x="26817" y="73883"/>
                        </a:lnTo>
                        <a:lnTo>
                          <a:pt x="424" y="738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4" name="Freeform 145">
                    <a:extLst>
                      <a:ext uri="{FF2B5EF4-FFF2-40B4-BE49-F238E27FC236}">
                        <a16:creationId xmlns:a16="http://schemas.microsoft.com/office/drawing/2014/main" id="{DF87D033-6824-18ED-0D57-B4374ED8EC8F}"/>
                      </a:ext>
                    </a:extLst>
                  </p:cNvPr>
                  <p:cNvSpPr/>
                  <p:nvPr/>
                </p:nvSpPr>
                <p:spPr>
                  <a:xfrm>
                    <a:off x="2826748" y="420855"/>
                    <a:ext cx="26817" cy="73883"/>
                  </a:xfrm>
                  <a:custGeom>
                    <a:avLst/>
                    <a:gdLst>
                      <a:gd name="connsiteX0" fmla="*/ 424 w 26817"/>
                      <a:gd name="connsiteY0" fmla="*/ 73883 h 73883"/>
                      <a:gd name="connsiteX1" fmla="*/ 424 w 26817"/>
                      <a:gd name="connsiteY1" fmla="*/ 66567 h 73883"/>
                      <a:gd name="connsiteX2" fmla="*/ 7628 w 26817"/>
                      <a:gd name="connsiteY2" fmla="*/ 65128 h 73883"/>
                      <a:gd name="connsiteX3" fmla="*/ 7628 w 26817"/>
                      <a:gd name="connsiteY3" fmla="*/ 8756 h 73883"/>
                      <a:gd name="connsiteX4" fmla="*/ 0 w 26817"/>
                      <a:gd name="connsiteY4" fmla="*/ 7316 h 73883"/>
                      <a:gd name="connsiteX5" fmla="*/ 0 w 26817"/>
                      <a:gd name="connsiteY5" fmla="*/ 0 h 73883"/>
                      <a:gd name="connsiteX6" fmla="*/ 19614 w 26817"/>
                      <a:gd name="connsiteY6" fmla="*/ 0 h 73883"/>
                      <a:gd name="connsiteX7" fmla="*/ 19614 w 26817"/>
                      <a:gd name="connsiteY7" fmla="*/ 65128 h 73883"/>
                      <a:gd name="connsiteX8" fmla="*/ 26817 w 26817"/>
                      <a:gd name="connsiteY8" fmla="*/ 66567 h 73883"/>
                      <a:gd name="connsiteX9" fmla="*/ 26817 w 26817"/>
                      <a:gd name="connsiteY9" fmla="*/ 73883 h 73883"/>
                      <a:gd name="connsiteX10" fmla="*/ 424 w 26817"/>
                      <a:gd name="connsiteY10" fmla="*/ 73883 h 73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817" h="73883">
                        <a:moveTo>
                          <a:pt x="424" y="73883"/>
                        </a:moveTo>
                        <a:lnTo>
                          <a:pt x="424" y="66567"/>
                        </a:lnTo>
                        <a:lnTo>
                          <a:pt x="7628" y="65128"/>
                        </a:lnTo>
                        <a:lnTo>
                          <a:pt x="7628" y="87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19614" y="0"/>
                        </a:lnTo>
                        <a:lnTo>
                          <a:pt x="19614" y="65128"/>
                        </a:lnTo>
                        <a:lnTo>
                          <a:pt x="26817" y="66567"/>
                        </a:lnTo>
                        <a:lnTo>
                          <a:pt x="26817" y="73883"/>
                        </a:lnTo>
                        <a:lnTo>
                          <a:pt x="424" y="738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5" name="Freeform 146">
                    <a:extLst>
                      <a:ext uri="{FF2B5EF4-FFF2-40B4-BE49-F238E27FC236}">
                        <a16:creationId xmlns:a16="http://schemas.microsoft.com/office/drawing/2014/main" id="{70580237-8296-05C9-E9C7-E277A940955D}"/>
                      </a:ext>
                    </a:extLst>
                  </p:cNvPr>
                  <p:cNvSpPr/>
                  <p:nvPr/>
                </p:nvSpPr>
                <p:spPr>
                  <a:xfrm>
                    <a:off x="2858166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500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6" name="Freeform 147">
                    <a:extLst>
                      <a:ext uri="{FF2B5EF4-FFF2-40B4-BE49-F238E27FC236}">
                        <a16:creationId xmlns:a16="http://schemas.microsoft.com/office/drawing/2014/main" id="{8064C944-BEBA-12F6-7D12-411D14A201DE}"/>
                      </a:ext>
                    </a:extLst>
                  </p:cNvPr>
                  <p:cNvSpPr/>
                  <p:nvPr/>
                </p:nvSpPr>
                <p:spPr>
                  <a:xfrm>
                    <a:off x="2908411" y="442504"/>
                    <a:ext cx="58356" cy="52234"/>
                  </a:xfrm>
                  <a:custGeom>
                    <a:avLst/>
                    <a:gdLst>
                      <a:gd name="connsiteX0" fmla="*/ 424 w 58356"/>
                      <a:gd name="connsiteY0" fmla="*/ 52234 h 52234"/>
                      <a:gd name="connsiteX1" fmla="*/ 424 w 58356"/>
                      <a:gd name="connsiteY1" fmla="*/ 44918 h 52234"/>
                      <a:gd name="connsiteX2" fmla="*/ 7567 w 58356"/>
                      <a:gd name="connsiteY2" fmla="*/ 43478 h 52234"/>
                      <a:gd name="connsiteX3" fmla="*/ 7567 w 58356"/>
                      <a:gd name="connsiteY3" fmla="*/ 9715 h 52234"/>
                      <a:gd name="connsiteX4" fmla="*/ 0 w 58356"/>
                      <a:gd name="connsiteY4" fmla="*/ 8276 h 52234"/>
                      <a:gd name="connsiteX5" fmla="*/ 0 w 58356"/>
                      <a:gd name="connsiteY5" fmla="*/ 960 h 52234"/>
                      <a:gd name="connsiteX6" fmla="*/ 18645 w 58356"/>
                      <a:gd name="connsiteY6" fmla="*/ 960 h 52234"/>
                      <a:gd name="connsiteX7" fmla="*/ 19251 w 58356"/>
                      <a:gd name="connsiteY7" fmla="*/ 8396 h 52234"/>
                      <a:gd name="connsiteX8" fmla="*/ 25667 w 58356"/>
                      <a:gd name="connsiteY8" fmla="*/ 2219 h 52234"/>
                      <a:gd name="connsiteX9" fmla="*/ 34384 w 58356"/>
                      <a:gd name="connsiteY9" fmla="*/ 0 h 52234"/>
                      <a:gd name="connsiteX10" fmla="*/ 46794 w 58356"/>
                      <a:gd name="connsiteY10" fmla="*/ 4858 h 52234"/>
                      <a:gd name="connsiteX11" fmla="*/ 51213 w 58356"/>
                      <a:gd name="connsiteY11" fmla="*/ 20030 h 52234"/>
                      <a:gd name="connsiteX12" fmla="*/ 51213 w 58356"/>
                      <a:gd name="connsiteY12" fmla="*/ 43478 h 52234"/>
                      <a:gd name="connsiteX13" fmla="*/ 58357 w 58356"/>
                      <a:gd name="connsiteY13" fmla="*/ 44918 h 52234"/>
                      <a:gd name="connsiteX14" fmla="*/ 58357 w 58356"/>
                      <a:gd name="connsiteY14" fmla="*/ 52234 h 52234"/>
                      <a:gd name="connsiteX15" fmla="*/ 32447 w 58356"/>
                      <a:gd name="connsiteY15" fmla="*/ 52234 h 52234"/>
                      <a:gd name="connsiteX16" fmla="*/ 32447 w 58356"/>
                      <a:gd name="connsiteY16" fmla="*/ 44918 h 52234"/>
                      <a:gd name="connsiteX17" fmla="*/ 39167 w 58356"/>
                      <a:gd name="connsiteY17" fmla="*/ 43478 h 52234"/>
                      <a:gd name="connsiteX18" fmla="*/ 39167 w 58356"/>
                      <a:gd name="connsiteY18" fmla="*/ 20150 h 52234"/>
                      <a:gd name="connsiteX19" fmla="*/ 36806 w 58356"/>
                      <a:gd name="connsiteY19" fmla="*/ 11874 h 52234"/>
                      <a:gd name="connsiteX20" fmla="*/ 29844 w 58356"/>
                      <a:gd name="connsiteY20" fmla="*/ 9415 h 52234"/>
                      <a:gd name="connsiteX21" fmla="*/ 23730 w 58356"/>
                      <a:gd name="connsiteY21" fmla="*/ 10975 h 52234"/>
                      <a:gd name="connsiteX22" fmla="*/ 19493 w 58356"/>
                      <a:gd name="connsiteY22" fmla="*/ 15232 h 52234"/>
                      <a:gd name="connsiteX23" fmla="*/ 19493 w 58356"/>
                      <a:gd name="connsiteY23" fmla="*/ 43418 h 52234"/>
                      <a:gd name="connsiteX24" fmla="*/ 26030 w 58356"/>
                      <a:gd name="connsiteY24" fmla="*/ 44858 h 52234"/>
                      <a:gd name="connsiteX25" fmla="*/ 26030 w 58356"/>
                      <a:gd name="connsiteY25" fmla="*/ 52174 h 52234"/>
                      <a:gd name="connsiteX26" fmla="*/ 303 w 58356"/>
                      <a:gd name="connsiteY26" fmla="*/ 5217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58356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1" y="8396"/>
                        </a:lnTo>
                        <a:cubicBezTo>
                          <a:pt x="20946" y="5757"/>
                          <a:pt x="23125" y="3658"/>
                          <a:pt x="25667" y="2219"/>
                        </a:cubicBezTo>
                        <a:cubicBezTo>
                          <a:pt x="28210" y="780"/>
                          <a:pt x="31115" y="0"/>
                          <a:pt x="34384" y="0"/>
                        </a:cubicBezTo>
                        <a:cubicBezTo>
                          <a:pt x="39711" y="0"/>
                          <a:pt x="43828" y="1619"/>
                          <a:pt x="46794" y="4858"/>
                        </a:cubicBezTo>
                        <a:cubicBezTo>
                          <a:pt x="49760" y="8096"/>
                          <a:pt x="51213" y="13133"/>
                          <a:pt x="51213" y="20030"/>
                        </a:cubicBezTo>
                        <a:lnTo>
                          <a:pt x="51213" y="43478"/>
                        </a:lnTo>
                        <a:lnTo>
                          <a:pt x="58357" y="44918"/>
                        </a:lnTo>
                        <a:lnTo>
                          <a:pt x="58357" y="52234"/>
                        </a:lnTo>
                        <a:lnTo>
                          <a:pt x="32447" y="52234"/>
                        </a:lnTo>
                        <a:lnTo>
                          <a:pt x="32447" y="44918"/>
                        </a:lnTo>
                        <a:lnTo>
                          <a:pt x="39167" y="43478"/>
                        </a:lnTo>
                        <a:lnTo>
                          <a:pt x="39167" y="20150"/>
                        </a:lnTo>
                        <a:cubicBezTo>
                          <a:pt x="39167" y="16252"/>
                          <a:pt x="38380" y="13493"/>
                          <a:pt x="36806" y="11874"/>
                        </a:cubicBezTo>
                        <a:cubicBezTo>
                          <a:pt x="35232" y="10255"/>
                          <a:pt x="32931" y="9415"/>
                          <a:pt x="29844" y="9415"/>
                        </a:cubicBezTo>
                        <a:cubicBezTo>
                          <a:pt x="27544" y="9415"/>
                          <a:pt x="25486" y="9955"/>
                          <a:pt x="23730" y="10975"/>
                        </a:cubicBezTo>
                        <a:cubicBezTo>
                          <a:pt x="21975" y="11994"/>
                          <a:pt x="20582" y="13433"/>
                          <a:pt x="19493" y="15232"/>
                        </a:cubicBezTo>
                        <a:lnTo>
                          <a:pt x="19493" y="43418"/>
                        </a:lnTo>
                        <a:lnTo>
                          <a:pt x="26030" y="44858"/>
                        </a:lnTo>
                        <a:lnTo>
                          <a:pt x="26030" y="52174"/>
                        </a:lnTo>
                        <a:lnTo>
                          <a:pt x="303" y="5217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7" name="Freeform 148">
                    <a:extLst>
                      <a:ext uri="{FF2B5EF4-FFF2-40B4-BE49-F238E27FC236}">
                        <a16:creationId xmlns:a16="http://schemas.microsoft.com/office/drawing/2014/main" id="{800234FE-B758-7208-5268-1FF296D2AFB0}"/>
                      </a:ext>
                    </a:extLst>
                  </p:cNvPr>
                  <p:cNvSpPr/>
                  <p:nvPr/>
                </p:nvSpPr>
                <p:spPr>
                  <a:xfrm>
                    <a:off x="2971913" y="442504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7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7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6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8" name="Freeform 149">
                    <a:extLst>
                      <a:ext uri="{FF2B5EF4-FFF2-40B4-BE49-F238E27FC236}">
                        <a16:creationId xmlns:a16="http://schemas.microsoft.com/office/drawing/2014/main" id="{32F09579-2A81-E8BE-D75A-1D27B889FD56}"/>
                      </a:ext>
                    </a:extLst>
                  </p:cNvPr>
                  <p:cNvSpPr/>
                  <p:nvPr/>
                </p:nvSpPr>
                <p:spPr>
                  <a:xfrm>
                    <a:off x="3023792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1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592 w 44191"/>
                      <a:gd name="connsiteY22" fmla="*/ 21589 h 53193"/>
                      <a:gd name="connsiteX23" fmla="*/ 32629 w 44191"/>
                      <a:gd name="connsiteY23" fmla="*/ 21589 h 53193"/>
                      <a:gd name="connsiteX24" fmla="*/ 32629 w 44191"/>
                      <a:gd name="connsiteY24" fmla="*/ 20330 h 53193"/>
                      <a:gd name="connsiteX25" fmla="*/ 31600 w 44191"/>
                      <a:gd name="connsiteY25" fmla="*/ 14453 h 53193"/>
                      <a:gd name="connsiteX26" fmla="*/ 28391 w 44191"/>
                      <a:gd name="connsiteY26" fmla="*/ 10495 h 53193"/>
                      <a:gd name="connsiteX27" fmla="*/ 22883 w 44191"/>
                      <a:gd name="connsiteY27" fmla="*/ 9056 h 53193"/>
                      <a:gd name="connsiteX28" fmla="*/ 17798 w 44191"/>
                      <a:gd name="connsiteY28" fmla="*/ 10675 h 53193"/>
                      <a:gd name="connsiteX29" fmla="*/ 14287 w 44191"/>
                      <a:gd name="connsiteY29" fmla="*/ 15053 h 53193"/>
                      <a:gd name="connsiteX30" fmla="*/ 12471 w 44191"/>
                      <a:gd name="connsiteY30" fmla="*/ 21349 h 53193"/>
                      <a:gd name="connsiteX31" fmla="*/ 1259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1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4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4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1" y="29925"/>
                        </a:lnTo>
                        <a:lnTo>
                          <a:pt x="12349" y="30165"/>
                        </a:lnTo>
                        <a:cubicBezTo>
                          <a:pt x="12471" y="32864"/>
                          <a:pt x="13015" y="35203"/>
                          <a:pt x="14044" y="37301"/>
                        </a:cubicBezTo>
                        <a:cubicBezTo>
                          <a:pt x="15074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592" y="21589"/>
                        </a:moveTo>
                        <a:lnTo>
                          <a:pt x="32629" y="21589"/>
                        </a:lnTo>
                        <a:lnTo>
                          <a:pt x="32629" y="20330"/>
                        </a:lnTo>
                        <a:cubicBezTo>
                          <a:pt x="32629" y="18111"/>
                          <a:pt x="32266" y="16132"/>
                          <a:pt x="31600" y="14453"/>
                        </a:cubicBezTo>
                        <a:cubicBezTo>
                          <a:pt x="30934" y="12774"/>
                          <a:pt x="29844" y="11454"/>
                          <a:pt x="28391" y="10495"/>
                        </a:cubicBezTo>
                        <a:cubicBezTo>
                          <a:pt x="26938" y="9535"/>
                          <a:pt x="25122" y="9056"/>
                          <a:pt x="22883" y="9056"/>
                        </a:cubicBezTo>
                        <a:cubicBezTo>
                          <a:pt x="20946" y="9056"/>
                          <a:pt x="19251" y="9595"/>
                          <a:pt x="17798" y="10675"/>
                        </a:cubicBezTo>
                        <a:cubicBezTo>
                          <a:pt x="16345" y="11754"/>
                          <a:pt x="15134" y="13193"/>
                          <a:pt x="14287" y="15053"/>
                        </a:cubicBezTo>
                        <a:cubicBezTo>
                          <a:pt x="13439" y="16912"/>
                          <a:pt x="12834" y="19011"/>
                          <a:pt x="12471" y="21349"/>
                        </a:cubicBezTo>
                        <a:lnTo>
                          <a:pt x="1259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72200329-1915-F707-DFC1-65FADC1E5E38}"/>
              </a:ext>
            </a:extLst>
          </p:cNvPr>
          <p:cNvSpPr txBox="1">
            <a:spLocks/>
          </p:cNvSpPr>
          <p:nvPr/>
        </p:nvSpPr>
        <p:spPr>
          <a:xfrm>
            <a:off x="211870" y="1026717"/>
            <a:ext cx="8562288" cy="4670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9875">
              <a:lnSpc>
                <a:spcPct val="100000"/>
              </a:lnSpc>
              <a:spcBef>
                <a:spcPts val="1025"/>
              </a:spcBef>
            </a:pP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Slab" pitchFamily="2" charset="0"/>
                <a:ea typeface="Roboto Slab" pitchFamily="2" charset="0"/>
                <a:cs typeface="+mn-cs"/>
              </a:rPr>
              <a:t>Enabling Hyper-V through Windows Features</a:t>
            </a:r>
          </a:p>
          <a:p>
            <a:pPr marL="269875">
              <a:lnSpc>
                <a:spcPct val="100000"/>
              </a:lnSpc>
              <a:spcBef>
                <a:spcPts val="434"/>
              </a:spcBef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Slab" pitchFamily="2" charset="0"/>
                <a:ea typeface="Roboto Slab" pitchFamily="2" charset="0"/>
                <a:cs typeface="+mn-cs"/>
              </a:rPr>
              <a:t>Step-by-step activation process for Windows 1 0/1 1 Pro, Enterprise, and Education editions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B1669DDE-03A2-4171-E61F-7DB898A628F6}"/>
              </a:ext>
            </a:extLst>
          </p:cNvPr>
          <p:cNvGrpSpPr/>
          <p:nvPr/>
        </p:nvGrpSpPr>
        <p:grpSpPr>
          <a:xfrm>
            <a:off x="1048416" y="1998775"/>
            <a:ext cx="10112364" cy="4365557"/>
            <a:chOff x="542798" y="977681"/>
            <a:chExt cx="11123600" cy="5282324"/>
          </a:xfrm>
        </p:grpSpPr>
        <p:grpSp>
          <p:nvGrpSpPr>
            <p:cNvPr id="186" name="object 10">
              <a:extLst>
                <a:ext uri="{FF2B5EF4-FFF2-40B4-BE49-F238E27FC236}">
                  <a16:creationId xmlns:a16="http://schemas.microsoft.com/office/drawing/2014/main" id="{50470D05-6B78-0C14-35EE-49B7FB37A9A6}"/>
                </a:ext>
              </a:extLst>
            </p:cNvPr>
            <p:cNvGrpSpPr/>
            <p:nvPr/>
          </p:nvGrpSpPr>
          <p:grpSpPr>
            <a:xfrm>
              <a:off x="542798" y="977681"/>
              <a:ext cx="5481955" cy="2745105"/>
              <a:chOff x="542798" y="977681"/>
              <a:chExt cx="5481955" cy="2745105"/>
            </a:xfrm>
          </p:grpSpPr>
          <p:sp>
            <p:nvSpPr>
              <p:cNvPr id="243" name="object 11">
                <a:extLst>
                  <a:ext uri="{FF2B5EF4-FFF2-40B4-BE49-F238E27FC236}">
                    <a16:creationId xmlns:a16="http://schemas.microsoft.com/office/drawing/2014/main" id="{A7C9BC63-00C7-CC22-1D85-F7B99AEA4F81}"/>
                  </a:ext>
                </a:extLst>
              </p:cNvPr>
              <p:cNvSpPr/>
              <p:nvPr/>
            </p:nvSpPr>
            <p:spPr>
              <a:xfrm>
                <a:off x="546926" y="981808"/>
                <a:ext cx="5473700" cy="2736850"/>
              </a:xfrm>
              <a:custGeom>
                <a:avLst/>
                <a:gdLst/>
                <a:ahLst/>
                <a:cxnLst/>
                <a:rect l="l" t="t" r="r" b="b"/>
                <a:pathLst>
                  <a:path w="5473700" h="2736850">
                    <a:moveTo>
                      <a:pt x="0" y="2644771"/>
                    </a:moveTo>
                    <a:lnTo>
                      <a:pt x="0" y="92026"/>
                    </a:lnTo>
                    <a:lnTo>
                      <a:pt x="0" y="85984"/>
                    </a:lnTo>
                    <a:lnTo>
                      <a:pt x="589" y="79999"/>
                    </a:lnTo>
                    <a:lnTo>
                      <a:pt x="1768" y="74073"/>
                    </a:lnTo>
                    <a:lnTo>
                      <a:pt x="2947" y="68146"/>
                    </a:lnTo>
                    <a:lnTo>
                      <a:pt x="4692" y="62392"/>
                    </a:lnTo>
                    <a:lnTo>
                      <a:pt x="7005" y="56809"/>
                    </a:lnTo>
                    <a:lnTo>
                      <a:pt x="9317" y="51227"/>
                    </a:lnTo>
                    <a:lnTo>
                      <a:pt x="12152" y="45923"/>
                    </a:lnTo>
                    <a:lnTo>
                      <a:pt x="15509" y="40899"/>
                    </a:lnTo>
                    <a:lnTo>
                      <a:pt x="18866" y="35875"/>
                    </a:lnTo>
                    <a:lnTo>
                      <a:pt x="22681" y="31226"/>
                    </a:lnTo>
                    <a:lnTo>
                      <a:pt x="26954" y="26954"/>
                    </a:lnTo>
                    <a:lnTo>
                      <a:pt x="31226" y="22681"/>
                    </a:lnTo>
                    <a:lnTo>
                      <a:pt x="35875" y="18866"/>
                    </a:lnTo>
                    <a:lnTo>
                      <a:pt x="40899" y="15509"/>
                    </a:lnTo>
                    <a:lnTo>
                      <a:pt x="45923" y="12152"/>
                    </a:lnTo>
                    <a:lnTo>
                      <a:pt x="51227" y="9317"/>
                    </a:lnTo>
                    <a:lnTo>
                      <a:pt x="56809" y="7005"/>
                    </a:lnTo>
                    <a:lnTo>
                      <a:pt x="62392" y="4692"/>
                    </a:lnTo>
                    <a:lnTo>
                      <a:pt x="68146" y="2947"/>
                    </a:lnTo>
                    <a:lnTo>
                      <a:pt x="74073" y="1768"/>
                    </a:lnTo>
                    <a:lnTo>
                      <a:pt x="79999" y="589"/>
                    </a:lnTo>
                    <a:lnTo>
                      <a:pt x="85984" y="0"/>
                    </a:lnTo>
                    <a:lnTo>
                      <a:pt x="92026" y="0"/>
                    </a:lnTo>
                    <a:lnTo>
                      <a:pt x="5381569" y="0"/>
                    </a:lnTo>
                    <a:lnTo>
                      <a:pt x="5387611" y="0"/>
                    </a:lnTo>
                    <a:lnTo>
                      <a:pt x="5393596" y="589"/>
                    </a:lnTo>
                    <a:lnTo>
                      <a:pt x="5399522" y="1768"/>
                    </a:lnTo>
                    <a:lnTo>
                      <a:pt x="5405448" y="2947"/>
                    </a:lnTo>
                    <a:lnTo>
                      <a:pt x="5411203" y="4692"/>
                    </a:lnTo>
                    <a:lnTo>
                      <a:pt x="5416785" y="7005"/>
                    </a:lnTo>
                    <a:lnTo>
                      <a:pt x="5422368" y="9317"/>
                    </a:lnTo>
                    <a:lnTo>
                      <a:pt x="5427671" y="12152"/>
                    </a:lnTo>
                    <a:lnTo>
                      <a:pt x="5432696" y="15509"/>
                    </a:lnTo>
                    <a:lnTo>
                      <a:pt x="5437720" y="18866"/>
                    </a:lnTo>
                    <a:lnTo>
                      <a:pt x="5442369" y="22681"/>
                    </a:lnTo>
                    <a:lnTo>
                      <a:pt x="5446642" y="26954"/>
                    </a:lnTo>
                    <a:lnTo>
                      <a:pt x="5450914" y="31226"/>
                    </a:lnTo>
                    <a:lnTo>
                      <a:pt x="5470648" y="68146"/>
                    </a:lnTo>
                    <a:lnTo>
                      <a:pt x="5473596" y="92026"/>
                    </a:lnTo>
                    <a:lnTo>
                      <a:pt x="5473596" y="2644771"/>
                    </a:lnTo>
                    <a:lnTo>
                      <a:pt x="5464278" y="2685570"/>
                    </a:lnTo>
                    <a:lnTo>
                      <a:pt x="5437720" y="2717931"/>
                    </a:lnTo>
                    <a:lnTo>
                      <a:pt x="5432696" y="2721288"/>
                    </a:lnTo>
                    <a:lnTo>
                      <a:pt x="5427671" y="2724645"/>
                    </a:lnTo>
                    <a:lnTo>
                      <a:pt x="5399522" y="2735029"/>
                    </a:lnTo>
                    <a:lnTo>
                      <a:pt x="5393596" y="2736208"/>
                    </a:lnTo>
                    <a:lnTo>
                      <a:pt x="5387611" y="2736797"/>
                    </a:lnTo>
                    <a:lnTo>
                      <a:pt x="5381569" y="2736798"/>
                    </a:lnTo>
                    <a:lnTo>
                      <a:pt x="92026" y="2736798"/>
                    </a:lnTo>
                    <a:lnTo>
                      <a:pt x="51227" y="2727480"/>
                    </a:lnTo>
                    <a:lnTo>
                      <a:pt x="18866" y="2700922"/>
                    </a:lnTo>
                    <a:lnTo>
                      <a:pt x="15509" y="2695898"/>
                    </a:lnTo>
                    <a:lnTo>
                      <a:pt x="12152" y="2690874"/>
                    </a:lnTo>
                    <a:lnTo>
                      <a:pt x="1768" y="2662724"/>
                    </a:lnTo>
                    <a:lnTo>
                      <a:pt x="589" y="2656798"/>
                    </a:lnTo>
                    <a:lnTo>
                      <a:pt x="0" y="2650813"/>
                    </a:lnTo>
                    <a:lnTo>
                      <a:pt x="0" y="2644771"/>
                    </a:lnTo>
                    <a:close/>
                  </a:path>
                </a:pathLst>
              </a:custGeom>
              <a:ln w="8002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44" name="object 12">
                <a:extLst>
                  <a:ext uri="{FF2B5EF4-FFF2-40B4-BE49-F238E27FC236}">
                    <a16:creationId xmlns:a16="http://schemas.microsoft.com/office/drawing/2014/main" id="{B79715B8-9E07-78BB-CF53-209882C27763}"/>
                  </a:ext>
                </a:extLst>
              </p:cNvPr>
              <p:cNvSpPr/>
              <p:nvPr/>
            </p:nvSpPr>
            <p:spPr>
              <a:xfrm>
                <a:off x="710971" y="1145856"/>
                <a:ext cx="5146040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5146040" h="352425">
                    <a:moveTo>
                      <a:pt x="256070" y="41656"/>
                    </a:moveTo>
                    <a:lnTo>
                      <a:pt x="232308" y="6096"/>
                    </a:lnTo>
                    <a:lnTo>
                      <a:pt x="214426" y="0"/>
                    </a:lnTo>
                    <a:lnTo>
                      <a:pt x="41643" y="0"/>
                    </a:lnTo>
                    <a:lnTo>
                      <a:pt x="6083" y="23761"/>
                    </a:lnTo>
                    <a:lnTo>
                      <a:pt x="0" y="41656"/>
                    </a:lnTo>
                    <a:lnTo>
                      <a:pt x="0" y="208064"/>
                    </a:lnTo>
                    <a:lnTo>
                      <a:pt x="0" y="214439"/>
                    </a:lnTo>
                    <a:lnTo>
                      <a:pt x="23749" y="249986"/>
                    </a:lnTo>
                    <a:lnTo>
                      <a:pt x="41643" y="256082"/>
                    </a:lnTo>
                    <a:lnTo>
                      <a:pt x="214426" y="256082"/>
                    </a:lnTo>
                    <a:lnTo>
                      <a:pt x="249974" y="232321"/>
                    </a:lnTo>
                    <a:lnTo>
                      <a:pt x="256070" y="214439"/>
                    </a:lnTo>
                    <a:lnTo>
                      <a:pt x="256070" y="41656"/>
                    </a:lnTo>
                    <a:close/>
                  </a:path>
                  <a:path w="5146040" h="352425">
                    <a:moveTo>
                      <a:pt x="5145494" y="336105"/>
                    </a:moveTo>
                    <a:lnTo>
                      <a:pt x="0" y="336105"/>
                    </a:lnTo>
                    <a:lnTo>
                      <a:pt x="0" y="352107"/>
                    </a:lnTo>
                    <a:lnTo>
                      <a:pt x="5145494" y="352107"/>
                    </a:lnTo>
                    <a:lnTo>
                      <a:pt x="5145494" y="336105"/>
                    </a:lnTo>
                    <a:close/>
                  </a:path>
                </a:pathLst>
              </a:custGeom>
              <a:solidFill>
                <a:srgbClr val="0078D4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245" name="object 13">
                <a:extLst>
                  <a:ext uri="{FF2B5EF4-FFF2-40B4-BE49-F238E27FC236}">
                    <a16:creationId xmlns:a16="http://schemas.microsoft.com/office/drawing/2014/main" id="{A3CD5C4F-029A-0666-EAF3-3808B1028BA0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77493" y="1212375"/>
                <a:ext cx="129037" cy="123035"/>
              </a:xfrm>
              <a:prstGeom prst="rect">
                <a:avLst/>
              </a:prstGeom>
            </p:spPr>
          </p:pic>
        </p:grpSp>
        <p:sp>
          <p:nvSpPr>
            <p:cNvPr id="187" name="object 14">
              <a:extLst>
                <a:ext uri="{FF2B5EF4-FFF2-40B4-BE49-F238E27FC236}">
                  <a16:creationId xmlns:a16="http://schemas.microsoft.com/office/drawing/2014/main" id="{DD20D387-97CB-8AB9-9D10-1D6611D56B59}"/>
                </a:ext>
              </a:extLst>
            </p:cNvPr>
            <p:cNvSpPr txBox="1"/>
            <p:nvPr/>
          </p:nvSpPr>
          <p:spPr>
            <a:xfrm>
              <a:off x="1034371" y="1153962"/>
              <a:ext cx="1870726" cy="231204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1150" b="1" spc="-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Activation</a:t>
              </a:r>
              <a:r>
                <a:rPr sz="1150" b="1" spc="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150" b="1" spc="-7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Steps</a:t>
              </a:r>
              <a:endParaRPr sz="11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pic>
          <p:nvPicPr>
            <p:cNvPr id="188" name="object 15">
              <a:extLst>
                <a:ext uri="{FF2B5EF4-FFF2-40B4-BE49-F238E27FC236}">
                  <a16:creationId xmlns:a16="http://schemas.microsoft.com/office/drawing/2014/main" id="{CA6CE6DA-E859-21E4-9C32-7110B5A575F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0973" y="1609991"/>
              <a:ext cx="192056" cy="192056"/>
            </a:xfrm>
            <a:prstGeom prst="rect">
              <a:avLst/>
            </a:prstGeom>
          </p:spPr>
        </p:pic>
        <p:sp>
          <p:nvSpPr>
            <p:cNvPr id="189" name="object 16">
              <a:extLst>
                <a:ext uri="{FF2B5EF4-FFF2-40B4-BE49-F238E27FC236}">
                  <a16:creationId xmlns:a16="http://schemas.microsoft.com/office/drawing/2014/main" id="{28A1830D-42F3-489C-388D-6F72CABF9A63}"/>
                </a:ext>
              </a:extLst>
            </p:cNvPr>
            <p:cNvSpPr txBox="1"/>
            <p:nvPr/>
          </p:nvSpPr>
          <p:spPr>
            <a:xfrm>
              <a:off x="769044" y="1624099"/>
              <a:ext cx="65405" cy="16370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800" b="1" spc="-85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1</a:t>
              </a:r>
              <a:endParaRPr sz="8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90" name="object 17">
              <a:extLst>
                <a:ext uri="{FF2B5EF4-FFF2-40B4-BE49-F238E27FC236}">
                  <a16:creationId xmlns:a16="http://schemas.microsoft.com/office/drawing/2014/main" id="{C9F3BCD8-05EA-F5C3-C361-E5A7DFE8B67C}"/>
                </a:ext>
              </a:extLst>
            </p:cNvPr>
            <p:cNvSpPr/>
            <p:nvPr/>
          </p:nvSpPr>
          <p:spPr>
            <a:xfrm>
              <a:off x="1207109" y="1738032"/>
              <a:ext cx="1056640" cy="120650"/>
            </a:xfrm>
            <a:custGeom>
              <a:avLst/>
              <a:gdLst/>
              <a:ahLst/>
              <a:cxnLst/>
              <a:rect l="l" t="t" r="r" b="b"/>
              <a:pathLst>
                <a:path w="1056639" h="120650">
                  <a:moveTo>
                    <a:pt x="416128" y="20828"/>
                  </a:moveTo>
                  <a:lnTo>
                    <a:pt x="395300" y="0"/>
                  </a:lnTo>
                  <a:lnTo>
                    <a:pt x="20828" y="0"/>
                  </a:lnTo>
                  <a:lnTo>
                    <a:pt x="0" y="20828"/>
                  </a:lnTo>
                  <a:lnTo>
                    <a:pt x="0" y="96024"/>
                  </a:lnTo>
                  <a:lnTo>
                    <a:pt x="0" y="99212"/>
                  </a:lnTo>
                  <a:lnTo>
                    <a:pt x="20828" y="120040"/>
                  </a:lnTo>
                  <a:lnTo>
                    <a:pt x="395300" y="120040"/>
                  </a:lnTo>
                  <a:lnTo>
                    <a:pt x="416128" y="99212"/>
                  </a:lnTo>
                  <a:lnTo>
                    <a:pt x="416128" y="20828"/>
                  </a:lnTo>
                  <a:close/>
                </a:path>
                <a:path w="1056639" h="120650">
                  <a:moveTo>
                    <a:pt x="1056309" y="20828"/>
                  </a:moveTo>
                  <a:lnTo>
                    <a:pt x="1035481" y="0"/>
                  </a:lnTo>
                  <a:lnTo>
                    <a:pt x="661009" y="0"/>
                  </a:lnTo>
                  <a:lnTo>
                    <a:pt x="640194" y="20828"/>
                  </a:lnTo>
                  <a:lnTo>
                    <a:pt x="640194" y="96024"/>
                  </a:lnTo>
                  <a:lnTo>
                    <a:pt x="640194" y="99212"/>
                  </a:lnTo>
                  <a:lnTo>
                    <a:pt x="661009" y="120040"/>
                  </a:lnTo>
                  <a:lnTo>
                    <a:pt x="1035481" y="120040"/>
                  </a:lnTo>
                  <a:lnTo>
                    <a:pt x="1056309" y="99212"/>
                  </a:lnTo>
                  <a:lnTo>
                    <a:pt x="1056309" y="20828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191" name="object 18">
              <a:extLst>
                <a:ext uri="{FF2B5EF4-FFF2-40B4-BE49-F238E27FC236}">
                  <a16:creationId xmlns:a16="http://schemas.microsoft.com/office/drawing/2014/main" id="{B7DCF7E7-A7F5-CAF7-1B5D-D218273698C5}"/>
                </a:ext>
              </a:extLst>
            </p:cNvPr>
            <p:cNvSpPr txBox="1"/>
            <p:nvPr/>
          </p:nvSpPr>
          <p:spPr>
            <a:xfrm>
              <a:off x="970353" y="1583551"/>
              <a:ext cx="1775460" cy="450771"/>
            </a:xfrm>
            <a:prstGeom prst="rect">
              <a:avLst/>
            </a:prstGeom>
          </p:spPr>
          <p:txBody>
            <a:bodyPr vert="horz" wrap="square" lIns="0" tIns="2095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65"/>
                </a:spcBef>
              </a:pPr>
              <a:r>
                <a:rPr sz="800" b="1" spc="-10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Open</a:t>
              </a:r>
              <a:r>
                <a:rPr sz="80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00" b="1" spc="-9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Control</a:t>
              </a:r>
              <a:r>
                <a:rPr sz="800" b="1" spc="-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00" b="1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Panel</a:t>
              </a:r>
              <a:endParaRPr sz="80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marL="12700">
                <a:lnSpc>
                  <a:spcPct val="100000"/>
                </a:lnSpc>
                <a:spcBef>
                  <a:spcPts val="85"/>
                </a:spcBef>
              </a:pP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Press</a:t>
              </a:r>
              <a:r>
                <a:rPr sz="700" spc="24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7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Wi</a:t>
              </a:r>
              <a:r>
                <a:rPr sz="650" spc="-29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 </a:t>
              </a:r>
              <a:r>
                <a:rPr sz="6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n</a:t>
              </a:r>
              <a:r>
                <a:rPr sz="65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 </a:t>
              </a:r>
              <a:r>
                <a:rPr sz="5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Times New Roman"/>
                </a:rPr>
                <a:t>+</a:t>
              </a:r>
              <a:r>
                <a:rPr sz="550" spc="254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Times New Roman"/>
                </a:rPr>
                <a:t> </a:t>
              </a:r>
              <a:r>
                <a:rPr sz="65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R</a:t>
              </a:r>
              <a:r>
                <a:rPr sz="650" spc="-8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 </a:t>
              </a:r>
              <a:r>
                <a:rPr sz="700" spc="-7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,</a:t>
              </a:r>
              <a:r>
                <a:rPr sz="700" spc="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type</a:t>
              </a:r>
              <a:r>
                <a:rPr sz="700" spc="27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control</a:t>
              </a:r>
              <a:r>
                <a:rPr sz="650" spc="-7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 </a:t>
              </a:r>
              <a:r>
                <a:rPr sz="700" spc="-7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,</a:t>
              </a:r>
              <a:r>
                <a:rPr sz="700" spc="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press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Enter</a:t>
              </a:r>
              <a:endParaRPr sz="7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pic>
          <p:nvPicPr>
            <p:cNvPr id="192" name="object 19">
              <a:extLst>
                <a:ext uri="{FF2B5EF4-FFF2-40B4-BE49-F238E27FC236}">
                  <a16:creationId xmlns:a16="http://schemas.microsoft.com/office/drawing/2014/main" id="{B51BAD64-D81E-9666-1BAD-E7069C6BAA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0973" y="1930085"/>
              <a:ext cx="192056" cy="192056"/>
            </a:xfrm>
            <a:prstGeom prst="rect">
              <a:avLst/>
            </a:prstGeom>
          </p:spPr>
        </p:pic>
        <p:sp>
          <p:nvSpPr>
            <p:cNvPr id="193" name="object 20">
              <a:extLst>
                <a:ext uri="{FF2B5EF4-FFF2-40B4-BE49-F238E27FC236}">
                  <a16:creationId xmlns:a16="http://schemas.microsoft.com/office/drawing/2014/main" id="{7B195880-4A1C-E7A8-BE0C-19CB644AB040}"/>
                </a:ext>
              </a:extLst>
            </p:cNvPr>
            <p:cNvSpPr txBox="1"/>
            <p:nvPr/>
          </p:nvSpPr>
          <p:spPr>
            <a:xfrm>
              <a:off x="769044" y="1944191"/>
              <a:ext cx="77470" cy="16370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800" b="1" spc="-5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2</a:t>
              </a:r>
              <a:endParaRPr sz="8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94" name="object 21">
              <a:extLst>
                <a:ext uri="{FF2B5EF4-FFF2-40B4-BE49-F238E27FC236}">
                  <a16:creationId xmlns:a16="http://schemas.microsoft.com/office/drawing/2014/main" id="{93791A5F-A036-8067-8BC4-29F606A1F718}"/>
                </a:ext>
              </a:extLst>
            </p:cNvPr>
            <p:cNvSpPr txBox="1"/>
            <p:nvPr/>
          </p:nvSpPr>
          <p:spPr>
            <a:xfrm>
              <a:off x="970351" y="1894842"/>
              <a:ext cx="2413251" cy="346030"/>
            </a:xfrm>
            <a:prstGeom prst="rect">
              <a:avLst/>
            </a:prstGeom>
          </p:spPr>
          <p:txBody>
            <a:bodyPr vert="horz" wrap="square" lIns="0" tIns="29209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229"/>
                </a:spcBef>
              </a:pPr>
              <a:r>
                <a:rPr sz="800" b="1" spc="-8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Navigate</a:t>
              </a:r>
              <a:r>
                <a:rPr sz="800" b="1" spc="-5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00" b="1" spc="-7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to</a:t>
              </a:r>
              <a:r>
                <a:rPr sz="800" b="1" spc="-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0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Programs</a:t>
              </a:r>
              <a:endParaRPr sz="800" dirty="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marL="12700">
                <a:lnSpc>
                  <a:spcPct val="100000"/>
                </a:lnSpc>
                <a:spcBef>
                  <a:spcPts val="150"/>
                </a:spcBef>
              </a:pPr>
              <a:r>
                <a:rPr sz="700" spc="-4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Click</a:t>
              </a: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b="1" spc="-4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Programs</a:t>
              </a:r>
              <a:r>
                <a:rPr sz="700" b="1" spc="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Liberation Sans"/>
                </a:rPr>
                <a:t>→</a:t>
              </a:r>
              <a:r>
                <a:rPr sz="600" spc="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Liberation Sans"/>
                </a:rPr>
                <a:t> </a:t>
              </a:r>
              <a:r>
                <a:rPr sz="700" b="1" spc="-4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Programs</a:t>
              </a:r>
              <a:r>
                <a:rPr sz="700" b="1" spc="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b="1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700" b="1" spc="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b="1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Features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pic>
          <p:nvPicPr>
            <p:cNvPr id="195" name="object 22">
              <a:extLst>
                <a:ext uri="{FF2B5EF4-FFF2-40B4-BE49-F238E27FC236}">
                  <a16:creationId xmlns:a16="http://schemas.microsoft.com/office/drawing/2014/main" id="{6B8052BC-A1DD-896E-0C08-1956D999027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0973" y="2258180"/>
              <a:ext cx="192056" cy="192055"/>
            </a:xfrm>
            <a:prstGeom prst="rect">
              <a:avLst/>
            </a:prstGeom>
          </p:spPr>
        </p:pic>
        <p:sp>
          <p:nvSpPr>
            <p:cNvPr id="196" name="object 23">
              <a:extLst>
                <a:ext uri="{FF2B5EF4-FFF2-40B4-BE49-F238E27FC236}">
                  <a16:creationId xmlns:a16="http://schemas.microsoft.com/office/drawing/2014/main" id="{5D77B859-F280-C176-BCD3-F44CAFD08B29}"/>
                </a:ext>
              </a:extLst>
            </p:cNvPr>
            <p:cNvSpPr txBox="1"/>
            <p:nvPr/>
          </p:nvSpPr>
          <p:spPr>
            <a:xfrm>
              <a:off x="769044" y="2272288"/>
              <a:ext cx="76835" cy="16370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800" b="1" spc="-5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3</a:t>
              </a:r>
              <a:endParaRPr sz="8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97" name="object 24">
              <a:extLst>
                <a:ext uri="{FF2B5EF4-FFF2-40B4-BE49-F238E27FC236}">
                  <a16:creationId xmlns:a16="http://schemas.microsoft.com/office/drawing/2014/main" id="{EE143C75-5B13-50ED-498C-E9C78A5CB509}"/>
                </a:ext>
              </a:extLst>
            </p:cNvPr>
            <p:cNvSpPr txBox="1"/>
            <p:nvPr/>
          </p:nvSpPr>
          <p:spPr>
            <a:xfrm>
              <a:off x="970353" y="2231740"/>
              <a:ext cx="3233548" cy="320427"/>
            </a:xfrm>
            <a:prstGeom prst="rect">
              <a:avLst/>
            </a:prstGeom>
          </p:spPr>
          <p:txBody>
            <a:bodyPr vert="horz" wrap="square" lIns="0" tIns="2095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65"/>
                </a:spcBef>
              </a:pPr>
              <a:r>
                <a:rPr sz="800" b="1" spc="-1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Access</a:t>
              </a:r>
              <a:r>
                <a:rPr sz="80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00" b="1" spc="-10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Windows</a:t>
              </a:r>
              <a:r>
                <a:rPr sz="800" b="1" spc="-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0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Features</a:t>
              </a:r>
              <a:endParaRPr sz="800" dirty="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marL="12700">
                <a:lnSpc>
                  <a:spcPct val="100000"/>
                </a:lnSpc>
                <a:spcBef>
                  <a:spcPts val="85"/>
                </a:spcBef>
              </a:pPr>
              <a:r>
                <a:rPr sz="700" spc="-4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Click </a:t>
              </a:r>
              <a:r>
                <a:rPr sz="700" b="1" spc="-4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Turn</a:t>
              </a:r>
              <a:r>
                <a:rPr sz="700" b="1" spc="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b="1" spc="-4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700" b="1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b="1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features</a:t>
              </a:r>
              <a:r>
                <a:rPr sz="700" b="1" spc="-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b="1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on</a:t>
              </a:r>
              <a:r>
                <a:rPr sz="700" b="1" spc="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b="1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or</a:t>
              </a:r>
              <a:r>
                <a:rPr sz="700" b="1" spc="-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b="1" spc="7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</a:t>
              </a:r>
              <a:r>
                <a:rPr sz="600" b="1" spc="7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ﬀ</a:t>
              </a:r>
              <a:r>
                <a:rPr sz="600" b="1" spc="-7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</a:t>
              </a:r>
              <a:r>
                <a:rPr sz="700" spc="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left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sidebar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pic>
          <p:nvPicPr>
            <p:cNvPr id="198" name="object 25">
              <a:extLst>
                <a:ext uri="{FF2B5EF4-FFF2-40B4-BE49-F238E27FC236}">
                  <a16:creationId xmlns:a16="http://schemas.microsoft.com/office/drawing/2014/main" id="{7675A684-53FB-E7ED-8D15-B351E4F3336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0973" y="2578274"/>
              <a:ext cx="192056" cy="192056"/>
            </a:xfrm>
            <a:prstGeom prst="rect">
              <a:avLst/>
            </a:prstGeom>
          </p:spPr>
        </p:pic>
        <p:sp>
          <p:nvSpPr>
            <p:cNvPr id="199" name="object 26">
              <a:extLst>
                <a:ext uri="{FF2B5EF4-FFF2-40B4-BE49-F238E27FC236}">
                  <a16:creationId xmlns:a16="http://schemas.microsoft.com/office/drawing/2014/main" id="{FF71B2E9-205F-6423-3098-B3DD22936B11}"/>
                </a:ext>
              </a:extLst>
            </p:cNvPr>
            <p:cNvSpPr txBox="1"/>
            <p:nvPr/>
          </p:nvSpPr>
          <p:spPr>
            <a:xfrm>
              <a:off x="769044" y="2592382"/>
              <a:ext cx="79375" cy="16370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800" b="1" spc="-5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4</a:t>
              </a:r>
              <a:endParaRPr sz="8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200" name="object 27">
              <a:extLst>
                <a:ext uri="{FF2B5EF4-FFF2-40B4-BE49-F238E27FC236}">
                  <a16:creationId xmlns:a16="http://schemas.microsoft.com/office/drawing/2014/main" id="{D1A6EBA3-4624-8FB1-586E-E53EDC50EE08}"/>
                </a:ext>
              </a:extLst>
            </p:cNvPr>
            <p:cNvSpPr txBox="1"/>
            <p:nvPr/>
          </p:nvSpPr>
          <p:spPr>
            <a:xfrm>
              <a:off x="970353" y="2543031"/>
              <a:ext cx="3760881" cy="346030"/>
            </a:xfrm>
            <a:prstGeom prst="rect">
              <a:avLst/>
            </a:prstGeom>
          </p:spPr>
          <p:txBody>
            <a:bodyPr vert="horz" wrap="square" lIns="0" tIns="29209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229"/>
                </a:spcBef>
              </a:pPr>
              <a:r>
                <a:rPr sz="800" b="1" spc="-9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Enable</a:t>
              </a:r>
              <a:r>
                <a:rPr sz="800" b="1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00" b="1" spc="-8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Hyper-V</a:t>
              </a:r>
              <a:r>
                <a:rPr sz="800" b="1" spc="-7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0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Components</a:t>
              </a:r>
              <a:endParaRPr sz="800" dirty="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marL="12700">
                <a:lnSpc>
                  <a:spcPct val="100000"/>
                </a:lnSpc>
                <a:spcBef>
                  <a:spcPts val="150"/>
                </a:spcBef>
              </a:pPr>
              <a:r>
                <a:rPr sz="700" spc="-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Check</a:t>
              </a:r>
              <a:r>
                <a:rPr sz="700" spc="-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b="1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700" b="1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700" b="1" spc="-4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box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(includes</a:t>
              </a:r>
              <a:r>
                <a:rPr sz="700" spc="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Platform</a:t>
              </a:r>
              <a:r>
                <a:rPr sz="700" spc="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&amp;</a:t>
              </a:r>
              <a:r>
                <a:rPr sz="70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Management</a:t>
              </a:r>
              <a:r>
                <a:rPr sz="700" spc="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Tools)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pic>
          <p:nvPicPr>
            <p:cNvPr id="201" name="object 28">
              <a:extLst>
                <a:ext uri="{FF2B5EF4-FFF2-40B4-BE49-F238E27FC236}">
                  <a16:creationId xmlns:a16="http://schemas.microsoft.com/office/drawing/2014/main" id="{CACA0C02-D6E0-2F99-7B4D-2B72CE57ED74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0973" y="2906370"/>
              <a:ext cx="192056" cy="192056"/>
            </a:xfrm>
            <a:prstGeom prst="rect">
              <a:avLst/>
            </a:prstGeom>
          </p:spPr>
        </p:pic>
        <p:sp>
          <p:nvSpPr>
            <p:cNvPr id="202" name="object 29">
              <a:extLst>
                <a:ext uri="{FF2B5EF4-FFF2-40B4-BE49-F238E27FC236}">
                  <a16:creationId xmlns:a16="http://schemas.microsoft.com/office/drawing/2014/main" id="{038087C3-3C00-9520-E840-8FF13BD622AE}"/>
                </a:ext>
              </a:extLst>
            </p:cNvPr>
            <p:cNvSpPr txBox="1"/>
            <p:nvPr/>
          </p:nvSpPr>
          <p:spPr>
            <a:xfrm>
              <a:off x="769044" y="2912475"/>
              <a:ext cx="76200" cy="16370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800" b="1" spc="-5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5</a:t>
              </a:r>
              <a:endParaRPr sz="8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203" name="object 30">
              <a:extLst>
                <a:ext uri="{FF2B5EF4-FFF2-40B4-BE49-F238E27FC236}">
                  <a16:creationId xmlns:a16="http://schemas.microsoft.com/office/drawing/2014/main" id="{D98808FC-B0C5-6E6E-2A73-A6806BECC928}"/>
                </a:ext>
              </a:extLst>
            </p:cNvPr>
            <p:cNvSpPr txBox="1"/>
            <p:nvPr/>
          </p:nvSpPr>
          <p:spPr>
            <a:xfrm>
              <a:off x="970353" y="2879929"/>
              <a:ext cx="1828164" cy="450771"/>
            </a:xfrm>
            <a:prstGeom prst="rect">
              <a:avLst/>
            </a:prstGeom>
          </p:spPr>
          <p:txBody>
            <a:bodyPr vert="horz" wrap="square" lIns="0" tIns="2095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65"/>
                </a:spcBef>
              </a:pPr>
              <a:r>
                <a:rPr sz="800" b="1" spc="-9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Apply</a:t>
              </a:r>
              <a:r>
                <a:rPr sz="800" b="1" spc="-10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00" b="1" spc="-9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and</a:t>
              </a:r>
              <a:r>
                <a:rPr sz="800" b="1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0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Restart</a:t>
              </a:r>
              <a:endParaRPr sz="800" dirty="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marL="12700">
                <a:lnSpc>
                  <a:spcPct val="100000"/>
                </a:lnSpc>
                <a:spcBef>
                  <a:spcPts val="85"/>
                </a:spcBef>
              </a:pPr>
              <a:r>
                <a:rPr sz="700" spc="-4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Click </a:t>
              </a:r>
              <a:r>
                <a:rPr sz="700" b="1" spc="-7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OK</a:t>
              </a:r>
              <a:r>
                <a:rPr sz="700" spc="-7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,</a:t>
              </a:r>
              <a:r>
                <a:rPr sz="700" spc="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wait</a:t>
              </a: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for</a:t>
              </a: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installation,</a:t>
              </a:r>
              <a:r>
                <a:rPr sz="700" spc="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then</a:t>
              </a:r>
              <a:r>
                <a:rPr sz="700" spc="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b="1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Restart</a:t>
              </a:r>
              <a:r>
                <a:rPr sz="700" b="1" spc="-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b="1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now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204" name="object 31">
              <a:extLst>
                <a:ext uri="{FF2B5EF4-FFF2-40B4-BE49-F238E27FC236}">
                  <a16:creationId xmlns:a16="http://schemas.microsoft.com/office/drawing/2014/main" id="{1C95471E-07C5-22B8-F222-8EF008BB9CD5}"/>
                </a:ext>
              </a:extLst>
            </p:cNvPr>
            <p:cNvGrpSpPr/>
            <p:nvPr/>
          </p:nvGrpSpPr>
          <p:grpSpPr>
            <a:xfrm>
              <a:off x="6184443" y="977681"/>
              <a:ext cx="5481955" cy="2745105"/>
              <a:chOff x="6184443" y="977681"/>
              <a:chExt cx="5481955" cy="2745105"/>
            </a:xfrm>
          </p:grpSpPr>
          <p:sp>
            <p:nvSpPr>
              <p:cNvPr id="237" name="object 32">
                <a:extLst>
                  <a:ext uri="{FF2B5EF4-FFF2-40B4-BE49-F238E27FC236}">
                    <a16:creationId xmlns:a16="http://schemas.microsoft.com/office/drawing/2014/main" id="{4C63A510-4F9C-0DB0-7F3E-93983F6DA1B3}"/>
                  </a:ext>
                </a:extLst>
              </p:cNvPr>
              <p:cNvSpPr/>
              <p:nvPr/>
            </p:nvSpPr>
            <p:spPr>
              <a:xfrm>
                <a:off x="6188570" y="981808"/>
                <a:ext cx="5473700" cy="2736850"/>
              </a:xfrm>
              <a:custGeom>
                <a:avLst/>
                <a:gdLst/>
                <a:ahLst/>
                <a:cxnLst/>
                <a:rect l="l" t="t" r="r" b="b"/>
                <a:pathLst>
                  <a:path w="5473700" h="2736850">
                    <a:moveTo>
                      <a:pt x="0" y="2644771"/>
                    </a:moveTo>
                    <a:lnTo>
                      <a:pt x="0" y="92026"/>
                    </a:lnTo>
                    <a:lnTo>
                      <a:pt x="0" y="85984"/>
                    </a:lnTo>
                    <a:lnTo>
                      <a:pt x="589" y="79999"/>
                    </a:lnTo>
                    <a:lnTo>
                      <a:pt x="1768" y="74073"/>
                    </a:lnTo>
                    <a:lnTo>
                      <a:pt x="2947" y="68146"/>
                    </a:lnTo>
                    <a:lnTo>
                      <a:pt x="4692" y="62392"/>
                    </a:lnTo>
                    <a:lnTo>
                      <a:pt x="7005" y="56809"/>
                    </a:lnTo>
                    <a:lnTo>
                      <a:pt x="9317" y="51227"/>
                    </a:lnTo>
                    <a:lnTo>
                      <a:pt x="35875" y="18866"/>
                    </a:lnTo>
                    <a:lnTo>
                      <a:pt x="40899" y="15509"/>
                    </a:lnTo>
                    <a:lnTo>
                      <a:pt x="45923" y="12152"/>
                    </a:lnTo>
                    <a:lnTo>
                      <a:pt x="85984" y="0"/>
                    </a:lnTo>
                    <a:lnTo>
                      <a:pt x="92027" y="0"/>
                    </a:lnTo>
                    <a:lnTo>
                      <a:pt x="5381569" y="0"/>
                    </a:lnTo>
                    <a:lnTo>
                      <a:pt x="5387611" y="0"/>
                    </a:lnTo>
                    <a:lnTo>
                      <a:pt x="5393595" y="589"/>
                    </a:lnTo>
                    <a:lnTo>
                      <a:pt x="5399522" y="1768"/>
                    </a:lnTo>
                    <a:lnTo>
                      <a:pt x="5405448" y="2947"/>
                    </a:lnTo>
                    <a:lnTo>
                      <a:pt x="5411203" y="4692"/>
                    </a:lnTo>
                    <a:lnTo>
                      <a:pt x="5416786" y="7005"/>
                    </a:lnTo>
                    <a:lnTo>
                      <a:pt x="5422368" y="9317"/>
                    </a:lnTo>
                    <a:lnTo>
                      <a:pt x="5427673" y="12152"/>
                    </a:lnTo>
                    <a:lnTo>
                      <a:pt x="5432697" y="15509"/>
                    </a:lnTo>
                    <a:lnTo>
                      <a:pt x="5437721" y="18866"/>
                    </a:lnTo>
                    <a:lnTo>
                      <a:pt x="5442369" y="22681"/>
                    </a:lnTo>
                    <a:lnTo>
                      <a:pt x="5446642" y="26954"/>
                    </a:lnTo>
                    <a:lnTo>
                      <a:pt x="5450915" y="31226"/>
                    </a:lnTo>
                    <a:lnTo>
                      <a:pt x="5466589" y="56809"/>
                    </a:lnTo>
                    <a:lnTo>
                      <a:pt x="5468902" y="62392"/>
                    </a:lnTo>
                    <a:lnTo>
                      <a:pt x="5470647" y="68146"/>
                    </a:lnTo>
                    <a:lnTo>
                      <a:pt x="5471826" y="74073"/>
                    </a:lnTo>
                    <a:lnTo>
                      <a:pt x="5473005" y="79999"/>
                    </a:lnTo>
                    <a:lnTo>
                      <a:pt x="5473595" y="85984"/>
                    </a:lnTo>
                    <a:lnTo>
                      <a:pt x="5473596" y="92026"/>
                    </a:lnTo>
                    <a:lnTo>
                      <a:pt x="5473596" y="2644771"/>
                    </a:lnTo>
                    <a:lnTo>
                      <a:pt x="5464277" y="2685570"/>
                    </a:lnTo>
                    <a:lnTo>
                      <a:pt x="5437721" y="2717931"/>
                    </a:lnTo>
                    <a:lnTo>
                      <a:pt x="5432697" y="2721288"/>
                    </a:lnTo>
                    <a:lnTo>
                      <a:pt x="5427673" y="2724645"/>
                    </a:lnTo>
                    <a:lnTo>
                      <a:pt x="5387611" y="2736797"/>
                    </a:lnTo>
                    <a:lnTo>
                      <a:pt x="5381569" y="2736798"/>
                    </a:lnTo>
                    <a:lnTo>
                      <a:pt x="92027" y="2736798"/>
                    </a:lnTo>
                    <a:lnTo>
                      <a:pt x="51226" y="2727480"/>
                    </a:lnTo>
                    <a:lnTo>
                      <a:pt x="18866" y="2700922"/>
                    </a:lnTo>
                    <a:lnTo>
                      <a:pt x="1768" y="2662724"/>
                    </a:lnTo>
                    <a:lnTo>
                      <a:pt x="0" y="2650813"/>
                    </a:lnTo>
                    <a:lnTo>
                      <a:pt x="0" y="2644771"/>
                    </a:lnTo>
                    <a:close/>
                  </a:path>
                </a:pathLst>
              </a:custGeom>
              <a:ln w="8002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38" name="object 33">
                <a:extLst>
                  <a:ext uri="{FF2B5EF4-FFF2-40B4-BE49-F238E27FC236}">
                    <a16:creationId xmlns:a16="http://schemas.microsoft.com/office/drawing/2014/main" id="{1CAA8319-837C-156A-30F7-009F7C9C24B3}"/>
                  </a:ext>
                </a:extLst>
              </p:cNvPr>
              <p:cNvSpPr/>
              <p:nvPr/>
            </p:nvSpPr>
            <p:spPr>
              <a:xfrm>
                <a:off x="6352619" y="1481954"/>
                <a:ext cx="5146040" cy="16510"/>
              </a:xfrm>
              <a:custGeom>
                <a:avLst/>
                <a:gdLst/>
                <a:ahLst/>
                <a:cxnLst/>
                <a:rect l="l" t="t" r="r" b="b"/>
                <a:pathLst>
                  <a:path w="5146040" h="16509">
                    <a:moveTo>
                      <a:pt x="5145500" y="16004"/>
                    </a:moveTo>
                    <a:lnTo>
                      <a:pt x="0" y="16004"/>
                    </a:lnTo>
                    <a:lnTo>
                      <a:pt x="0" y="0"/>
                    </a:lnTo>
                    <a:lnTo>
                      <a:pt x="5145500" y="0"/>
                    </a:lnTo>
                    <a:lnTo>
                      <a:pt x="5145500" y="16004"/>
                    </a:lnTo>
                    <a:close/>
                  </a:path>
                </a:pathLst>
              </a:custGeom>
              <a:solidFill>
                <a:srgbClr val="4F4F4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39" name="object 34">
                <a:extLst>
                  <a:ext uri="{FF2B5EF4-FFF2-40B4-BE49-F238E27FC236}">
                    <a16:creationId xmlns:a16="http://schemas.microsoft.com/office/drawing/2014/main" id="{E981CB95-D78A-819F-0438-CA860D44302A}"/>
                  </a:ext>
                </a:extLst>
              </p:cNvPr>
              <p:cNvSpPr/>
              <p:nvPr/>
            </p:nvSpPr>
            <p:spPr>
              <a:xfrm>
                <a:off x="6352619" y="3162444"/>
                <a:ext cx="5146040" cy="392430"/>
              </a:xfrm>
              <a:custGeom>
                <a:avLst/>
                <a:gdLst/>
                <a:ahLst/>
                <a:cxnLst/>
                <a:rect l="l" t="t" r="r" b="b"/>
                <a:pathLst>
                  <a:path w="5146040" h="392429">
                    <a:moveTo>
                      <a:pt x="5089971" y="392114"/>
                    </a:moveTo>
                    <a:lnTo>
                      <a:pt x="55529" y="392114"/>
                    </a:lnTo>
                    <a:lnTo>
                      <a:pt x="47363" y="390489"/>
                    </a:lnTo>
                    <a:lnTo>
                      <a:pt x="12747" y="367360"/>
                    </a:lnTo>
                    <a:lnTo>
                      <a:pt x="0" y="336584"/>
                    </a:lnTo>
                    <a:lnTo>
                      <a:pt x="0" y="55529"/>
                    </a:lnTo>
                    <a:lnTo>
                      <a:pt x="24754" y="12747"/>
                    </a:lnTo>
                    <a:lnTo>
                      <a:pt x="55529" y="0"/>
                    </a:lnTo>
                    <a:lnTo>
                      <a:pt x="5089971" y="0"/>
                    </a:lnTo>
                    <a:lnTo>
                      <a:pt x="5132753" y="24753"/>
                    </a:lnTo>
                    <a:lnTo>
                      <a:pt x="5145501" y="55529"/>
                    </a:lnTo>
                    <a:lnTo>
                      <a:pt x="5145501" y="336584"/>
                    </a:lnTo>
                    <a:lnTo>
                      <a:pt x="5120747" y="379366"/>
                    </a:lnTo>
                    <a:lnTo>
                      <a:pt x="5089971" y="392114"/>
                    </a:lnTo>
                    <a:close/>
                  </a:path>
                </a:pathLst>
              </a:custGeom>
              <a:solidFill>
                <a:srgbClr val="FFB900">
                  <a:alpha val="783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40" name="object 35">
                <a:extLst>
                  <a:ext uri="{FF2B5EF4-FFF2-40B4-BE49-F238E27FC236}">
                    <a16:creationId xmlns:a16="http://schemas.microsoft.com/office/drawing/2014/main" id="{40730812-D23A-58CC-A85B-A15E718D0C14}"/>
                  </a:ext>
                </a:extLst>
              </p:cNvPr>
              <p:cNvSpPr/>
              <p:nvPr/>
            </p:nvSpPr>
            <p:spPr>
              <a:xfrm>
                <a:off x="6352618" y="3162444"/>
                <a:ext cx="5146040" cy="392430"/>
              </a:xfrm>
              <a:custGeom>
                <a:avLst/>
                <a:gdLst/>
                <a:ahLst/>
                <a:cxnLst/>
                <a:rect l="l" t="t" r="r" b="b"/>
                <a:pathLst>
                  <a:path w="5146040" h="392429">
                    <a:moveTo>
                      <a:pt x="5089971" y="392114"/>
                    </a:moveTo>
                    <a:lnTo>
                      <a:pt x="55529" y="392114"/>
                    </a:lnTo>
                    <a:lnTo>
                      <a:pt x="47363" y="390489"/>
                    </a:lnTo>
                    <a:lnTo>
                      <a:pt x="12747" y="367360"/>
                    </a:lnTo>
                    <a:lnTo>
                      <a:pt x="0" y="336584"/>
                    </a:lnTo>
                    <a:lnTo>
                      <a:pt x="0" y="55529"/>
                    </a:lnTo>
                    <a:lnTo>
                      <a:pt x="24754" y="12747"/>
                    </a:lnTo>
                    <a:lnTo>
                      <a:pt x="55529" y="0"/>
                    </a:lnTo>
                    <a:lnTo>
                      <a:pt x="5089971" y="0"/>
                    </a:lnTo>
                    <a:lnTo>
                      <a:pt x="5098137" y="1624"/>
                    </a:lnTo>
                    <a:lnTo>
                      <a:pt x="5113535" y="8002"/>
                    </a:lnTo>
                    <a:lnTo>
                      <a:pt x="60341" y="8002"/>
                    </a:lnTo>
                    <a:lnTo>
                      <a:pt x="56698" y="8360"/>
                    </a:lnTo>
                    <a:lnTo>
                      <a:pt x="21808" y="27009"/>
                    </a:lnTo>
                    <a:lnTo>
                      <a:pt x="8002" y="60340"/>
                    </a:lnTo>
                    <a:lnTo>
                      <a:pt x="8002" y="331773"/>
                    </a:lnTo>
                    <a:lnTo>
                      <a:pt x="27010" y="370305"/>
                    </a:lnTo>
                    <a:lnTo>
                      <a:pt x="59125" y="383992"/>
                    </a:lnTo>
                    <a:lnTo>
                      <a:pt x="5113823" y="383992"/>
                    </a:lnTo>
                    <a:lnTo>
                      <a:pt x="5098137" y="390489"/>
                    </a:lnTo>
                    <a:lnTo>
                      <a:pt x="5089971" y="392114"/>
                    </a:lnTo>
                    <a:close/>
                  </a:path>
                  <a:path w="5146040" h="392429">
                    <a:moveTo>
                      <a:pt x="5113823" y="383992"/>
                    </a:moveTo>
                    <a:lnTo>
                      <a:pt x="5086375" y="383992"/>
                    </a:lnTo>
                    <a:lnTo>
                      <a:pt x="5088802" y="383753"/>
                    </a:lnTo>
                    <a:lnTo>
                      <a:pt x="5096017" y="382317"/>
                    </a:lnTo>
                    <a:lnTo>
                      <a:pt x="5130100" y="356158"/>
                    </a:lnTo>
                    <a:lnTo>
                      <a:pt x="5137499" y="331773"/>
                    </a:lnTo>
                    <a:lnTo>
                      <a:pt x="5137499" y="60340"/>
                    </a:lnTo>
                    <a:lnTo>
                      <a:pt x="5118490" y="21808"/>
                    </a:lnTo>
                    <a:lnTo>
                      <a:pt x="5085160" y="8002"/>
                    </a:lnTo>
                    <a:lnTo>
                      <a:pt x="5113644" y="8002"/>
                    </a:lnTo>
                    <a:lnTo>
                      <a:pt x="5143876" y="47362"/>
                    </a:lnTo>
                    <a:lnTo>
                      <a:pt x="5145500" y="55529"/>
                    </a:lnTo>
                    <a:lnTo>
                      <a:pt x="5145500" y="336584"/>
                    </a:lnTo>
                    <a:lnTo>
                      <a:pt x="5143876" y="344751"/>
                    </a:lnTo>
                    <a:lnTo>
                      <a:pt x="5137378" y="360437"/>
                    </a:lnTo>
                    <a:lnTo>
                      <a:pt x="5132752" y="367360"/>
                    </a:lnTo>
                    <a:lnTo>
                      <a:pt x="5120747" y="379366"/>
                    </a:lnTo>
                    <a:lnTo>
                      <a:pt x="5113823" y="383992"/>
                    </a:lnTo>
                    <a:close/>
                  </a:path>
                </a:pathLst>
              </a:custGeom>
              <a:solidFill>
                <a:srgbClr val="FFB900">
                  <a:alpha val="30198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41" name="object 36">
                <a:extLst>
                  <a:ext uri="{FF2B5EF4-FFF2-40B4-BE49-F238E27FC236}">
                    <a16:creationId xmlns:a16="http://schemas.microsoft.com/office/drawing/2014/main" id="{8997A633-8AA4-CA95-0012-3B6810A1E87C}"/>
                  </a:ext>
                </a:extLst>
              </p:cNvPr>
              <p:cNvSpPr/>
              <p:nvPr/>
            </p:nvSpPr>
            <p:spPr>
              <a:xfrm>
                <a:off x="6352618" y="1145856"/>
                <a:ext cx="256540" cy="256540"/>
              </a:xfrm>
              <a:custGeom>
                <a:avLst/>
                <a:gdLst/>
                <a:ahLst/>
                <a:cxnLst/>
                <a:rect l="l" t="t" r="r" b="b"/>
                <a:pathLst>
                  <a:path w="256540" h="256540">
                    <a:moveTo>
                      <a:pt x="214427" y="256074"/>
                    </a:moveTo>
                    <a:lnTo>
                      <a:pt x="41646" y="256074"/>
                    </a:lnTo>
                    <a:lnTo>
                      <a:pt x="35521" y="254856"/>
                    </a:lnTo>
                    <a:lnTo>
                      <a:pt x="1218" y="220552"/>
                    </a:lnTo>
                    <a:lnTo>
                      <a:pt x="0" y="214427"/>
                    </a:lnTo>
                    <a:lnTo>
                      <a:pt x="0" y="208060"/>
                    </a:lnTo>
                    <a:lnTo>
                      <a:pt x="0" y="41646"/>
                    </a:lnTo>
                    <a:lnTo>
                      <a:pt x="23756" y="6091"/>
                    </a:lnTo>
                    <a:lnTo>
                      <a:pt x="41646" y="0"/>
                    </a:lnTo>
                    <a:lnTo>
                      <a:pt x="214427" y="0"/>
                    </a:lnTo>
                    <a:lnTo>
                      <a:pt x="249983" y="23757"/>
                    </a:lnTo>
                    <a:lnTo>
                      <a:pt x="256074" y="41646"/>
                    </a:lnTo>
                    <a:lnTo>
                      <a:pt x="256074" y="214427"/>
                    </a:lnTo>
                    <a:lnTo>
                      <a:pt x="232317" y="249983"/>
                    </a:lnTo>
                    <a:lnTo>
                      <a:pt x="220552" y="254856"/>
                    </a:lnTo>
                    <a:lnTo>
                      <a:pt x="214427" y="256074"/>
                    </a:lnTo>
                    <a:close/>
                  </a:path>
                </a:pathLst>
              </a:custGeom>
              <a:solidFill>
                <a:srgbClr val="4F4F4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242" name="object 37">
                <a:extLst>
                  <a:ext uri="{FF2B5EF4-FFF2-40B4-BE49-F238E27FC236}">
                    <a16:creationId xmlns:a16="http://schemas.microsoft.com/office/drawing/2014/main" id="{F1FA2359-9BA3-A215-240D-C77F4B823F9F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419137" y="1212375"/>
                <a:ext cx="123035" cy="123035"/>
              </a:xfrm>
              <a:prstGeom prst="rect">
                <a:avLst/>
              </a:prstGeom>
            </p:spPr>
          </p:pic>
        </p:grpSp>
        <p:sp>
          <p:nvSpPr>
            <p:cNvPr id="205" name="object 38">
              <a:extLst>
                <a:ext uri="{FF2B5EF4-FFF2-40B4-BE49-F238E27FC236}">
                  <a16:creationId xmlns:a16="http://schemas.microsoft.com/office/drawing/2014/main" id="{9ECF5192-6F0A-3893-CD11-3F513C6BACC8}"/>
                </a:ext>
              </a:extLst>
            </p:cNvPr>
            <p:cNvSpPr txBox="1"/>
            <p:nvPr/>
          </p:nvSpPr>
          <p:spPr>
            <a:xfrm>
              <a:off x="6676891" y="1153962"/>
              <a:ext cx="2364222" cy="231204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1150" b="1" spc="-7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Components</a:t>
              </a:r>
              <a:r>
                <a:rPr sz="1150" b="1" spc="-4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150" b="1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</a:t>
              </a:r>
              <a:r>
                <a:rPr sz="1150" b="1" spc="-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150" b="1" spc="-4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Enable</a:t>
              </a:r>
              <a:endParaRPr sz="11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206" name="object 39">
              <a:extLst>
                <a:ext uri="{FF2B5EF4-FFF2-40B4-BE49-F238E27FC236}">
                  <a16:creationId xmlns:a16="http://schemas.microsoft.com/office/drawing/2014/main" id="{931EF7FB-18B3-32A5-4FB9-2A88BD30BB71}"/>
                </a:ext>
              </a:extLst>
            </p:cNvPr>
            <p:cNvGrpSpPr/>
            <p:nvPr/>
          </p:nvGrpSpPr>
          <p:grpSpPr>
            <a:xfrm>
              <a:off x="6352619" y="1609991"/>
              <a:ext cx="5146040" cy="440690"/>
              <a:chOff x="6352619" y="1609991"/>
              <a:chExt cx="5146040" cy="440690"/>
            </a:xfrm>
          </p:grpSpPr>
          <p:sp>
            <p:nvSpPr>
              <p:cNvPr id="234" name="object 40">
                <a:extLst>
                  <a:ext uri="{FF2B5EF4-FFF2-40B4-BE49-F238E27FC236}">
                    <a16:creationId xmlns:a16="http://schemas.microsoft.com/office/drawing/2014/main" id="{72FAFF7C-2F6D-AFF1-EC64-0774D974B097}"/>
                  </a:ext>
                </a:extLst>
              </p:cNvPr>
              <p:cNvSpPr/>
              <p:nvPr/>
            </p:nvSpPr>
            <p:spPr>
              <a:xfrm>
                <a:off x="6364622" y="1609991"/>
                <a:ext cx="5133975" cy="440690"/>
              </a:xfrm>
              <a:custGeom>
                <a:avLst/>
                <a:gdLst/>
                <a:ahLst/>
                <a:cxnLst/>
                <a:rect l="l" t="t" r="r" b="b"/>
                <a:pathLst>
                  <a:path w="5133975" h="440689">
                    <a:moveTo>
                      <a:pt x="5091849" y="440128"/>
                    </a:moveTo>
                    <a:lnTo>
                      <a:pt x="31235" y="440128"/>
                    </a:lnTo>
                    <a:lnTo>
                      <a:pt x="26642" y="438910"/>
                    </a:lnTo>
                    <a:lnTo>
                      <a:pt x="913" y="404605"/>
                    </a:lnTo>
                    <a:lnTo>
                      <a:pt x="0" y="398481"/>
                    </a:lnTo>
                    <a:lnTo>
                      <a:pt x="0" y="392114"/>
                    </a:lnTo>
                    <a:lnTo>
                      <a:pt x="0" y="41646"/>
                    </a:lnTo>
                    <a:lnTo>
                      <a:pt x="17818" y="6091"/>
                    </a:lnTo>
                    <a:lnTo>
                      <a:pt x="31235" y="0"/>
                    </a:lnTo>
                    <a:lnTo>
                      <a:pt x="5091849" y="0"/>
                    </a:lnTo>
                    <a:lnTo>
                      <a:pt x="5127404" y="23757"/>
                    </a:lnTo>
                    <a:lnTo>
                      <a:pt x="5133496" y="41646"/>
                    </a:lnTo>
                    <a:lnTo>
                      <a:pt x="5133496" y="398481"/>
                    </a:lnTo>
                    <a:lnTo>
                      <a:pt x="5109739" y="434036"/>
                    </a:lnTo>
                    <a:lnTo>
                      <a:pt x="5097974" y="438910"/>
                    </a:lnTo>
                    <a:lnTo>
                      <a:pt x="5091849" y="440128"/>
                    </a:lnTo>
                    <a:close/>
                  </a:path>
                </a:pathLst>
              </a:custGeom>
              <a:solidFill>
                <a:srgbClr val="0078D4">
                  <a:alpha val="509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35" name="object 41">
                <a:extLst>
                  <a:ext uri="{FF2B5EF4-FFF2-40B4-BE49-F238E27FC236}">
                    <a16:creationId xmlns:a16="http://schemas.microsoft.com/office/drawing/2014/main" id="{3132EC44-C907-4A98-436D-858A3922502B}"/>
                  </a:ext>
                </a:extLst>
              </p:cNvPr>
              <p:cNvSpPr/>
              <p:nvPr/>
            </p:nvSpPr>
            <p:spPr>
              <a:xfrm>
                <a:off x="6352619" y="1610675"/>
                <a:ext cx="40640" cy="438784"/>
              </a:xfrm>
              <a:custGeom>
                <a:avLst/>
                <a:gdLst/>
                <a:ahLst/>
                <a:cxnLst/>
                <a:rect l="l" t="t" r="r" b="b"/>
                <a:pathLst>
                  <a:path w="40639" h="438785">
                    <a:moveTo>
                      <a:pt x="40558" y="438760"/>
                    </a:moveTo>
                    <a:lnTo>
                      <a:pt x="7910" y="417985"/>
                    </a:lnTo>
                    <a:lnTo>
                      <a:pt x="0" y="391430"/>
                    </a:lnTo>
                    <a:lnTo>
                      <a:pt x="0" y="47329"/>
                    </a:lnTo>
                    <a:lnTo>
                      <a:pt x="21458" y="7226"/>
                    </a:lnTo>
                    <a:lnTo>
                      <a:pt x="40558" y="0"/>
                    </a:lnTo>
                    <a:lnTo>
                      <a:pt x="35725" y="4003"/>
                    </a:lnTo>
                    <a:lnTo>
                      <a:pt x="31037" y="13378"/>
                    </a:lnTo>
                    <a:lnTo>
                      <a:pt x="27961" y="20774"/>
                    </a:lnTo>
                    <a:lnTo>
                      <a:pt x="25764" y="28897"/>
                    </a:lnTo>
                    <a:lnTo>
                      <a:pt x="24446" y="37749"/>
                    </a:lnTo>
                    <a:lnTo>
                      <a:pt x="24007" y="47329"/>
                    </a:lnTo>
                    <a:lnTo>
                      <a:pt x="24007" y="391430"/>
                    </a:lnTo>
                    <a:lnTo>
                      <a:pt x="35725" y="434756"/>
                    </a:lnTo>
                    <a:lnTo>
                      <a:pt x="40558" y="438760"/>
                    </a:lnTo>
                    <a:close/>
                  </a:path>
                </a:pathLst>
              </a:custGeom>
              <a:solidFill>
                <a:srgbClr val="0078D4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236" name="object 42">
                <a:extLst>
                  <a:ext uri="{FF2B5EF4-FFF2-40B4-BE49-F238E27FC236}">
                    <a16:creationId xmlns:a16="http://schemas.microsoft.com/office/drawing/2014/main" id="{B7054148-0A26-B951-02FF-3A5F045FC8E7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481990" y="1723358"/>
                <a:ext cx="93360" cy="93360"/>
              </a:xfrm>
              <a:prstGeom prst="rect">
                <a:avLst/>
              </a:prstGeom>
            </p:spPr>
          </p:pic>
        </p:grpSp>
        <p:sp>
          <p:nvSpPr>
            <p:cNvPr id="207" name="object 43">
              <a:extLst>
                <a:ext uri="{FF2B5EF4-FFF2-40B4-BE49-F238E27FC236}">
                  <a16:creationId xmlns:a16="http://schemas.microsoft.com/office/drawing/2014/main" id="{7144ED51-8055-9A3C-50BD-15914C260DDB}"/>
                </a:ext>
              </a:extLst>
            </p:cNvPr>
            <p:cNvSpPr txBox="1"/>
            <p:nvPr/>
          </p:nvSpPr>
          <p:spPr>
            <a:xfrm>
              <a:off x="6460829" y="1643001"/>
              <a:ext cx="2983641" cy="397237"/>
            </a:xfrm>
            <a:prstGeom prst="rect">
              <a:avLst/>
            </a:prstGeom>
          </p:spPr>
          <p:txBody>
            <a:bodyPr vert="horz" wrap="square" lIns="0" tIns="50800" rIns="0" bIns="0" rtlCol="0">
              <a:spAutoFit/>
            </a:bodyPr>
            <a:lstStyle/>
            <a:p>
              <a:pPr marL="188595">
                <a:lnSpc>
                  <a:spcPct val="100000"/>
                </a:lnSpc>
                <a:spcBef>
                  <a:spcPts val="400"/>
                </a:spcBef>
              </a:pPr>
              <a:r>
                <a:rPr sz="85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850" b="1" spc="-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850" b="1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Platform</a:t>
              </a:r>
              <a:endParaRPr sz="85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65"/>
                </a:spcBef>
              </a:pPr>
              <a:r>
                <a:rPr sz="700" spc="-4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Core</a:t>
              </a:r>
              <a:r>
                <a:rPr sz="700" spc="-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hypervisor engine</a:t>
              </a:r>
              <a:r>
                <a:rPr sz="700" spc="-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for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7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VM</a:t>
              </a:r>
              <a:r>
                <a:rPr sz="700" spc="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creation</a:t>
              </a:r>
              <a:r>
                <a:rPr sz="700" spc="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700" spc="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management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208" name="object 44">
              <a:extLst>
                <a:ext uri="{FF2B5EF4-FFF2-40B4-BE49-F238E27FC236}">
                  <a16:creationId xmlns:a16="http://schemas.microsoft.com/office/drawing/2014/main" id="{DFF3EF47-58D2-BB59-157B-9BFE49140D15}"/>
                </a:ext>
              </a:extLst>
            </p:cNvPr>
            <p:cNvGrpSpPr/>
            <p:nvPr/>
          </p:nvGrpSpPr>
          <p:grpSpPr>
            <a:xfrm>
              <a:off x="6352619" y="2114138"/>
              <a:ext cx="5146040" cy="440690"/>
              <a:chOff x="6352619" y="2114138"/>
              <a:chExt cx="5146040" cy="440690"/>
            </a:xfrm>
          </p:grpSpPr>
          <p:sp>
            <p:nvSpPr>
              <p:cNvPr id="231" name="object 45">
                <a:extLst>
                  <a:ext uri="{FF2B5EF4-FFF2-40B4-BE49-F238E27FC236}">
                    <a16:creationId xmlns:a16="http://schemas.microsoft.com/office/drawing/2014/main" id="{5B4AD201-92DD-2CE4-3670-643BCB954CEB}"/>
                  </a:ext>
                </a:extLst>
              </p:cNvPr>
              <p:cNvSpPr/>
              <p:nvPr/>
            </p:nvSpPr>
            <p:spPr>
              <a:xfrm>
                <a:off x="6364622" y="2114138"/>
                <a:ext cx="5133975" cy="440690"/>
              </a:xfrm>
              <a:custGeom>
                <a:avLst/>
                <a:gdLst/>
                <a:ahLst/>
                <a:cxnLst/>
                <a:rect l="l" t="t" r="r" b="b"/>
                <a:pathLst>
                  <a:path w="5133975" h="440689">
                    <a:moveTo>
                      <a:pt x="5091849" y="440128"/>
                    </a:moveTo>
                    <a:lnTo>
                      <a:pt x="31235" y="440128"/>
                    </a:lnTo>
                    <a:lnTo>
                      <a:pt x="26642" y="438910"/>
                    </a:lnTo>
                    <a:lnTo>
                      <a:pt x="913" y="404605"/>
                    </a:lnTo>
                    <a:lnTo>
                      <a:pt x="0" y="398481"/>
                    </a:lnTo>
                    <a:lnTo>
                      <a:pt x="0" y="392114"/>
                    </a:lnTo>
                    <a:lnTo>
                      <a:pt x="0" y="41646"/>
                    </a:lnTo>
                    <a:lnTo>
                      <a:pt x="17818" y="6091"/>
                    </a:lnTo>
                    <a:lnTo>
                      <a:pt x="31235" y="0"/>
                    </a:lnTo>
                    <a:lnTo>
                      <a:pt x="5091849" y="0"/>
                    </a:lnTo>
                    <a:lnTo>
                      <a:pt x="5127404" y="23757"/>
                    </a:lnTo>
                    <a:lnTo>
                      <a:pt x="5133496" y="41646"/>
                    </a:lnTo>
                    <a:lnTo>
                      <a:pt x="5133496" y="398481"/>
                    </a:lnTo>
                    <a:lnTo>
                      <a:pt x="5109739" y="434036"/>
                    </a:lnTo>
                    <a:lnTo>
                      <a:pt x="5097974" y="438910"/>
                    </a:lnTo>
                    <a:lnTo>
                      <a:pt x="5091849" y="440128"/>
                    </a:lnTo>
                    <a:close/>
                  </a:path>
                </a:pathLst>
              </a:custGeom>
              <a:solidFill>
                <a:srgbClr val="0078D4">
                  <a:alpha val="509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32" name="object 46">
                <a:extLst>
                  <a:ext uri="{FF2B5EF4-FFF2-40B4-BE49-F238E27FC236}">
                    <a16:creationId xmlns:a16="http://schemas.microsoft.com/office/drawing/2014/main" id="{5B2790CD-8669-B2A8-78A3-DB4A90EEAA31}"/>
                  </a:ext>
                </a:extLst>
              </p:cNvPr>
              <p:cNvSpPr/>
              <p:nvPr/>
            </p:nvSpPr>
            <p:spPr>
              <a:xfrm>
                <a:off x="6352619" y="2114822"/>
                <a:ext cx="40640" cy="438784"/>
              </a:xfrm>
              <a:custGeom>
                <a:avLst/>
                <a:gdLst/>
                <a:ahLst/>
                <a:cxnLst/>
                <a:rect l="l" t="t" r="r" b="b"/>
                <a:pathLst>
                  <a:path w="40639" h="438785">
                    <a:moveTo>
                      <a:pt x="40558" y="438760"/>
                    </a:moveTo>
                    <a:lnTo>
                      <a:pt x="7910" y="417985"/>
                    </a:lnTo>
                    <a:lnTo>
                      <a:pt x="0" y="391430"/>
                    </a:lnTo>
                    <a:lnTo>
                      <a:pt x="0" y="47329"/>
                    </a:lnTo>
                    <a:lnTo>
                      <a:pt x="21458" y="7226"/>
                    </a:lnTo>
                    <a:lnTo>
                      <a:pt x="40558" y="0"/>
                    </a:lnTo>
                    <a:lnTo>
                      <a:pt x="35725" y="4003"/>
                    </a:lnTo>
                    <a:lnTo>
                      <a:pt x="31037" y="13378"/>
                    </a:lnTo>
                    <a:lnTo>
                      <a:pt x="27961" y="20774"/>
                    </a:lnTo>
                    <a:lnTo>
                      <a:pt x="25764" y="28898"/>
                    </a:lnTo>
                    <a:lnTo>
                      <a:pt x="24446" y="37749"/>
                    </a:lnTo>
                    <a:lnTo>
                      <a:pt x="24007" y="47329"/>
                    </a:lnTo>
                    <a:lnTo>
                      <a:pt x="24007" y="391430"/>
                    </a:lnTo>
                    <a:lnTo>
                      <a:pt x="35725" y="434756"/>
                    </a:lnTo>
                    <a:lnTo>
                      <a:pt x="40558" y="438760"/>
                    </a:lnTo>
                    <a:close/>
                  </a:path>
                </a:pathLst>
              </a:custGeom>
              <a:solidFill>
                <a:srgbClr val="0078D4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233" name="object 47">
                <a:extLst>
                  <a:ext uri="{FF2B5EF4-FFF2-40B4-BE49-F238E27FC236}">
                    <a16:creationId xmlns:a16="http://schemas.microsoft.com/office/drawing/2014/main" id="{26A9295F-ADA3-CBA9-6FE8-7111B0E59DC6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481990" y="2227504"/>
                <a:ext cx="93360" cy="93360"/>
              </a:xfrm>
              <a:prstGeom prst="rect">
                <a:avLst/>
              </a:prstGeom>
            </p:spPr>
          </p:pic>
        </p:grpSp>
        <p:sp>
          <p:nvSpPr>
            <p:cNvPr id="209" name="object 48">
              <a:extLst>
                <a:ext uri="{FF2B5EF4-FFF2-40B4-BE49-F238E27FC236}">
                  <a16:creationId xmlns:a16="http://schemas.microsoft.com/office/drawing/2014/main" id="{DF08DE91-0711-4556-9853-1EE05F480D62}"/>
                </a:ext>
              </a:extLst>
            </p:cNvPr>
            <p:cNvSpPr txBox="1"/>
            <p:nvPr/>
          </p:nvSpPr>
          <p:spPr>
            <a:xfrm>
              <a:off x="6460829" y="2147148"/>
              <a:ext cx="2850396" cy="397237"/>
            </a:xfrm>
            <a:prstGeom prst="rect">
              <a:avLst/>
            </a:prstGeom>
          </p:spPr>
          <p:txBody>
            <a:bodyPr vert="horz" wrap="square" lIns="0" tIns="50800" rIns="0" bIns="0" rtlCol="0">
              <a:spAutoFit/>
            </a:bodyPr>
            <a:lstStyle/>
            <a:p>
              <a:pPr marL="188595">
                <a:lnSpc>
                  <a:spcPct val="100000"/>
                </a:lnSpc>
                <a:spcBef>
                  <a:spcPts val="400"/>
                </a:spcBef>
              </a:pPr>
              <a:r>
                <a:rPr sz="85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850" b="1" spc="-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 </a:t>
              </a:r>
              <a:r>
                <a:rPr sz="850" b="1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Management</a:t>
              </a:r>
              <a:r>
                <a:rPr sz="850" b="1" spc="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b="1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Tools</a:t>
              </a:r>
              <a:endParaRPr sz="85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65"/>
                </a:spcBef>
              </a:pPr>
              <a:r>
                <a:rPr sz="700" spc="-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GUI</a:t>
              </a:r>
              <a:r>
                <a:rPr sz="700" spc="-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700" spc="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4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PowerShell</a:t>
              </a:r>
              <a:r>
                <a:rPr sz="700" spc="4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cmdlets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for</a:t>
              </a: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7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VM</a:t>
              </a:r>
              <a:r>
                <a:rPr sz="700" spc="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administration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210" name="object 49">
              <a:extLst>
                <a:ext uri="{FF2B5EF4-FFF2-40B4-BE49-F238E27FC236}">
                  <a16:creationId xmlns:a16="http://schemas.microsoft.com/office/drawing/2014/main" id="{2442CD86-9334-BEFA-6B2D-141DA5FA300B}"/>
                </a:ext>
              </a:extLst>
            </p:cNvPr>
            <p:cNvGrpSpPr/>
            <p:nvPr/>
          </p:nvGrpSpPr>
          <p:grpSpPr>
            <a:xfrm>
              <a:off x="6352619" y="2618285"/>
              <a:ext cx="5146040" cy="448309"/>
              <a:chOff x="6352619" y="2618285"/>
              <a:chExt cx="5146040" cy="448309"/>
            </a:xfrm>
          </p:grpSpPr>
          <p:sp>
            <p:nvSpPr>
              <p:cNvPr id="228" name="object 50">
                <a:extLst>
                  <a:ext uri="{FF2B5EF4-FFF2-40B4-BE49-F238E27FC236}">
                    <a16:creationId xmlns:a16="http://schemas.microsoft.com/office/drawing/2014/main" id="{23DCB2CB-8498-064A-17B4-B3685F59871D}"/>
                  </a:ext>
                </a:extLst>
              </p:cNvPr>
              <p:cNvSpPr/>
              <p:nvPr/>
            </p:nvSpPr>
            <p:spPr>
              <a:xfrm>
                <a:off x="6364622" y="2618285"/>
                <a:ext cx="5133975" cy="448309"/>
              </a:xfrm>
              <a:custGeom>
                <a:avLst/>
                <a:gdLst/>
                <a:ahLst/>
                <a:cxnLst/>
                <a:rect l="l" t="t" r="r" b="b"/>
                <a:pathLst>
                  <a:path w="5133975" h="448310">
                    <a:moveTo>
                      <a:pt x="5091849" y="448130"/>
                    </a:moveTo>
                    <a:lnTo>
                      <a:pt x="31235" y="448130"/>
                    </a:lnTo>
                    <a:lnTo>
                      <a:pt x="26642" y="446911"/>
                    </a:lnTo>
                    <a:lnTo>
                      <a:pt x="913" y="412608"/>
                    </a:lnTo>
                    <a:lnTo>
                      <a:pt x="0" y="406483"/>
                    </a:lnTo>
                    <a:lnTo>
                      <a:pt x="0" y="400116"/>
                    </a:lnTo>
                    <a:lnTo>
                      <a:pt x="0" y="41646"/>
                    </a:lnTo>
                    <a:lnTo>
                      <a:pt x="17818" y="6090"/>
                    </a:lnTo>
                    <a:lnTo>
                      <a:pt x="31235" y="0"/>
                    </a:lnTo>
                    <a:lnTo>
                      <a:pt x="5091849" y="0"/>
                    </a:lnTo>
                    <a:lnTo>
                      <a:pt x="5127404" y="23757"/>
                    </a:lnTo>
                    <a:lnTo>
                      <a:pt x="5133496" y="41646"/>
                    </a:lnTo>
                    <a:lnTo>
                      <a:pt x="5133496" y="406483"/>
                    </a:lnTo>
                    <a:lnTo>
                      <a:pt x="5109739" y="442038"/>
                    </a:lnTo>
                    <a:lnTo>
                      <a:pt x="5097974" y="446911"/>
                    </a:lnTo>
                    <a:lnTo>
                      <a:pt x="5091849" y="448130"/>
                    </a:lnTo>
                    <a:close/>
                  </a:path>
                </a:pathLst>
              </a:custGeom>
              <a:solidFill>
                <a:srgbClr val="4F4F4F">
                  <a:alpha val="509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29" name="object 51">
                <a:extLst>
                  <a:ext uri="{FF2B5EF4-FFF2-40B4-BE49-F238E27FC236}">
                    <a16:creationId xmlns:a16="http://schemas.microsoft.com/office/drawing/2014/main" id="{DE3AEED5-DE9D-1C81-F427-BC747E4AA134}"/>
                  </a:ext>
                </a:extLst>
              </p:cNvPr>
              <p:cNvSpPr/>
              <p:nvPr/>
            </p:nvSpPr>
            <p:spPr>
              <a:xfrm>
                <a:off x="6352616" y="2618980"/>
                <a:ext cx="222885" cy="447040"/>
              </a:xfrm>
              <a:custGeom>
                <a:avLst/>
                <a:gdLst/>
                <a:ahLst/>
                <a:cxnLst/>
                <a:rect l="l" t="t" r="r" b="b"/>
                <a:pathLst>
                  <a:path w="222884" h="447039">
                    <a:moveTo>
                      <a:pt x="40551" y="0"/>
                    </a:moveTo>
                    <a:lnTo>
                      <a:pt x="7912" y="20764"/>
                    </a:lnTo>
                    <a:lnTo>
                      <a:pt x="0" y="47320"/>
                    </a:lnTo>
                    <a:lnTo>
                      <a:pt x="0" y="399427"/>
                    </a:lnTo>
                    <a:lnTo>
                      <a:pt x="21450" y="439534"/>
                    </a:lnTo>
                    <a:lnTo>
                      <a:pt x="40551" y="446760"/>
                    </a:lnTo>
                    <a:lnTo>
                      <a:pt x="35725" y="442760"/>
                    </a:lnTo>
                    <a:lnTo>
                      <a:pt x="31038" y="433374"/>
                    </a:lnTo>
                    <a:lnTo>
                      <a:pt x="27952" y="425983"/>
                    </a:lnTo>
                    <a:lnTo>
                      <a:pt x="25755" y="417855"/>
                    </a:lnTo>
                    <a:lnTo>
                      <a:pt x="24447" y="409003"/>
                    </a:lnTo>
                    <a:lnTo>
                      <a:pt x="24003" y="399427"/>
                    </a:lnTo>
                    <a:lnTo>
                      <a:pt x="24003" y="47320"/>
                    </a:lnTo>
                    <a:lnTo>
                      <a:pt x="35725" y="4000"/>
                    </a:lnTo>
                    <a:lnTo>
                      <a:pt x="40551" y="0"/>
                    </a:lnTo>
                    <a:close/>
                  </a:path>
                  <a:path w="222884" h="447039">
                    <a:moveTo>
                      <a:pt x="222732" y="153162"/>
                    </a:moveTo>
                    <a:lnTo>
                      <a:pt x="199631" y="118605"/>
                    </a:lnTo>
                    <a:lnTo>
                      <a:pt x="182232" y="112674"/>
                    </a:lnTo>
                    <a:lnTo>
                      <a:pt x="169862" y="112674"/>
                    </a:lnTo>
                    <a:lnTo>
                      <a:pt x="135293" y="135775"/>
                    </a:lnTo>
                    <a:lnTo>
                      <a:pt x="129362" y="153162"/>
                    </a:lnTo>
                    <a:lnTo>
                      <a:pt x="129362" y="165544"/>
                    </a:lnTo>
                    <a:lnTo>
                      <a:pt x="152463" y="200113"/>
                    </a:lnTo>
                    <a:lnTo>
                      <a:pt x="169862" y="206032"/>
                    </a:lnTo>
                    <a:lnTo>
                      <a:pt x="182232" y="206032"/>
                    </a:lnTo>
                    <a:lnTo>
                      <a:pt x="216801" y="182943"/>
                    </a:lnTo>
                    <a:lnTo>
                      <a:pt x="222732" y="165544"/>
                    </a:lnTo>
                    <a:lnTo>
                      <a:pt x="222732" y="159359"/>
                    </a:lnTo>
                    <a:lnTo>
                      <a:pt x="222732" y="153162"/>
                    </a:lnTo>
                    <a:close/>
                  </a:path>
                </a:pathLst>
              </a:custGeom>
              <a:solidFill>
                <a:srgbClr val="4F4F4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30" name="object 52">
                <a:extLst>
                  <a:ext uri="{FF2B5EF4-FFF2-40B4-BE49-F238E27FC236}">
                    <a16:creationId xmlns:a16="http://schemas.microsoft.com/office/drawing/2014/main" id="{EB3F8257-C3CE-FD79-6E3A-848F4D8AB09B}"/>
                  </a:ext>
                </a:extLst>
              </p:cNvPr>
              <p:cNvSpPr/>
              <p:nvPr/>
            </p:nvSpPr>
            <p:spPr>
              <a:xfrm>
                <a:off x="6528670" y="2759660"/>
                <a:ext cx="0" cy="37465"/>
              </a:xfrm>
              <a:custGeom>
                <a:avLst/>
                <a:gdLst/>
                <a:ahLst/>
                <a:cxnLst/>
                <a:rect l="l" t="t" r="r" b="b"/>
                <a:pathLst>
                  <a:path h="37464">
                    <a:moveTo>
                      <a:pt x="0" y="0"/>
                    </a:moveTo>
                    <a:lnTo>
                      <a:pt x="0" y="37344"/>
                    </a:lnTo>
                  </a:path>
                </a:pathLst>
              </a:custGeom>
              <a:ln w="9336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211" name="object 53">
              <a:extLst>
                <a:ext uri="{FF2B5EF4-FFF2-40B4-BE49-F238E27FC236}">
                  <a16:creationId xmlns:a16="http://schemas.microsoft.com/office/drawing/2014/main" id="{B998252B-8DC3-AB8B-B153-AD8F4613B79E}"/>
                </a:ext>
              </a:extLst>
            </p:cNvPr>
            <p:cNvSpPr txBox="1"/>
            <p:nvPr/>
          </p:nvSpPr>
          <p:spPr>
            <a:xfrm>
              <a:off x="6460827" y="2641692"/>
              <a:ext cx="2983641" cy="408875"/>
            </a:xfrm>
            <a:prstGeom prst="rect">
              <a:avLst/>
            </a:prstGeom>
          </p:spPr>
          <p:txBody>
            <a:bodyPr vert="horz" wrap="square" lIns="0" tIns="60325" rIns="0" bIns="0" rtlCol="0">
              <a:spAutoFit/>
            </a:bodyPr>
            <a:lstStyle/>
            <a:p>
              <a:pPr marL="188595">
                <a:lnSpc>
                  <a:spcPct val="100000"/>
                </a:lnSpc>
                <a:spcBef>
                  <a:spcPts val="475"/>
                </a:spcBef>
              </a:pPr>
              <a:r>
                <a:rPr sz="85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850" b="1" spc="-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850" b="1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Hypervisor</a:t>
              </a:r>
              <a:endParaRPr sz="85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330"/>
                </a:spcBef>
              </a:pP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Auto-enabled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with</a:t>
              </a:r>
              <a:r>
                <a:rPr sz="700" spc="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Platform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(low-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level</a:t>
              </a:r>
              <a:r>
                <a:rPr sz="700" spc="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virtualization</a:t>
              </a:r>
              <a:r>
                <a:rPr sz="700" spc="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layer)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pic>
          <p:nvPicPr>
            <p:cNvPr id="212" name="object 54">
              <a:extLst>
                <a:ext uri="{FF2B5EF4-FFF2-40B4-BE49-F238E27FC236}">
                  <a16:creationId xmlns:a16="http://schemas.microsoft.com/office/drawing/2014/main" id="{46FE753A-6C15-CF04-7F9D-BEEACB9EFD12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61983" y="3263807"/>
              <a:ext cx="117367" cy="117367"/>
            </a:xfrm>
            <a:prstGeom prst="rect">
              <a:avLst/>
            </a:prstGeom>
          </p:spPr>
        </p:pic>
        <p:sp>
          <p:nvSpPr>
            <p:cNvPr id="213" name="object 55">
              <a:extLst>
                <a:ext uri="{FF2B5EF4-FFF2-40B4-BE49-F238E27FC236}">
                  <a16:creationId xmlns:a16="http://schemas.microsoft.com/office/drawing/2014/main" id="{05CE14C7-BB23-2E81-743D-4774B032E2D5}"/>
                </a:ext>
              </a:extLst>
            </p:cNvPr>
            <p:cNvSpPr txBox="1"/>
            <p:nvPr/>
          </p:nvSpPr>
          <p:spPr>
            <a:xfrm>
              <a:off x="6636879" y="3221765"/>
              <a:ext cx="3113789" cy="301030"/>
            </a:xfrm>
            <a:prstGeom prst="rect">
              <a:avLst/>
            </a:prstGeom>
          </p:spPr>
          <p:txBody>
            <a:bodyPr vert="horz" wrap="square" lIns="0" tIns="27939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219"/>
                </a:spcBef>
              </a:pPr>
              <a:r>
                <a:rPr sz="700" b="1" spc="-60" dirty="0">
                  <a:solidFill>
                    <a:srgbClr val="91400D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Installation</a:t>
              </a:r>
              <a:r>
                <a:rPr sz="700" b="1" spc="-5" dirty="0">
                  <a:solidFill>
                    <a:srgbClr val="91400D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00" b="1" spc="-50" dirty="0">
                  <a:solidFill>
                    <a:srgbClr val="91400D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time:</a:t>
              </a:r>
              <a:r>
                <a:rPr sz="700" b="1" spc="15" dirty="0">
                  <a:solidFill>
                    <a:srgbClr val="91400D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00" b="1" spc="-60" dirty="0">
                  <a:solidFill>
                    <a:srgbClr val="91400D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2-</a:t>
              </a:r>
              <a:r>
                <a:rPr sz="700" b="1" spc="-100" dirty="0">
                  <a:solidFill>
                    <a:srgbClr val="91400D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5</a:t>
              </a:r>
              <a:r>
                <a:rPr sz="700" b="1" spc="-20" dirty="0">
                  <a:solidFill>
                    <a:srgbClr val="91400D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00" b="1" spc="-10" dirty="0">
                  <a:solidFill>
                    <a:srgbClr val="91400D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minutes</a:t>
              </a:r>
              <a:endParaRPr sz="700" dirty="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650" spc="-30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Download</a:t>
              </a:r>
              <a:r>
                <a:rPr sz="650" spc="5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45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size</a:t>
              </a:r>
              <a:r>
                <a:rPr sz="650" spc="-15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35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varies</a:t>
              </a:r>
              <a:r>
                <a:rPr sz="650" spc="-10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105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(1</a:t>
              </a:r>
              <a:r>
                <a:rPr sz="650" spc="-60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45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50-</a:t>
              </a:r>
              <a:r>
                <a:rPr sz="650" spc="-40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250</a:t>
              </a:r>
              <a:r>
                <a:rPr sz="650" spc="-15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55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MB)</a:t>
              </a:r>
              <a:r>
                <a:rPr sz="650" spc="-5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40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based</a:t>
              </a:r>
              <a:r>
                <a:rPr sz="650" spc="10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20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on</a:t>
              </a:r>
              <a:r>
                <a:rPr sz="650" spc="10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25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existing</a:t>
              </a:r>
              <a:r>
                <a:rPr sz="650" spc="5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10" dirty="0">
                  <a:solidFill>
                    <a:srgbClr val="78340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components</a:t>
              </a:r>
              <a:endParaRPr sz="6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214" name="object 57">
              <a:extLst>
                <a:ext uri="{FF2B5EF4-FFF2-40B4-BE49-F238E27FC236}">
                  <a16:creationId xmlns:a16="http://schemas.microsoft.com/office/drawing/2014/main" id="{75A74FEC-77DD-1A17-7AA7-848399E9029C}"/>
                </a:ext>
              </a:extLst>
            </p:cNvPr>
            <p:cNvGrpSpPr/>
            <p:nvPr/>
          </p:nvGrpSpPr>
          <p:grpSpPr>
            <a:xfrm>
              <a:off x="546926" y="3830368"/>
              <a:ext cx="3789045" cy="844550"/>
              <a:chOff x="7943088" y="3800856"/>
              <a:chExt cx="3789045" cy="844550"/>
            </a:xfrm>
          </p:grpSpPr>
          <p:sp>
            <p:nvSpPr>
              <p:cNvPr id="226" name="object 58">
                <a:extLst>
                  <a:ext uri="{FF2B5EF4-FFF2-40B4-BE49-F238E27FC236}">
                    <a16:creationId xmlns:a16="http://schemas.microsoft.com/office/drawing/2014/main" id="{5FFABFC3-CDCC-24A1-024F-923C40752434}"/>
                  </a:ext>
                </a:extLst>
              </p:cNvPr>
              <p:cNvSpPr/>
              <p:nvPr/>
            </p:nvSpPr>
            <p:spPr>
              <a:xfrm>
                <a:off x="7943088" y="3800856"/>
                <a:ext cx="3789045" cy="844550"/>
              </a:xfrm>
              <a:custGeom>
                <a:avLst/>
                <a:gdLst/>
                <a:ahLst/>
                <a:cxnLst/>
                <a:rect l="l" t="t" r="r" b="b"/>
                <a:pathLst>
                  <a:path w="3789045" h="844550">
                    <a:moveTo>
                      <a:pt x="3788663" y="844295"/>
                    </a:moveTo>
                    <a:lnTo>
                      <a:pt x="0" y="844295"/>
                    </a:lnTo>
                    <a:lnTo>
                      <a:pt x="0" y="0"/>
                    </a:lnTo>
                    <a:lnTo>
                      <a:pt x="3788663" y="0"/>
                    </a:lnTo>
                    <a:lnTo>
                      <a:pt x="3788663" y="49789"/>
                    </a:lnTo>
                    <a:lnTo>
                      <a:pt x="146038" y="49789"/>
                    </a:lnTo>
                    <a:lnTo>
                      <a:pt x="138154" y="50170"/>
                    </a:lnTo>
                    <a:lnTo>
                      <a:pt x="101570" y="63262"/>
                    </a:lnTo>
                    <a:lnTo>
                      <a:pt x="75473" y="92051"/>
                    </a:lnTo>
                    <a:lnTo>
                      <a:pt x="66014" y="129812"/>
                    </a:lnTo>
                    <a:lnTo>
                      <a:pt x="66014" y="681973"/>
                    </a:lnTo>
                    <a:lnTo>
                      <a:pt x="75473" y="719734"/>
                    </a:lnTo>
                    <a:lnTo>
                      <a:pt x="101570" y="748522"/>
                    </a:lnTo>
                    <a:lnTo>
                      <a:pt x="138154" y="761616"/>
                    </a:lnTo>
                    <a:lnTo>
                      <a:pt x="146038" y="761996"/>
                    </a:lnTo>
                    <a:lnTo>
                      <a:pt x="3788663" y="761996"/>
                    </a:lnTo>
                    <a:lnTo>
                      <a:pt x="3788663" y="844295"/>
                    </a:lnTo>
                    <a:close/>
                  </a:path>
                  <a:path w="3789045" h="844550">
                    <a:moveTo>
                      <a:pt x="3788663" y="761996"/>
                    </a:moveTo>
                    <a:lnTo>
                      <a:pt x="3643057" y="761996"/>
                    </a:lnTo>
                    <a:lnTo>
                      <a:pt x="3650940" y="761616"/>
                    </a:lnTo>
                    <a:lnTo>
                      <a:pt x="3658671" y="760473"/>
                    </a:lnTo>
                    <a:lnTo>
                      <a:pt x="3693799" y="743863"/>
                    </a:lnTo>
                    <a:lnTo>
                      <a:pt x="3716988" y="712596"/>
                    </a:lnTo>
                    <a:lnTo>
                      <a:pt x="3723081" y="681973"/>
                    </a:lnTo>
                    <a:lnTo>
                      <a:pt x="3723081" y="129812"/>
                    </a:lnTo>
                    <a:lnTo>
                      <a:pt x="3713619" y="92051"/>
                    </a:lnTo>
                    <a:lnTo>
                      <a:pt x="3687523" y="63262"/>
                    </a:lnTo>
                    <a:lnTo>
                      <a:pt x="3650940" y="50170"/>
                    </a:lnTo>
                    <a:lnTo>
                      <a:pt x="3643057" y="49789"/>
                    </a:lnTo>
                    <a:lnTo>
                      <a:pt x="3788663" y="49789"/>
                    </a:lnTo>
                    <a:lnTo>
                      <a:pt x="3788663" y="761996"/>
                    </a:lnTo>
                    <a:close/>
                  </a:path>
                </a:pathLst>
              </a:custGeom>
              <a:solidFill>
                <a:srgbClr val="0078D4">
                  <a:alpha val="14898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227" name="object 59">
                <a:extLst>
                  <a:ext uri="{FF2B5EF4-FFF2-40B4-BE49-F238E27FC236}">
                    <a16:creationId xmlns:a16="http://schemas.microsoft.com/office/drawing/2014/main" id="{99874C09-9AEA-EBF2-F253-8215A1E613CC}"/>
                  </a:ext>
                </a:extLst>
              </p:cNvPr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8009103" y="3850645"/>
                <a:ext cx="3657066" cy="712207"/>
              </a:xfrm>
              <a:prstGeom prst="rect">
                <a:avLst/>
              </a:prstGeom>
            </p:spPr>
          </p:pic>
        </p:grpSp>
        <p:sp>
          <p:nvSpPr>
            <p:cNvPr id="215" name="object 60">
              <a:extLst>
                <a:ext uri="{FF2B5EF4-FFF2-40B4-BE49-F238E27FC236}">
                  <a16:creationId xmlns:a16="http://schemas.microsoft.com/office/drawing/2014/main" id="{34255C84-AEBF-E9C6-9F11-4AF88D1AFE79}"/>
                </a:ext>
              </a:extLst>
            </p:cNvPr>
            <p:cNvSpPr txBox="1"/>
            <p:nvPr/>
          </p:nvSpPr>
          <p:spPr>
            <a:xfrm>
              <a:off x="732153" y="3964260"/>
              <a:ext cx="1303820" cy="13655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650" b="1" spc="-7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RESTART</a:t>
              </a:r>
              <a:r>
                <a:rPr sz="650" b="1" spc="-15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4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REQUIRED</a:t>
              </a:r>
              <a:endParaRPr sz="650" dirty="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sp>
          <p:nvSpPr>
            <p:cNvPr id="216" name="object 61">
              <a:extLst>
                <a:ext uri="{FF2B5EF4-FFF2-40B4-BE49-F238E27FC236}">
                  <a16:creationId xmlns:a16="http://schemas.microsoft.com/office/drawing/2014/main" id="{6E606114-3B35-F92E-3800-8B5937BC936C}"/>
                </a:ext>
              </a:extLst>
            </p:cNvPr>
            <p:cNvSpPr txBox="1"/>
            <p:nvPr/>
          </p:nvSpPr>
          <p:spPr>
            <a:xfrm>
              <a:off x="732153" y="4057913"/>
              <a:ext cx="1753029" cy="512839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2000" b="1" spc="-25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Yes</a:t>
              </a:r>
              <a:endParaRPr sz="20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5"/>
                </a:spcBef>
              </a:pPr>
              <a:r>
                <a:rPr sz="650" spc="-2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Mandatory</a:t>
              </a:r>
              <a:r>
                <a:rPr sz="650" spc="3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3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post-</a:t>
              </a:r>
              <a:r>
                <a:rPr sz="650" spc="-1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installation</a:t>
              </a:r>
              <a:endParaRPr sz="6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217" name="object 62">
              <a:extLst>
                <a:ext uri="{FF2B5EF4-FFF2-40B4-BE49-F238E27FC236}">
                  <a16:creationId xmlns:a16="http://schemas.microsoft.com/office/drawing/2014/main" id="{1B3ECE83-19C7-D512-696E-3DC3EE1A243D}"/>
                </a:ext>
              </a:extLst>
            </p:cNvPr>
            <p:cNvGrpSpPr/>
            <p:nvPr/>
          </p:nvGrpSpPr>
          <p:grpSpPr>
            <a:xfrm>
              <a:off x="546926" y="4622848"/>
              <a:ext cx="3789045" cy="844550"/>
              <a:chOff x="7943088" y="4593336"/>
              <a:chExt cx="3789045" cy="844550"/>
            </a:xfrm>
          </p:grpSpPr>
          <p:sp>
            <p:nvSpPr>
              <p:cNvPr id="224" name="object 63">
                <a:extLst>
                  <a:ext uri="{FF2B5EF4-FFF2-40B4-BE49-F238E27FC236}">
                    <a16:creationId xmlns:a16="http://schemas.microsoft.com/office/drawing/2014/main" id="{155C1FA4-A479-B6CE-8268-681044FC0040}"/>
                  </a:ext>
                </a:extLst>
              </p:cNvPr>
              <p:cNvSpPr/>
              <p:nvPr/>
            </p:nvSpPr>
            <p:spPr>
              <a:xfrm>
                <a:off x="7943088" y="4593336"/>
                <a:ext cx="3789045" cy="844550"/>
              </a:xfrm>
              <a:custGeom>
                <a:avLst/>
                <a:gdLst/>
                <a:ahLst/>
                <a:cxnLst/>
                <a:rect l="l" t="t" r="r" b="b"/>
                <a:pathLst>
                  <a:path w="3789045" h="844550">
                    <a:moveTo>
                      <a:pt x="3788663" y="844295"/>
                    </a:moveTo>
                    <a:lnTo>
                      <a:pt x="0" y="844295"/>
                    </a:lnTo>
                    <a:lnTo>
                      <a:pt x="0" y="0"/>
                    </a:lnTo>
                    <a:lnTo>
                      <a:pt x="3788663" y="0"/>
                    </a:lnTo>
                    <a:lnTo>
                      <a:pt x="3788663" y="49540"/>
                    </a:lnTo>
                    <a:lnTo>
                      <a:pt x="146038" y="49540"/>
                    </a:lnTo>
                    <a:lnTo>
                      <a:pt x="138154" y="49921"/>
                    </a:lnTo>
                    <a:lnTo>
                      <a:pt x="101570" y="63013"/>
                    </a:lnTo>
                    <a:lnTo>
                      <a:pt x="75474" y="91802"/>
                    </a:lnTo>
                    <a:lnTo>
                      <a:pt x="66014" y="129563"/>
                    </a:lnTo>
                    <a:lnTo>
                      <a:pt x="66014" y="681724"/>
                    </a:lnTo>
                    <a:lnTo>
                      <a:pt x="75473" y="719484"/>
                    </a:lnTo>
                    <a:lnTo>
                      <a:pt x="101570" y="748273"/>
                    </a:lnTo>
                    <a:lnTo>
                      <a:pt x="138154" y="761367"/>
                    </a:lnTo>
                    <a:lnTo>
                      <a:pt x="146038" y="761748"/>
                    </a:lnTo>
                    <a:lnTo>
                      <a:pt x="3788663" y="761748"/>
                    </a:lnTo>
                    <a:lnTo>
                      <a:pt x="3788663" y="844295"/>
                    </a:lnTo>
                    <a:close/>
                  </a:path>
                  <a:path w="3789045" h="844550">
                    <a:moveTo>
                      <a:pt x="3788663" y="761748"/>
                    </a:moveTo>
                    <a:lnTo>
                      <a:pt x="3643057" y="761748"/>
                    </a:lnTo>
                    <a:lnTo>
                      <a:pt x="3650940" y="761367"/>
                    </a:lnTo>
                    <a:lnTo>
                      <a:pt x="3658671" y="760224"/>
                    </a:lnTo>
                    <a:lnTo>
                      <a:pt x="3693799" y="743614"/>
                    </a:lnTo>
                    <a:lnTo>
                      <a:pt x="3716988" y="712347"/>
                    </a:lnTo>
                    <a:lnTo>
                      <a:pt x="3723081" y="681724"/>
                    </a:lnTo>
                    <a:lnTo>
                      <a:pt x="3723081" y="129563"/>
                    </a:lnTo>
                    <a:lnTo>
                      <a:pt x="3713619" y="91802"/>
                    </a:lnTo>
                    <a:lnTo>
                      <a:pt x="3687523" y="63013"/>
                    </a:lnTo>
                    <a:lnTo>
                      <a:pt x="3650940" y="49921"/>
                    </a:lnTo>
                    <a:lnTo>
                      <a:pt x="3643057" y="49540"/>
                    </a:lnTo>
                    <a:lnTo>
                      <a:pt x="3788663" y="49540"/>
                    </a:lnTo>
                    <a:lnTo>
                      <a:pt x="3788663" y="761748"/>
                    </a:lnTo>
                    <a:close/>
                  </a:path>
                </a:pathLst>
              </a:custGeom>
              <a:solidFill>
                <a:srgbClr val="4F4F4F">
                  <a:alpha val="14898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225" name="object 64">
                <a:extLst>
                  <a:ext uri="{FF2B5EF4-FFF2-40B4-BE49-F238E27FC236}">
                    <a16:creationId xmlns:a16="http://schemas.microsoft.com/office/drawing/2014/main" id="{14C73E97-1B93-A0A3-F6CB-CDAC89495E92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8009103" y="4642876"/>
                <a:ext cx="3657066" cy="712207"/>
              </a:xfrm>
              <a:prstGeom prst="rect">
                <a:avLst/>
              </a:prstGeom>
            </p:spPr>
          </p:pic>
        </p:grpSp>
        <p:sp>
          <p:nvSpPr>
            <p:cNvPr id="218" name="object 65">
              <a:extLst>
                <a:ext uri="{FF2B5EF4-FFF2-40B4-BE49-F238E27FC236}">
                  <a16:creationId xmlns:a16="http://schemas.microsoft.com/office/drawing/2014/main" id="{DEBC88CE-10E7-2B1D-CF46-8B239003B4DB}"/>
                </a:ext>
              </a:extLst>
            </p:cNvPr>
            <p:cNvSpPr txBox="1"/>
            <p:nvPr/>
          </p:nvSpPr>
          <p:spPr>
            <a:xfrm>
              <a:off x="732154" y="4752915"/>
              <a:ext cx="1753028" cy="63309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ts val="755"/>
                </a:lnSpc>
                <a:spcBef>
                  <a:spcPts val="100"/>
                </a:spcBef>
              </a:pPr>
              <a:r>
                <a:rPr sz="650" b="1" spc="-10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TOTAL</a:t>
              </a:r>
              <a:r>
                <a:rPr sz="650" b="1" spc="4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1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STEPS</a:t>
              </a:r>
              <a:endParaRPr sz="650" dirty="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marL="12700">
                <a:lnSpc>
                  <a:spcPts val="2375"/>
                </a:lnSpc>
              </a:pPr>
              <a:r>
                <a:rPr sz="2000" b="1" spc="-5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5</a:t>
              </a:r>
              <a:endParaRPr sz="20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0"/>
                </a:spcBef>
              </a:pPr>
              <a:r>
                <a:rPr sz="650" spc="-55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~5-</a:t>
              </a:r>
              <a:r>
                <a:rPr sz="650" spc="-4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7</a:t>
              </a:r>
              <a:r>
                <a:rPr sz="650" spc="-1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2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minutes</a:t>
              </a:r>
              <a:r>
                <a:rPr sz="650" spc="-5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1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total</a:t>
              </a:r>
              <a:endParaRPr sz="6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219" name="object 66">
              <a:extLst>
                <a:ext uri="{FF2B5EF4-FFF2-40B4-BE49-F238E27FC236}">
                  <a16:creationId xmlns:a16="http://schemas.microsoft.com/office/drawing/2014/main" id="{819A290B-0A33-1E70-CAF1-07B8CA3F8BD6}"/>
                </a:ext>
              </a:extLst>
            </p:cNvPr>
            <p:cNvGrpSpPr/>
            <p:nvPr/>
          </p:nvGrpSpPr>
          <p:grpSpPr>
            <a:xfrm>
              <a:off x="546926" y="5412280"/>
              <a:ext cx="3789045" cy="847725"/>
              <a:chOff x="7943088" y="5382768"/>
              <a:chExt cx="3789045" cy="847725"/>
            </a:xfrm>
          </p:grpSpPr>
          <p:sp>
            <p:nvSpPr>
              <p:cNvPr id="222" name="object 67">
                <a:extLst>
                  <a:ext uri="{FF2B5EF4-FFF2-40B4-BE49-F238E27FC236}">
                    <a16:creationId xmlns:a16="http://schemas.microsoft.com/office/drawing/2014/main" id="{B31CC987-CF9B-706E-E8BF-9EBBE69051AF}"/>
                  </a:ext>
                </a:extLst>
              </p:cNvPr>
              <p:cNvSpPr/>
              <p:nvPr/>
            </p:nvSpPr>
            <p:spPr>
              <a:xfrm>
                <a:off x="7943088" y="5382768"/>
                <a:ext cx="3789045" cy="847725"/>
              </a:xfrm>
              <a:custGeom>
                <a:avLst/>
                <a:gdLst/>
                <a:ahLst/>
                <a:cxnLst/>
                <a:rect l="l" t="t" r="r" b="b"/>
                <a:pathLst>
                  <a:path w="3789045" h="847725">
                    <a:moveTo>
                      <a:pt x="3788663" y="847343"/>
                    </a:moveTo>
                    <a:lnTo>
                      <a:pt x="0" y="847343"/>
                    </a:lnTo>
                    <a:lnTo>
                      <a:pt x="0" y="0"/>
                    </a:lnTo>
                    <a:lnTo>
                      <a:pt x="3788663" y="0"/>
                    </a:lnTo>
                    <a:lnTo>
                      <a:pt x="3788663" y="52339"/>
                    </a:lnTo>
                    <a:lnTo>
                      <a:pt x="146038" y="52339"/>
                    </a:lnTo>
                    <a:lnTo>
                      <a:pt x="138154" y="52720"/>
                    </a:lnTo>
                    <a:lnTo>
                      <a:pt x="101570" y="65813"/>
                    </a:lnTo>
                    <a:lnTo>
                      <a:pt x="75474" y="94601"/>
                    </a:lnTo>
                    <a:lnTo>
                      <a:pt x="66014" y="132362"/>
                    </a:lnTo>
                    <a:lnTo>
                      <a:pt x="66014" y="684523"/>
                    </a:lnTo>
                    <a:lnTo>
                      <a:pt x="75473" y="722284"/>
                    </a:lnTo>
                    <a:lnTo>
                      <a:pt x="101570" y="751072"/>
                    </a:lnTo>
                    <a:lnTo>
                      <a:pt x="138154" y="764166"/>
                    </a:lnTo>
                    <a:lnTo>
                      <a:pt x="146038" y="764547"/>
                    </a:lnTo>
                    <a:lnTo>
                      <a:pt x="3788663" y="764547"/>
                    </a:lnTo>
                    <a:lnTo>
                      <a:pt x="3788663" y="847343"/>
                    </a:lnTo>
                    <a:close/>
                  </a:path>
                  <a:path w="3789045" h="847725">
                    <a:moveTo>
                      <a:pt x="3788663" y="764547"/>
                    </a:moveTo>
                    <a:lnTo>
                      <a:pt x="3643057" y="764547"/>
                    </a:lnTo>
                    <a:lnTo>
                      <a:pt x="3650940" y="764166"/>
                    </a:lnTo>
                    <a:lnTo>
                      <a:pt x="3658671" y="763023"/>
                    </a:lnTo>
                    <a:lnTo>
                      <a:pt x="3693798" y="746413"/>
                    </a:lnTo>
                    <a:lnTo>
                      <a:pt x="3716988" y="715147"/>
                    </a:lnTo>
                    <a:lnTo>
                      <a:pt x="3723081" y="684523"/>
                    </a:lnTo>
                    <a:lnTo>
                      <a:pt x="3723081" y="132362"/>
                    </a:lnTo>
                    <a:lnTo>
                      <a:pt x="3713619" y="94601"/>
                    </a:lnTo>
                    <a:lnTo>
                      <a:pt x="3687523" y="65813"/>
                    </a:lnTo>
                    <a:lnTo>
                      <a:pt x="3650940" y="52720"/>
                    </a:lnTo>
                    <a:lnTo>
                      <a:pt x="3643057" y="52339"/>
                    </a:lnTo>
                    <a:lnTo>
                      <a:pt x="3788663" y="52339"/>
                    </a:lnTo>
                    <a:lnTo>
                      <a:pt x="3788663" y="764547"/>
                    </a:lnTo>
                    <a:close/>
                  </a:path>
                </a:pathLst>
              </a:custGeom>
              <a:solidFill>
                <a:srgbClr val="FFB900">
                  <a:alpha val="14898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223" name="object 68">
                <a:extLst>
                  <a:ext uri="{FF2B5EF4-FFF2-40B4-BE49-F238E27FC236}">
                    <a16:creationId xmlns:a16="http://schemas.microsoft.com/office/drawing/2014/main" id="{7342001F-4FB9-6002-DF7E-38C3E539AFEC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8009103" y="5435107"/>
                <a:ext cx="3657066" cy="712207"/>
              </a:xfrm>
              <a:prstGeom prst="rect">
                <a:avLst/>
              </a:prstGeom>
            </p:spPr>
          </p:pic>
        </p:grpSp>
        <p:sp>
          <p:nvSpPr>
            <p:cNvPr id="220" name="object 69">
              <a:extLst>
                <a:ext uri="{FF2B5EF4-FFF2-40B4-BE49-F238E27FC236}">
                  <a16:creationId xmlns:a16="http://schemas.microsoft.com/office/drawing/2014/main" id="{D9F46710-17BA-C1DB-8383-CF7EA86DD517}"/>
                </a:ext>
              </a:extLst>
            </p:cNvPr>
            <p:cNvSpPr txBox="1"/>
            <p:nvPr/>
          </p:nvSpPr>
          <p:spPr>
            <a:xfrm>
              <a:off x="732154" y="5545145"/>
              <a:ext cx="1430770" cy="13655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650" b="1" spc="-50" dirty="0">
                  <a:solidFill>
                    <a:srgbClr val="4B4B4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ADMIN</a:t>
              </a:r>
              <a:r>
                <a:rPr sz="650" b="1" spc="30" dirty="0">
                  <a:solidFill>
                    <a:srgbClr val="4B4B4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40" dirty="0">
                  <a:solidFill>
                    <a:srgbClr val="4B4B4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RIGHTS</a:t>
              </a:r>
              <a:endParaRPr sz="650" dirty="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sp>
          <p:nvSpPr>
            <p:cNvPr id="221" name="object 70">
              <a:extLst>
                <a:ext uri="{FF2B5EF4-FFF2-40B4-BE49-F238E27FC236}">
                  <a16:creationId xmlns:a16="http://schemas.microsoft.com/office/drawing/2014/main" id="{D9F37E99-F3EE-E21E-9182-FE59C35C3A26}"/>
                </a:ext>
              </a:extLst>
            </p:cNvPr>
            <p:cNvSpPr txBox="1"/>
            <p:nvPr/>
          </p:nvSpPr>
          <p:spPr>
            <a:xfrm>
              <a:off x="732154" y="5634372"/>
              <a:ext cx="1665140" cy="512839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2000" b="1" spc="-10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Required</a:t>
              </a:r>
              <a:endParaRPr sz="20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5"/>
                </a:spcBef>
              </a:pPr>
              <a:r>
                <a:rPr sz="650" spc="-40" dirty="0">
                  <a:solidFill>
                    <a:srgbClr val="58585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Elevated</a:t>
              </a:r>
              <a:r>
                <a:rPr sz="650" spc="15" dirty="0">
                  <a:solidFill>
                    <a:srgbClr val="58585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25" dirty="0">
                  <a:solidFill>
                    <a:srgbClr val="58585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privileges</a:t>
              </a:r>
              <a:r>
                <a:rPr sz="650" spc="-5" dirty="0">
                  <a:solidFill>
                    <a:srgbClr val="58585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10" dirty="0">
                  <a:solidFill>
                    <a:srgbClr val="58585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needed</a:t>
              </a:r>
              <a:endParaRPr sz="6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8400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209DD-ED63-F4C4-B2F9-AEFEACD85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D598AD6-5E4D-E688-E29E-63A6980EE744}"/>
              </a:ext>
            </a:extLst>
          </p:cNvPr>
          <p:cNvGrpSpPr/>
          <p:nvPr/>
        </p:nvGrpSpPr>
        <p:grpSpPr>
          <a:xfrm>
            <a:off x="231304" y="205261"/>
            <a:ext cx="11721956" cy="641092"/>
            <a:chOff x="231304" y="205261"/>
            <a:chExt cx="11721956" cy="641092"/>
          </a:xfrm>
        </p:grpSpPr>
        <p:grpSp>
          <p:nvGrpSpPr>
            <p:cNvPr id="7" name="Graphic 6">
              <a:extLst>
                <a:ext uri="{FF2B5EF4-FFF2-40B4-BE49-F238E27FC236}">
                  <a16:creationId xmlns:a16="http://schemas.microsoft.com/office/drawing/2014/main" id="{F9275CBB-75DB-8F30-86A8-E2293B6E8495}"/>
                </a:ext>
              </a:extLst>
            </p:cNvPr>
            <p:cNvGrpSpPr/>
            <p:nvPr/>
          </p:nvGrpSpPr>
          <p:grpSpPr>
            <a:xfrm>
              <a:off x="9664040" y="214747"/>
              <a:ext cx="2289220" cy="631606"/>
              <a:chOff x="8823238" y="98156"/>
              <a:chExt cx="2289220" cy="631606"/>
            </a:xfrm>
          </p:grpSpPr>
          <p:sp>
            <p:nvSpPr>
              <p:cNvPr id="101" name="Freeform 212">
                <a:extLst>
                  <a:ext uri="{FF2B5EF4-FFF2-40B4-BE49-F238E27FC236}">
                    <a16:creationId xmlns:a16="http://schemas.microsoft.com/office/drawing/2014/main" id="{D75D435B-8BE0-27B1-0131-F9A098EF49F4}"/>
                  </a:ext>
                </a:extLst>
              </p:cNvPr>
              <p:cNvSpPr/>
              <p:nvPr/>
            </p:nvSpPr>
            <p:spPr>
              <a:xfrm>
                <a:off x="10380520" y="639207"/>
                <a:ext cx="722373" cy="90554"/>
              </a:xfrm>
              <a:custGeom>
                <a:avLst/>
                <a:gdLst>
                  <a:gd name="connsiteX0" fmla="*/ 29179 w 722373"/>
                  <a:gd name="connsiteY0" fmla="*/ 4738 h 90554"/>
                  <a:gd name="connsiteX1" fmla="*/ 45523 w 722373"/>
                  <a:gd name="connsiteY1" fmla="*/ 9175 h 90554"/>
                  <a:gd name="connsiteX2" fmla="*/ 51395 w 722373"/>
                  <a:gd name="connsiteY2" fmla="*/ 22549 h 90554"/>
                  <a:gd name="connsiteX3" fmla="*/ 48610 w 722373"/>
                  <a:gd name="connsiteY3" fmla="*/ 30405 h 90554"/>
                  <a:gd name="connsiteX4" fmla="*/ 41165 w 722373"/>
                  <a:gd name="connsiteY4" fmla="*/ 35562 h 90554"/>
                  <a:gd name="connsiteX5" fmla="*/ 50608 w 722373"/>
                  <a:gd name="connsiteY5" fmla="*/ 41379 h 90554"/>
                  <a:gd name="connsiteX6" fmla="*/ 54059 w 722373"/>
                  <a:gd name="connsiteY6" fmla="*/ 52054 h 90554"/>
                  <a:gd name="connsiteX7" fmla="*/ 48126 w 722373"/>
                  <a:gd name="connsiteY7" fmla="*/ 65907 h 90554"/>
                  <a:gd name="connsiteX8" fmla="*/ 32024 w 722373"/>
                  <a:gd name="connsiteY8" fmla="*/ 70705 h 90554"/>
                  <a:gd name="connsiteX9" fmla="*/ 0 w 722373"/>
                  <a:gd name="connsiteY9" fmla="*/ 70705 h 90554"/>
                  <a:gd name="connsiteX10" fmla="*/ 0 w 722373"/>
                  <a:gd name="connsiteY10" fmla="*/ 65008 h 90554"/>
                  <a:gd name="connsiteX11" fmla="*/ 7446 w 722373"/>
                  <a:gd name="connsiteY11" fmla="*/ 63748 h 90554"/>
                  <a:gd name="connsiteX12" fmla="*/ 7446 w 722373"/>
                  <a:gd name="connsiteY12" fmla="*/ 11754 h 90554"/>
                  <a:gd name="connsiteX13" fmla="*/ 0 w 722373"/>
                  <a:gd name="connsiteY13" fmla="*/ 10495 h 90554"/>
                  <a:gd name="connsiteX14" fmla="*/ 0 w 722373"/>
                  <a:gd name="connsiteY14" fmla="*/ 4738 h 90554"/>
                  <a:gd name="connsiteX15" fmla="*/ 29179 w 722373"/>
                  <a:gd name="connsiteY15" fmla="*/ 4738 h 90554"/>
                  <a:gd name="connsiteX16" fmla="*/ 16466 w 722373"/>
                  <a:gd name="connsiteY16" fmla="*/ 39760 h 90554"/>
                  <a:gd name="connsiteX17" fmla="*/ 16466 w 722373"/>
                  <a:gd name="connsiteY17" fmla="*/ 63748 h 90554"/>
                  <a:gd name="connsiteX18" fmla="*/ 32024 w 722373"/>
                  <a:gd name="connsiteY18" fmla="*/ 63748 h 90554"/>
                  <a:gd name="connsiteX19" fmla="*/ 41588 w 722373"/>
                  <a:gd name="connsiteY19" fmla="*/ 60750 h 90554"/>
                  <a:gd name="connsiteX20" fmla="*/ 44978 w 722373"/>
                  <a:gd name="connsiteY20" fmla="*/ 52174 h 90554"/>
                  <a:gd name="connsiteX21" fmla="*/ 42133 w 722373"/>
                  <a:gd name="connsiteY21" fmla="*/ 43059 h 90554"/>
                  <a:gd name="connsiteX22" fmla="*/ 33355 w 722373"/>
                  <a:gd name="connsiteY22" fmla="*/ 39760 h 90554"/>
                  <a:gd name="connsiteX23" fmla="*/ 16406 w 722373"/>
                  <a:gd name="connsiteY23" fmla="*/ 39760 h 90554"/>
                  <a:gd name="connsiteX24" fmla="*/ 16466 w 722373"/>
                  <a:gd name="connsiteY24" fmla="*/ 32804 h 90554"/>
                  <a:gd name="connsiteX25" fmla="*/ 31540 w 722373"/>
                  <a:gd name="connsiteY25" fmla="*/ 32804 h 90554"/>
                  <a:gd name="connsiteX26" fmla="*/ 39348 w 722373"/>
                  <a:gd name="connsiteY26" fmla="*/ 29925 h 90554"/>
                  <a:gd name="connsiteX27" fmla="*/ 42314 w 722373"/>
                  <a:gd name="connsiteY27" fmla="*/ 22429 h 90554"/>
                  <a:gd name="connsiteX28" fmla="*/ 38925 w 722373"/>
                  <a:gd name="connsiteY28" fmla="*/ 14453 h 90554"/>
                  <a:gd name="connsiteX29" fmla="*/ 29118 w 722373"/>
                  <a:gd name="connsiteY29" fmla="*/ 11814 h 90554"/>
                  <a:gd name="connsiteX30" fmla="*/ 16406 w 722373"/>
                  <a:gd name="connsiteY30" fmla="*/ 11814 h 90554"/>
                  <a:gd name="connsiteX31" fmla="*/ 16406 w 722373"/>
                  <a:gd name="connsiteY31" fmla="*/ 32864 h 90554"/>
                  <a:gd name="connsiteX32" fmla="*/ 16406 w 722373"/>
                  <a:gd name="connsiteY32" fmla="*/ 32864 h 90554"/>
                  <a:gd name="connsiteX33" fmla="*/ 469637 w 722373"/>
                  <a:gd name="connsiteY33" fmla="*/ 67466 h 90554"/>
                  <a:gd name="connsiteX34" fmla="*/ 467397 w 722373"/>
                  <a:gd name="connsiteY34" fmla="*/ 76762 h 90554"/>
                  <a:gd name="connsiteX35" fmla="*/ 461403 w 722373"/>
                  <a:gd name="connsiteY35" fmla="*/ 84798 h 90554"/>
                  <a:gd name="connsiteX36" fmla="*/ 456319 w 722373"/>
                  <a:gd name="connsiteY36" fmla="*/ 81440 h 90554"/>
                  <a:gd name="connsiteX37" fmla="*/ 459588 w 722373"/>
                  <a:gd name="connsiteY37" fmla="*/ 74783 h 90554"/>
                  <a:gd name="connsiteX38" fmla="*/ 460677 w 722373"/>
                  <a:gd name="connsiteY38" fmla="*/ 67586 h 90554"/>
                  <a:gd name="connsiteX39" fmla="*/ 460677 w 722373"/>
                  <a:gd name="connsiteY39" fmla="*/ 60690 h 90554"/>
                  <a:gd name="connsiteX40" fmla="*/ 469697 w 722373"/>
                  <a:gd name="connsiteY40" fmla="*/ 60690 h 90554"/>
                  <a:gd name="connsiteX41" fmla="*/ 469697 w 722373"/>
                  <a:gd name="connsiteY41" fmla="*/ 67466 h 90554"/>
                  <a:gd name="connsiteX42" fmla="*/ 469697 w 722373"/>
                  <a:gd name="connsiteY42" fmla="*/ 67466 h 90554"/>
                  <a:gd name="connsiteX43" fmla="*/ 500207 w 722373"/>
                  <a:gd name="connsiteY43" fmla="*/ 10495 h 90554"/>
                  <a:gd name="connsiteX44" fmla="*/ 500207 w 722373"/>
                  <a:gd name="connsiteY44" fmla="*/ 4738 h 90554"/>
                  <a:gd name="connsiteX45" fmla="*/ 524119 w 722373"/>
                  <a:gd name="connsiteY45" fmla="*/ 4738 h 90554"/>
                  <a:gd name="connsiteX46" fmla="*/ 524119 w 722373"/>
                  <a:gd name="connsiteY46" fmla="*/ 10495 h 90554"/>
                  <a:gd name="connsiteX47" fmla="*/ 516673 w 722373"/>
                  <a:gd name="connsiteY47" fmla="*/ 11754 h 90554"/>
                  <a:gd name="connsiteX48" fmla="*/ 516673 w 722373"/>
                  <a:gd name="connsiteY48" fmla="*/ 63748 h 90554"/>
                  <a:gd name="connsiteX49" fmla="*/ 524119 w 722373"/>
                  <a:gd name="connsiteY49" fmla="*/ 65008 h 90554"/>
                  <a:gd name="connsiteX50" fmla="*/ 524119 w 722373"/>
                  <a:gd name="connsiteY50" fmla="*/ 70705 h 90554"/>
                  <a:gd name="connsiteX51" fmla="*/ 500207 w 722373"/>
                  <a:gd name="connsiteY51" fmla="*/ 70705 h 90554"/>
                  <a:gd name="connsiteX52" fmla="*/ 500207 w 722373"/>
                  <a:gd name="connsiteY52" fmla="*/ 65008 h 90554"/>
                  <a:gd name="connsiteX53" fmla="*/ 507713 w 722373"/>
                  <a:gd name="connsiteY53" fmla="*/ 63748 h 90554"/>
                  <a:gd name="connsiteX54" fmla="*/ 507713 w 722373"/>
                  <a:gd name="connsiteY54" fmla="*/ 11754 h 90554"/>
                  <a:gd name="connsiteX55" fmla="*/ 500207 w 722373"/>
                  <a:gd name="connsiteY55" fmla="*/ 10495 h 90554"/>
                  <a:gd name="connsiteX56" fmla="*/ 500207 w 722373"/>
                  <a:gd name="connsiteY56" fmla="*/ 10495 h 90554"/>
                  <a:gd name="connsiteX57" fmla="*/ 530051 w 722373"/>
                  <a:gd name="connsiteY57" fmla="*/ 65008 h 90554"/>
                  <a:gd name="connsiteX58" fmla="*/ 537497 w 722373"/>
                  <a:gd name="connsiteY58" fmla="*/ 63748 h 90554"/>
                  <a:gd name="connsiteX59" fmla="*/ 537497 w 722373"/>
                  <a:gd name="connsiteY59" fmla="*/ 28726 h 90554"/>
                  <a:gd name="connsiteX60" fmla="*/ 530051 w 722373"/>
                  <a:gd name="connsiteY60" fmla="*/ 27466 h 90554"/>
                  <a:gd name="connsiteX61" fmla="*/ 530051 w 722373"/>
                  <a:gd name="connsiteY61" fmla="*/ 21709 h 90554"/>
                  <a:gd name="connsiteX62" fmla="*/ 545548 w 722373"/>
                  <a:gd name="connsiteY62" fmla="*/ 21709 h 90554"/>
                  <a:gd name="connsiteX63" fmla="*/ 546214 w 722373"/>
                  <a:gd name="connsiteY63" fmla="*/ 29026 h 90554"/>
                  <a:gd name="connsiteX64" fmla="*/ 552449 w 722373"/>
                  <a:gd name="connsiteY64" fmla="*/ 22969 h 90554"/>
                  <a:gd name="connsiteX65" fmla="*/ 560925 w 722373"/>
                  <a:gd name="connsiteY65" fmla="*/ 20810 h 90554"/>
                  <a:gd name="connsiteX66" fmla="*/ 573335 w 722373"/>
                  <a:gd name="connsiteY66" fmla="*/ 25487 h 90554"/>
                  <a:gd name="connsiteX67" fmla="*/ 577754 w 722373"/>
                  <a:gd name="connsiteY67" fmla="*/ 39820 h 90554"/>
                  <a:gd name="connsiteX68" fmla="*/ 577754 w 722373"/>
                  <a:gd name="connsiteY68" fmla="*/ 63808 h 90554"/>
                  <a:gd name="connsiteX69" fmla="*/ 585199 w 722373"/>
                  <a:gd name="connsiteY69" fmla="*/ 65068 h 90554"/>
                  <a:gd name="connsiteX70" fmla="*/ 585199 w 722373"/>
                  <a:gd name="connsiteY70" fmla="*/ 70765 h 90554"/>
                  <a:gd name="connsiteX71" fmla="*/ 561287 w 722373"/>
                  <a:gd name="connsiteY71" fmla="*/ 70765 h 90554"/>
                  <a:gd name="connsiteX72" fmla="*/ 561287 w 722373"/>
                  <a:gd name="connsiteY72" fmla="*/ 65068 h 90554"/>
                  <a:gd name="connsiteX73" fmla="*/ 568734 w 722373"/>
                  <a:gd name="connsiteY73" fmla="*/ 63808 h 90554"/>
                  <a:gd name="connsiteX74" fmla="*/ 568734 w 722373"/>
                  <a:gd name="connsiteY74" fmla="*/ 40000 h 90554"/>
                  <a:gd name="connsiteX75" fmla="*/ 566131 w 722373"/>
                  <a:gd name="connsiteY75" fmla="*/ 30825 h 90554"/>
                  <a:gd name="connsiteX76" fmla="*/ 558261 w 722373"/>
                  <a:gd name="connsiteY76" fmla="*/ 28126 h 90554"/>
                  <a:gd name="connsiteX77" fmla="*/ 551360 w 722373"/>
                  <a:gd name="connsiteY77" fmla="*/ 29985 h 90554"/>
                  <a:gd name="connsiteX78" fmla="*/ 546578 w 722373"/>
                  <a:gd name="connsiteY78" fmla="*/ 35083 h 90554"/>
                  <a:gd name="connsiteX79" fmla="*/ 546578 w 722373"/>
                  <a:gd name="connsiteY79" fmla="*/ 63868 h 90554"/>
                  <a:gd name="connsiteX80" fmla="*/ 554023 w 722373"/>
                  <a:gd name="connsiteY80" fmla="*/ 65128 h 90554"/>
                  <a:gd name="connsiteX81" fmla="*/ 554023 w 722373"/>
                  <a:gd name="connsiteY81" fmla="*/ 70825 h 90554"/>
                  <a:gd name="connsiteX82" fmla="*/ 530112 w 722373"/>
                  <a:gd name="connsiteY82" fmla="*/ 70825 h 90554"/>
                  <a:gd name="connsiteX83" fmla="*/ 530112 w 722373"/>
                  <a:gd name="connsiteY83" fmla="*/ 65128 h 90554"/>
                  <a:gd name="connsiteX84" fmla="*/ 530112 w 722373"/>
                  <a:gd name="connsiteY84" fmla="*/ 65128 h 90554"/>
                  <a:gd name="connsiteX85" fmla="*/ 624548 w 722373"/>
                  <a:gd name="connsiteY85" fmla="*/ 64888 h 90554"/>
                  <a:gd name="connsiteX86" fmla="*/ 618615 w 722373"/>
                  <a:gd name="connsiteY86" fmla="*/ 69925 h 90554"/>
                  <a:gd name="connsiteX87" fmla="*/ 610503 w 722373"/>
                  <a:gd name="connsiteY87" fmla="*/ 71664 h 90554"/>
                  <a:gd name="connsiteX88" fmla="*/ 596338 w 722373"/>
                  <a:gd name="connsiteY88" fmla="*/ 65128 h 90554"/>
                  <a:gd name="connsiteX89" fmla="*/ 591253 w 722373"/>
                  <a:gd name="connsiteY89" fmla="*/ 48036 h 90554"/>
                  <a:gd name="connsiteX90" fmla="*/ 591253 w 722373"/>
                  <a:gd name="connsiteY90" fmla="*/ 47077 h 90554"/>
                  <a:gd name="connsiteX91" fmla="*/ 596338 w 722373"/>
                  <a:gd name="connsiteY91" fmla="*/ 28006 h 90554"/>
                  <a:gd name="connsiteX92" fmla="*/ 610564 w 722373"/>
                  <a:gd name="connsiteY92" fmla="*/ 20750 h 90554"/>
                  <a:gd name="connsiteX93" fmla="*/ 618312 w 722373"/>
                  <a:gd name="connsiteY93" fmla="*/ 22369 h 90554"/>
                  <a:gd name="connsiteX94" fmla="*/ 624003 w 722373"/>
                  <a:gd name="connsiteY94" fmla="*/ 27047 h 90554"/>
                  <a:gd name="connsiteX95" fmla="*/ 624003 w 722373"/>
                  <a:gd name="connsiteY95" fmla="*/ 7017 h 90554"/>
                  <a:gd name="connsiteX96" fmla="*/ 616557 w 722373"/>
                  <a:gd name="connsiteY96" fmla="*/ 5757 h 90554"/>
                  <a:gd name="connsiteX97" fmla="*/ 616557 w 722373"/>
                  <a:gd name="connsiteY97" fmla="*/ 0 h 90554"/>
                  <a:gd name="connsiteX98" fmla="*/ 633023 w 722373"/>
                  <a:gd name="connsiteY98" fmla="*/ 0 h 90554"/>
                  <a:gd name="connsiteX99" fmla="*/ 633023 w 722373"/>
                  <a:gd name="connsiteY99" fmla="*/ 63748 h 90554"/>
                  <a:gd name="connsiteX100" fmla="*/ 640469 w 722373"/>
                  <a:gd name="connsiteY100" fmla="*/ 65008 h 90554"/>
                  <a:gd name="connsiteX101" fmla="*/ 640469 w 722373"/>
                  <a:gd name="connsiteY101" fmla="*/ 70705 h 90554"/>
                  <a:gd name="connsiteX102" fmla="*/ 625153 w 722373"/>
                  <a:gd name="connsiteY102" fmla="*/ 70705 h 90554"/>
                  <a:gd name="connsiteX103" fmla="*/ 624426 w 722373"/>
                  <a:gd name="connsiteY103" fmla="*/ 64828 h 90554"/>
                  <a:gd name="connsiteX104" fmla="*/ 624426 w 722373"/>
                  <a:gd name="connsiteY104" fmla="*/ 64828 h 90554"/>
                  <a:gd name="connsiteX105" fmla="*/ 600212 w 722373"/>
                  <a:gd name="connsiteY105" fmla="*/ 48036 h 90554"/>
                  <a:gd name="connsiteX106" fmla="*/ 603239 w 722373"/>
                  <a:gd name="connsiteY106" fmla="*/ 59910 h 90554"/>
                  <a:gd name="connsiteX107" fmla="*/ 612743 w 722373"/>
                  <a:gd name="connsiteY107" fmla="*/ 64408 h 90554"/>
                  <a:gd name="connsiteX108" fmla="*/ 619523 w 722373"/>
                  <a:gd name="connsiteY108" fmla="*/ 62609 h 90554"/>
                  <a:gd name="connsiteX109" fmla="*/ 624063 w 722373"/>
                  <a:gd name="connsiteY109" fmla="*/ 57511 h 90554"/>
                  <a:gd name="connsiteX110" fmla="*/ 624063 w 722373"/>
                  <a:gd name="connsiteY110" fmla="*/ 34783 h 90554"/>
                  <a:gd name="connsiteX111" fmla="*/ 619523 w 722373"/>
                  <a:gd name="connsiteY111" fmla="*/ 29865 h 90554"/>
                  <a:gd name="connsiteX112" fmla="*/ 612864 w 722373"/>
                  <a:gd name="connsiteY112" fmla="*/ 28066 h 90554"/>
                  <a:gd name="connsiteX113" fmla="*/ 603360 w 722373"/>
                  <a:gd name="connsiteY113" fmla="*/ 33343 h 90554"/>
                  <a:gd name="connsiteX114" fmla="*/ 600273 w 722373"/>
                  <a:gd name="connsiteY114" fmla="*/ 47137 h 90554"/>
                  <a:gd name="connsiteX115" fmla="*/ 600273 w 722373"/>
                  <a:gd name="connsiteY115" fmla="*/ 48096 h 90554"/>
                  <a:gd name="connsiteX116" fmla="*/ 600273 w 722373"/>
                  <a:gd name="connsiteY116" fmla="*/ 48096 h 90554"/>
                  <a:gd name="connsiteX117" fmla="*/ 647370 w 722373"/>
                  <a:gd name="connsiteY117" fmla="*/ 65008 h 90554"/>
                  <a:gd name="connsiteX118" fmla="*/ 654816 w 722373"/>
                  <a:gd name="connsiteY118" fmla="*/ 63748 h 90554"/>
                  <a:gd name="connsiteX119" fmla="*/ 654816 w 722373"/>
                  <a:gd name="connsiteY119" fmla="*/ 28726 h 90554"/>
                  <a:gd name="connsiteX120" fmla="*/ 647370 w 722373"/>
                  <a:gd name="connsiteY120" fmla="*/ 27466 h 90554"/>
                  <a:gd name="connsiteX121" fmla="*/ 647370 w 722373"/>
                  <a:gd name="connsiteY121" fmla="*/ 21709 h 90554"/>
                  <a:gd name="connsiteX122" fmla="*/ 663835 w 722373"/>
                  <a:gd name="connsiteY122" fmla="*/ 21709 h 90554"/>
                  <a:gd name="connsiteX123" fmla="*/ 663835 w 722373"/>
                  <a:gd name="connsiteY123" fmla="*/ 63748 h 90554"/>
                  <a:gd name="connsiteX124" fmla="*/ 671281 w 722373"/>
                  <a:gd name="connsiteY124" fmla="*/ 65008 h 90554"/>
                  <a:gd name="connsiteX125" fmla="*/ 671281 w 722373"/>
                  <a:gd name="connsiteY125" fmla="*/ 70705 h 90554"/>
                  <a:gd name="connsiteX126" fmla="*/ 647370 w 722373"/>
                  <a:gd name="connsiteY126" fmla="*/ 70705 h 90554"/>
                  <a:gd name="connsiteX127" fmla="*/ 647370 w 722373"/>
                  <a:gd name="connsiteY127" fmla="*/ 65008 h 90554"/>
                  <a:gd name="connsiteX128" fmla="*/ 647370 w 722373"/>
                  <a:gd name="connsiteY128" fmla="*/ 65008 h 90554"/>
                  <a:gd name="connsiteX129" fmla="*/ 663835 w 722373"/>
                  <a:gd name="connsiteY129" fmla="*/ 9115 h 90554"/>
                  <a:gd name="connsiteX130" fmla="*/ 654816 w 722373"/>
                  <a:gd name="connsiteY130" fmla="*/ 9115 h 90554"/>
                  <a:gd name="connsiteX131" fmla="*/ 654816 w 722373"/>
                  <a:gd name="connsiteY131" fmla="*/ 0 h 90554"/>
                  <a:gd name="connsiteX132" fmla="*/ 663835 w 722373"/>
                  <a:gd name="connsiteY132" fmla="*/ 0 h 90554"/>
                  <a:gd name="connsiteX133" fmla="*/ 663835 w 722373"/>
                  <a:gd name="connsiteY133" fmla="*/ 9115 h 90554"/>
                  <a:gd name="connsiteX134" fmla="*/ 663835 w 722373"/>
                  <a:gd name="connsiteY134" fmla="*/ 9115 h 90554"/>
                  <a:gd name="connsiteX135" fmla="*/ 710508 w 722373"/>
                  <a:gd name="connsiteY135" fmla="*/ 70705 h 90554"/>
                  <a:gd name="connsiteX136" fmla="*/ 709903 w 722373"/>
                  <a:gd name="connsiteY136" fmla="*/ 67107 h 90554"/>
                  <a:gd name="connsiteX137" fmla="*/ 709600 w 722373"/>
                  <a:gd name="connsiteY137" fmla="*/ 63928 h 90554"/>
                  <a:gd name="connsiteX138" fmla="*/ 703062 w 722373"/>
                  <a:gd name="connsiteY138" fmla="*/ 69445 h 90554"/>
                  <a:gd name="connsiteX139" fmla="*/ 694708 w 722373"/>
                  <a:gd name="connsiteY139" fmla="*/ 71664 h 90554"/>
                  <a:gd name="connsiteX140" fmla="*/ 682965 w 722373"/>
                  <a:gd name="connsiteY140" fmla="*/ 67946 h 90554"/>
                  <a:gd name="connsiteX141" fmla="*/ 678909 w 722373"/>
                  <a:gd name="connsiteY141" fmla="*/ 57391 h 90554"/>
                  <a:gd name="connsiteX142" fmla="*/ 684599 w 722373"/>
                  <a:gd name="connsiteY142" fmla="*/ 46657 h 90554"/>
                  <a:gd name="connsiteX143" fmla="*/ 700217 w 722373"/>
                  <a:gd name="connsiteY143" fmla="*/ 42879 h 90554"/>
                  <a:gd name="connsiteX144" fmla="*/ 709540 w 722373"/>
                  <a:gd name="connsiteY144" fmla="*/ 42879 h 90554"/>
                  <a:gd name="connsiteX145" fmla="*/ 709540 w 722373"/>
                  <a:gd name="connsiteY145" fmla="*/ 37182 h 90554"/>
                  <a:gd name="connsiteX146" fmla="*/ 706816 w 722373"/>
                  <a:gd name="connsiteY146" fmla="*/ 30345 h 90554"/>
                  <a:gd name="connsiteX147" fmla="*/ 699188 w 722373"/>
                  <a:gd name="connsiteY147" fmla="*/ 27826 h 90554"/>
                  <a:gd name="connsiteX148" fmla="*/ 693195 w 722373"/>
                  <a:gd name="connsiteY148" fmla="*/ 28666 h 90554"/>
                  <a:gd name="connsiteX149" fmla="*/ 689018 w 722373"/>
                  <a:gd name="connsiteY149" fmla="*/ 31005 h 90554"/>
                  <a:gd name="connsiteX150" fmla="*/ 688110 w 722373"/>
                  <a:gd name="connsiteY150" fmla="*/ 36162 h 90554"/>
                  <a:gd name="connsiteX151" fmla="*/ 681148 w 722373"/>
                  <a:gd name="connsiteY151" fmla="*/ 36162 h 90554"/>
                  <a:gd name="connsiteX152" fmla="*/ 681148 w 722373"/>
                  <a:gd name="connsiteY152" fmla="*/ 26627 h 90554"/>
                  <a:gd name="connsiteX153" fmla="*/ 689381 w 722373"/>
                  <a:gd name="connsiteY153" fmla="*/ 22309 h 90554"/>
                  <a:gd name="connsiteX154" fmla="*/ 699793 w 722373"/>
                  <a:gd name="connsiteY154" fmla="*/ 20690 h 90554"/>
                  <a:gd name="connsiteX155" fmla="*/ 713414 w 722373"/>
                  <a:gd name="connsiteY155" fmla="*/ 24948 h 90554"/>
                  <a:gd name="connsiteX156" fmla="*/ 718620 w 722373"/>
                  <a:gd name="connsiteY156" fmla="*/ 37122 h 90554"/>
                  <a:gd name="connsiteX157" fmla="*/ 718620 w 722373"/>
                  <a:gd name="connsiteY157" fmla="*/ 62549 h 90554"/>
                  <a:gd name="connsiteX158" fmla="*/ 718741 w 722373"/>
                  <a:gd name="connsiteY158" fmla="*/ 64348 h 90554"/>
                  <a:gd name="connsiteX159" fmla="*/ 722374 w 722373"/>
                  <a:gd name="connsiteY159" fmla="*/ 64888 h 90554"/>
                  <a:gd name="connsiteX160" fmla="*/ 722374 w 722373"/>
                  <a:gd name="connsiteY160" fmla="*/ 70585 h 90554"/>
                  <a:gd name="connsiteX161" fmla="*/ 710569 w 722373"/>
                  <a:gd name="connsiteY161" fmla="*/ 70585 h 90554"/>
                  <a:gd name="connsiteX162" fmla="*/ 695979 w 722373"/>
                  <a:gd name="connsiteY162" fmla="*/ 64228 h 90554"/>
                  <a:gd name="connsiteX163" fmla="*/ 704213 w 722373"/>
                  <a:gd name="connsiteY163" fmla="*/ 62069 h 90554"/>
                  <a:gd name="connsiteX164" fmla="*/ 709540 w 722373"/>
                  <a:gd name="connsiteY164" fmla="*/ 56972 h 90554"/>
                  <a:gd name="connsiteX165" fmla="*/ 709540 w 722373"/>
                  <a:gd name="connsiteY165" fmla="*/ 48936 h 90554"/>
                  <a:gd name="connsiteX166" fmla="*/ 699914 w 722373"/>
                  <a:gd name="connsiteY166" fmla="*/ 48936 h 90554"/>
                  <a:gd name="connsiteX167" fmla="*/ 691137 w 722373"/>
                  <a:gd name="connsiteY167" fmla="*/ 51454 h 90554"/>
                  <a:gd name="connsiteX168" fmla="*/ 687928 w 722373"/>
                  <a:gd name="connsiteY168" fmla="*/ 57571 h 90554"/>
                  <a:gd name="connsiteX169" fmla="*/ 689926 w 722373"/>
                  <a:gd name="connsiteY169" fmla="*/ 62489 h 90554"/>
                  <a:gd name="connsiteX170" fmla="*/ 695979 w 722373"/>
                  <a:gd name="connsiteY170" fmla="*/ 64228 h 90554"/>
                  <a:gd name="connsiteX171" fmla="*/ 695979 w 722373"/>
                  <a:gd name="connsiteY171" fmla="*/ 64228 h 90554"/>
                  <a:gd name="connsiteX172" fmla="*/ 84932 w 722373"/>
                  <a:gd name="connsiteY172" fmla="*/ 71664 h 90554"/>
                  <a:gd name="connsiteX173" fmla="*/ 68527 w 722373"/>
                  <a:gd name="connsiteY173" fmla="*/ 64828 h 90554"/>
                  <a:gd name="connsiteX174" fmla="*/ 62413 w 722373"/>
                  <a:gd name="connsiteY174" fmla="*/ 47137 h 90554"/>
                  <a:gd name="connsiteX175" fmla="*/ 62413 w 722373"/>
                  <a:gd name="connsiteY175" fmla="*/ 45158 h 90554"/>
                  <a:gd name="connsiteX176" fmla="*/ 68708 w 722373"/>
                  <a:gd name="connsiteY176" fmla="*/ 27706 h 90554"/>
                  <a:gd name="connsiteX177" fmla="*/ 83600 w 722373"/>
                  <a:gd name="connsiteY177" fmla="*/ 20750 h 90554"/>
                  <a:gd name="connsiteX178" fmla="*/ 98734 w 722373"/>
                  <a:gd name="connsiteY178" fmla="*/ 26747 h 90554"/>
                  <a:gd name="connsiteX179" fmla="*/ 103880 w 722373"/>
                  <a:gd name="connsiteY179" fmla="*/ 42699 h 90554"/>
                  <a:gd name="connsiteX180" fmla="*/ 103880 w 722373"/>
                  <a:gd name="connsiteY180" fmla="*/ 48276 h 90554"/>
                  <a:gd name="connsiteX181" fmla="*/ 71735 w 722373"/>
                  <a:gd name="connsiteY181" fmla="*/ 48276 h 90554"/>
                  <a:gd name="connsiteX182" fmla="*/ 71614 w 722373"/>
                  <a:gd name="connsiteY182" fmla="*/ 48516 h 90554"/>
                  <a:gd name="connsiteX183" fmla="*/ 75246 w 722373"/>
                  <a:gd name="connsiteY183" fmla="*/ 60150 h 90554"/>
                  <a:gd name="connsiteX184" fmla="*/ 84992 w 722373"/>
                  <a:gd name="connsiteY184" fmla="*/ 64708 h 90554"/>
                  <a:gd name="connsiteX185" fmla="*/ 93043 w 722373"/>
                  <a:gd name="connsiteY185" fmla="*/ 63388 h 90554"/>
                  <a:gd name="connsiteX186" fmla="*/ 98976 w 722373"/>
                  <a:gd name="connsiteY186" fmla="*/ 59850 h 90554"/>
                  <a:gd name="connsiteX187" fmla="*/ 102487 w 722373"/>
                  <a:gd name="connsiteY187" fmla="*/ 65667 h 90554"/>
                  <a:gd name="connsiteX188" fmla="*/ 95465 w 722373"/>
                  <a:gd name="connsiteY188" fmla="*/ 69985 h 90554"/>
                  <a:gd name="connsiteX189" fmla="*/ 84992 w 722373"/>
                  <a:gd name="connsiteY189" fmla="*/ 71724 h 90554"/>
                  <a:gd name="connsiteX190" fmla="*/ 84992 w 722373"/>
                  <a:gd name="connsiteY190" fmla="*/ 71724 h 90554"/>
                  <a:gd name="connsiteX191" fmla="*/ 83600 w 722373"/>
                  <a:gd name="connsiteY191" fmla="*/ 27826 h 90554"/>
                  <a:gd name="connsiteX192" fmla="*/ 75851 w 722373"/>
                  <a:gd name="connsiteY192" fmla="*/ 31604 h 90554"/>
                  <a:gd name="connsiteX193" fmla="*/ 71917 w 722373"/>
                  <a:gd name="connsiteY193" fmla="*/ 41080 h 90554"/>
                  <a:gd name="connsiteX194" fmla="*/ 72038 w 722373"/>
                  <a:gd name="connsiteY194" fmla="*/ 41319 h 90554"/>
                  <a:gd name="connsiteX195" fmla="*/ 94860 w 722373"/>
                  <a:gd name="connsiteY195" fmla="*/ 41319 h 90554"/>
                  <a:gd name="connsiteX196" fmla="*/ 94860 w 722373"/>
                  <a:gd name="connsiteY196" fmla="*/ 40120 h 90554"/>
                  <a:gd name="connsiteX197" fmla="*/ 92015 w 722373"/>
                  <a:gd name="connsiteY197" fmla="*/ 31304 h 90554"/>
                  <a:gd name="connsiteX198" fmla="*/ 83600 w 722373"/>
                  <a:gd name="connsiteY198" fmla="*/ 27766 h 90554"/>
                  <a:gd name="connsiteX199" fmla="*/ 83600 w 722373"/>
                  <a:gd name="connsiteY199" fmla="*/ 27766 h 90554"/>
                  <a:gd name="connsiteX200" fmla="*/ 111386 w 722373"/>
                  <a:gd name="connsiteY200" fmla="*/ 65008 h 90554"/>
                  <a:gd name="connsiteX201" fmla="*/ 118832 w 722373"/>
                  <a:gd name="connsiteY201" fmla="*/ 63748 h 90554"/>
                  <a:gd name="connsiteX202" fmla="*/ 118832 w 722373"/>
                  <a:gd name="connsiteY202" fmla="*/ 28726 h 90554"/>
                  <a:gd name="connsiteX203" fmla="*/ 111386 w 722373"/>
                  <a:gd name="connsiteY203" fmla="*/ 27466 h 90554"/>
                  <a:gd name="connsiteX204" fmla="*/ 111386 w 722373"/>
                  <a:gd name="connsiteY204" fmla="*/ 21709 h 90554"/>
                  <a:gd name="connsiteX205" fmla="*/ 126883 w 722373"/>
                  <a:gd name="connsiteY205" fmla="*/ 21709 h 90554"/>
                  <a:gd name="connsiteX206" fmla="*/ 127549 w 722373"/>
                  <a:gd name="connsiteY206" fmla="*/ 29026 h 90554"/>
                  <a:gd name="connsiteX207" fmla="*/ 133784 w 722373"/>
                  <a:gd name="connsiteY207" fmla="*/ 22969 h 90554"/>
                  <a:gd name="connsiteX208" fmla="*/ 142259 w 722373"/>
                  <a:gd name="connsiteY208" fmla="*/ 20810 h 90554"/>
                  <a:gd name="connsiteX209" fmla="*/ 154669 w 722373"/>
                  <a:gd name="connsiteY209" fmla="*/ 25487 h 90554"/>
                  <a:gd name="connsiteX210" fmla="*/ 159088 w 722373"/>
                  <a:gd name="connsiteY210" fmla="*/ 39820 h 90554"/>
                  <a:gd name="connsiteX211" fmla="*/ 159088 w 722373"/>
                  <a:gd name="connsiteY211" fmla="*/ 63808 h 90554"/>
                  <a:gd name="connsiteX212" fmla="*/ 166534 w 722373"/>
                  <a:gd name="connsiteY212" fmla="*/ 65068 h 90554"/>
                  <a:gd name="connsiteX213" fmla="*/ 166534 w 722373"/>
                  <a:gd name="connsiteY213" fmla="*/ 70765 h 90554"/>
                  <a:gd name="connsiteX214" fmla="*/ 142623 w 722373"/>
                  <a:gd name="connsiteY214" fmla="*/ 70765 h 90554"/>
                  <a:gd name="connsiteX215" fmla="*/ 142623 w 722373"/>
                  <a:gd name="connsiteY215" fmla="*/ 65068 h 90554"/>
                  <a:gd name="connsiteX216" fmla="*/ 150068 w 722373"/>
                  <a:gd name="connsiteY216" fmla="*/ 63808 h 90554"/>
                  <a:gd name="connsiteX217" fmla="*/ 150068 w 722373"/>
                  <a:gd name="connsiteY217" fmla="*/ 40000 h 90554"/>
                  <a:gd name="connsiteX218" fmla="*/ 147465 w 722373"/>
                  <a:gd name="connsiteY218" fmla="*/ 30825 h 90554"/>
                  <a:gd name="connsiteX219" fmla="*/ 139596 w 722373"/>
                  <a:gd name="connsiteY219" fmla="*/ 28126 h 90554"/>
                  <a:gd name="connsiteX220" fmla="*/ 132695 w 722373"/>
                  <a:gd name="connsiteY220" fmla="*/ 29985 h 90554"/>
                  <a:gd name="connsiteX221" fmla="*/ 127912 w 722373"/>
                  <a:gd name="connsiteY221" fmla="*/ 35083 h 90554"/>
                  <a:gd name="connsiteX222" fmla="*/ 127912 w 722373"/>
                  <a:gd name="connsiteY222" fmla="*/ 63868 h 90554"/>
                  <a:gd name="connsiteX223" fmla="*/ 135358 w 722373"/>
                  <a:gd name="connsiteY223" fmla="*/ 65128 h 90554"/>
                  <a:gd name="connsiteX224" fmla="*/ 135358 w 722373"/>
                  <a:gd name="connsiteY224" fmla="*/ 70825 h 90554"/>
                  <a:gd name="connsiteX225" fmla="*/ 111447 w 722373"/>
                  <a:gd name="connsiteY225" fmla="*/ 70825 h 90554"/>
                  <a:gd name="connsiteX226" fmla="*/ 111447 w 722373"/>
                  <a:gd name="connsiteY226" fmla="*/ 65128 h 90554"/>
                  <a:gd name="connsiteX227" fmla="*/ 111447 w 722373"/>
                  <a:gd name="connsiteY227" fmla="*/ 65128 h 90554"/>
                  <a:gd name="connsiteX228" fmla="*/ 172588 w 722373"/>
                  <a:gd name="connsiteY228" fmla="*/ 47137 h 90554"/>
                  <a:gd name="connsiteX229" fmla="*/ 177793 w 722373"/>
                  <a:gd name="connsiteY229" fmla="*/ 28066 h 90554"/>
                  <a:gd name="connsiteX230" fmla="*/ 192201 w 722373"/>
                  <a:gd name="connsiteY230" fmla="*/ 20810 h 90554"/>
                  <a:gd name="connsiteX231" fmla="*/ 200373 w 722373"/>
                  <a:gd name="connsiteY231" fmla="*/ 22609 h 90554"/>
                  <a:gd name="connsiteX232" fmla="*/ 206246 w 722373"/>
                  <a:gd name="connsiteY232" fmla="*/ 27886 h 90554"/>
                  <a:gd name="connsiteX233" fmla="*/ 207093 w 722373"/>
                  <a:gd name="connsiteY233" fmla="*/ 21709 h 90554"/>
                  <a:gd name="connsiteX234" fmla="*/ 214720 w 722373"/>
                  <a:gd name="connsiteY234" fmla="*/ 21709 h 90554"/>
                  <a:gd name="connsiteX235" fmla="*/ 214720 w 722373"/>
                  <a:gd name="connsiteY235" fmla="*/ 70105 h 90554"/>
                  <a:gd name="connsiteX236" fmla="*/ 209333 w 722373"/>
                  <a:gd name="connsiteY236" fmla="*/ 85098 h 90554"/>
                  <a:gd name="connsiteX237" fmla="*/ 194078 w 722373"/>
                  <a:gd name="connsiteY237" fmla="*/ 90555 h 90554"/>
                  <a:gd name="connsiteX238" fmla="*/ 186329 w 722373"/>
                  <a:gd name="connsiteY238" fmla="*/ 89595 h 90554"/>
                  <a:gd name="connsiteX239" fmla="*/ 179005 w 722373"/>
                  <a:gd name="connsiteY239" fmla="*/ 86957 h 90554"/>
                  <a:gd name="connsiteX240" fmla="*/ 181366 w 722373"/>
                  <a:gd name="connsiteY240" fmla="*/ 80000 h 90554"/>
                  <a:gd name="connsiteX241" fmla="*/ 187298 w 722373"/>
                  <a:gd name="connsiteY241" fmla="*/ 82159 h 90554"/>
                  <a:gd name="connsiteX242" fmla="*/ 193957 w 722373"/>
                  <a:gd name="connsiteY242" fmla="*/ 82999 h 90554"/>
                  <a:gd name="connsiteX243" fmla="*/ 202795 w 722373"/>
                  <a:gd name="connsiteY243" fmla="*/ 79640 h 90554"/>
                  <a:gd name="connsiteX244" fmla="*/ 205640 w 722373"/>
                  <a:gd name="connsiteY244" fmla="*/ 70105 h 90554"/>
                  <a:gd name="connsiteX245" fmla="*/ 205640 w 722373"/>
                  <a:gd name="connsiteY245" fmla="*/ 65427 h 90554"/>
                  <a:gd name="connsiteX246" fmla="*/ 199829 w 722373"/>
                  <a:gd name="connsiteY246" fmla="*/ 70105 h 90554"/>
                  <a:gd name="connsiteX247" fmla="*/ 192080 w 722373"/>
                  <a:gd name="connsiteY247" fmla="*/ 71664 h 90554"/>
                  <a:gd name="connsiteX248" fmla="*/ 177733 w 722373"/>
                  <a:gd name="connsiteY248" fmla="*/ 65128 h 90554"/>
                  <a:gd name="connsiteX249" fmla="*/ 172527 w 722373"/>
                  <a:gd name="connsiteY249" fmla="*/ 48036 h 90554"/>
                  <a:gd name="connsiteX250" fmla="*/ 172527 w 722373"/>
                  <a:gd name="connsiteY250" fmla="*/ 47077 h 90554"/>
                  <a:gd name="connsiteX251" fmla="*/ 172527 w 722373"/>
                  <a:gd name="connsiteY251" fmla="*/ 47077 h 90554"/>
                  <a:gd name="connsiteX252" fmla="*/ 181607 w 722373"/>
                  <a:gd name="connsiteY252" fmla="*/ 48036 h 90554"/>
                  <a:gd name="connsiteX253" fmla="*/ 184755 w 722373"/>
                  <a:gd name="connsiteY253" fmla="*/ 59910 h 90554"/>
                  <a:gd name="connsiteX254" fmla="*/ 194380 w 722373"/>
                  <a:gd name="connsiteY254" fmla="*/ 64408 h 90554"/>
                  <a:gd name="connsiteX255" fmla="*/ 201221 w 722373"/>
                  <a:gd name="connsiteY255" fmla="*/ 62549 h 90554"/>
                  <a:gd name="connsiteX256" fmla="*/ 205761 w 722373"/>
                  <a:gd name="connsiteY256" fmla="*/ 57391 h 90554"/>
                  <a:gd name="connsiteX257" fmla="*/ 205761 w 722373"/>
                  <a:gd name="connsiteY257" fmla="*/ 34843 h 90554"/>
                  <a:gd name="connsiteX258" fmla="*/ 201221 w 722373"/>
                  <a:gd name="connsiteY258" fmla="*/ 29865 h 90554"/>
                  <a:gd name="connsiteX259" fmla="*/ 194501 w 722373"/>
                  <a:gd name="connsiteY259" fmla="*/ 28006 h 90554"/>
                  <a:gd name="connsiteX260" fmla="*/ 184876 w 722373"/>
                  <a:gd name="connsiteY260" fmla="*/ 33343 h 90554"/>
                  <a:gd name="connsiteX261" fmla="*/ 181668 w 722373"/>
                  <a:gd name="connsiteY261" fmla="*/ 47077 h 90554"/>
                  <a:gd name="connsiteX262" fmla="*/ 181668 w 722373"/>
                  <a:gd name="connsiteY262" fmla="*/ 48036 h 90554"/>
                  <a:gd name="connsiteX263" fmla="*/ 181668 w 722373"/>
                  <a:gd name="connsiteY263" fmla="*/ 48036 h 90554"/>
                  <a:gd name="connsiteX264" fmla="*/ 257882 w 722373"/>
                  <a:gd name="connsiteY264" fmla="*/ 70705 h 90554"/>
                  <a:gd name="connsiteX265" fmla="*/ 257216 w 722373"/>
                  <a:gd name="connsiteY265" fmla="*/ 67107 h 90554"/>
                  <a:gd name="connsiteX266" fmla="*/ 256914 w 722373"/>
                  <a:gd name="connsiteY266" fmla="*/ 63928 h 90554"/>
                  <a:gd name="connsiteX267" fmla="*/ 250376 w 722373"/>
                  <a:gd name="connsiteY267" fmla="*/ 69445 h 90554"/>
                  <a:gd name="connsiteX268" fmla="*/ 242022 w 722373"/>
                  <a:gd name="connsiteY268" fmla="*/ 71664 h 90554"/>
                  <a:gd name="connsiteX269" fmla="*/ 230278 w 722373"/>
                  <a:gd name="connsiteY269" fmla="*/ 67946 h 90554"/>
                  <a:gd name="connsiteX270" fmla="*/ 226222 w 722373"/>
                  <a:gd name="connsiteY270" fmla="*/ 57391 h 90554"/>
                  <a:gd name="connsiteX271" fmla="*/ 231913 w 722373"/>
                  <a:gd name="connsiteY271" fmla="*/ 46657 h 90554"/>
                  <a:gd name="connsiteX272" fmla="*/ 247531 w 722373"/>
                  <a:gd name="connsiteY272" fmla="*/ 42879 h 90554"/>
                  <a:gd name="connsiteX273" fmla="*/ 256793 w 722373"/>
                  <a:gd name="connsiteY273" fmla="*/ 42879 h 90554"/>
                  <a:gd name="connsiteX274" fmla="*/ 256793 w 722373"/>
                  <a:gd name="connsiteY274" fmla="*/ 37182 h 90554"/>
                  <a:gd name="connsiteX275" fmla="*/ 254068 w 722373"/>
                  <a:gd name="connsiteY275" fmla="*/ 30345 h 90554"/>
                  <a:gd name="connsiteX276" fmla="*/ 246442 w 722373"/>
                  <a:gd name="connsiteY276" fmla="*/ 27826 h 90554"/>
                  <a:gd name="connsiteX277" fmla="*/ 240448 w 722373"/>
                  <a:gd name="connsiteY277" fmla="*/ 28666 h 90554"/>
                  <a:gd name="connsiteX278" fmla="*/ 236271 w 722373"/>
                  <a:gd name="connsiteY278" fmla="*/ 31005 h 90554"/>
                  <a:gd name="connsiteX279" fmla="*/ 235302 w 722373"/>
                  <a:gd name="connsiteY279" fmla="*/ 36162 h 90554"/>
                  <a:gd name="connsiteX280" fmla="*/ 228341 w 722373"/>
                  <a:gd name="connsiteY280" fmla="*/ 36162 h 90554"/>
                  <a:gd name="connsiteX281" fmla="*/ 228341 w 722373"/>
                  <a:gd name="connsiteY281" fmla="*/ 26627 h 90554"/>
                  <a:gd name="connsiteX282" fmla="*/ 236514 w 722373"/>
                  <a:gd name="connsiteY282" fmla="*/ 22309 h 90554"/>
                  <a:gd name="connsiteX283" fmla="*/ 246926 w 722373"/>
                  <a:gd name="connsiteY283" fmla="*/ 20690 h 90554"/>
                  <a:gd name="connsiteX284" fmla="*/ 260546 w 722373"/>
                  <a:gd name="connsiteY284" fmla="*/ 24948 h 90554"/>
                  <a:gd name="connsiteX285" fmla="*/ 265752 w 722373"/>
                  <a:gd name="connsiteY285" fmla="*/ 37122 h 90554"/>
                  <a:gd name="connsiteX286" fmla="*/ 265752 w 722373"/>
                  <a:gd name="connsiteY286" fmla="*/ 60750 h 90554"/>
                  <a:gd name="connsiteX287" fmla="*/ 265752 w 722373"/>
                  <a:gd name="connsiteY287" fmla="*/ 62609 h 90554"/>
                  <a:gd name="connsiteX288" fmla="*/ 265873 w 722373"/>
                  <a:gd name="connsiteY288" fmla="*/ 64408 h 90554"/>
                  <a:gd name="connsiteX289" fmla="*/ 269505 w 722373"/>
                  <a:gd name="connsiteY289" fmla="*/ 64948 h 90554"/>
                  <a:gd name="connsiteX290" fmla="*/ 269505 w 722373"/>
                  <a:gd name="connsiteY290" fmla="*/ 70645 h 90554"/>
                  <a:gd name="connsiteX291" fmla="*/ 257701 w 722373"/>
                  <a:gd name="connsiteY291" fmla="*/ 70645 h 90554"/>
                  <a:gd name="connsiteX292" fmla="*/ 243415 w 722373"/>
                  <a:gd name="connsiteY292" fmla="*/ 64228 h 90554"/>
                  <a:gd name="connsiteX293" fmla="*/ 251587 w 722373"/>
                  <a:gd name="connsiteY293" fmla="*/ 62069 h 90554"/>
                  <a:gd name="connsiteX294" fmla="*/ 256914 w 722373"/>
                  <a:gd name="connsiteY294" fmla="*/ 56972 h 90554"/>
                  <a:gd name="connsiteX295" fmla="*/ 256914 w 722373"/>
                  <a:gd name="connsiteY295" fmla="*/ 48936 h 90554"/>
                  <a:gd name="connsiteX296" fmla="*/ 247288 w 722373"/>
                  <a:gd name="connsiteY296" fmla="*/ 48936 h 90554"/>
                  <a:gd name="connsiteX297" fmla="*/ 238511 w 722373"/>
                  <a:gd name="connsiteY297" fmla="*/ 51454 h 90554"/>
                  <a:gd name="connsiteX298" fmla="*/ 235302 w 722373"/>
                  <a:gd name="connsiteY298" fmla="*/ 57571 h 90554"/>
                  <a:gd name="connsiteX299" fmla="*/ 237301 w 722373"/>
                  <a:gd name="connsiteY299" fmla="*/ 62489 h 90554"/>
                  <a:gd name="connsiteX300" fmla="*/ 243354 w 722373"/>
                  <a:gd name="connsiteY300" fmla="*/ 64228 h 90554"/>
                  <a:gd name="connsiteX301" fmla="*/ 243354 w 722373"/>
                  <a:gd name="connsiteY301" fmla="*/ 64228 h 90554"/>
                  <a:gd name="connsiteX302" fmla="*/ 275982 w 722373"/>
                  <a:gd name="connsiteY302" fmla="*/ 5757 h 90554"/>
                  <a:gd name="connsiteX303" fmla="*/ 275982 w 722373"/>
                  <a:gd name="connsiteY303" fmla="*/ 0 h 90554"/>
                  <a:gd name="connsiteX304" fmla="*/ 292449 w 722373"/>
                  <a:gd name="connsiteY304" fmla="*/ 0 h 90554"/>
                  <a:gd name="connsiteX305" fmla="*/ 292449 w 722373"/>
                  <a:gd name="connsiteY305" fmla="*/ 63748 h 90554"/>
                  <a:gd name="connsiteX306" fmla="*/ 299894 w 722373"/>
                  <a:gd name="connsiteY306" fmla="*/ 65008 h 90554"/>
                  <a:gd name="connsiteX307" fmla="*/ 299894 w 722373"/>
                  <a:gd name="connsiteY307" fmla="*/ 70705 h 90554"/>
                  <a:gd name="connsiteX308" fmla="*/ 275982 w 722373"/>
                  <a:gd name="connsiteY308" fmla="*/ 70705 h 90554"/>
                  <a:gd name="connsiteX309" fmla="*/ 275982 w 722373"/>
                  <a:gd name="connsiteY309" fmla="*/ 65008 h 90554"/>
                  <a:gd name="connsiteX310" fmla="*/ 283429 w 722373"/>
                  <a:gd name="connsiteY310" fmla="*/ 63748 h 90554"/>
                  <a:gd name="connsiteX311" fmla="*/ 283429 w 722373"/>
                  <a:gd name="connsiteY311" fmla="*/ 7076 h 90554"/>
                  <a:gd name="connsiteX312" fmla="*/ 275982 w 722373"/>
                  <a:gd name="connsiteY312" fmla="*/ 5817 h 90554"/>
                  <a:gd name="connsiteX313" fmla="*/ 275982 w 722373"/>
                  <a:gd name="connsiteY313" fmla="*/ 5817 h 90554"/>
                  <a:gd name="connsiteX314" fmla="*/ 342088 w 722373"/>
                  <a:gd name="connsiteY314" fmla="*/ 63448 h 90554"/>
                  <a:gd name="connsiteX315" fmla="*/ 336095 w 722373"/>
                  <a:gd name="connsiteY315" fmla="*/ 69505 h 90554"/>
                  <a:gd name="connsiteX316" fmla="*/ 327619 w 722373"/>
                  <a:gd name="connsiteY316" fmla="*/ 71664 h 90554"/>
                  <a:gd name="connsiteX317" fmla="*/ 315028 w 722373"/>
                  <a:gd name="connsiteY317" fmla="*/ 66507 h 90554"/>
                  <a:gd name="connsiteX318" fmla="*/ 310488 w 722373"/>
                  <a:gd name="connsiteY318" fmla="*/ 50555 h 90554"/>
                  <a:gd name="connsiteX319" fmla="*/ 310488 w 722373"/>
                  <a:gd name="connsiteY319" fmla="*/ 28666 h 90554"/>
                  <a:gd name="connsiteX320" fmla="*/ 304797 w 722373"/>
                  <a:gd name="connsiteY320" fmla="*/ 27406 h 90554"/>
                  <a:gd name="connsiteX321" fmla="*/ 304797 w 722373"/>
                  <a:gd name="connsiteY321" fmla="*/ 21649 h 90554"/>
                  <a:gd name="connsiteX322" fmla="*/ 319508 w 722373"/>
                  <a:gd name="connsiteY322" fmla="*/ 21649 h 90554"/>
                  <a:gd name="connsiteX323" fmla="*/ 319508 w 722373"/>
                  <a:gd name="connsiteY323" fmla="*/ 50675 h 90554"/>
                  <a:gd name="connsiteX324" fmla="*/ 321808 w 722373"/>
                  <a:gd name="connsiteY324" fmla="*/ 61469 h 90554"/>
                  <a:gd name="connsiteX325" fmla="*/ 329072 w 722373"/>
                  <a:gd name="connsiteY325" fmla="*/ 64408 h 90554"/>
                  <a:gd name="connsiteX326" fmla="*/ 337003 w 722373"/>
                  <a:gd name="connsiteY326" fmla="*/ 62489 h 90554"/>
                  <a:gd name="connsiteX327" fmla="*/ 341725 w 722373"/>
                  <a:gd name="connsiteY327" fmla="*/ 57032 h 90554"/>
                  <a:gd name="connsiteX328" fmla="*/ 341725 w 722373"/>
                  <a:gd name="connsiteY328" fmla="*/ 28726 h 90554"/>
                  <a:gd name="connsiteX329" fmla="*/ 335065 w 722373"/>
                  <a:gd name="connsiteY329" fmla="*/ 27466 h 90554"/>
                  <a:gd name="connsiteX330" fmla="*/ 335065 w 722373"/>
                  <a:gd name="connsiteY330" fmla="*/ 21709 h 90554"/>
                  <a:gd name="connsiteX331" fmla="*/ 350684 w 722373"/>
                  <a:gd name="connsiteY331" fmla="*/ 21709 h 90554"/>
                  <a:gd name="connsiteX332" fmla="*/ 350684 w 722373"/>
                  <a:gd name="connsiteY332" fmla="*/ 63748 h 90554"/>
                  <a:gd name="connsiteX333" fmla="*/ 356374 w 722373"/>
                  <a:gd name="connsiteY333" fmla="*/ 65008 h 90554"/>
                  <a:gd name="connsiteX334" fmla="*/ 356374 w 722373"/>
                  <a:gd name="connsiteY334" fmla="*/ 70705 h 90554"/>
                  <a:gd name="connsiteX335" fmla="*/ 342632 w 722373"/>
                  <a:gd name="connsiteY335" fmla="*/ 70705 h 90554"/>
                  <a:gd name="connsiteX336" fmla="*/ 342027 w 722373"/>
                  <a:gd name="connsiteY336" fmla="*/ 63448 h 90554"/>
                  <a:gd name="connsiteX337" fmla="*/ 342027 w 722373"/>
                  <a:gd name="connsiteY337" fmla="*/ 63448 h 90554"/>
                  <a:gd name="connsiteX338" fmla="*/ 363639 w 722373"/>
                  <a:gd name="connsiteY338" fmla="*/ 27466 h 90554"/>
                  <a:gd name="connsiteX339" fmla="*/ 363639 w 722373"/>
                  <a:gd name="connsiteY339" fmla="*/ 21709 h 90554"/>
                  <a:gd name="connsiteX340" fmla="*/ 379135 w 722373"/>
                  <a:gd name="connsiteY340" fmla="*/ 21709 h 90554"/>
                  <a:gd name="connsiteX341" fmla="*/ 379983 w 722373"/>
                  <a:gd name="connsiteY341" fmla="*/ 28846 h 90554"/>
                  <a:gd name="connsiteX342" fmla="*/ 385189 w 722373"/>
                  <a:gd name="connsiteY342" fmla="*/ 22969 h 90554"/>
                  <a:gd name="connsiteX343" fmla="*/ 392272 w 722373"/>
                  <a:gd name="connsiteY343" fmla="*/ 20810 h 90554"/>
                  <a:gd name="connsiteX344" fmla="*/ 394451 w 722373"/>
                  <a:gd name="connsiteY344" fmla="*/ 20990 h 90554"/>
                  <a:gd name="connsiteX345" fmla="*/ 396146 w 722373"/>
                  <a:gd name="connsiteY345" fmla="*/ 21349 h 90554"/>
                  <a:gd name="connsiteX346" fmla="*/ 394935 w 722373"/>
                  <a:gd name="connsiteY346" fmla="*/ 29625 h 90554"/>
                  <a:gd name="connsiteX347" fmla="*/ 389850 w 722373"/>
                  <a:gd name="connsiteY347" fmla="*/ 29325 h 90554"/>
                  <a:gd name="connsiteX348" fmla="*/ 383857 w 722373"/>
                  <a:gd name="connsiteY348" fmla="*/ 31005 h 90554"/>
                  <a:gd name="connsiteX349" fmla="*/ 380104 w 722373"/>
                  <a:gd name="connsiteY349" fmla="*/ 35682 h 90554"/>
                  <a:gd name="connsiteX350" fmla="*/ 380104 w 722373"/>
                  <a:gd name="connsiteY350" fmla="*/ 63808 h 90554"/>
                  <a:gd name="connsiteX351" fmla="*/ 387550 w 722373"/>
                  <a:gd name="connsiteY351" fmla="*/ 65068 h 90554"/>
                  <a:gd name="connsiteX352" fmla="*/ 387550 w 722373"/>
                  <a:gd name="connsiteY352" fmla="*/ 70765 h 90554"/>
                  <a:gd name="connsiteX353" fmla="*/ 363639 w 722373"/>
                  <a:gd name="connsiteY353" fmla="*/ 70765 h 90554"/>
                  <a:gd name="connsiteX354" fmla="*/ 363639 w 722373"/>
                  <a:gd name="connsiteY354" fmla="*/ 65068 h 90554"/>
                  <a:gd name="connsiteX355" fmla="*/ 371084 w 722373"/>
                  <a:gd name="connsiteY355" fmla="*/ 63808 h 90554"/>
                  <a:gd name="connsiteX356" fmla="*/ 371084 w 722373"/>
                  <a:gd name="connsiteY356" fmla="*/ 28786 h 90554"/>
                  <a:gd name="connsiteX357" fmla="*/ 363639 w 722373"/>
                  <a:gd name="connsiteY357" fmla="*/ 27526 h 90554"/>
                  <a:gd name="connsiteX358" fmla="*/ 363639 w 722373"/>
                  <a:gd name="connsiteY358" fmla="*/ 27526 h 90554"/>
                  <a:gd name="connsiteX359" fmla="*/ 437795 w 722373"/>
                  <a:gd name="connsiteY359" fmla="*/ 63448 h 90554"/>
                  <a:gd name="connsiteX360" fmla="*/ 431741 w 722373"/>
                  <a:gd name="connsiteY360" fmla="*/ 69505 h 90554"/>
                  <a:gd name="connsiteX361" fmla="*/ 423266 w 722373"/>
                  <a:gd name="connsiteY361" fmla="*/ 71664 h 90554"/>
                  <a:gd name="connsiteX362" fmla="*/ 410674 w 722373"/>
                  <a:gd name="connsiteY362" fmla="*/ 66507 h 90554"/>
                  <a:gd name="connsiteX363" fmla="*/ 406134 w 722373"/>
                  <a:gd name="connsiteY363" fmla="*/ 50555 h 90554"/>
                  <a:gd name="connsiteX364" fmla="*/ 406134 w 722373"/>
                  <a:gd name="connsiteY364" fmla="*/ 28666 h 90554"/>
                  <a:gd name="connsiteX365" fmla="*/ 400444 w 722373"/>
                  <a:gd name="connsiteY365" fmla="*/ 27406 h 90554"/>
                  <a:gd name="connsiteX366" fmla="*/ 400444 w 722373"/>
                  <a:gd name="connsiteY366" fmla="*/ 21649 h 90554"/>
                  <a:gd name="connsiteX367" fmla="*/ 415155 w 722373"/>
                  <a:gd name="connsiteY367" fmla="*/ 21649 h 90554"/>
                  <a:gd name="connsiteX368" fmla="*/ 415155 w 722373"/>
                  <a:gd name="connsiteY368" fmla="*/ 50675 h 90554"/>
                  <a:gd name="connsiteX369" fmla="*/ 417455 w 722373"/>
                  <a:gd name="connsiteY369" fmla="*/ 61469 h 90554"/>
                  <a:gd name="connsiteX370" fmla="*/ 424719 w 722373"/>
                  <a:gd name="connsiteY370" fmla="*/ 64408 h 90554"/>
                  <a:gd name="connsiteX371" fmla="*/ 432649 w 722373"/>
                  <a:gd name="connsiteY371" fmla="*/ 62489 h 90554"/>
                  <a:gd name="connsiteX372" fmla="*/ 437371 w 722373"/>
                  <a:gd name="connsiteY372" fmla="*/ 57032 h 90554"/>
                  <a:gd name="connsiteX373" fmla="*/ 437371 w 722373"/>
                  <a:gd name="connsiteY373" fmla="*/ 28726 h 90554"/>
                  <a:gd name="connsiteX374" fmla="*/ 430712 w 722373"/>
                  <a:gd name="connsiteY374" fmla="*/ 27466 h 90554"/>
                  <a:gd name="connsiteX375" fmla="*/ 430712 w 722373"/>
                  <a:gd name="connsiteY375" fmla="*/ 21709 h 90554"/>
                  <a:gd name="connsiteX376" fmla="*/ 446330 w 722373"/>
                  <a:gd name="connsiteY376" fmla="*/ 21709 h 90554"/>
                  <a:gd name="connsiteX377" fmla="*/ 446330 w 722373"/>
                  <a:gd name="connsiteY377" fmla="*/ 63748 h 90554"/>
                  <a:gd name="connsiteX378" fmla="*/ 452021 w 722373"/>
                  <a:gd name="connsiteY378" fmla="*/ 65008 h 90554"/>
                  <a:gd name="connsiteX379" fmla="*/ 452021 w 722373"/>
                  <a:gd name="connsiteY379" fmla="*/ 70705 h 90554"/>
                  <a:gd name="connsiteX380" fmla="*/ 438279 w 722373"/>
                  <a:gd name="connsiteY380" fmla="*/ 70705 h 90554"/>
                  <a:gd name="connsiteX381" fmla="*/ 437674 w 722373"/>
                  <a:gd name="connsiteY381" fmla="*/ 63448 h 90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</a:cxnLst>
                <a:rect l="l" t="t" r="r" b="b"/>
                <a:pathLst>
                  <a:path w="722373" h="90554">
                    <a:moveTo>
                      <a:pt x="29179" y="4738"/>
                    </a:moveTo>
                    <a:cubicBezTo>
                      <a:pt x="36140" y="4738"/>
                      <a:pt x="41588" y="6237"/>
                      <a:pt x="45523" y="9175"/>
                    </a:cubicBezTo>
                    <a:cubicBezTo>
                      <a:pt x="49458" y="12174"/>
                      <a:pt x="51395" y="16612"/>
                      <a:pt x="51395" y="22549"/>
                    </a:cubicBezTo>
                    <a:cubicBezTo>
                      <a:pt x="51395" y="25487"/>
                      <a:pt x="50487" y="28126"/>
                      <a:pt x="48610" y="30405"/>
                    </a:cubicBezTo>
                    <a:cubicBezTo>
                      <a:pt x="46733" y="32684"/>
                      <a:pt x="44252" y="34423"/>
                      <a:pt x="41165" y="35562"/>
                    </a:cubicBezTo>
                    <a:cubicBezTo>
                      <a:pt x="45160" y="36402"/>
                      <a:pt x="48307" y="38321"/>
                      <a:pt x="50608" y="41379"/>
                    </a:cubicBezTo>
                    <a:cubicBezTo>
                      <a:pt x="52969" y="44438"/>
                      <a:pt x="54059" y="47976"/>
                      <a:pt x="54059" y="52054"/>
                    </a:cubicBezTo>
                    <a:cubicBezTo>
                      <a:pt x="54059" y="58111"/>
                      <a:pt x="52061" y="62729"/>
                      <a:pt x="48126" y="65907"/>
                    </a:cubicBezTo>
                    <a:cubicBezTo>
                      <a:pt x="44191" y="69086"/>
                      <a:pt x="38804" y="70705"/>
                      <a:pt x="32024" y="70705"/>
                    </a:cubicBezTo>
                    <a:lnTo>
                      <a:pt x="0" y="70705"/>
                    </a:lnTo>
                    <a:lnTo>
                      <a:pt x="0" y="65008"/>
                    </a:lnTo>
                    <a:lnTo>
                      <a:pt x="7446" y="63748"/>
                    </a:lnTo>
                    <a:lnTo>
                      <a:pt x="7446" y="11754"/>
                    </a:lnTo>
                    <a:lnTo>
                      <a:pt x="0" y="10495"/>
                    </a:lnTo>
                    <a:lnTo>
                      <a:pt x="0" y="4738"/>
                    </a:lnTo>
                    <a:lnTo>
                      <a:pt x="29179" y="4738"/>
                    </a:lnTo>
                    <a:close/>
                    <a:moveTo>
                      <a:pt x="16466" y="39760"/>
                    </a:moveTo>
                    <a:lnTo>
                      <a:pt x="16466" y="63748"/>
                    </a:lnTo>
                    <a:lnTo>
                      <a:pt x="32024" y="63748"/>
                    </a:lnTo>
                    <a:cubicBezTo>
                      <a:pt x="36140" y="63748"/>
                      <a:pt x="39348" y="62729"/>
                      <a:pt x="41588" y="60750"/>
                    </a:cubicBezTo>
                    <a:cubicBezTo>
                      <a:pt x="43828" y="58711"/>
                      <a:pt x="44978" y="55892"/>
                      <a:pt x="44978" y="52174"/>
                    </a:cubicBezTo>
                    <a:cubicBezTo>
                      <a:pt x="44978" y="48276"/>
                      <a:pt x="44010" y="45277"/>
                      <a:pt x="42133" y="43059"/>
                    </a:cubicBezTo>
                    <a:cubicBezTo>
                      <a:pt x="40256" y="40840"/>
                      <a:pt x="37290" y="39760"/>
                      <a:pt x="33355" y="39760"/>
                    </a:cubicBezTo>
                    <a:lnTo>
                      <a:pt x="16406" y="39760"/>
                    </a:lnTo>
                    <a:close/>
                    <a:moveTo>
                      <a:pt x="16466" y="32804"/>
                    </a:moveTo>
                    <a:lnTo>
                      <a:pt x="31540" y="32804"/>
                    </a:lnTo>
                    <a:cubicBezTo>
                      <a:pt x="34808" y="32744"/>
                      <a:pt x="37411" y="31724"/>
                      <a:pt x="39348" y="29925"/>
                    </a:cubicBezTo>
                    <a:cubicBezTo>
                      <a:pt x="41346" y="28126"/>
                      <a:pt x="42314" y="25607"/>
                      <a:pt x="42314" y="22429"/>
                    </a:cubicBezTo>
                    <a:cubicBezTo>
                      <a:pt x="42314" y="18891"/>
                      <a:pt x="41165" y="16192"/>
                      <a:pt x="38925" y="14453"/>
                    </a:cubicBezTo>
                    <a:cubicBezTo>
                      <a:pt x="36685" y="12654"/>
                      <a:pt x="33416" y="11814"/>
                      <a:pt x="29118" y="11814"/>
                    </a:cubicBezTo>
                    <a:lnTo>
                      <a:pt x="16406" y="11814"/>
                    </a:lnTo>
                    <a:lnTo>
                      <a:pt x="16406" y="32864"/>
                    </a:lnTo>
                    <a:lnTo>
                      <a:pt x="16406" y="32864"/>
                    </a:lnTo>
                    <a:close/>
                    <a:moveTo>
                      <a:pt x="469637" y="67466"/>
                    </a:moveTo>
                    <a:cubicBezTo>
                      <a:pt x="469637" y="70405"/>
                      <a:pt x="468910" y="73523"/>
                      <a:pt x="467397" y="76762"/>
                    </a:cubicBezTo>
                    <a:cubicBezTo>
                      <a:pt x="465944" y="80000"/>
                      <a:pt x="463886" y="82699"/>
                      <a:pt x="461403" y="84798"/>
                    </a:cubicBezTo>
                    <a:lnTo>
                      <a:pt x="456319" y="81440"/>
                    </a:lnTo>
                    <a:cubicBezTo>
                      <a:pt x="457771" y="79281"/>
                      <a:pt x="458861" y="77062"/>
                      <a:pt x="459588" y="74783"/>
                    </a:cubicBezTo>
                    <a:cubicBezTo>
                      <a:pt x="460314" y="72504"/>
                      <a:pt x="460677" y="70105"/>
                      <a:pt x="460677" y="67586"/>
                    </a:cubicBezTo>
                    <a:lnTo>
                      <a:pt x="460677" y="60690"/>
                    </a:lnTo>
                    <a:lnTo>
                      <a:pt x="469697" y="60690"/>
                    </a:lnTo>
                    <a:lnTo>
                      <a:pt x="469697" y="67466"/>
                    </a:lnTo>
                    <a:lnTo>
                      <a:pt x="469697" y="67466"/>
                    </a:lnTo>
                    <a:close/>
                    <a:moveTo>
                      <a:pt x="500207" y="10495"/>
                    </a:moveTo>
                    <a:lnTo>
                      <a:pt x="500207" y="4738"/>
                    </a:lnTo>
                    <a:lnTo>
                      <a:pt x="524119" y="4738"/>
                    </a:lnTo>
                    <a:lnTo>
                      <a:pt x="524119" y="10495"/>
                    </a:lnTo>
                    <a:lnTo>
                      <a:pt x="516673" y="11754"/>
                    </a:lnTo>
                    <a:lnTo>
                      <a:pt x="516673" y="63748"/>
                    </a:lnTo>
                    <a:lnTo>
                      <a:pt x="524119" y="65008"/>
                    </a:lnTo>
                    <a:lnTo>
                      <a:pt x="524119" y="70705"/>
                    </a:lnTo>
                    <a:lnTo>
                      <a:pt x="500207" y="70705"/>
                    </a:lnTo>
                    <a:lnTo>
                      <a:pt x="500207" y="65008"/>
                    </a:lnTo>
                    <a:lnTo>
                      <a:pt x="507713" y="63748"/>
                    </a:lnTo>
                    <a:lnTo>
                      <a:pt x="507713" y="11754"/>
                    </a:lnTo>
                    <a:lnTo>
                      <a:pt x="500207" y="10495"/>
                    </a:lnTo>
                    <a:lnTo>
                      <a:pt x="500207" y="10495"/>
                    </a:lnTo>
                    <a:close/>
                    <a:moveTo>
                      <a:pt x="530051" y="65008"/>
                    </a:moveTo>
                    <a:lnTo>
                      <a:pt x="537497" y="63748"/>
                    </a:lnTo>
                    <a:lnTo>
                      <a:pt x="537497" y="28726"/>
                    </a:lnTo>
                    <a:lnTo>
                      <a:pt x="530051" y="27466"/>
                    </a:lnTo>
                    <a:lnTo>
                      <a:pt x="530051" y="21709"/>
                    </a:lnTo>
                    <a:lnTo>
                      <a:pt x="545548" y="21709"/>
                    </a:lnTo>
                    <a:lnTo>
                      <a:pt x="546214" y="29026"/>
                    </a:lnTo>
                    <a:cubicBezTo>
                      <a:pt x="547849" y="26447"/>
                      <a:pt x="549907" y="24408"/>
                      <a:pt x="552449" y="22969"/>
                    </a:cubicBezTo>
                    <a:cubicBezTo>
                      <a:pt x="554932" y="21529"/>
                      <a:pt x="557777" y="20810"/>
                      <a:pt x="560925" y="20810"/>
                    </a:cubicBezTo>
                    <a:cubicBezTo>
                      <a:pt x="566312" y="20810"/>
                      <a:pt x="570428" y="22369"/>
                      <a:pt x="573335" y="25487"/>
                    </a:cubicBezTo>
                    <a:cubicBezTo>
                      <a:pt x="576301" y="28606"/>
                      <a:pt x="577754" y="33343"/>
                      <a:pt x="577754" y="39820"/>
                    </a:cubicBezTo>
                    <a:lnTo>
                      <a:pt x="577754" y="63808"/>
                    </a:lnTo>
                    <a:lnTo>
                      <a:pt x="585199" y="65068"/>
                    </a:lnTo>
                    <a:lnTo>
                      <a:pt x="585199" y="70765"/>
                    </a:lnTo>
                    <a:lnTo>
                      <a:pt x="561287" y="70765"/>
                    </a:lnTo>
                    <a:lnTo>
                      <a:pt x="561287" y="65068"/>
                    </a:lnTo>
                    <a:lnTo>
                      <a:pt x="568734" y="63808"/>
                    </a:lnTo>
                    <a:lnTo>
                      <a:pt x="568734" y="40000"/>
                    </a:lnTo>
                    <a:cubicBezTo>
                      <a:pt x="568734" y="35682"/>
                      <a:pt x="567886" y="32624"/>
                      <a:pt x="566131" y="30825"/>
                    </a:cubicBezTo>
                    <a:cubicBezTo>
                      <a:pt x="564435" y="29026"/>
                      <a:pt x="561772" y="28126"/>
                      <a:pt x="558261" y="28126"/>
                    </a:cubicBezTo>
                    <a:cubicBezTo>
                      <a:pt x="555658" y="28126"/>
                      <a:pt x="553358" y="28726"/>
                      <a:pt x="551360" y="29985"/>
                    </a:cubicBezTo>
                    <a:cubicBezTo>
                      <a:pt x="549362" y="31244"/>
                      <a:pt x="547788" y="32924"/>
                      <a:pt x="546578" y="35083"/>
                    </a:cubicBezTo>
                    <a:lnTo>
                      <a:pt x="546578" y="63868"/>
                    </a:lnTo>
                    <a:lnTo>
                      <a:pt x="554023" y="65128"/>
                    </a:lnTo>
                    <a:lnTo>
                      <a:pt x="554023" y="70825"/>
                    </a:lnTo>
                    <a:lnTo>
                      <a:pt x="530112" y="70825"/>
                    </a:lnTo>
                    <a:lnTo>
                      <a:pt x="530112" y="65128"/>
                    </a:lnTo>
                    <a:lnTo>
                      <a:pt x="530112" y="65128"/>
                    </a:lnTo>
                    <a:close/>
                    <a:moveTo>
                      <a:pt x="624548" y="64888"/>
                    </a:moveTo>
                    <a:cubicBezTo>
                      <a:pt x="622913" y="67107"/>
                      <a:pt x="620916" y="68786"/>
                      <a:pt x="618615" y="69925"/>
                    </a:cubicBezTo>
                    <a:cubicBezTo>
                      <a:pt x="616315" y="71065"/>
                      <a:pt x="613590" y="71664"/>
                      <a:pt x="610503" y="71664"/>
                    </a:cubicBezTo>
                    <a:cubicBezTo>
                      <a:pt x="604449" y="71664"/>
                      <a:pt x="599728" y="69505"/>
                      <a:pt x="596338" y="65128"/>
                    </a:cubicBezTo>
                    <a:cubicBezTo>
                      <a:pt x="592948" y="60810"/>
                      <a:pt x="591253" y="55113"/>
                      <a:pt x="591253" y="48036"/>
                    </a:cubicBezTo>
                    <a:lnTo>
                      <a:pt x="591253" y="47077"/>
                    </a:lnTo>
                    <a:cubicBezTo>
                      <a:pt x="591253" y="39161"/>
                      <a:pt x="592948" y="32804"/>
                      <a:pt x="596338" y="28006"/>
                    </a:cubicBezTo>
                    <a:cubicBezTo>
                      <a:pt x="599728" y="23148"/>
                      <a:pt x="604510" y="20750"/>
                      <a:pt x="610564" y="20750"/>
                    </a:cubicBezTo>
                    <a:cubicBezTo>
                      <a:pt x="613469" y="20750"/>
                      <a:pt x="616073" y="21289"/>
                      <a:pt x="618312" y="22369"/>
                    </a:cubicBezTo>
                    <a:cubicBezTo>
                      <a:pt x="620552" y="23448"/>
                      <a:pt x="622429" y="25008"/>
                      <a:pt x="624003" y="27047"/>
                    </a:cubicBezTo>
                    <a:lnTo>
                      <a:pt x="624003" y="7017"/>
                    </a:lnTo>
                    <a:lnTo>
                      <a:pt x="616557" y="5757"/>
                    </a:lnTo>
                    <a:lnTo>
                      <a:pt x="616557" y="0"/>
                    </a:lnTo>
                    <a:lnTo>
                      <a:pt x="633023" y="0"/>
                    </a:lnTo>
                    <a:lnTo>
                      <a:pt x="633023" y="63748"/>
                    </a:lnTo>
                    <a:lnTo>
                      <a:pt x="640469" y="65008"/>
                    </a:lnTo>
                    <a:lnTo>
                      <a:pt x="640469" y="70705"/>
                    </a:lnTo>
                    <a:lnTo>
                      <a:pt x="625153" y="70705"/>
                    </a:lnTo>
                    <a:lnTo>
                      <a:pt x="624426" y="64828"/>
                    </a:lnTo>
                    <a:lnTo>
                      <a:pt x="624426" y="64828"/>
                    </a:lnTo>
                    <a:close/>
                    <a:moveTo>
                      <a:pt x="600212" y="48036"/>
                    </a:moveTo>
                    <a:cubicBezTo>
                      <a:pt x="600212" y="52954"/>
                      <a:pt x="601242" y="56912"/>
                      <a:pt x="603239" y="59910"/>
                    </a:cubicBezTo>
                    <a:cubicBezTo>
                      <a:pt x="605297" y="62909"/>
                      <a:pt x="608445" y="64408"/>
                      <a:pt x="612743" y="64408"/>
                    </a:cubicBezTo>
                    <a:cubicBezTo>
                      <a:pt x="615407" y="64408"/>
                      <a:pt x="617707" y="63808"/>
                      <a:pt x="619523" y="62609"/>
                    </a:cubicBezTo>
                    <a:cubicBezTo>
                      <a:pt x="621339" y="61409"/>
                      <a:pt x="622852" y="59670"/>
                      <a:pt x="624063" y="57511"/>
                    </a:cubicBezTo>
                    <a:lnTo>
                      <a:pt x="624063" y="34783"/>
                    </a:lnTo>
                    <a:cubicBezTo>
                      <a:pt x="622913" y="32744"/>
                      <a:pt x="621400" y="31065"/>
                      <a:pt x="619523" y="29865"/>
                    </a:cubicBezTo>
                    <a:cubicBezTo>
                      <a:pt x="617647" y="28666"/>
                      <a:pt x="615467" y="28066"/>
                      <a:pt x="612864" y="28066"/>
                    </a:cubicBezTo>
                    <a:cubicBezTo>
                      <a:pt x="608566" y="28066"/>
                      <a:pt x="605358" y="29865"/>
                      <a:pt x="603360" y="33343"/>
                    </a:cubicBezTo>
                    <a:cubicBezTo>
                      <a:pt x="601302" y="36882"/>
                      <a:pt x="600273" y="41439"/>
                      <a:pt x="600273" y="47137"/>
                    </a:cubicBezTo>
                    <a:lnTo>
                      <a:pt x="600273" y="48096"/>
                    </a:lnTo>
                    <a:lnTo>
                      <a:pt x="600273" y="48096"/>
                    </a:lnTo>
                    <a:close/>
                    <a:moveTo>
                      <a:pt x="647370" y="65008"/>
                    </a:moveTo>
                    <a:lnTo>
                      <a:pt x="654816" y="63748"/>
                    </a:lnTo>
                    <a:lnTo>
                      <a:pt x="654816" y="28726"/>
                    </a:lnTo>
                    <a:lnTo>
                      <a:pt x="647370" y="27466"/>
                    </a:lnTo>
                    <a:lnTo>
                      <a:pt x="647370" y="21709"/>
                    </a:lnTo>
                    <a:lnTo>
                      <a:pt x="663835" y="21709"/>
                    </a:lnTo>
                    <a:lnTo>
                      <a:pt x="663835" y="63748"/>
                    </a:lnTo>
                    <a:lnTo>
                      <a:pt x="671281" y="65008"/>
                    </a:lnTo>
                    <a:lnTo>
                      <a:pt x="671281" y="70705"/>
                    </a:lnTo>
                    <a:lnTo>
                      <a:pt x="647370" y="70705"/>
                    </a:lnTo>
                    <a:lnTo>
                      <a:pt x="647370" y="65008"/>
                    </a:lnTo>
                    <a:lnTo>
                      <a:pt x="647370" y="65008"/>
                    </a:lnTo>
                    <a:close/>
                    <a:moveTo>
                      <a:pt x="663835" y="9115"/>
                    </a:moveTo>
                    <a:lnTo>
                      <a:pt x="654816" y="9115"/>
                    </a:lnTo>
                    <a:lnTo>
                      <a:pt x="654816" y="0"/>
                    </a:lnTo>
                    <a:lnTo>
                      <a:pt x="663835" y="0"/>
                    </a:lnTo>
                    <a:lnTo>
                      <a:pt x="663835" y="9115"/>
                    </a:lnTo>
                    <a:lnTo>
                      <a:pt x="663835" y="9115"/>
                    </a:lnTo>
                    <a:close/>
                    <a:moveTo>
                      <a:pt x="710508" y="70705"/>
                    </a:moveTo>
                    <a:cubicBezTo>
                      <a:pt x="710267" y="69386"/>
                      <a:pt x="710024" y="68186"/>
                      <a:pt x="709903" y="67107"/>
                    </a:cubicBezTo>
                    <a:cubicBezTo>
                      <a:pt x="709721" y="66027"/>
                      <a:pt x="709661" y="65008"/>
                      <a:pt x="709600" y="63928"/>
                    </a:cubicBezTo>
                    <a:cubicBezTo>
                      <a:pt x="707845" y="66147"/>
                      <a:pt x="705666" y="68006"/>
                      <a:pt x="703062" y="69445"/>
                    </a:cubicBezTo>
                    <a:cubicBezTo>
                      <a:pt x="700460" y="70945"/>
                      <a:pt x="697675" y="71604"/>
                      <a:pt x="694708" y="71664"/>
                    </a:cubicBezTo>
                    <a:cubicBezTo>
                      <a:pt x="689563" y="71664"/>
                      <a:pt x="685628" y="70405"/>
                      <a:pt x="682965" y="67946"/>
                    </a:cubicBezTo>
                    <a:cubicBezTo>
                      <a:pt x="680301" y="65427"/>
                      <a:pt x="678909" y="61949"/>
                      <a:pt x="678909" y="57391"/>
                    </a:cubicBezTo>
                    <a:cubicBezTo>
                      <a:pt x="678909" y="52834"/>
                      <a:pt x="680786" y="49176"/>
                      <a:pt x="684599" y="46657"/>
                    </a:cubicBezTo>
                    <a:cubicBezTo>
                      <a:pt x="688412" y="44138"/>
                      <a:pt x="693619" y="42879"/>
                      <a:pt x="700217" y="42879"/>
                    </a:cubicBezTo>
                    <a:lnTo>
                      <a:pt x="709540" y="42879"/>
                    </a:lnTo>
                    <a:lnTo>
                      <a:pt x="709540" y="37182"/>
                    </a:lnTo>
                    <a:cubicBezTo>
                      <a:pt x="709540" y="34303"/>
                      <a:pt x="708632" y="32024"/>
                      <a:pt x="706816" y="30345"/>
                    </a:cubicBezTo>
                    <a:cubicBezTo>
                      <a:pt x="705000" y="28666"/>
                      <a:pt x="702457" y="27826"/>
                      <a:pt x="699188" y="27826"/>
                    </a:cubicBezTo>
                    <a:cubicBezTo>
                      <a:pt x="696948" y="27826"/>
                      <a:pt x="694951" y="28066"/>
                      <a:pt x="693195" y="28666"/>
                    </a:cubicBezTo>
                    <a:cubicBezTo>
                      <a:pt x="691500" y="29205"/>
                      <a:pt x="690108" y="30045"/>
                      <a:pt x="689018" y="31005"/>
                    </a:cubicBezTo>
                    <a:lnTo>
                      <a:pt x="688110" y="36162"/>
                    </a:lnTo>
                    <a:lnTo>
                      <a:pt x="681148" y="36162"/>
                    </a:lnTo>
                    <a:lnTo>
                      <a:pt x="681148" y="26627"/>
                    </a:lnTo>
                    <a:cubicBezTo>
                      <a:pt x="683388" y="24828"/>
                      <a:pt x="686173" y="23448"/>
                      <a:pt x="689381" y="22309"/>
                    </a:cubicBezTo>
                    <a:cubicBezTo>
                      <a:pt x="692590" y="21229"/>
                      <a:pt x="696040" y="20690"/>
                      <a:pt x="699793" y="20690"/>
                    </a:cubicBezTo>
                    <a:cubicBezTo>
                      <a:pt x="705363" y="20690"/>
                      <a:pt x="709964" y="22129"/>
                      <a:pt x="713414" y="24948"/>
                    </a:cubicBezTo>
                    <a:cubicBezTo>
                      <a:pt x="716865" y="27766"/>
                      <a:pt x="718620" y="31844"/>
                      <a:pt x="718620" y="37122"/>
                    </a:cubicBezTo>
                    <a:lnTo>
                      <a:pt x="718620" y="62549"/>
                    </a:lnTo>
                    <a:cubicBezTo>
                      <a:pt x="718620" y="63149"/>
                      <a:pt x="718680" y="63748"/>
                      <a:pt x="718741" y="64348"/>
                    </a:cubicBezTo>
                    <a:lnTo>
                      <a:pt x="722374" y="64888"/>
                    </a:lnTo>
                    <a:lnTo>
                      <a:pt x="722374" y="70585"/>
                    </a:lnTo>
                    <a:lnTo>
                      <a:pt x="710569" y="70585"/>
                    </a:lnTo>
                    <a:close/>
                    <a:moveTo>
                      <a:pt x="695979" y="64228"/>
                    </a:moveTo>
                    <a:cubicBezTo>
                      <a:pt x="699006" y="64228"/>
                      <a:pt x="701731" y="63508"/>
                      <a:pt x="704213" y="62069"/>
                    </a:cubicBezTo>
                    <a:cubicBezTo>
                      <a:pt x="706694" y="60630"/>
                      <a:pt x="708450" y="58951"/>
                      <a:pt x="709540" y="56972"/>
                    </a:cubicBezTo>
                    <a:lnTo>
                      <a:pt x="709540" y="48936"/>
                    </a:lnTo>
                    <a:lnTo>
                      <a:pt x="699914" y="48936"/>
                    </a:lnTo>
                    <a:cubicBezTo>
                      <a:pt x="696222" y="48936"/>
                      <a:pt x="693316" y="49775"/>
                      <a:pt x="691137" y="51454"/>
                    </a:cubicBezTo>
                    <a:cubicBezTo>
                      <a:pt x="689018" y="53134"/>
                      <a:pt x="687928" y="55173"/>
                      <a:pt x="687928" y="57571"/>
                    </a:cubicBezTo>
                    <a:cubicBezTo>
                      <a:pt x="687928" y="59730"/>
                      <a:pt x="688594" y="61349"/>
                      <a:pt x="689926" y="62489"/>
                    </a:cubicBezTo>
                    <a:cubicBezTo>
                      <a:pt x="691258" y="63628"/>
                      <a:pt x="693316" y="64228"/>
                      <a:pt x="695979" y="64228"/>
                    </a:cubicBezTo>
                    <a:lnTo>
                      <a:pt x="695979" y="64228"/>
                    </a:lnTo>
                    <a:close/>
                    <a:moveTo>
                      <a:pt x="84932" y="71664"/>
                    </a:moveTo>
                    <a:cubicBezTo>
                      <a:pt x="78031" y="71664"/>
                      <a:pt x="72582" y="69386"/>
                      <a:pt x="68527" y="64828"/>
                    </a:cubicBezTo>
                    <a:cubicBezTo>
                      <a:pt x="64471" y="60270"/>
                      <a:pt x="62413" y="54333"/>
                      <a:pt x="62413" y="47137"/>
                    </a:cubicBezTo>
                    <a:lnTo>
                      <a:pt x="62413" y="45158"/>
                    </a:lnTo>
                    <a:cubicBezTo>
                      <a:pt x="62413" y="38141"/>
                      <a:pt x="64471" y="32384"/>
                      <a:pt x="68708" y="27706"/>
                    </a:cubicBezTo>
                    <a:cubicBezTo>
                      <a:pt x="72885" y="23029"/>
                      <a:pt x="77849" y="20750"/>
                      <a:pt x="83600" y="20750"/>
                    </a:cubicBezTo>
                    <a:cubicBezTo>
                      <a:pt x="90259" y="20750"/>
                      <a:pt x="95283" y="22729"/>
                      <a:pt x="98734" y="26747"/>
                    </a:cubicBezTo>
                    <a:cubicBezTo>
                      <a:pt x="102184" y="30765"/>
                      <a:pt x="103880" y="36042"/>
                      <a:pt x="103880" y="42699"/>
                    </a:cubicBezTo>
                    <a:lnTo>
                      <a:pt x="103880" y="48276"/>
                    </a:lnTo>
                    <a:lnTo>
                      <a:pt x="71735" y="48276"/>
                    </a:lnTo>
                    <a:lnTo>
                      <a:pt x="71614" y="48516"/>
                    </a:lnTo>
                    <a:cubicBezTo>
                      <a:pt x="71674" y="53254"/>
                      <a:pt x="72885" y="57092"/>
                      <a:pt x="75246" y="60150"/>
                    </a:cubicBezTo>
                    <a:cubicBezTo>
                      <a:pt x="77547" y="63209"/>
                      <a:pt x="80815" y="64708"/>
                      <a:pt x="84992" y="64708"/>
                    </a:cubicBezTo>
                    <a:cubicBezTo>
                      <a:pt x="88019" y="64708"/>
                      <a:pt x="90743" y="64288"/>
                      <a:pt x="93043" y="63388"/>
                    </a:cubicBezTo>
                    <a:cubicBezTo>
                      <a:pt x="95344" y="62549"/>
                      <a:pt x="97342" y="61349"/>
                      <a:pt x="98976" y="59850"/>
                    </a:cubicBezTo>
                    <a:lnTo>
                      <a:pt x="102487" y="65667"/>
                    </a:lnTo>
                    <a:cubicBezTo>
                      <a:pt x="100732" y="67347"/>
                      <a:pt x="98371" y="68786"/>
                      <a:pt x="95465" y="69985"/>
                    </a:cubicBezTo>
                    <a:cubicBezTo>
                      <a:pt x="92559" y="71125"/>
                      <a:pt x="89049" y="71724"/>
                      <a:pt x="84992" y="71724"/>
                    </a:cubicBezTo>
                    <a:lnTo>
                      <a:pt x="84992" y="71724"/>
                    </a:lnTo>
                    <a:close/>
                    <a:moveTo>
                      <a:pt x="83600" y="27826"/>
                    </a:moveTo>
                    <a:cubicBezTo>
                      <a:pt x="80573" y="27826"/>
                      <a:pt x="78031" y="29086"/>
                      <a:pt x="75851" y="31604"/>
                    </a:cubicBezTo>
                    <a:cubicBezTo>
                      <a:pt x="73733" y="34123"/>
                      <a:pt x="72401" y="37301"/>
                      <a:pt x="71917" y="41080"/>
                    </a:cubicBezTo>
                    <a:lnTo>
                      <a:pt x="72038" y="41319"/>
                    </a:lnTo>
                    <a:lnTo>
                      <a:pt x="94860" y="41319"/>
                    </a:lnTo>
                    <a:lnTo>
                      <a:pt x="94860" y="40120"/>
                    </a:lnTo>
                    <a:cubicBezTo>
                      <a:pt x="94860" y="36642"/>
                      <a:pt x="93891" y="33703"/>
                      <a:pt x="92015" y="31304"/>
                    </a:cubicBezTo>
                    <a:cubicBezTo>
                      <a:pt x="90138" y="28966"/>
                      <a:pt x="87293" y="27766"/>
                      <a:pt x="83600" y="27766"/>
                    </a:cubicBezTo>
                    <a:lnTo>
                      <a:pt x="83600" y="27766"/>
                    </a:lnTo>
                    <a:close/>
                    <a:moveTo>
                      <a:pt x="111386" y="65008"/>
                    </a:moveTo>
                    <a:lnTo>
                      <a:pt x="118832" y="63748"/>
                    </a:lnTo>
                    <a:lnTo>
                      <a:pt x="118832" y="28726"/>
                    </a:lnTo>
                    <a:lnTo>
                      <a:pt x="111386" y="27466"/>
                    </a:lnTo>
                    <a:lnTo>
                      <a:pt x="111386" y="21709"/>
                    </a:lnTo>
                    <a:lnTo>
                      <a:pt x="126883" y="21709"/>
                    </a:lnTo>
                    <a:lnTo>
                      <a:pt x="127549" y="29026"/>
                    </a:lnTo>
                    <a:cubicBezTo>
                      <a:pt x="129183" y="26447"/>
                      <a:pt x="131302" y="24408"/>
                      <a:pt x="133784" y="22969"/>
                    </a:cubicBezTo>
                    <a:cubicBezTo>
                      <a:pt x="136266" y="21529"/>
                      <a:pt x="139111" y="20810"/>
                      <a:pt x="142259" y="20810"/>
                    </a:cubicBezTo>
                    <a:cubicBezTo>
                      <a:pt x="147586" y="20810"/>
                      <a:pt x="151764" y="22369"/>
                      <a:pt x="154669" y="25487"/>
                    </a:cubicBezTo>
                    <a:cubicBezTo>
                      <a:pt x="157575" y="28606"/>
                      <a:pt x="159088" y="33343"/>
                      <a:pt x="159088" y="39820"/>
                    </a:cubicBezTo>
                    <a:lnTo>
                      <a:pt x="159088" y="63808"/>
                    </a:lnTo>
                    <a:lnTo>
                      <a:pt x="166534" y="65068"/>
                    </a:lnTo>
                    <a:lnTo>
                      <a:pt x="166534" y="70765"/>
                    </a:lnTo>
                    <a:lnTo>
                      <a:pt x="142623" y="70765"/>
                    </a:lnTo>
                    <a:lnTo>
                      <a:pt x="142623" y="65068"/>
                    </a:lnTo>
                    <a:lnTo>
                      <a:pt x="150068" y="63808"/>
                    </a:lnTo>
                    <a:lnTo>
                      <a:pt x="150068" y="40000"/>
                    </a:lnTo>
                    <a:cubicBezTo>
                      <a:pt x="150068" y="35682"/>
                      <a:pt x="149221" y="32624"/>
                      <a:pt x="147465" y="30825"/>
                    </a:cubicBezTo>
                    <a:cubicBezTo>
                      <a:pt x="145710" y="29026"/>
                      <a:pt x="143107" y="28126"/>
                      <a:pt x="139596" y="28126"/>
                    </a:cubicBezTo>
                    <a:cubicBezTo>
                      <a:pt x="136992" y="28126"/>
                      <a:pt x="134692" y="28726"/>
                      <a:pt x="132695" y="29985"/>
                    </a:cubicBezTo>
                    <a:cubicBezTo>
                      <a:pt x="130696" y="31244"/>
                      <a:pt x="129123" y="32924"/>
                      <a:pt x="127912" y="35083"/>
                    </a:cubicBezTo>
                    <a:lnTo>
                      <a:pt x="127912" y="63868"/>
                    </a:lnTo>
                    <a:lnTo>
                      <a:pt x="135358" y="65128"/>
                    </a:lnTo>
                    <a:lnTo>
                      <a:pt x="135358" y="70825"/>
                    </a:lnTo>
                    <a:lnTo>
                      <a:pt x="111447" y="70825"/>
                    </a:lnTo>
                    <a:lnTo>
                      <a:pt x="111447" y="65128"/>
                    </a:lnTo>
                    <a:lnTo>
                      <a:pt x="111447" y="65128"/>
                    </a:lnTo>
                    <a:close/>
                    <a:moveTo>
                      <a:pt x="172588" y="47137"/>
                    </a:moveTo>
                    <a:cubicBezTo>
                      <a:pt x="172588" y="39221"/>
                      <a:pt x="174343" y="32864"/>
                      <a:pt x="177793" y="28066"/>
                    </a:cubicBezTo>
                    <a:cubicBezTo>
                      <a:pt x="181244" y="23208"/>
                      <a:pt x="186087" y="20810"/>
                      <a:pt x="192201" y="20810"/>
                    </a:cubicBezTo>
                    <a:cubicBezTo>
                      <a:pt x="195288" y="20810"/>
                      <a:pt x="198013" y="21409"/>
                      <a:pt x="200373" y="22609"/>
                    </a:cubicBezTo>
                    <a:cubicBezTo>
                      <a:pt x="202734" y="23808"/>
                      <a:pt x="204672" y="25547"/>
                      <a:pt x="206246" y="27886"/>
                    </a:cubicBezTo>
                    <a:lnTo>
                      <a:pt x="207093" y="21709"/>
                    </a:lnTo>
                    <a:lnTo>
                      <a:pt x="214720" y="21709"/>
                    </a:lnTo>
                    <a:lnTo>
                      <a:pt x="214720" y="70105"/>
                    </a:lnTo>
                    <a:cubicBezTo>
                      <a:pt x="214720" y="76462"/>
                      <a:pt x="212905" y="81440"/>
                      <a:pt x="209333" y="85098"/>
                    </a:cubicBezTo>
                    <a:cubicBezTo>
                      <a:pt x="205761" y="88756"/>
                      <a:pt x="200676" y="90555"/>
                      <a:pt x="194078" y="90555"/>
                    </a:cubicBezTo>
                    <a:cubicBezTo>
                      <a:pt x="191656" y="90555"/>
                      <a:pt x="189114" y="90255"/>
                      <a:pt x="186329" y="89595"/>
                    </a:cubicBezTo>
                    <a:cubicBezTo>
                      <a:pt x="183545" y="88936"/>
                      <a:pt x="181123" y="88036"/>
                      <a:pt x="179005" y="86957"/>
                    </a:cubicBezTo>
                    <a:lnTo>
                      <a:pt x="181366" y="80000"/>
                    </a:lnTo>
                    <a:cubicBezTo>
                      <a:pt x="183060" y="80900"/>
                      <a:pt x="184998" y="81559"/>
                      <a:pt x="187298" y="82159"/>
                    </a:cubicBezTo>
                    <a:cubicBezTo>
                      <a:pt x="189598" y="82699"/>
                      <a:pt x="191838" y="82999"/>
                      <a:pt x="193957" y="82999"/>
                    </a:cubicBezTo>
                    <a:cubicBezTo>
                      <a:pt x="198013" y="82999"/>
                      <a:pt x="200979" y="81859"/>
                      <a:pt x="202795" y="79640"/>
                    </a:cubicBezTo>
                    <a:cubicBezTo>
                      <a:pt x="204672" y="77421"/>
                      <a:pt x="205640" y="74243"/>
                      <a:pt x="205640" y="70105"/>
                    </a:cubicBezTo>
                    <a:lnTo>
                      <a:pt x="205640" y="65427"/>
                    </a:lnTo>
                    <a:cubicBezTo>
                      <a:pt x="204006" y="67466"/>
                      <a:pt x="202068" y="69026"/>
                      <a:pt x="199829" y="70105"/>
                    </a:cubicBezTo>
                    <a:cubicBezTo>
                      <a:pt x="197589" y="71185"/>
                      <a:pt x="194986" y="71664"/>
                      <a:pt x="192080" y="71664"/>
                    </a:cubicBezTo>
                    <a:cubicBezTo>
                      <a:pt x="186026" y="71664"/>
                      <a:pt x="181244" y="69505"/>
                      <a:pt x="177733" y="65128"/>
                    </a:cubicBezTo>
                    <a:cubicBezTo>
                      <a:pt x="174283" y="60750"/>
                      <a:pt x="172527" y="55053"/>
                      <a:pt x="172527" y="48036"/>
                    </a:cubicBezTo>
                    <a:lnTo>
                      <a:pt x="172527" y="47077"/>
                    </a:lnTo>
                    <a:lnTo>
                      <a:pt x="172527" y="47077"/>
                    </a:lnTo>
                    <a:close/>
                    <a:moveTo>
                      <a:pt x="181607" y="48036"/>
                    </a:moveTo>
                    <a:cubicBezTo>
                      <a:pt x="181607" y="52954"/>
                      <a:pt x="182637" y="56912"/>
                      <a:pt x="184755" y="59910"/>
                    </a:cubicBezTo>
                    <a:cubicBezTo>
                      <a:pt x="186874" y="62909"/>
                      <a:pt x="190082" y="64408"/>
                      <a:pt x="194380" y="64408"/>
                    </a:cubicBezTo>
                    <a:cubicBezTo>
                      <a:pt x="197105" y="64408"/>
                      <a:pt x="199405" y="63808"/>
                      <a:pt x="201221" y="62549"/>
                    </a:cubicBezTo>
                    <a:cubicBezTo>
                      <a:pt x="203037" y="61349"/>
                      <a:pt x="204551" y="59610"/>
                      <a:pt x="205761" y="57391"/>
                    </a:cubicBezTo>
                    <a:lnTo>
                      <a:pt x="205761" y="34843"/>
                    </a:lnTo>
                    <a:cubicBezTo>
                      <a:pt x="204611" y="32744"/>
                      <a:pt x="203098" y="31125"/>
                      <a:pt x="201221" y="29865"/>
                    </a:cubicBezTo>
                    <a:cubicBezTo>
                      <a:pt x="199345" y="28666"/>
                      <a:pt x="197105" y="28006"/>
                      <a:pt x="194501" y="28006"/>
                    </a:cubicBezTo>
                    <a:cubicBezTo>
                      <a:pt x="190204" y="28006"/>
                      <a:pt x="186995" y="29805"/>
                      <a:pt x="184876" y="33343"/>
                    </a:cubicBezTo>
                    <a:cubicBezTo>
                      <a:pt x="182758" y="36882"/>
                      <a:pt x="181668" y="41499"/>
                      <a:pt x="181668" y="47077"/>
                    </a:cubicBezTo>
                    <a:lnTo>
                      <a:pt x="181668" y="48036"/>
                    </a:lnTo>
                    <a:lnTo>
                      <a:pt x="181668" y="48036"/>
                    </a:lnTo>
                    <a:close/>
                    <a:moveTo>
                      <a:pt x="257882" y="70705"/>
                    </a:moveTo>
                    <a:cubicBezTo>
                      <a:pt x="257641" y="69386"/>
                      <a:pt x="257398" y="68186"/>
                      <a:pt x="257216" y="67107"/>
                    </a:cubicBezTo>
                    <a:cubicBezTo>
                      <a:pt x="257095" y="66027"/>
                      <a:pt x="256975" y="65008"/>
                      <a:pt x="256914" y="63928"/>
                    </a:cubicBezTo>
                    <a:cubicBezTo>
                      <a:pt x="255158" y="66147"/>
                      <a:pt x="252979" y="68006"/>
                      <a:pt x="250376" y="69445"/>
                    </a:cubicBezTo>
                    <a:cubicBezTo>
                      <a:pt x="247773" y="70945"/>
                      <a:pt x="244988" y="71604"/>
                      <a:pt x="242022" y="71664"/>
                    </a:cubicBezTo>
                    <a:cubicBezTo>
                      <a:pt x="236876" y="71664"/>
                      <a:pt x="232941" y="70405"/>
                      <a:pt x="230278" y="67946"/>
                    </a:cubicBezTo>
                    <a:cubicBezTo>
                      <a:pt x="227614" y="65427"/>
                      <a:pt x="226222" y="61949"/>
                      <a:pt x="226222" y="57391"/>
                    </a:cubicBezTo>
                    <a:cubicBezTo>
                      <a:pt x="226222" y="52834"/>
                      <a:pt x="228099" y="49176"/>
                      <a:pt x="231913" y="46657"/>
                    </a:cubicBezTo>
                    <a:cubicBezTo>
                      <a:pt x="235727" y="44138"/>
                      <a:pt x="240933" y="42879"/>
                      <a:pt x="247531" y="42879"/>
                    </a:cubicBezTo>
                    <a:lnTo>
                      <a:pt x="256793" y="42879"/>
                    </a:lnTo>
                    <a:lnTo>
                      <a:pt x="256793" y="37182"/>
                    </a:lnTo>
                    <a:cubicBezTo>
                      <a:pt x="256793" y="34303"/>
                      <a:pt x="255885" y="32024"/>
                      <a:pt x="254068" y="30345"/>
                    </a:cubicBezTo>
                    <a:cubicBezTo>
                      <a:pt x="252253" y="28666"/>
                      <a:pt x="249710" y="27826"/>
                      <a:pt x="246442" y="27826"/>
                    </a:cubicBezTo>
                    <a:cubicBezTo>
                      <a:pt x="244201" y="27826"/>
                      <a:pt x="242204" y="28066"/>
                      <a:pt x="240448" y="28666"/>
                    </a:cubicBezTo>
                    <a:cubicBezTo>
                      <a:pt x="238753" y="29205"/>
                      <a:pt x="237361" y="30045"/>
                      <a:pt x="236271" y="31005"/>
                    </a:cubicBezTo>
                    <a:lnTo>
                      <a:pt x="235302" y="36162"/>
                    </a:lnTo>
                    <a:lnTo>
                      <a:pt x="228341" y="36162"/>
                    </a:lnTo>
                    <a:lnTo>
                      <a:pt x="228341" y="26627"/>
                    </a:lnTo>
                    <a:cubicBezTo>
                      <a:pt x="230580" y="24828"/>
                      <a:pt x="233305" y="23448"/>
                      <a:pt x="236514" y="22309"/>
                    </a:cubicBezTo>
                    <a:cubicBezTo>
                      <a:pt x="239721" y="21229"/>
                      <a:pt x="243172" y="20690"/>
                      <a:pt x="246926" y="20690"/>
                    </a:cubicBezTo>
                    <a:cubicBezTo>
                      <a:pt x="252555" y="20690"/>
                      <a:pt x="257095" y="22129"/>
                      <a:pt x="260546" y="24948"/>
                    </a:cubicBezTo>
                    <a:cubicBezTo>
                      <a:pt x="264057" y="27766"/>
                      <a:pt x="265752" y="31844"/>
                      <a:pt x="265752" y="37122"/>
                    </a:cubicBezTo>
                    <a:lnTo>
                      <a:pt x="265752" y="60750"/>
                    </a:lnTo>
                    <a:cubicBezTo>
                      <a:pt x="265752" y="61349"/>
                      <a:pt x="265752" y="62009"/>
                      <a:pt x="265752" y="62609"/>
                    </a:cubicBezTo>
                    <a:cubicBezTo>
                      <a:pt x="265752" y="63209"/>
                      <a:pt x="265752" y="63808"/>
                      <a:pt x="265873" y="64408"/>
                    </a:cubicBezTo>
                    <a:lnTo>
                      <a:pt x="269505" y="64948"/>
                    </a:lnTo>
                    <a:lnTo>
                      <a:pt x="269505" y="70645"/>
                    </a:lnTo>
                    <a:lnTo>
                      <a:pt x="257701" y="70645"/>
                    </a:lnTo>
                    <a:close/>
                    <a:moveTo>
                      <a:pt x="243415" y="64228"/>
                    </a:moveTo>
                    <a:cubicBezTo>
                      <a:pt x="246381" y="64228"/>
                      <a:pt x="249105" y="63508"/>
                      <a:pt x="251587" y="62069"/>
                    </a:cubicBezTo>
                    <a:cubicBezTo>
                      <a:pt x="254068" y="60630"/>
                      <a:pt x="255824" y="58951"/>
                      <a:pt x="256914" y="56972"/>
                    </a:cubicBezTo>
                    <a:lnTo>
                      <a:pt x="256914" y="48936"/>
                    </a:lnTo>
                    <a:lnTo>
                      <a:pt x="247288" y="48936"/>
                    </a:lnTo>
                    <a:cubicBezTo>
                      <a:pt x="243596" y="48936"/>
                      <a:pt x="240690" y="49775"/>
                      <a:pt x="238511" y="51454"/>
                    </a:cubicBezTo>
                    <a:cubicBezTo>
                      <a:pt x="236392" y="53134"/>
                      <a:pt x="235302" y="55173"/>
                      <a:pt x="235302" y="57571"/>
                    </a:cubicBezTo>
                    <a:cubicBezTo>
                      <a:pt x="235302" y="59730"/>
                      <a:pt x="235968" y="61349"/>
                      <a:pt x="237301" y="62489"/>
                    </a:cubicBezTo>
                    <a:cubicBezTo>
                      <a:pt x="238632" y="63628"/>
                      <a:pt x="240690" y="64228"/>
                      <a:pt x="243354" y="64228"/>
                    </a:cubicBezTo>
                    <a:lnTo>
                      <a:pt x="243354" y="64228"/>
                    </a:lnTo>
                    <a:close/>
                    <a:moveTo>
                      <a:pt x="275982" y="5757"/>
                    </a:moveTo>
                    <a:lnTo>
                      <a:pt x="275982" y="0"/>
                    </a:lnTo>
                    <a:lnTo>
                      <a:pt x="292449" y="0"/>
                    </a:lnTo>
                    <a:lnTo>
                      <a:pt x="292449" y="63748"/>
                    </a:lnTo>
                    <a:lnTo>
                      <a:pt x="299894" y="65008"/>
                    </a:lnTo>
                    <a:lnTo>
                      <a:pt x="299894" y="70705"/>
                    </a:lnTo>
                    <a:lnTo>
                      <a:pt x="275982" y="70705"/>
                    </a:lnTo>
                    <a:lnTo>
                      <a:pt x="275982" y="65008"/>
                    </a:lnTo>
                    <a:lnTo>
                      <a:pt x="283429" y="63748"/>
                    </a:lnTo>
                    <a:lnTo>
                      <a:pt x="283429" y="7076"/>
                    </a:lnTo>
                    <a:lnTo>
                      <a:pt x="275982" y="5817"/>
                    </a:lnTo>
                    <a:lnTo>
                      <a:pt x="275982" y="5817"/>
                    </a:lnTo>
                    <a:close/>
                    <a:moveTo>
                      <a:pt x="342088" y="63448"/>
                    </a:moveTo>
                    <a:cubicBezTo>
                      <a:pt x="340574" y="66087"/>
                      <a:pt x="338516" y="68126"/>
                      <a:pt x="336095" y="69505"/>
                    </a:cubicBezTo>
                    <a:cubicBezTo>
                      <a:pt x="333673" y="70945"/>
                      <a:pt x="330828" y="71604"/>
                      <a:pt x="327619" y="71664"/>
                    </a:cubicBezTo>
                    <a:cubicBezTo>
                      <a:pt x="322232" y="71664"/>
                      <a:pt x="318055" y="69925"/>
                      <a:pt x="315028" y="66507"/>
                    </a:cubicBezTo>
                    <a:cubicBezTo>
                      <a:pt x="312002" y="63089"/>
                      <a:pt x="310488" y="57751"/>
                      <a:pt x="310488" y="50555"/>
                    </a:cubicBezTo>
                    <a:lnTo>
                      <a:pt x="310488" y="28666"/>
                    </a:lnTo>
                    <a:lnTo>
                      <a:pt x="304797" y="27406"/>
                    </a:lnTo>
                    <a:lnTo>
                      <a:pt x="304797" y="21649"/>
                    </a:lnTo>
                    <a:lnTo>
                      <a:pt x="319508" y="21649"/>
                    </a:lnTo>
                    <a:lnTo>
                      <a:pt x="319508" y="50675"/>
                    </a:lnTo>
                    <a:cubicBezTo>
                      <a:pt x="319508" y="55892"/>
                      <a:pt x="320295" y="59490"/>
                      <a:pt x="321808" y="61469"/>
                    </a:cubicBezTo>
                    <a:cubicBezTo>
                      <a:pt x="323382" y="63448"/>
                      <a:pt x="325804" y="64408"/>
                      <a:pt x="329072" y="64408"/>
                    </a:cubicBezTo>
                    <a:cubicBezTo>
                      <a:pt x="332341" y="64408"/>
                      <a:pt x="334945" y="63748"/>
                      <a:pt x="337003" y="62489"/>
                    </a:cubicBezTo>
                    <a:cubicBezTo>
                      <a:pt x="339061" y="61230"/>
                      <a:pt x="340635" y="59430"/>
                      <a:pt x="341725" y="57032"/>
                    </a:cubicBezTo>
                    <a:lnTo>
                      <a:pt x="341725" y="28726"/>
                    </a:lnTo>
                    <a:lnTo>
                      <a:pt x="335065" y="27466"/>
                    </a:lnTo>
                    <a:lnTo>
                      <a:pt x="335065" y="21709"/>
                    </a:lnTo>
                    <a:lnTo>
                      <a:pt x="350684" y="21709"/>
                    </a:lnTo>
                    <a:lnTo>
                      <a:pt x="350684" y="63748"/>
                    </a:lnTo>
                    <a:lnTo>
                      <a:pt x="356374" y="65008"/>
                    </a:lnTo>
                    <a:lnTo>
                      <a:pt x="356374" y="70705"/>
                    </a:lnTo>
                    <a:lnTo>
                      <a:pt x="342632" y="70705"/>
                    </a:lnTo>
                    <a:lnTo>
                      <a:pt x="342027" y="63448"/>
                    </a:lnTo>
                    <a:lnTo>
                      <a:pt x="342027" y="63448"/>
                    </a:lnTo>
                    <a:close/>
                    <a:moveTo>
                      <a:pt x="363639" y="27466"/>
                    </a:moveTo>
                    <a:lnTo>
                      <a:pt x="363639" y="21709"/>
                    </a:lnTo>
                    <a:lnTo>
                      <a:pt x="379135" y="21709"/>
                    </a:lnTo>
                    <a:lnTo>
                      <a:pt x="379983" y="28846"/>
                    </a:lnTo>
                    <a:cubicBezTo>
                      <a:pt x="381375" y="26327"/>
                      <a:pt x="383131" y="24348"/>
                      <a:pt x="385189" y="22969"/>
                    </a:cubicBezTo>
                    <a:cubicBezTo>
                      <a:pt x="387247" y="21529"/>
                      <a:pt x="389608" y="20810"/>
                      <a:pt x="392272" y="20810"/>
                    </a:cubicBezTo>
                    <a:cubicBezTo>
                      <a:pt x="392998" y="20810"/>
                      <a:pt x="393664" y="20870"/>
                      <a:pt x="394451" y="20990"/>
                    </a:cubicBezTo>
                    <a:cubicBezTo>
                      <a:pt x="395178" y="21109"/>
                      <a:pt x="395783" y="21229"/>
                      <a:pt x="396146" y="21349"/>
                    </a:cubicBezTo>
                    <a:lnTo>
                      <a:pt x="394935" y="29625"/>
                    </a:lnTo>
                    <a:lnTo>
                      <a:pt x="389850" y="29325"/>
                    </a:lnTo>
                    <a:cubicBezTo>
                      <a:pt x="387489" y="29325"/>
                      <a:pt x="385431" y="29865"/>
                      <a:pt x="383857" y="31005"/>
                    </a:cubicBezTo>
                    <a:cubicBezTo>
                      <a:pt x="382223" y="32084"/>
                      <a:pt x="381012" y="33643"/>
                      <a:pt x="380104" y="35682"/>
                    </a:cubicBezTo>
                    <a:lnTo>
                      <a:pt x="380104" y="63808"/>
                    </a:lnTo>
                    <a:lnTo>
                      <a:pt x="387550" y="65068"/>
                    </a:lnTo>
                    <a:lnTo>
                      <a:pt x="387550" y="70765"/>
                    </a:lnTo>
                    <a:lnTo>
                      <a:pt x="363639" y="70765"/>
                    </a:lnTo>
                    <a:lnTo>
                      <a:pt x="363639" y="65068"/>
                    </a:lnTo>
                    <a:lnTo>
                      <a:pt x="371084" y="63808"/>
                    </a:lnTo>
                    <a:lnTo>
                      <a:pt x="371084" y="28786"/>
                    </a:lnTo>
                    <a:lnTo>
                      <a:pt x="363639" y="27526"/>
                    </a:lnTo>
                    <a:lnTo>
                      <a:pt x="363639" y="27526"/>
                    </a:lnTo>
                    <a:close/>
                    <a:moveTo>
                      <a:pt x="437795" y="63448"/>
                    </a:moveTo>
                    <a:cubicBezTo>
                      <a:pt x="436221" y="66087"/>
                      <a:pt x="434223" y="68126"/>
                      <a:pt x="431741" y="69505"/>
                    </a:cubicBezTo>
                    <a:cubicBezTo>
                      <a:pt x="429320" y="70945"/>
                      <a:pt x="426475" y="71604"/>
                      <a:pt x="423266" y="71664"/>
                    </a:cubicBezTo>
                    <a:cubicBezTo>
                      <a:pt x="417879" y="71664"/>
                      <a:pt x="413701" y="69925"/>
                      <a:pt x="410674" y="66507"/>
                    </a:cubicBezTo>
                    <a:cubicBezTo>
                      <a:pt x="407708" y="63089"/>
                      <a:pt x="406134" y="57751"/>
                      <a:pt x="406134" y="50555"/>
                    </a:cubicBezTo>
                    <a:lnTo>
                      <a:pt x="406134" y="28666"/>
                    </a:lnTo>
                    <a:lnTo>
                      <a:pt x="400444" y="27406"/>
                    </a:lnTo>
                    <a:lnTo>
                      <a:pt x="400444" y="21649"/>
                    </a:lnTo>
                    <a:lnTo>
                      <a:pt x="415155" y="21649"/>
                    </a:lnTo>
                    <a:lnTo>
                      <a:pt x="415155" y="50675"/>
                    </a:lnTo>
                    <a:cubicBezTo>
                      <a:pt x="415155" y="55892"/>
                      <a:pt x="415942" y="59490"/>
                      <a:pt x="417455" y="61469"/>
                    </a:cubicBezTo>
                    <a:cubicBezTo>
                      <a:pt x="419028" y="63448"/>
                      <a:pt x="421450" y="64408"/>
                      <a:pt x="424719" y="64408"/>
                    </a:cubicBezTo>
                    <a:cubicBezTo>
                      <a:pt x="427988" y="64408"/>
                      <a:pt x="430591" y="63748"/>
                      <a:pt x="432649" y="62489"/>
                    </a:cubicBezTo>
                    <a:cubicBezTo>
                      <a:pt x="434708" y="61230"/>
                      <a:pt x="436342" y="59430"/>
                      <a:pt x="437371" y="57032"/>
                    </a:cubicBezTo>
                    <a:lnTo>
                      <a:pt x="437371" y="28726"/>
                    </a:lnTo>
                    <a:lnTo>
                      <a:pt x="430712" y="27466"/>
                    </a:lnTo>
                    <a:lnTo>
                      <a:pt x="430712" y="21709"/>
                    </a:lnTo>
                    <a:lnTo>
                      <a:pt x="446330" y="21709"/>
                    </a:lnTo>
                    <a:lnTo>
                      <a:pt x="446330" y="63748"/>
                    </a:lnTo>
                    <a:lnTo>
                      <a:pt x="452021" y="65008"/>
                    </a:lnTo>
                    <a:lnTo>
                      <a:pt x="452021" y="70705"/>
                    </a:lnTo>
                    <a:lnTo>
                      <a:pt x="438279" y="70705"/>
                    </a:lnTo>
                    <a:lnTo>
                      <a:pt x="437674" y="63448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 213">
                <a:extLst>
                  <a:ext uri="{FF2B5EF4-FFF2-40B4-BE49-F238E27FC236}">
                    <a16:creationId xmlns:a16="http://schemas.microsoft.com/office/drawing/2014/main" id="{274CA7DC-A94F-3633-7A77-2C48A564C77C}"/>
                  </a:ext>
                </a:extLst>
              </p:cNvPr>
              <p:cNvSpPr/>
              <p:nvPr/>
            </p:nvSpPr>
            <p:spPr>
              <a:xfrm>
                <a:off x="8823238" y="257316"/>
                <a:ext cx="170287" cy="147646"/>
              </a:xfrm>
              <a:custGeom>
                <a:avLst/>
                <a:gdLst>
                  <a:gd name="connsiteX0" fmla="*/ 0 w 170287"/>
                  <a:gd name="connsiteY0" fmla="*/ 73823 h 147646"/>
                  <a:gd name="connsiteX1" fmla="*/ 74459 w 170287"/>
                  <a:gd name="connsiteY1" fmla="*/ 147647 h 147646"/>
                  <a:gd name="connsiteX2" fmla="*/ 170287 w 170287"/>
                  <a:gd name="connsiteY2" fmla="*/ 52774 h 147646"/>
                  <a:gd name="connsiteX3" fmla="*/ 148978 w 170287"/>
                  <a:gd name="connsiteY3" fmla="*/ 31664 h 147646"/>
                  <a:gd name="connsiteX4" fmla="*/ 74459 w 170287"/>
                  <a:gd name="connsiteY4" fmla="*/ 105428 h 147646"/>
                  <a:gd name="connsiteX5" fmla="*/ 42557 w 170287"/>
                  <a:gd name="connsiteY5" fmla="*/ 73823 h 147646"/>
                  <a:gd name="connsiteX6" fmla="*/ 74459 w 170287"/>
                  <a:gd name="connsiteY6" fmla="*/ 42159 h 147646"/>
                  <a:gd name="connsiteX7" fmla="*/ 95768 w 170287"/>
                  <a:gd name="connsiteY7" fmla="*/ 63269 h 147646"/>
                  <a:gd name="connsiteX8" fmla="*/ 117016 w 170287"/>
                  <a:gd name="connsiteY8" fmla="*/ 42159 h 147646"/>
                  <a:gd name="connsiteX9" fmla="*/ 74459 w 170287"/>
                  <a:gd name="connsiteY9" fmla="*/ 0 h 147646"/>
                  <a:gd name="connsiteX10" fmla="*/ 0 w 170287"/>
                  <a:gd name="connsiteY10" fmla="*/ 73823 h 1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0287" h="147646">
                    <a:moveTo>
                      <a:pt x="0" y="73823"/>
                    </a:moveTo>
                    <a:lnTo>
                      <a:pt x="74459" y="147647"/>
                    </a:lnTo>
                    <a:lnTo>
                      <a:pt x="170287" y="52774"/>
                    </a:lnTo>
                    <a:lnTo>
                      <a:pt x="148978" y="31664"/>
                    </a:lnTo>
                    <a:lnTo>
                      <a:pt x="74459" y="105428"/>
                    </a:lnTo>
                    <a:lnTo>
                      <a:pt x="42557" y="73823"/>
                    </a:lnTo>
                    <a:lnTo>
                      <a:pt x="74459" y="42159"/>
                    </a:lnTo>
                    <a:lnTo>
                      <a:pt x="95768" y="63269"/>
                    </a:lnTo>
                    <a:lnTo>
                      <a:pt x="117016" y="42159"/>
                    </a:lnTo>
                    <a:lnTo>
                      <a:pt x="74459" y="0"/>
                    </a:lnTo>
                    <a:lnTo>
                      <a:pt x="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 214">
                <a:extLst>
                  <a:ext uri="{FF2B5EF4-FFF2-40B4-BE49-F238E27FC236}">
                    <a16:creationId xmlns:a16="http://schemas.microsoft.com/office/drawing/2014/main" id="{8AC874CB-CAEE-0798-D6E1-FC8734014DC2}"/>
                  </a:ext>
                </a:extLst>
              </p:cNvPr>
              <p:cNvSpPr/>
              <p:nvPr/>
            </p:nvSpPr>
            <p:spPr>
              <a:xfrm>
                <a:off x="9121195" y="257436"/>
                <a:ext cx="170287" cy="147586"/>
              </a:xfrm>
              <a:custGeom>
                <a:avLst/>
                <a:gdLst>
                  <a:gd name="connsiteX0" fmla="*/ 170287 w 170287"/>
                  <a:gd name="connsiteY0" fmla="*/ 73763 h 147586"/>
                  <a:gd name="connsiteX1" fmla="*/ 95829 w 170287"/>
                  <a:gd name="connsiteY1" fmla="*/ 147587 h 147586"/>
                  <a:gd name="connsiteX2" fmla="*/ 53211 w 170287"/>
                  <a:gd name="connsiteY2" fmla="*/ 105428 h 147586"/>
                  <a:gd name="connsiteX3" fmla="*/ 74459 w 170287"/>
                  <a:gd name="connsiteY3" fmla="*/ 84378 h 147586"/>
                  <a:gd name="connsiteX4" fmla="*/ 95829 w 170287"/>
                  <a:gd name="connsiteY4" fmla="*/ 105428 h 147586"/>
                  <a:gd name="connsiteX5" fmla="*/ 127731 w 170287"/>
                  <a:gd name="connsiteY5" fmla="*/ 73763 h 147586"/>
                  <a:gd name="connsiteX6" fmla="*/ 95829 w 170287"/>
                  <a:gd name="connsiteY6" fmla="*/ 42159 h 147586"/>
                  <a:gd name="connsiteX7" fmla="*/ 21309 w 170287"/>
                  <a:gd name="connsiteY7" fmla="*/ 115982 h 147586"/>
                  <a:gd name="connsiteX8" fmla="*/ 0 w 170287"/>
                  <a:gd name="connsiteY8" fmla="*/ 94873 h 147586"/>
                  <a:gd name="connsiteX9" fmla="*/ 95829 w 170287"/>
                  <a:gd name="connsiteY9" fmla="*/ 0 h 147586"/>
                  <a:gd name="connsiteX10" fmla="*/ 170287 w 170287"/>
                  <a:gd name="connsiteY10" fmla="*/ 73763 h 147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0287" h="147586">
                    <a:moveTo>
                      <a:pt x="170287" y="73763"/>
                    </a:moveTo>
                    <a:lnTo>
                      <a:pt x="95829" y="147587"/>
                    </a:lnTo>
                    <a:lnTo>
                      <a:pt x="53211" y="105428"/>
                    </a:lnTo>
                    <a:lnTo>
                      <a:pt x="74459" y="84378"/>
                    </a:lnTo>
                    <a:lnTo>
                      <a:pt x="95829" y="105428"/>
                    </a:lnTo>
                    <a:lnTo>
                      <a:pt x="127731" y="73763"/>
                    </a:lnTo>
                    <a:lnTo>
                      <a:pt x="95829" y="42159"/>
                    </a:lnTo>
                    <a:lnTo>
                      <a:pt x="21309" y="115982"/>
                    </a:lnTo>
                    <a:lnTo>
                      <a:pt x="0" y="94873"/>
                    </a:lnTo>
                    <a:lnTo>
                      <a:pt x="95829" y="0"/>
                    </a:lnTo>
                    <a:lnTo>
                      <a:pt x="170287" y="7376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 215">
                <a:extLst>
                  <a:ext uri="{FF2B5EF4-FFF2-40B4-BE49-F238E27FC236}">
                    <a16:creationId xmlns:a16="http://schemas.microsoft.com/office/drawing/2014/main" id="{CB17943F-29E7-C7B8-9E4C-297A713281C9}"/>
                  </a:ext>
                </a:extLst>
              </p:cNvPr>
              <p:cNvSpPr/>
              <p:nvPr/>
            </p:nvSpPr>
            <p:spPr>
              <a:xfrm>
                <a:off x="8929660" y="151889"/>
                <a:ext cx="117075" cy="168696"/>
              </a:xfrm>
              <a:custGeom>
                <a:avLst/>
                <a:gdLst>
                  <a:gd name="connsiteX0" fmla="*/ 0 w 117075"/>
                  <a:gd name="connsiteY0" fmla="*/ 73823 h 168696"/>
                  <a:gd name="connsiteX1" fmla="*/ 74459 w 117075"/>
                  <a:gd name="connsiteY1" fmla="*/ 0 h 168696"/>
                  <a:gd name="connsiteX2" fmla="*/ 117076 w 117075"/>
                  <a:gd name="connsiteY2" fmla="*/ 42219 h 168696"/>
                  <a:gd name="connsiteX3" fmla="*/ 95707 w 117075"/>
                  <a:gd name="connsiteY3" fmla="*/ 63329 h 168696"/>
                  <a:gd name="connsiteX4" fmla="*/ 74459 w 117075"/>
                  <a:gd name="connsiteY4" fmla="*/ 42219 h 168696"/>
                  <a:gd name="connsiteX5" fmla="*/ 42556 w 117075"/>
                  <a:gd name="connsiteY5" fmla="*/ 73823 h 168696"/>
                  <a:gd name="connsiteX6" fmla="*/ 117076 w 117075"/>
                  <a:gd name="connsiteY6" fmla="*/ 147587 h 168696"/>
                  <a:gd name="connsiteX7" fmla="*/ 95707 w 117075"/>
                  <a:gd name="connsiteY7" fmla="*/ 168696 h 168696"/>
                  <a:gd name="connsiteX8" fmla="*/ 0 w 117075"/>
                  <a:gd name="connsiteY8" fmla="*/ 73823 h 168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075" h="168696">
                    <a:moveTo>
                      <a:pt x="0" y="73823"/>
                    </a:moveTo>
                    <a:lnTo>
                      <a:pt x="74459" y="0"/>
                    </a:lnTo>
                    <a:lnTo>
                      <a:pt x="117076" y="42219"/>
                    </a:lnTo>
                    <a:lnTo>
                      <a:pt x="95707" y="63329"/>
                    </a:lnTo>
                    <a:lnTo>
                      <a:pt x="74459" y="42219"/>
                    </a:lnTo>
                    <a:lnTo>
                      <a:pt x="42556" y="73823"/>
                    </a:lnTo>
                    <a:lnTo>
                      <a:pt x="117076" y="147587"/>
                    </a:lnTo>
                    <a:lnTo>
                      <a:pt x="95707" y="168696"/>
                    </a:lnTo>
                    <a:lnTo>
                      <a:pt x="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 216">
                <a:extLst>
                  <a:ext uri="{FF2B5EF4-FFF2-40B4-BE49-F238E27FC236}">
                    <a16:creationId xmlns:a16="http://schemas.microsoft.com/office/drawing/2014/main" id="{DE419484-B15B-C180-4BB8-8C4A08DB444E}"/>
                  </a:ext>
                </a:extLst>
              </p:cNvPr>
              <p:cNvSpPr/>
              <p:nvPr/>
            </p:nvSpPr>
            <p:spPr>
              <a:xfrm>
                <a:off x="9067984" y="341694"/>
                <a:ext cx="117075" cy="168636"/>
              </a:xfrm>
              <a:custGeom>
                <a:avLst/>
                <a:gdLst>
                  <a:gd name="connsiteX0" fmla="*/ 117076 w 117075"/>
                  <a:gd name="connsiteY0" fmla="*/ 94873 h 168636"/>
                  <a:gd name="connsiteX1" fmla="*/ 42557 w 117075"/>
                  <a:gd name="connsiteY1" fmla="*/ 168636 h 168636"/>
                  <a:gd name="connsiteX2" fmla="*/ 0 w 117075"/>
                  <a:gd name="connsiteY2" fmla="*/ 126477 h 168636"/>
                  <a:gd name="connsiteX3" fmla="*/ 21248 w 117075"/>
                  <a:gd name="connsiteY3" fmla="*/ 105428 h 168636"/>
                  <a:gd name="connsiteX4" fmla="*/ 42557 w 117075"/>
                  <a:gd name="connsiteY4" fmla="*/ 126477 h 168636"/>
                  <a:gd name="connsiteX5" fmla="*/ 74519 w 117075"/>
                  <a:gd name="connsiteY5" fmla="*/ 94873 h 168636"/>
                  <a:gd name="connsiteX6" fmla="*/ 0 w 117075"/>
                  <a:gd name="connsiteY6" fmla="*/ 21050 h 168636"/>
                  <a:gd name="connsiteX7" fmla="*/ 21248 w 117075"/>
                  <a:gd name="connsiteY7" fmla="*/ 0 h 168636"/>
                  <a:gd name="connsiteX8" fmla="*/ 117076 w 117075"/>
                  <a:gd name="connsiteY8" fmla="*/ 94873 h 16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075" h="168636">
                    <a:moveTo>
                      <a:pt x="117076" y="94873"/>
                    </a:moveTo>
                    <a:lnTo>
                      <a:pt x="42557" y="168636"/>
                    </a:lnTo>
                    <a:lnTo>
                      <a:pt x="0" y="126477"/>
                    </a:lnTo>
                    <a:lnTo>
                      <a:pt x="21248" y="105428"/>
                    </a:lnTo>
                    <a:lnTo>
                      <a:pt x="42557" y="126477"/>
                    </a:lnTo>
                    <a:lnTo>
                      <a:pt x="74519" y="94873"/>
                    </a:lnTo>
                    <a:lnTo>
                      <a:pt x="0" y="21050"/>
                    </a:lnTo>
                    <a:lnTo>
                      <a:pt x="21248" y="0"/>
                    </a:lnTo>
                    <a:lnTo>
                      <a:pt x="117076" y="9487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 217">
                <a:extLst>
                  <a:ext uri="{FF2B5EF4-FFF2-40B4-BE49-F238E27FC236}">
                    <a16:creationId xmlns:a16="http://schemas.microsoft.com/office/drawing/2014/main" id="{631D4425-E274-F6F5-A55D-470663FB3464}"/>
                  </a:ext>
                </a:extLst>
              </p:cNvPr>
              <p:cNvSpPr/>
              <p:nvPr/>
            </p:nvSpPr>
            <p:spPr>
              <a:xfrm>
                <a:off x="9014773" y="151889"/>
                <a:ext cx="170287" cy="168696"/>
              </a:xfrm>
              <a:custGeom>
                <a:avLst/>
                <a:gdLst>
                  <a:gd name="connsiteX0" fmla="*/ 0 w 170287"/>
                  <a:gd name="connsiteY0" fmla="*/ 94873 h 168696"/>
                  <a:gd name="connsiteX1" fmla="*/ 21309 w 170287"/>
                  <a:gd name="connsiteY1" fmla="*/ 115982 h 168696"/>
                  <a:gd name="connsiteX2" fmla="*/ 42557 w 170287"/>
                  <a:gd name="connsiteY2" fmla="*/ 94873 h 168696"/>
                  <a:gd name="connsiteX3" fmla="*/ 117076 w 170287"/>
                  <a:gd name="connsiteY3" fmla="*/ 168696 h 168696"/>
                  <a:gd name="connsiteX4" fmla="*/ 138263 w 170287"/>
                  <a:gd name="connsiteY4" fmla="*/ 147587 h 168696"/>
                  <a:gd name="connsiteX5" fmla="*/ 63926 w 170287"/>
                  <a:gd name="connsiteY5" fmla="*/ 73823 h 168696"/>
                  <a:gd name="connsiteX6" fmla="*/ 95768 w 170287"/>
                  <a:gd name="connsiteY6" fmla="*/ 42219 h 168696"/>
                  <a:gd name="connsiteX7" fmla="*/ 127730 w 170287"/>
                  <a:gd name="connsiteY7" fmla="*/ 73823 h 168696"/>
                  <a:gd name="connsiteX8" fmla="*/ 106422 w 170287"/>
                  <a:gd name="connsiteY8" fmla="*/ 94873 h 168696"/>
                  <a:gd name="connsiteX9" fmla="*/ 127730 w 170287"/>
                  <a:gd name="connsiteY9" fmla="*/ 115982 h 168696"/>
                  <a:gd name="connsiteX10" fmla="*/ 170287 w 170287"/>
                  <a:gd name="connsiteY10" fmla="*/ 73823 h 168696"/>
                  <a:gd name="connsiteX11" fmla="*/ 95768 w 170287"/>
                  <a:gd name="connsiteY11" fmla="*/ 0 h 168696"/>
                  <a:gd name="connsiteX12" fmla="*/ 0 w 170287"/>
                  <a:gd name="connsiteY12" fmla="*/ 94873 h 168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287" h="168696">
                    <a:moveTo>
                      <a:pt x="0" y="94873"/>
                    </a:moveTo>
                    <a:lnTo>
                      <a:pt x="21309" y="115982"/>
                    </a:lnTo>
                    <a:lnTo>
                      <a:pt x="42557" y="94873"/>
                    </a:lnTo>
                    <a:lnTo>
                      <a:pt x="117076" y="168696"/>
                    </a:lnTo>
                    <a:lnTo>
                      <a:pt x="138263" y="147587"/>
                    </a:lnTo>
                    <a:lnTo>
                      <a:pt x="63926" y="73823"/>
                    </a:lnTo>
                    <a:lnTo>
                      <a:pt x="95768" y="42219"/>
                    </a:lnTo>
                    <a:lnTo>
                      <a:pt x="127730" y="73823"/>
                    </a:lnTo>
                    <a:lnTo>
                      <a:pt x="106422" y="94873"/>
                    </a:lnTo>
                    <a:lnTo>
                      <a:pt x="127730" y="115982"/>
                    </a:lnTo>
                    <a:lnTo>
                      <a:pt x="170287" y="73823"/>
                    </a:lnTo>
                    <a:lnTo>
                      <a:pt x="95768" y="0"/>
                    </a:lnTo>
                    <a:lnTo>
                      <a:pt x="0" y="9487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 218">
                <a:extLst>
                  <a:ext uri="{FF2B5EF4-FFF2-40B4-BE49-F238E27FC236}">
                    <a16:creationId xmlns:a16="http://schemas.microsoft.com/office/drawing/2014/main" id="{12A5A577-EF85-FD31-5312-0E33F6899850}"/>
                  </a:ext>
                </a:extLst>
              </p:cNvPr>
              <p:cNvSpPr/>
              <p:nvPr/>
            </p:nvSpPr>
            <p:spPr>
              <a:xfrm>
                <a:off x="8929660" y="341694"/>
                <a:ext cx="170226" cy="168636"/>
              </a:xfrm>
              <a:custGeom>
                <a:avLst/>
                <a:gdLst>
                  <a:gd name="connsiteX0" fmla="*/ 127670 w 170226"/>
                  <a:gd name="connsiteY0" fmla="*/ 73823 h 168636"/>
                  <a:gd name="connsiteX1" fmla="*/ 53210 w 170226"/>
                  <a:gd name="connsiteY1" fmla="*/ 0 h 168636"/>
                  <a:gd name="connsiteX2" fmla="*/ 31962 w 170226"/>
                  <a:gd name="connsiteY2" fmla="*/ 20990 h 168636"/>
                  <a:gd name="connsiteX3" fmla="*/ 106422 w 170226"/>
                  <a:gd name="connsiteY3" fmla="*/ 94873 h 168636"/>
                  <a:gd name="connsiteX4" fmla="*/ 74459 w 170226"/>
                  <a:gd name="connsiteY4" fmla="*/ 126477 h 168636"/>
                  <a:gd name="connsiteX5" fmla="*/ 42556 w 170226"/>
                  <a:gd name="connsiteY5" fmla="*/ 94873 h 168636"/>
                  <a:gd name="connsiteX6" fmla="*/ 63804 w 170226"/>
                  <a:gd name="connsiteY6" fmla="*/ 73823 h 168636"/>
                  <a:gd name="connsiteX7" fmla="*/ 42556 w 170226"/>
                  <a:gd name="connsiteY7" fmla="*/ 52714 h 168636"/>
                  <a:gd name="connsiteX8" fmla="*/ 0 w 170226"/>
                  <a:gd name="connsiteY8" fmla="*/ 94873 h 168636"/>
                  <a:gd name="connsiteX9" fmla="*/ 74459 w 170226"/>
                  <a:gd name="connsiteY9" fmla="*/ 168636 h 168636"/>
                  <a:gd name="connsiteX10" fmla="*/ 170227 w 170226"/>
                  <a:gd name="connsiteY10" fmla="*/ 73823 h 168636"/>
                  <a:gd name="connsiteX11" fmla="*/ 148978 w 170226"/>
                  <a:gd name="connsiteY11" fmla="*/ 52714 h 168636"/>
                  <a:gd name="connsiteX12" fmla="*/ 127670 w 170226"/>
                  <a:gd name="connsiteY12" fmla="*/ 73823 h 16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226" h="168636">
                    <a:moveTo>
                      <a:pt x="127670" y="73823"/>
                    </a:moveTo>
                    <a:lnTo>
                      <a:pt x="53210" y="0"/>
                    </a:lnTo>
                    <a:lnTo>
                      <a:pt x="31962" y="20990"/>
                    </a:lnTo>
                    <a:lnTo>
                      <a:pt x="106422" y="94873"/>
                    </a:lnTo>
                    <a:lnTo>
                      <a:pt x="74459" y="126477"/>
                    </a:lnTo>
                    <a:lnTo>
                      <a:pt x="42556" y="94873"/>
                    </a:lnTo>
                    <a:lnTo>
                      <a:pt x="63804" y="73823"/>
                    </a:lnTo>
                    <a:lnTo>
                      <a:pt x="42556" y="52714"/>
                    </a:lnTo>
                    <a:lnTo>
                      <a:pt x="0" y="94873"/>
                    </a:lnTo>
                    <a:lnTo>
                      <a:pt x="74459" y="168636"/>
                    </a:lnTo>
                    <a:lnTo>
                      <a:pt x="170227" y="73823"/>
                    </a:lnTo>
                    <a:lnTo>
                      <a:pt x="148978" y="52714"/>
                    </a:lnTo>
                    <a:lnTo>
                      <a:pt x="12767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 219">
                <a:extLst>
                  <a:ext uri="{FF2B5EF4-FFF2-40B4-BE49-F238E27FC236}">
                    <a16:creationId xmlns:a16="http://schemas.microsoft.com/office/drawing/2014/main" id="{21E1AF4D-4B68-9A1B-03BA-86BBBDC6A5B8}"/>
                  </a:ext>
                </a:extLst>
              </p:cNvPr>
              <p:cNvSpPr/>
              <p:nvPr/>
            </p:nvSpPr>
            <p:spPr>
              <a:xfrm rot="-2698799">
                <a:off x="9011910" y="315847"/>
                <a:ext cx="90319" cy="29805"/>
              </a:xfrm>
              <a:custGeom>
                <a:avLst/>
                <a:gdLst>
                  <a:gd name="connsiteX0" fmla="*/ 0 w 90319"/>
                  <a:gd name="connsiteY0" fmla="*/ 0 h 29805"/>
                  <a:gd name="connsiteX1" fmla="*/ 90319 w 90319"/>
                  <a:gd name="connsiteY1" fmla="*/ 0 h 29805"/>
                  <a:gd name="connsiteX2" fmla="*/ 90319 w 90319"/>
                  <a:gd name="connsiteY2" fmla="*/ 29805 h 29805"/>
                  <a:gd name="connsiteX3" fmla="*/ 0 w 90319"/>
                  <a:gd name="connsiteY3" fmla="*/ 29805 h 29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319" h="29805">
                    <a:moveTo>
                      <a:pt x="0" y="0"/>
                    </a:moveTo>
                    <a:lnTo>
                      <a:pt x="90319" y="0"/>
                    </a:lnTo>
                    <a:lnTo>
                      <a:pt x="90319" y="29805"/>
                    </a:lnTo>
                    <a:lnTo>
                      <a:pt x="0" y="29805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 220">
                <a:extLst>
                  <a:ext uri="{FF2B5EF4-FFF2-40B4-BE49-F238E27FC236}">
                    <a16:creationId xmlns:a16="http://schemas.microsoft.com/office/drawing/2014/main" id="{91703964-2117-1846-D724-047F6FD3D0E0}"/>
                  </a:ext>
                </a:extLst>
              </p:cNvPr>
              <p:cNvSpPr/>
              <p:nvPr/>
            </p:nvSpPr>
            <p:spPr>
              <a:xfrm rot="-2698799">
                <a:off x="9034776" y="108470"/>
                <a:ext cx="45159" cy="44737"/>
              </a:xfrm>
              <a:custGeom>
                <a:avLst/>
                <a:gdLst>
                  <a:gd name="connsiteX0" fmla="*/ 0 w 45159"/>
                  <a:gd name="connsiteY0" fmla="*/ 0 h 44737"/>
                  <a:gd name="connsiteX1" fmla="*/ 45160 w 45159"/>
                  <a:gd name="connsiteY1" fmla="*/ 0 h 44737"/>
                  <a:gd name="connsiteX2" fmla="*/ 45160 w 45159"/>
                  <a:gd name="connsiteY2" fmla="*/ 44738 h 44737"/>
                  <a:gd name="connsiteX3" fmla="*/ 0 w 45159"/>
                  <a:gd name="connsiteY3" fmla="*/ 44738 h 4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159" h="44737">
                    <a:moveTo>
                      <a:pt x="0" y="0"/>
                    </a:moveTo>
                    <a:lnTo>
                      <a:pt x="45160" y="0"/>
                    </a:lnTo>
                    <a:lnTo>
                      <a:pt x="45160" y="44738"/>
                    </a:lnTo>
                    <a:lnTo>
                      <a:pt x="0" y="44738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 221">
                <a:extLst>
                  <a:ext uri="{FF2B5EF4-FFF2-40B4-BE49-F238E27FC236}">
                    <a16:creationId xmlns:a16="http://schemas.microsoft.com/office/drawing/2014/main" id="{34CF4EF0-1BF3-E7DF-13C2-BC13B27E3295}"/>
                  </a:ext>
                </a:extLst>
              </p:cNvPr>
              <p:cNvSpPr/>
              <p:nvPr/>
            </p:nvSpPr>
            <p:spPr>
              <a:xfrm>
                <a:off x="9025428" y="499836"/>
                <a:ext cx="63804" cy="63268"/>
              </a:xfrm>
              <a:custGeom>
                <a:avLst/>
                <a:gdLst>
                  <a:gd name="connsiteX0" fmla="*/ 0 w 63804"/>
                  <a:gd name="connsiteY0" fmla="*/ 31604 h 63268"/>
                  <a:gd name="connsiteX1" fmla="*/ 31902 w 63804"/>
                  <a:gd name="connsiteY1" fmla="*/ 63269 h 63268"/>
                  <a:gd name="connsiteX2" fmla="*/ 63805 w 63804"/>
                  <a:gd name="connsiteY2" fmla="*/ 31604 h 63268"/>
                  <a:gd name="connsiteX3" fmla="*/ 31902 w 63804"/>
                  <a:gd name="connsiteY3" fmla="*/ 0 h 63268"/>
                  <a:gd name="connsiteX4" fmla="*/ 0 w 63804"/>
                  <a:gd name="connsiteY4" fmla="*/ 31604 h 63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804" h="63268">
                    <a:moveTo>
                      <a:pt x="0" y="31604"/>
                    </a:moveTo>
                    <a:lnTo>
                      <a:pt x="31902" y="63269"/>
                    </a:lnTo>
                    <a:lnTo>
                      <a:pt x="63805" y="31604"/>
                    </a:lnTo>
                    <a:lnTo>
                      <a:pt x="31902" y="0"/>
                    </a:lnTo>
                    <a:lnTo>
                      <a:pt x="0" y="31604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 222">
                <a:extLst>
                  <a:ext uri="{FF2B5EF4-FFF2-40B4-BE49-F238E27FC236}">
                    <a16:creationId xmlns:a16="http://schemas.microsoft.com/office/drawing/2014/main" id="{424BEF3E-D67E-02E2-CB60-BE356E6DBFF5}"/>
                  </a:ext>
                </a:extLst>
              </p:cNvPr>
              <p:cNvSpPr/>
              <p:nvPr/>
            </p:nvSpPr>
            <p:spPr>
              <a:xfrm>
                <a:off x="9455171" y="99235"/>
                <a:ext cx="209877" cy="228846"/>
              </a:xfrm>
              <a:custGeom>
                <a:avLst/>
                <a:gdLst>
                  <a:gd name="connsiteX0" fmla="*/ 183424 w 209877"/>
                  <a:gd name="connsiteY0" fmla="*/ 197182 h 228846"/>
                  <a:gd name="connsiteX1" fmla="*/ 209878 w 209877"/>
                  <a:gd name="connsiteY1" fmla="*/ 197182 h 228846"/>
                  <a:gd name="connsiteX2" fmla="*/ 209878 w 209877"/>
                  <a:gd name="connsiteY2" fmla="*/ 228846 h 228846"/>
                  <a:gd name="connsiteX3" fmla="*/ 176462 w 209877"/>
                  <a:gd name="connsiteY3" fmla="*/ 228846 h 228846"/>
                  <a:gd name="connsiteX4" fmla="*/ 153761 w 209877"/>
                  <a:gd name="connsiteY4" fmla="*/ 222669 h 228846"/>
                  <a:gd name="connsiteX5" fmla="*/ 144862 w 209877"/>
                  <a:gd name="connsiteY5" fmla="*/ 163779 h 228846"/>
                  <a:gd name="connsiteX6" fmla="*/ 137598 w 209877"/>
                  <a:gd name="connsiteY6" fmla="*/ 135293 h 228846"/>
                  <a:gd name="connsiteX7" fmla="*/ 115139 w 209877"/>
                  <a:gd name="connsiteY7" fmla="*/ 129056 h 228846"/>
                  <a:gd name="connsiteX8" fmla="*/ 66286 w 209877"/>
                  <a:gd name="connsiteY8" fmla="*/ 129056 h 228846"/>
                  <a:gd name="connsiteX9" fmla="*/ 66286 w 209877"/>
                  <a:gd name="connsiteY9" fmla="*/ 197782 h 228846"/>
                  <a:gd name="connsiteX10" fmla="*/ 98008 w 209877"/>
                  <a:gd name="connsiteY10" fmla="*/ 197782 h 228846"/>
                  <a:gd name="connsiteX11" fmla="*/ 98008 w 209877"/>
                  <a:gd name="connsiteY11" fmla="*/ 228846 h 228846"/>
                  <a:gd name="connsiteX12" fmla="*/ 0 w 209877"/>
                  <a:gd name="connsiteY12" fmla="*/ 228846 h 228846"/>
                  <a:gd name="connsiteX13" fmla="*/ 0 w 209877"/>
                  <a:gd name="connsiteY13" fmla="*/ 197782 h 228846"/>
                  <a:gd name="connsiteX14" fmla="*/ 30994 w 209877"/>
                  <a:gd name="connsiteY14" fmla="*/ 197782 h 228846"/>
                  <a:gd name="connsiteX15" fmla="*/ 30994 w 209877"/>
                  <a:gd name="connsiteY15" fmla="*/ 31065 h 228846"/>
                  <a:gd name="connsiteX16" fmla="*/ 0 w 209877"/>
                  <a:gd name="connsiteY16" fmla="*/ 31065 h 228846"/>
                  <a:gd name="connsiteX17" fmla="*/ 0 w 209877"/>
                  <a:gd name="connsiteY17" fmla="*/ 0 h 228846"/>
                  <a:gd name="connsiteX18" fmla="*/ 140201 w 209877"/>
                  <a:gd name="connsiteY18" fmla="*/ 0 h 228846"/>
                  <a:gd name="connsiteX19" fmla="*/ 172588 w 209877"/>
                  <a:gd name="connsiteY19" fmla="*/ 9415 h 228846"/>
                  <a:gd name="connsiteX20" fmla="*/ 185118 w 209877"/>
                  <a:gd name="connsiteY20" fmla="*/ 63748 h 228846"/>
                  <a:gd name="connsiteX21" fmla="*/ 149160 w 209877"/>
                  <a:gd name="connsiteY21" fmla="*/ 115682 h 228846"/>
                  <a:gd name="connsiteX22" fmla="*/ 149160 w 209877"/>
                  <a:gd name="connsiteY22" fmla="*/ 116282 h 228846"/>
                  <a:gd name="connsiteX23" fmla="*/ 181850 w 209877"/>
                  <a:gd name="connsiteY23" fmla="*/ 163419 h 228846"/>
                  <a:gd name="connsiteX24" fmla="*/ 183484 w 209877"/>
                  <a:gd name="connsiteY24" fmla="*/ 197122 h 228846"/>
                  <a:gd name="connsiteX25" fmla="*/ 183484 w 209877"/>
                  <a:gd name="connsiteY25" fmla="*/ 197122 h 228846"/>
                  <a:gd name="connsiteX26" fmla="*/ 128760 w 209877"/>
                  <a:gd name="connsiteY26" fmla="*/ 99730 h 228846"/>
                  <a:gd name="connsiteX27" fmla="*/ 143167 w 209877"/>
                  <a:gd name="connsiteY27" fmla="*/ 97152 h 228846"/>
                  <a:gd name="connsiteX28" fmla="*/ 147465 w 209877"/>
                  <a:gd name="connsiteY28" fmla="*/ 65727 h 228846"/>
                  <a:gd name="connsiteX29" fmla="*/ 143167 w 209877"/>
                  <a:gd name="connsiteY29" fmla="*/ 33703 h 228846"/>
                  <a:gd name="connsiteX30" fmla="*/ 128760 w 209877"/>
                  <a:gd name="connsiteY30" fmla="*/ 31065 h 228846"/>
                  <a:gd name="connsiteX31" fmla="*/ 66286 w 209877"/>
                  <a:gd name="connsiteY31" fmla="*/ 31065 h 228846"/>
                  <a:gd name="connsiteX32" fmla="*/ 66286 w 209877"/>
                  <a:gd name="connsiteY32" fmla="*/ 99730 h 228846"/>
                  <a:gd name="connsiteX33" fmla="*/ 128760 w 209877"/>
                  <a:gd name="connsiteY33" fmla="*/ 99730 h 228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09877" h="228846">
                    <a:moveTo>
                      <a:pt x="183424" y="197182"/>
                    </a:moveTo>
                    <a:lnTo>
                      <a:pt x="209878" y="197182"/>
                    </a:lnTo>
                    <a:lnTo>
                      <a:pt x="209878" y="228846"/>
                    </a:lnTo>
                    <a:lnTo>
                      <a:pt x="176462" y="228846"/>
                    </a:lnTo>
                    <a:cubicBezTo>
                      <a:pt x="162660" y="228846"/>
                      <a:pt x="157696" y="226567"/>
                      <a:pt x="153761" y="222669"/>
                    </a:cubicBezTo>
                    <a:cubicBezTo>
                      <a:pt x="148797" y="217752"/>
                      <a:pt x="146194" y="208936"/>
                      <a:pt x="144862" y="163779"/>
                    </a:cubicBezTo>
                    <a:cubicBezTo>
                      <a:pt x="144256" y="145428"/>
                      <a:pt x="141956" y="139551"/>
                      <a:pt x="137598" y="135293"/>
                    </a:cubicBezTo>
                    <a:cubicBezTo>
                      <a:pt x="132270" y="130075"/>
                      <a:pt x="126702" y="129056"/>
                      <a:pt x="115139" y="129056"/>
                    </a:cubicBezTo>
                    <a:lnTo>
                      <a:pt x="66286" y="129056"/>
                    </a:lnTo>
                    <a:lnTo>
                      <a:pt x="66286" y="197782"/>
                    </a:lnTo>
                    <a:lnTo>
                      <a:pt x="98008" y="197782"/>
                    </a:lnTo>
                    <a:lnTo>
                      <a:pt x="98008" y="228846"/>
                    </a:lnTo>
                    <a:lnTo>
                      <a:pt x="0" y="228846"/>
                    </a:lnTo>
                    <a:lnTo>
                      <a:pt x="0" y="197782"/>
                    </a:lnTo>
                    <a:lnTo>
                      <a:pt x="30994" y="197782"/>
                    </a:lnTo>
                    <a:lnTo>
                      <a:pt x="30994" y="31065"/>
                    </a:lnTo>
                    <a:lnTo>
                      <a:pt x="0" y="31065"/>
                    </a:lnTo>
                    <a:lnTo>
                      <a:pt x="0" y="0"/>
                    </a:lnTo>
                    <a:lnTo>
                      <a:pt x="140201" y="0"/>
                    </a:lnTo>
                    <a:cubicBezTo>
                      <a:pt x="155396" y="0"/>
                      <a:pt x="165626" y="2639"/>
                      <a:pt x="172588" y="9415"/>
                    </a:cubicBezTo>
                    <a:cubicBezTo>
                      <a:pt x="181486" y="18291"/>
                      <a:pt x="185118" y="29385"/>
                      <a:pt x="185118" y="63748"/>
                    </a:cubicBezTo>
                    <a:cubicBezTo>
                      <a:pt x="185118" y="103988"/>
                      <a:pt x="175554" y="112084"/>
                      <a:pt x="149160" y="115682"/>
                    </a:cubicBezTo>
                    <a:lnTo>
                      <a:pt x="149160" y="116282"/>
                    </a:lnTo>
                    <a:cubicBezTo>
                      <a:pt x="173617" y="120900"/>
                      <a:pt x="180457" y="130075"/>
                      <a:pt x="181850" y="163419"/>
                    </a:cubicBezTo>
                    <a:cubicBezTo>
                      <a:pt x="182152" y="173494"/>
                      <a:pt x="182818" y="186987"/>
                      <a:pt x="183484" y="197122"/>
                    </a:cubicBezTo>
                    <a:lnTo>
                      <a:pt x="183484" y="197122"/>
                    </a:lnTo>
                    <a:close/>
                    <a:moveTo>
                      <a:pt x="128760" y="99730"/>
                    </a:moveTo>
                    <a:cubicBezTo>
                      <a:pt x="138263" y="99730"/>
                      <a:pt x="141533" y="98711"/>
                      <a:pt x="143167" y="97152"/>
                    </a:cubicBezTo>
                    <a:cubicBezTo>
                      <a:pt x="146194" y="94153"/>
                      <a:pt x="147465" y="89296"/>
                      <a:pt x="147465" y="65727"/>
                    </a:cubicBezTo>
                    <a:cubicBezTo>
                      <a:pt x="147465" y="42159"/>
                      <a:pt x="146194" y="36642"/>
                      <a:pt x="143167" y="33703"/>
                    </a:cubicBezTo>
                    <a:cubicBezTo>
                      <a:pt x="141593" y="32084"/>
                      <a:pt x="138263" y="31065"/>
                      <a:pt x="128760" y="31065"/>
                    </a:cubicBezTo>
                    <a:lnTo>
                      <a:pt x="66286" y="31065"/>
                    </a:lnTo>
                    <a:lnTo>
                      <a:pt x="66286" y="99730"/>
                    </a:lnTo>
                    <a:lnTo>
                      <a:pt x="128760" y="99730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 223">
                <a:extLst>
                  <a:ext uri="{FF2B5EF4-FFF2-40B4-BE49-F238E27FC236}">
                    <a16:creationId xmlns:a16="http://schemas.microsoft.com/office/drawing/2014/main" id="{FFB5445D-4D5F-CD40-C314-B06EF88F3823}"/>
                  </a:ext>
                </a:extLst>
              </p:cNvPr>
              <p:cNvSpPr/>
              <p:nvPr/>
            </p:nvSpPr>
            <p:spPr>
              <a:xfrm>
                <a:off x="9691200" y="99235"/>
                <a:ext cx="183363" cy="228846"/>
              </a:xfrm>
              <a:custGeom>
                <a:avLst/>
                <a:gdLst>
                  <a:gd name="connsiteX0" fmla="*/ 0 w 183363"/>
                  <a:gd name="connsiteY0" fmla="*/ 0 h 228846"/>
                  <a:gd name="connsiteX1" fmla="*/ 0 w 183363"/>
                  <a:gd name="connsiteY1" fmla="*/ 31065 h 228846"/>
                  <a:gd name="connsiteX2" fmla="*/ 30873 w 183363"/>
                  <a:gd name="connsiteY2" fmla="*/ 31065 h 228846"/>
                  <a:gd name="connsiteX3" fmla="*/ 30873 w 183363"/>
                  <a:gd name="connsiteY3" fmla="*/ 197782 h 228846"/>
                  <a:gd name="connsiteX4" fmla="*/ 0 w 183363"/>
                  <a:gd name="connsiteY4" fmla="*/ 197782 h 228846"/>
                  <a:gd name="connsiteX5" fmla="*/ 0 w 183363"/>
                  <a:gd name="connsiteY5" fmla="*/ 228846 h 228846"/>
                  <a:gd name="connsiteX6" fmla="*/ 183363 w 183363"/>
                  <a:gd name="connsiteY6" fmla="*/ 228846 h 228846"/>
                  <a:gd name="connsiteX7" fmla="*/ 183363 w 183363"/>
                  <a:gd name="connsiteY7" fmla="*/ 155023 h 228846"/>
                  <a:gd name="connsiteX8" fmla="*/ 148797 w 183363"/>
                  <a:gd name="connsiteY8" fmla="*/ 155023 h 228846"/>
                  <a:gd name="connsiteX9" fmla="*/ 148797 w 183363"/>
                  <a:gd name="connsiteY9" fmla="*/ 197782 h 228846"/>
                  <a:gd name="connsiteX10" fmla="*/ 66227 w 183363"/>
                  <a:gd name="connsiteY10" fmla="*/ 197782 h 228846"/>
                  <a:gd name="connsiteX11" fmla="*/ 66227 w 183363"/>
                  <a:gd name="connsiteY11" fmla="*/ 125158 h 228846"/>
                  <a:gd name="connsiteX12" fmla="*/ 128336 w 183363"/>
                  <a:gd name="connsiteY12" fmla="*/ 125158 h 228846"/>
                  <a:gd name="connsiteX13" fmla="*/ 128336 w 183363"/>
                  <a:gd name="connsiteY13" fmla="*/ 95173 h 228846"/>
                  <a:gd name="connsiteX14" fmla="*/ 66227 w 183363"/>
                  <a:gd name="connsiteY14" fmla="*/ 95173 h 228846"/>
                  <a:gd name="connsiteX15" fmla="*/ 66227 w 183363"/>
                  <a:gd name="connsiteY15" fmla="*/ 31065 h 228846"/>
                  <a:gd name="connsiteX16" fmla="*/ 146133 w 183363"/>
                  <a:gd name="connsiteY16" fmla="*/ 31065 h 228846"/>
                  <a:gd name="connsiteX17" fmla="*/ 146133 w 183363"/>
                  <a:gd name="connsiteY17" fmla="*/ 68966 h 228846"/>
                  <a:gd name="connsiteX18" fmla="*/ 180760 w 183363"/>
                  <a:gd name="connsiteY18" fmla="*/ 68966 h 228846"/>
                  <a:gd name="connsiteX19" fmla="*/ 180760 w 183363"/>
                  <a:gd name="connsiteY19" fmla="*/ 0 h 228846"/>
                  <a:gd name="connsiteX20" fmla="*/ 0 w 183363"/>
                  <a:gd name="connsiteY20" fmla="*/ 0 h 228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3363" h="228846">
                    <a:moveTo>
                      <a:pt x="0" y="0"/>
                    </a:moveTo>
                    <a:lnTo>
                      <a:pt x="0" y="31065"/>
                    </a:lnTo>
                    <a:lnTo>
                      <a:pt x="30873" y="31065"/>
                    </a:lnTo>
                    <a:lnTo>
                      <a:pt x="30873" y="197782"/>
                    </a:lnTo>
                    <a:lnTo>
                      <a:pt x="0" y="197782"/>
                    </a:lnTo>
                    <a:lnTo>
                      <a:pt x="0" y="228846"/>
                    </a:lnTo>
                    <a:lnTo>
                      <a:pt x="183363" y="228846"/>
                    </a:lnTo>
                    <a:lnTo>
                      <a:pt x="183363" y="155023"/>
                    </a:lnTo>
                    <a:lnTo>
                      <a:pt x="148797" y="155023"/>
                    </a:lnTo>
                    <a:lnTo>
                      <a:pt x="148797" y="197782"/>
                    </a:lnTo>
                    <a:lnTo>
                      <a:pt x="66227" y="197782"/>
                    </a:lnTo>
                    <a:lnTo>
                      <a:pt x="66227" y="125158"/>
                    </a:lnTo>
                    <a:lnTo>
                      <a:pt x="128336" y="125158"/>
                    </a:lnTo>
                    <a:lnTo>
                      <a:pt x="128336" y="95173"/>
                    </a:lnTo>
                    <a:lnTo>
                      <a:pt x="66227" y="95173"/>
                    </a:lnTo>
                    <a:lnTo>
                      <a:pt x="66227" y="31065"/>
                    </a:lnTo>
                    <a:lnTo>
                      <a:pt x="146133" y="31065"/>
                    </a:lnTo>
                    <a:lnTo>
                      <a:pt x="146133" y="68966"/>
                    </a:lnTo>
                    <a:lnTo>
                      <a:pt x="180760" y="68966"/>
                    </a:lnTo>
                    <a:lnTo>
                      <a:pt x="1807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 224">
                <a:extLst>
                  <a:ext uri="{FF2B5EF4-FFF2-40B4-BE49-F238E27FC236}">
                    <a16:creationId xmlns:a16="http://schemas.microsoft.com/office/drawing/2014/main" id="{9C732049-58BB-3E80-F73D-00DE3293CF9D}"/>
                  </a:ext>
                </a:extLst>
              </p:cNvPr>
              <p:cNvSpPr/>
              <p:nvPr/>
            </p:nvSpPr>
            <p:spPr>
              <a:xfrm>
                <a:off x="9898474" y="99235"/>
                <a:ext cx="227554" cy="229865"/>
              </a:xfrm>
              <a:custGeom>
                <a:avLst/>
                <a:gdLst>
                  <a:gd name="connsiteX0" fmla="*/ 0 w 227554"/>
                  <a:gd name="connsiteY0" fmla="*/ 31065 h 229865"/>
                  <a:gd name="connsiteX1" fmla="*/ 0 w 227554"/>
                  <a:gd name="connsiteY1" fmla="*/ 0 h 229865"/>
                  <a:gd name="connsiteX2" fmla="*/ 96131 w 227554"/>
                  <a:gd name="connsiteY2" fmla="*/ 0 h 229865"/>
                  <a:gd name="connsiteX3" fmla="*/ 96131 w 227554"/>
                  <a:gd name="connsiteY3" fmla="*/ 31005 h 229865"/>
                  <a:gd name="connsiteX4" fmla="*/ 64834 w 227554"/>
                  <a:gd name="connsiteY4" fmla="*/ 31005 h 229865"/>
                  <a:gd name="connsiteX5" fmla="*/ 113021 w 227554"/>
                  <a:gd name="connsiteY5" fmla="*/ 194903 h 229865"/>
                  <a:gd name="connsiteX6" fmla="*/ 117924 w 227554"/>
                  <a:gd name="connsiteY6" fmla="*/ 194903 h 229865"/>
                  <a:gd name="connsiteX7" fmla="*/ 166473 w 227554"/>
                  <a:gd name="connsiteY7" fmla="*/ 31005 h 229865"/>
                  <a:gd name="connsiteX8" fmla="*/ 135116 w 227554"/>
                  <a:gd name="connsiteY8" fmla="*/ 31005 h 229865"/>
                  <a:gd name="connsiteX9" fmla="*/ 135116 w 227554"/>
                  <a:gd name="connsiteY9" fmla="*/ 0 h 229865"/>
                  <a:gd name="connsiteX10" fmla="*/ 227554 w 227554"/>
                  <a:gd name="connsiteY10" fmla="*/ 0 h 229865"/>
                  <a:gd name="connsiteX11" fmla="*/ 227554 w 227554"/>
                  <a:gd name="connsiteY11" fmla="*/ 31005 h 229865"/>
                  <a:gd name="connsiteX12" fmla="*/ 202190 w 227554"/>
                  <a:gd name="connsiteY12" fmla="*/ 31005 h 229865"/>
                  <a:gd name="connsiteX13" fmla="*/ 142744 w 227554"/>
                  <a:gd name="connsiteY13" fmla="*/ 218711 h 229865"/>
                  <a:gd name="connsiteX14" fmla="*/ 126883 w 227554"/>
                  <a:gd name="connsiteY14" fmla="*/ 229866 h 229865"/>
                  <a:gd name="connsiteX15" fmla="*/ 100853 w 227554"/>
                  <a:gd name="connsiteY15" fmla="*/ 229866 h 229865"/>
                  <a:gd name="connsiteX16" fmla="*/ 84932 w 227554"/>
                  <a:gd name="connsiteY16" fmla="*/ 218711 h 229865"/>
                  <a:gd name="connsiteX17" fmla="*/ 25546 w 227554"/>
                  <a:gd name="connsiteY17" fmla="*/ 31005 h 229865"/>
                  <a:gd name="connsiteX18" fmla="*/ 61 w 227554"/>
                  <a:gd name="connsiteY18" fmla="*/ 31005 h 229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27554" h="229865">
                    <a:moveTo>
                      <a:pt x="0" y="31065"/>
                    </a:moveTo>
                    <a:lnTo>
                      <a:pt x="0" y="0"/>
                    </a:lnTo>
                    <a:lnTo>
                      <a:pt x="96131" y="0"/>
                    </a:lnTo>
                    <a:lnTo>
                      <a:pt x="96131" y="31005"/>
                    </a:lnTo>
                    <a:lnTo>
                      <a:pt x="64834" y="31005"/>
                    </a:lnTo>
                    <a:lnTo>
                      <a:pt x="113021" y="194903"/>
                    </a:lnTo>
                    <a:lnTo>
                      <a:pt x="117924" y="194903"/>
                    </a:lnTo>
                    <a:lnTo>
                      <a:pt x="166473" y="31005"/>
                    </a:lnTo>
                    <a:lnTo>
                      <a:pt x="135116" y="31005"/>
                    </a:lnTo>
                    <a:lnTo>
                      <a:pt x="135116" y="0"/>
                    </a:lnTo>
                    <a:lnTo>
                      <a:pt x="227554" y="0"/>
                    </a:lnTo>
                    <a:lnTo>
                      <a:pt x="227554" y="31005"/>
                    </a:lnTo>
                    <a:lnTo>
                      <a:pt x="202190" y="31005"/>
                    </a:lnTo>
                    <a:lnTo>
                      <a:pt x="142744" y="218711"/>
                    </a:lnTo>
                    <a:cubicBezTo>
                      <a:pt x="139717" y="227887"/>
                      <a:pt x="136751" y="229866"/>
                      <a:pt x="126883" y="229866"/>
                    </a:cubicBezTo>
                    <a:lnTo>
                      <a:pt x="100853" y="229866"/>
                    </a:lnTo>
                    <a:cubicBezTo>
                      <a:pt x="90925" y="229866"/>
                      <a:pt x="87898" y="227887"/>
                      <a:pt x="84932" y="218711"/>
                    </a:cubicBezTo>
                    <a:lnTo>
                      <a:pt x="25546" y="31005"/>
                    </a:lnTo>
                    <a:lnTo>
                      <a:pt x="61" y="31005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 225">
                <a:extLst>
                  <a:ext uri="{FF2B5EF4-FFF2-40B4-BE49-F238E27FC236}">
                    <a16:creationId xmlns:a16="http://schemas.microsoft.com/office/drawing/2014/main" id="{BB0007E8-3530-D62B-4D46-0499AB666A77}"/>
                  </a:ext>
                </a:extLst>
              </p:cNvPr>
              <p:cNvSpPr/>
              <p:nvPr/>
            </p:nvSpPr>
            <p:spPr>
              <a:xfrm>
                <a:off x="10101390" y="98156"/>
                <a:ext cx="229188" cy="229925"/>
              </a:xfrm>
              <a:custGeom>
                <a:avLst/>
                <a:gdLst>
                  <a:gd name="connsiteX0" fmla="*/ 61 w 229188"/>
                  <a:gd name="connsiteY0" fmla="*/ 229926 h 229925"/>
                  <a:gd name="connsiteX1" fmla="*/ 61 w 229188"/>
                  <a:gd name="connsiteY1" fmla="*/ 198801 h 229925"/>
                  <a:gd name="connsiteX2" fmla="*/ 25183 w 229188"/>
                  <a:gd name="connsiteY2" fmla="*/ 198801 h 229925"/>
                  <a:gd name="connsiteX3" fmla="*/ 84871 w 229188"/>
                  <a:gd name="connsiteY3" fmla="*/ 11094 h 229925"/>
                  <a:gd name="connsiteX4" fmla="*/ 100732 w 229188"/>
                  <a:gd name="connsiteY4" fmla="*/ 0 h 229925"/>
                  <a:gd name="connsiteX5" fmla="*/ 128396 w 229188"/>
                  <a:gd name="connsiteY5" fmla="*/ 0 h 229925"/>
                  <a:gd name="connsiteX6" fmla="*/ 144256 w 229188"/>
                  <a:gd name="connsiteY6" fmla="*/ 11094 h 229925"/>
                  <a:gd name="connsiteX7" fmla="*/ 204066 w 229188"/>
                  <a:gd name="connsiteY7" fmla="*/ 198801 h 229925"/>
                  <a:gd name="connsiteX8" fmla="*/ 229188 w 229188"/>
                  <a:gd name="connsiteY8" fmla="*/ 198801 h 229925"/>
                  <a:gd name="connsiteX9" fmla="*/ 229188 w 229188"/>
                  <a:gd name="connsiteY9" fmla="*/ 229926 h 229925"/>
                  <a:gd name="connsiteX10" fmla="*/ 133421 w 229188"/>
                  <a:gd name="connsiteY10" fmla="*/ 229926 h 229925"/>
                  <a:gd name="connsiteX11" fmla="*/ 133421 w 229188"/>
                  <a:gd name="connsiteY11" fmla="*/ 198801 h 229925"/>
                  <a:gd name="connsiteX12" fmla="*/ 165081 w 229188"/>
                  <a:gd name="connsiteY12" fmla="*/ 198801 h 229925"/>
                  <a:gd name="connsiteX13" fmla="*/ 152913 w 229188"/>
                  <a:gd name="connsiteY13" fmla="*/ 157961 h 229925"/>
                  <a:gd name="connsiteX14" fmla="*/ 72643 w 229188"/>
                  <a:gd name="connsiteY14" fmla="*/ 158261 h 229925"/>
                  <a:gd name="connsiteX15" fmla="*/ 60415 w 229188"/>
                  <a:gd name="connsiteY15" fmla="*/ 198801 h 229925"/>
                  <a:gd name="connsiteX16" fmla="*/ 92135 w 229188"/>
                  <a:gd name="connsiteY16" fmla="*/ 198801 h 229925"/>
                  <a:gd name="connsiteX17" fmla="*/ 92135 w 229188"/>
                  <a:gd name="connsiteY17" fmla="*/ 229926 h 229925"/>
                  <a:gd name="connsiteX18" fmla="*/ 0 w 229188"/>
                  <a:gd name="connsiteY18" fmla="*/ 229926 h 229925"/>
                  <a:gd name="connsiteX19" fmla="*/ 81300 w 229188"/>
                  <a:gd name="connsiteY19" fmla="*/ 128576 h 229925"/>
                  <a:gd name="connsiteX20" fmla="*/ 143954 w 229188"/>
                  <a:gd name="connsiteY20" fmla="*/ 128576 h 229925"/>
                  <a:gd name="connsiteX21" fmla="*/ 115260 w 229188"/>
                  <a:gd name="connsiteY21" fmla="*/ 32084 h 229925"/>
                  <a:gd name="connsiteX22" fmla="*/ 110296 w 229188"/>
                  <a:gd name="connsiteY22" fmla="*/ 32084 h 229925"/>
                  <a:gd name="connsiteX23" fmla="*/ 81300 w 229188"/>
                  <a:gd name="connsiteY23" fmla="*/ 128576 h 229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9188" h="229925">
                    <a:moveTo>
                      <a:pt x="61" y="229926"/>
                    </a:moveTo>
                    <a:lnTo>
                      <a:pt x="61" y="198801"/>
                    </a:lnTo>
                    <a:lnTo>
                      <a:pt x="25183" y="198801"/>
                    </a:lnTo>
                    <a:lnTo>
                      <a:pt x="84871" y="11094"/>
                    </a:lnTo>
                    <a:cubicBezTo>
                      <a:pt x="87898" y="1919"/>
                      <a:pt x="90804" y="0"/>
                      <a:pt x="100732" y="0"/>
                    </a:cubicBezTo>
                    <a:lnTo>
                      <a:pt x="128396" y="0"/>
                    </a:lnTo>
                    <a:cubicBezTo>
                      <a:pt x="138324" y="0"/>
                      <a:pt x="141290" y="1919"/>
                      <a:pt x="144256" y="11094"/>
                    </a:cubicBezTo>
                    <a:lnTo>
                      <a:pt x="204066" y="198801"/>
                    </a:lnTo>
                    <a:lnTo>
                      <a:pt x="229188" y="198801"/>
                    </a:lnTo>
                    <a:lnTo>
                      <a:pt x="229188" y="229926"/>
                    </a:lnTo>
                    <a:lnTo>
                      <a:pt x="133421" y="229926"/>
                    </a:lnTo>
                    <a:lnTo>
                      <a:pt x="133421" y="198801"/>
                    </a:lnTo>
                    <a:lnTo>
                      <a:pt x="165081" y="198801"/>
                    </a:lnTo>
                    <a:lnTo>
                      <a:pt x="152913" y="157961"/>
                    </a:lnTo>
                    <a:cubicBezTo>
                      <a:pt x="132755" y="157961"/>
                      <a:pt x="93830" y="158261"/>
                      <a:pt x="72643" y="158261"/>
                    </a:cubicBezTo>
                    <a:lnTo>
                      <a:pt x="60415" y="198801"/>
                    </a:lnTo>
                    <a:lnTo>
                      <a:pt x="92135" y="198801"/>
                    </a:lnTo>
                    <a:lnTo>
                      <a:pt x="92135" y="229926"/>
                    </a:lnTo>
                    <a:lnTo>
                      <a:pt x="0" y="229926"/>
                    </a:lnTo>
                    <a:close/>
                    <a:moveTo>
                      <a:pt x="81300" y="128576"/>
                    </a:moveTo>
                    <a:lnTo>
                      <a:pt x="143954" y="128576"/>
                    </a:lnTo>
                    <a:lnTo>
                      <a:pt x="115260" y="32084"/>
                    </a:lnTo>
                    <a:lnTo>
                      <a:pt x="110296" y="32084"/>
                    </a:lnTo>
                    <a:lnTo>
                      <a:pt x="81300" y="128576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 226">
                <a:extLst>
                  <a:ext uri="{FF2B5EF4-FFF2-40B4-BE49-F238E27FC236}">
                    <a16:creationId xmlns:a16="http://schemas.microsoft.com/office/drawing/2014/main" id="{B87E52F0-23D0-6C8D-983F-96B64F6030BB}"/>
                  </a:ext>
                </a:extLst>
              </p:cNvPr>
              <p:cNvSpPr/>
              <p:nvPr/>
            </p:nvSpPr>
            <p:spPr>
              <a:xfrm>
                <a:off x="9455110" y="377077"/>
                <a:ext cx="183060" cy="183748"/>
              </a:xfrm>
              <a:custGeom>
                <a:avLst/>
                <a:gdLst>
                  <a:gd name="connsiteX0" fmla="*/ 114716 w 183060"/>
                  <a:gd name="connsiteY0" fmla="*/ 14573 h 183748"/>
                  <a:gd name="connsiteX1" fmla="*/ 114716 w 183060"/>
                  <a:gd name="connsiteY1" fmla="*/ 0 h 183748"/>
                  <a:gd name="connsiteX2" fmla="*/ 183060 w 183060"/>
                  <a:gd name="connsiteY2" fmla="*/ 0 h 183748"/>
                  <a:gd name="connsiteX3" fmla="*/ 183060 w 183060"/>
                  <a:gd name="connsiteY3" fmla="*/ 14573 h 183748"/>
                  <a:gd name="connsiteX4" fmla="*/ 157393 w 183060"/>
                  <a:gd name="connsiteY4" fmla="*/ 14573 h 183748"/>
                  <a:gd name="connsiteX5" fmla="*/ 157393 w 183060"/>
                  <a:gd name="connsiteY5" fmla="*/ 109985 h 183748"/>
                  <a:gd name="connsiteX6" fmla="*/ 144681 w 183060"/>
                  <a:gd name="connsiteY6" fmla="*/ 175653 h 183748"/>
                  <a:gd name="connsiteX7" fmla="*/ 111507 w 183060"/>
                  <a:gd name="connsiteY7" fmla="*/ 183749 h 183748"/>
                  <a:gd name="connsiteX8" fmla="*/ 70464 w 183060"/>
                  <a:gd name="connsiteY8" fmla="*/ 183749 h 183748"/>
                  <a:gd name="connsiteX9" fmla="*/ 38138 w 183060"/>
                  <a:gd name="connsiteY9" fmla="*/ 175653 h 183748"/>
                  <a:gd name="connsiteX10" fmla="*/ 25485 w 183060"/>
                  <a:gd name="connsiteY10" fmla="*/ 109985 h 183748"/>
                  <a:gd name="connsiteX11" fmla="*/ 25485 w 183060"/>
                  <a:gd name="connsiteY11" fmla="*/ 14573 h 183748"/>
                  <a:gd name="connsiteX12" fmla="*/ 0 w 183060"/>
                  <a:gd name="connsiteY12" fmla="*/ 14573 h 183748"/>
                  <a:gd name="connsiteX13" fmla="*/ 0 w 183060"/>
                  <a:gd name="connsiteY13" fmla="*/ 0 h 183748"/>
                  <a:gd name="connsiteX14" fmla="*/ 68285 w 183060"/>
                  <a:gd name="connsiteY14" fmla="*/ 0 h 183748"/>
                  <a:gd name="connsiteX15" fmla="*/ 68285 w 183060"/>
                  <a:gd name="connsiteY15" fmla="*/ 14573 h 183748"/>
                  <a:gd name="connsiteX16" fmla="*/ 40196 w 183060"/>
                  <a:gd name="connsiteY16" fmla="*/ 14573 h 183748"/>
                  <a:gd name="connsiteX17" fmla="*/ 40196 w 183060"/>
                  <a:gd name="connsiteY17" fmla="*/ 111005 h 183748"/>
                  <a:gd name="connsiteX18" fmla="*/ 49397 w 183060"/>
                  <a:gd name="connsiteY18" fmla="*/ 163599 h 183748"/>
                  <a:gd name="connsiteX19" fmla="*/ 73490 w 183060"/>
                  <a:gd name="connsiteY19" fmla="*/ 169116 h 183748"/>
                  <a:gd name="connsiteX20" fmla="*/ 109509 w 183060"/>
                  <a:gd name="connsiteY20" fmla="*/ 169116 h 183748"/>
                  <a:gd name="connsiteX21" fmla="*/ 133360 w 183060"/>
                  <a:gd name="connsiteY21" fmla="*/ 163599 h 183748"/>
                  <a:gd name="connsiteX22" fmla="*/ 142562 w 183060"/>
                  <a:gd name="connsiteY22" fmla="*/ 111005 h 183748"/>
                  <a:gd name="connsiteX23" fmla="*/ 142562 w 183060"/>
                  <a:gd name="connsiteY23" fmla="*/ 14573 h 183748"/>
                  <a:gd name="connsiteX24" fmla="*/ 114655 w 183060"/>
                  <a:gd name="connsiteY24" fmla="*/ 14573 h 183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3060" h="183748">
                    <a:moveTo>
                      <a:pt x="114716" y="14573"/>
                    </a:moveTo>
                    <a:lnTo>
                      <a:pt x="114716" y="0"/>
                    </a:lnTo>
                    <a:lnTo>
                      <a:pt x="183060" y="0"/>
                    </a:lnTo>
                    <a:lnTo>
                      <a:pt x="183060" y="14573"/>
                    </a:lnTo>
                    <a:lnTo>
                      <a:pt x="157393" y="14573"/>
                    </a:lnTo>
                    <a:lnTo>
                      <a:pt x="157393" y="109985"/>
                    </a:lnTo>
                    <a:cubicBezTo>
                      <a:pt x="157393" y="152744"/>
                      <a:pt x="153700" y="166657"/>
                      <a:pt x="144681" y="175653"/>
                    </a:cubicBezTo>
                    <a:cubicBezTo>
                      <a:pt x="138627" y="181410"/>
                      <a:pt x="129789" y="183749"/>
                      <a:pt x="111507" y="183749"/>
                    </a:cubicBezTo>
                    <a:lnTo>
                      <a:pt x="70464" y="183749"/>
                    </a:lnTo>
                    <a:cubicBezTo>
                      <a:pt x="52182" y="183749"/>
                      <a:pt x="44010" y="181410"/>
                      <a:pt x="38138" y="175653"/>
                    </a:cubicBezTo>
                    <a:cubicBezTo>
                      <a:pt x="29118" y="166657"/>
                      <a:pt x="25485" y="153044"/>
                      <a:pt x="25485" y="109985"/>
                    </a:cubicBezTo>
                    <a:lnTo>
                      <a:pt x="25485" y="14573"/>
                    </a:lnTo>
                    <a:lnTo>
                      <a:pt x="0" y="14573"/>
                    </a:lnTo>
                    <a:lnTo>
                      <a:pt x="0" y="0"/>
                    </a:lnTo>
                    <a:lnTo>
                      <a:pt x="68285" y="0"/>
                    </a:lnTo>
                    <a:lnTo>
                      <a:pt x="68285" y="14573"/>
                    </a:lnTo>
                    <a:lnTo>
                      <a:pt x="40196" y="14573"/>
                    </a:lnTo>
                    <a:lnTo>
                      <a:pt x="40196" y="111005"/>
                    </a:lnTo>
                    <a:cubicBezTo>
                      <a:pt x="40196" y="149326"/>
                      <a:pt x="43888" y="158081"/>
                      <a:pt x="49397" y="163599"/>
                    </a:cubicBezTo>
                    <a:cubicBezTo>
                      <a:pt x="52908" y="167017"/>
                      <a:pt x="57691" y="169116"/>
                      <a:pt x="73490" y="169116"/>
                    </a:cubicBezTo>
                    <a:lnTo>
                      <a:pt x="109509" y="169116"/>
                    </a:lnTo>
                    <a:cubicBezTo>
                      <a:pt x="125430" y="169116"/>
                      <a:pt x="129909" y="167017"/>
                      <a:pt x="133360" y="163599"/>
                    </a:cubicBezTo>
                    <a:cubicBezTo>
                      <a:pt x="139172" y="157902"/>
                      <a:pt x="142562" y="149386"/>
                      <a:pt x="142562" y="111005"/>
                    </a:cubicBezTo>
                    <a:lnTo>
                      <a:pt x="142562" y="14573"/>
                    </a:lnTo>
                    <a:lnTo>
                      <a:pt x="114655" y="1457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 227">
                <a:extLst>
                  <a:ext uri="{FF2B5EF4-FFF2-40B4-BE49-F238E27FC236}">
                    <a16:creationId xmlns:a16="http://schemas.microsoft.com/office/drawing/2014/main" id="{D755656E-66EC-DA59-6877-E276655B9485}"/>
                  </a:ext>
                </a:extLst>
              </p:cNvPr>
              <p:cNvSpPr/>
              <p:nvPr/>
            </p:nvSpPr>
            <p:spPr>
              <a:xfrm>
                <a:off x="9654031" y="377017"/>
                <a:ext cx="178762" cy="183988"/>
              </a:xfrm>
              <a:custGeom>
                <a:avLst/>
                <a:gdLst>
                  <a:gd name="connsiteX0" fmla="*/ 139837 w 178762"/>
                  <a:gd name="connsiteY0" fmla="*/ 14633 h 183988"/>
                  <a:gd name="connsiteX1" fmla="*/ 111507 w 178762"/>
                  <a:gd name="connsiteY1" fmla="*/ 14633 h 183988"/>
                  <a:gd name="connsiteX2" fmla="*/ 111507 w 178762"/>
                  <a:gd name="connsiteY2" fmla="*/ 60 h 183988"/>
                  <a:gd name="connsiteX3" fmla="*/ 178762 w 178762"/>
                  <a:gd name="connsiteY3" fmla="*/ 60 h 183988"/>
                  <a:gd name="connsiteX4" fmla="*/ 178762 w 178762"/>
                  <a:gd name="connsiteY4" fmla="*/ 14633 h 183988"/>
                  <a:gd name="connsiteX5" fmla="*/ 154669 w 178762"/>
                  <a:gd name="connsiteY5" fmla="*/ 14633 h 183988"/>
                  <a:gd name="connsiteX6" fmla="*/ 154669 w 178762"/>
                  <a:gd name="connsiteY6" fmla="*/ 183989 h 183988"/>
                  <a:gd name="connsiteX7" fmla="*/ 137477 w 178762"/>
                  <a:gd name="connsiteY7" fmla="*/ 183989 h 183988"/>
                  <a:gd name="connsiteX8" fmla="*/ 127125 w 178762"/>
                  <a:gd name="connsiteY8" fmla="*/ 177752 h 183988"/>
                  <a:gd name="connsiteX9" fmla="*/ 42133 w 178762"/>
                  <a:gd name="connsiteY9" fmla="*/ 13913 h 183988"/>
                  <a:gd name="connsiteX10" fmla="*/ 39469 w 178762"/>
                  <a:gd name="connsiteY10" fmla="*/ 13913 h 183988"/>
                  <a:gd name="connsiteX11" fmla="*/ 39469 w 178762"/>
                  <a:gd name="connsiteY11" fmla="*/ 172234 h 183988"/>
                  <a:gd name="connsiteX12" fmla="*/ 68042 w 178762"/>
                  <a:gd name="connsiteY12" fmla="*/ 172234 h 183988"/>
                  <a:gd name="connsiteX13" fmla="*/ 68042 w 178762"/>
                  <a:gd name="connsiteY13" fmla="*/ 183749 h 183988"/>
                  <a:gd name="connsiteX14" fmla="*/ 0 w 178762"/>
                  <a:gd name="connsiteY14" fmla="*/ 183749 h 183988"/>
                  <a:gd name="connsiteX15" fmla="*/ 0 w 178762"/>
                  <a:gd name="connsiteY15" fmla="*/ 172234 h 183988"/>
                  <a:gd name="connsiteX16" fmla="*/ 24880 w 178762"/>
                  <a:gd name="connsiteY16" fmla="*/ 172234 h 183988"/>
                  <a:gd name="connsiteX17" fmla="*/ 24880 w 178762"/>
                  <a:gd name="connsiteY17" fmla="*/ 14573 h 183988"/>
                  <a:gd name="connsiteX18" fmla="*/ 0 w 178762"/>
                  <a:gd name="connsiteY18" fmla="*/ 14573 h 183988"/>
                  <a:gd name="connsiteX19" fmla="*/ 0 w 178762"/>
                  <a:gd name="connsiteY19" fmla="*/ 0 h 183988"/>
                  <a:gd name="connsiteX20" fmla="*/ 44373 w 178762"/>
                  <a:gd name="connsiteY20" fmla="*/ 0 h 183988"/>
                  <a:gd name="connsiteX21" fmla="*/ 54725 w 178762"/>
                  <a:gd name="connsiteY21" fmla="*/ 6237 h 183988"/>
                  <a:gd name="connsiteX22" fmla="*/ 138930 w 178762"/>
                  <a:gd name="connsiteY22" fmla="*/ 168216 h 183988"/>
                  <a:gd name="connsiteX23" fmla="*/ 139898 w 178762"/>
                  <a:gd name="connsiteY23" fmla="*/ 168216 h 183988"/>
                  <a:gd name="connsiteX24" fmla="*/ 139898 w 178762"/>
                  <a:gd name="connsiteY24" fmla="*/ 14513 h 183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8762" h="183988">
                    <a:moveTo>
                      <a:pt x="139837" y="14633"/>
                    </a:moveTo>
                    <a:lnTo>
                      <a:pt x="111507" y="14633"/>
                    </a:lnTo>
                    <a:lnTo>
                      <a:pt x="111507" y="60"/>
                    </a:lnTo>
                    <a:lnTo>
                      <a:pt x="178762" y="60"/>
                    </a:lnTo>
                    <a:lnTo>
                      <a:pt x="178762" y="14633"/>
                    </a:lnTo>
                    <a:lnTo>
                      <a:pt x="154669" y="14633"/>
                    </a:lnTo>
                    <a:lnTo>
                      <a:pt x="154669" y="183989"/>
                    </a:lnTo>
                    <a:lnTo>
                      <a:pt x="137477" y="183989"/>
                    </a:lnTo>
                    <a:cubicBezTo>
                      <a:pt x="131665" y="183989"/>
                      <a:pt x="129486" y="182489"/>
                      <a:pt x="127125" y="177752"/>
                    </a:cubicBezTo>
                    <a:lnTo>
                      <a:pt x="42133" y="13913"/>
                    </a:lnTo>
                    <a:lnTo>
                      <a:pt x="39469" y="13913"/>
                    </a:lnTo>
                    <a:lnTo>
                      <a:pt x="39469" y="172234"/>
                    </a:lnTo>
                    <a:lnTo>
                      <a:pt x="68042" y="172234"/>
                    </a:lnTo>
                    <a:lnTo>
                      <a:pt x="68042" y="183749"/>
                    </a:lnTo>
                    <a:lnTo>
                      <a:pt x="0" y="183749"/>
                    </a:lnTo>
                    <a:lnTo>
                      <a:pt x="0" y="172234"/>
                    </a:lnTo>
                    <a:lnTo>
                      <a:pt x="24880" y="172234"/>
                    </a:lnTo>
                    <a:lnTo>
                      <a:pt x="24880" y="14573"/>
                    </a:lnTo>
                    <a:lnTo>
                      <a:pt x="0" y="14573"/>
                    </a:lnTo>
                    <a:lnTo>
                      <a:pt x="0" y="0"/>
                    </a:lnTo>
                    <a:lnTo>
                      <a:pt x="44373" y="0"/>
                    </a:lnTo>
                    <a:cubicBezTo>
                      <a:pt x="50184" y="0"/>
                      <a:pt x="52242" y="1319"/>
                      <a:pt x="54725" y="6237"/>
                    </a:cubicBezTo>
                    <a:lnTo>
                      <a:pt x="138930" y="168216"/>
                    </a:lnTo>
                    <a:lnTo>
                      <a:pt x="139898" y="168216"/>
                    </a:lnTo>
                    <a:lnTo>
                      <a:pt x="139898" y="1451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 228">
                <a:extLst>
                  <a:ext uri="{FF2B5EF4-FFF2-40B4-BE49-F238E27FC236}">
                    <a16:creationId xmlns:a16="http://schemas.microsoft.com/office/drawing/2014/main" id="{CE78C91C-D3CD-440E-AB59-45DB9352E677}"/>
                  </a:ext>
                </a:extLst>
              </p:cNvPr>
              <p:cNvSpPr/>
              <p:nvPr/>
            </p:nvSpPr>
            <p:spPr>
              <a:xfrm>
                <a:off x="9852104" y="377077"/>
                <a:ext cx="69131" cy="183688"/>
              </a:xfrm>
              <a:custGeom>
                <a:avLst/>
                <a:gdLst>
                  <a:gd name="connsiteX0" fmla="*/ 0 w 69131"/>
                  <a:gd name="connsiteY0" fmla="*/ 0 h 183688"/>
                  <a:gd name="connsiteX1" fmla="*/ 0 w 69131"/>
                  <a:gd name="connsiteY1" fmla="*/ 14573 h 183688"/>
                  <a:gd name="connsiteX2" fmla="*/ 27301 w 69131"/>
                  <a:gd name="connsiteY2" fmla="*/ 14573 h 183688"/>
                  <a:gd name="connsiteX3" fmla="*/ 27301 w 69131"/>
                  <a:gd name="connsiteY3" fmla="*/ 169116 h 183688"/>
                  <a:gd name="connsiteX4" fmla="*/ 0 w 69131"/>
                  <a:gd name="connsiteY4" fmla="*/ 169116 h 183688"/>
                  <a:gd name="connsiteX5" fmla="*/ 0 w 69131"/>
                  <a:gd name="connsiteY5" fmla="*/ 183689 h 183688"/>
                  <a:gd name="connsiteX6" fmla="*/ 69131 w 69131"/>
                  <a:gd name="connsiteY6" fmla="*/ 183689 h 183688"/>
                  <a:gd name="connsiteX7" fmla="*/ 69131 w 69131"/>
                  <a:gd name="connsiteY7" fmla="*/ 169116 h 183688"/>
                  <a:gd name="connsiteX8" fmla="*/ 42193 w 69131"/>
                  <a:gd name="connsiteY8" fmla="*/ 169116 h 183688"/>
                  <a:gd name="connsiteX9" fmla="*/ 42193 w 69131"/>
                  <a:gd name="connsiteY9" fmla="*/ 14573 h 183688"/>
                  <a:gd name="connsiteX10" fmla="*/ 69131 w 69131"/>
                  <a:gd name="connsiteY10" fmla="*/ 14573 h 183688"/>
                  <a:gd name="connsiteX11" fmla="*/ 69131 w 69131"/>
                  <a:gd name="connsiteY11" fmla="*/ 0 h 183688"/>
                  <a:gd name="connsiteX12" fmla="*/ 0 w 69131"/>
                  <a:gd name="connsiteY1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1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7301" y="14573"/>
                    </a:lnTo>
                    <a:lnTo>
                      <a:pt x="27301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69131" y="183689"/>
                    </a:lnTo>
                    <a:lnTo>
                      <a:pt x="69131" y="169116"/>
                    </a:lnTo>
                    <a:lnTo>
                      <a:pt x="42193" y="169116"/>
                    </a:lnTo>
                    <a:lnTo>
                      <a:pt x="42193" y="14573"/>
                    </a:lnTo>
                    <a:lnTo>
                      <a:pt x="69131" y="14573"/>
                    </a:lnTo>
                    <a:lnTo>
                      <a:pt x="6913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 229">
                <a:extLst>
                  <a:ext uri="{FF2B5EF4-FFF2-40B4-BE49-F238E27FC236}">
                    <a16:creationId xmlns:a16="http://schemas.microsoft.com/office/drawing/2014/main" id="{15A449CA-D5AC-D27C-7D7A-58FE37B9D580}"/>
                  </a:ext>
                </a:extLst>
              </p:cNvPr>
              <p:cNvSpPr/>
              <p:nvPr/>
            </p:nvSpPr>
            <p:spPr>
              <a:xfrm>
                <a:off x="9939154" y="377077"/>
                <a:ext cx="182939" cy="184768"/>
              </a:xfrm>
              <a:custGeom>
                <a:avLst/>
                <a:gdLst>
                  <a:gd name="connsiteX0" fmla="*/ 121 w 182939"/>
                  <a:gd name="connsiteY0" fmla="*/ 14573 h 184768"/>
                  <a:gd name="connsiteX1" fmla="*/ 121 w 182939"/>
                  <a:gd name="connsiteY1" fmla="*/ 0 h 184768"/>
                  <a:gd name="connsiteX2" fmla="*/ 66105 w 182939"/>
                  <a:gd name="connsiteY2" fmla="*/ 0 h 184768"/>
                  <a:gd name="connsiteX3" fmla="*/ 66105 w 182939"/>
                  <a:gd name="connsiteY3" fmla="*/ 14573 h 184768"/>
                  <a:gd name="connsiteX4" fmla="*/ 40559 w 182939"/>
                  <a:gd name="connsiteY4" fmla="*/ 14573 h 184768"/>
                  <a:gd name="connsiteX5" fmla="*/ 88927 w 182939"/>
                  <a:gd name="connsiteY5" fmla="*/ 169176 h 184768"/>
                  <a:gd name="connsiteX6" fmla="*/ 93952 w 182939"/>
                  <a:gd name="connsiteY6" fmla="*/ 169176 h 184768"/>
                  <a:gd name="connsiteX7" fmla="*/ 142562 w 182939"/>
                  <a:gd name="connsiteY7" fmla="*/ 14573 h 184768"/>
                  <a:gd name="connsiteX8" fmla="*/ 117985 w 182939"/>
                  <a:gd name="connsiteY8" fmla="*/ 14573 h 184768"/>
                  <a:gd name="connsiteX9" fmla="*/ 117985 w 182939"/>
                  <a:gd name="connsiteY9" fmla="*/ 0 h 184768"/>
                  <a:gd name="connsiteX10" fmla="*/ 182940 w 182939"/>
                  <a:gd name="connsiteY10" fmla="*/ 0 h 184768"/>
                  <a:gd name="connsiteX11" fmla="*/ 182940 w 182939"/>
                  <a:gd name="connsiteY11" fmla="*/ 14573 h 184768"/>
                  <a:gd name="connsiteX12" fmla="*/ 159028 w 182939"/>
                  <a:gd name="connsiteY12" fmla="*/ 14573 h 184768"/>
                  <a:gd name="connsiteX13" fmla="*/ 105454 w 182939"/>
                  <a:gd name="connsiteY13" fmla="*/ 177692 h 184768"/>
                  <a:gd name="connsiteX14" fmla="*/ 94860 w 182939"/>
                  <a:gd name="connsiteY14" fmla="*/ 184768 h 184768"/>
                  <a:gd name="connsiteX15" fmla="*/ 87717 w 182939"/>
                  <a:gd name="connsiteY15" fmla="*/ 184768 h 184768"/>
                  <a:gd name="connsiteX16" fmla="*/ 77123 w 182939"/>
                  <a:gd name="connsiteY16" fmla="*/ 177692 h 184768"/>
                  <a:gd name="connsiteX17" fmla="*/ 23851 w 182939"/>
                  <a:gd name="connsiteY17" fmla="*/ 14573 h 184768"/>
                  <a:gd name="connsiteX18" fmla="*/ 0 w 182939"/>
                  <a:gd name="connsiteY18" fmla="*/ 14573 h 18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2939" h="184768">
                    <a:moveTo>
                      <a:pt x="121" y="14573"/>
                    </a:moveTo>
                    <a:lnTo>
                      <a:pt x="121" y="0"/>
                    </a:lnTo>
                    <a:lnTo>
                      <a:pt x="66105" y="0"/>
                    </a:lnTo>
                    <a:lnTo>
                      <a:pt x="66105" y="14573"/>
                    </a:lnTo>
                    <a:lnTo>
                      <a:pt x="40559" y="14573"/>
                    </a:lnTo>
                    <a:lnTo>
                      <a:pt x="88927" y="169176"/>
                    </a:lnTo>
                    <a:lnTo>
                      <a:pt x="93952" y="169176"/>
                    </a:lnTo>
                    <a:lnTo>
                      <a:pt x="142562" y="14573"/>
                    </a:lnTo>
                    <a:lnTo>
                      <a:pt x="117985" y="14573"/>
                    </a:lnTo>
                    <a:lnTo>
                      <a:pt x="117985" y="0"/>
                    </a:lnTo>
                    <a:lnTo>
                      <a:pt x="182940" y="0"/>
                    </a:lnTo>
                    <a:lnTo>
                      <a:pt x="182940" y="14573"/>
                    </a:lnTo>
                    <a:lnTo>
                      <a:pt x="159028" y="14573"/>
                    </a:lnTo>
                    <a:lnTo>
                      <a:pt x="105454" y="177692"/>
                    </a:lnTo>
                    <a:cubicBezTo>
                      <a:pt x="103093" y="184288"/>
                      <a:pt x="102064" y="184768"/>
                      <a:pt x="94860" y="184768"/>
                    </a:cubicBezTo>
                    <a:lnTo>
                      <a:pt x="87717" y="184768"/>
                    </a:lnTo>
                    <a:cubicBezTo>
                      <a:pt x="80876" y="184768"/>
                      <a:pt x="78939" y="183209"/>
                      <a:pt x="77123" y="177692"/>
                    </a:cubicBezTo>
                    <a:lnTo>
                      <a:pt x="23851" y="14573"/>
                    </a:lnTo>
                    <a:lnTo>
                      <a:pt x="0" y="1457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 230">
                <a:extLst>
                  <a:ext uri="{FF2B5EF4-FFF2-40B4-BE49-F238E27FC236}">
                    <a16:creationId xmlns:a16="http://schemas.microsoft.com/office/drawing/2014/main" id="{06FEBB06-465D-4B06-2D36-BB41B82A1F5F}"/>
                  </a:ext>
                </a:extLst>
              </p:cNvPr>
              <p:cNvSpPr/>
              <p:nvPr/>
            </p:nvSpPr>
            <p:spPr>
              <a:xfrm>
                <a:off x="10140315" y="377077"/>
                <a:ext cx="141047" cy="183688"/>
              </a:xfrm>
              <a:custGeom>
                <a:avLst/>
                <a:gdLst>
                  <a:gd name="connsiteX0" fmla="*/ 0 w 141047"/>
                  <a:gd name="connsiteY0" fmla="*/ 0 h 183688"/>
                  <a:gd name="connsiteX1" fmla="*/ 0 w 141047"/>
                  <a:gd name="connsiteY1" fmla="*/ 14573 h 183688"/>
                  <a:gd name="connsiteX2" fmla="*/ 25062 w 141047"/>
                  <a:gd name="connsiteY2" fmla="*/ 14573 h 183688"/>
                  <a:gd name="connsiteX3" fmla="*/ 25062 w 141047"/>
                  <a:gd name="connsiteY3" fmla="*/ 169116 h 183688"/>
                  <a:gd name="connsiteX4" fmla="*/ 0 w 141047"/>
                  <a:gd name="connsiteY4" fmla="*/ 169116 h 183688"/>
                  <a:gd name="connsiteX5" fmla="*/ 0 w 141047"/>
                  <a:gd name="connsiteY5" fmla="*/ 183689 h 183688"/>
                  <a:gd name="connsiteX6" fmla="*/ 141048 w 141047"/>
                  <a:gd name="connsiteY6" fmla="*/ 183689 h 183688"/>
                  <a:gd name="connsiteX7" fmla="*/ 141048 w 141047"/>
                  <a:gd name="connsiteY7" fmla="*/ 144708 h 183688"/>
                  <a:gd name="connsiteX8" fmla="*/ 126399 w 141047"/>
                  <a:gd name="connsiteY8" fmla="*/ 144708 h 183688"/>
                  <a:gd name="connsiteX9" fmla="*/ 126399 w 141047"/>
                  <a:gd name="connsiteY9" fmla="*/ 169116 h 183688"/>
                  <a:gd name="connsiteX10" fmla="*/ 40014 w 141047"/>
                  <a:gd name="connsiteY10" fmla="*/ 169116 h 183688"/>
                  <a:gd name="connsiteX11" fmla="*/ 40014 w 141047"/>
                  <a:gd name="connsiteY11" fmla="*/ 95712 h 183688"/>
                  <a:gd name="connsiteX12" fmla="*/ 104848 w 141047"/>
                  <a:gd name="connsiteY12" fmla="*/ 95712 h 183688"/>
                  <a:gd name="connsiteX13" fmla="*/ 104848 w 141047"/>
                  <a:gd name="connsiteY13" fmla="*/ 81140 h 183688"/>
                  <a:gd name="connsiteX14" fmla="*/ 40014 w 141047"/>
                  <a:gd name="connsiteY14" fmla="*/ 81140 h 183688"/>
                  <a:gd name="connsiteX15" fmla="*/ 40014 w 141047"/>
                  <a:gd name="connsiteY15" fmla="*/ 14573 h 183688"/>
                  <a:gd name="connsiteX16" fmla="*/ 126399 w 141047"/>
                  <a:gd name="connsiteY16" fmla="*/ 14573 h 183688"/>
                  <a:gd name="connsiteX17" fmla="*/ 126399 w 141047"/>
                  <a:gd name="connsiteY17" fmla="*/ 38141 h 183688"/>
                  <a:gd name="connsiteX18" fmla="*/ 141048 w 141047"/>
                  <a:gd name="connsiteY18" fmla="*/ 38141 h 183688"/>
                  <a:gd name="connsiteX19" fmla="*/ 141048 w 141047"/>
                  <a:gd name="connsiteY19" fmla="*/ 0 h 183688"/>
                  <a:gd name="connsiteX20" fmla="*/ 0 w 141047"/>
                  <a:gd name="connsiteY20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1047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5062" y="14573"/>
                    </a:lnTo>
                    <a:lnTo>
                      <a:pt x="25062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141048" y="183689"/>
                    </a:lnTo>
                    <a:lnTo>
                      <a:pt x="141048" y="144708"/>
                    </a:lnTo>
                    <a:lnTo>
                      <a:pt x="126399" y="144708"/>
                    </a:lnTo>
                    <a:lnTo>
                      <a:pt x="126399" y="169116"/>
                    </a:lnTo>
                    <a:lnTo>
                      <a:pt x="40014" y="169116"/>
                    </a:lnTo>
                    <a:lnTo>
                      <a:pt x="40014" y="95712"/>
                    </a:lnTo>
                    <a:lnTo>
                      <a:pt x="104848" y="95712"/>
                    </a:lnTo>
                    <a:lnTo>
                      <a:pt x="104848" y="81140"/>
                    </a:lnTo>
                    <a:lnTo>
                      <a:pt x="40014" y="81140"/>
                    </a:lnTo>
                    <a:lnTo>
                      <a:pt x="40014" y="14573"/>
                    </a:lnTo>
                    <a:lnTo>
                      <a:pt x="126399" y="14573"/>
                    </a:lnTo>
                    <a:lnTo>
                      <a:pt x="126399" y="38141"/>
                    </a:lnTo>
                    <a:lnTo>
                      <a:pt x="141048" y="38141"/>
                    </a:lnTo>
                    <a:lnTo>
                      <a:pt x="14104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 231">
                <a:extLst>
                  <a:ext uri="{FF2B5EF4-FFF2-40B4-BE49-F238E27FC236}">
                    <a16:creationId xmlns:a16="http://schemas.microsoft.com/office/drawing/2014/main" id="{9300E3ED-7870-04E0-6FF1-D5E209942CE2}"/>
                  </a:ext>
                </a:extLst>
              </p:cNvPr>
              <p:cNvSpPr/>
              <p:nvPr/>
            </p:nvSpPr>
            <p:spPr>
              <a:xfrm>
                <a:off x="10310360" y="377137"/>
                <a:ext cx="169016" cy="183628"/>
              </a:xfrm>
              <a:custGeom>
                <a:avLst/>
                <a:gdLst>
                  <a:gd name="connsiteX0" fmla="*/ 142501 w 169016"/>
                  <a:gd name="connsiteY0" fmla="*/ 169056 h 183628"/>
                  <a:gd name="connsiteX1" fmla="*/ 169016 w 169016"/>
                  <a:gd name="connsiteY1" fmla="*/ 169056 h 183628"/>
                  <a:gd name="connsiteX2" fmla="*/ 169016 w 169016"/>
                  <a:gd name="connsiteY2" fmla="*/ 183629 h 183628"/>
                  <a:gd name="connsiteX3" fmla="*/ 140624 w 169016"/>
                  <a:gd name="connsiteY3" fmla="*/ 183629 h 183628"/>
                  <a:gd name="connsiteX4" fmla="*/ 130818 w 169016"/>
                  <a:gd name="connsiteY4" fmla="*/ 180990 h 183628"/>
                  <a:gd name="connsiteX5" fmla="*/ 125793 w 169016"/>
                  <a:gd name="connsiteY5" fmla="*/ 136672 h 183628"/>
                  <a:gd name="connsiteX6" fmla="*/ 118650 w 169016"/>
                  <a:gd name="connsiteY6" fmla="*/ 105667 h 183628"/>
                  <a:gd name="connsiteX7" fmla="*/ 97160 w 169016"/>
                  <a:gd name="connsiteY7" fmla="*/ 100810 h 183628"/>
                  <a:gd name="connsiteX8" fmla="*/ 40014 w 169016"/>
                  <a:gd name="connsiteY8" fmla="*/ 100810 h 183628"/>
                  <a:gd name="connsiteX9" fmla="*/ 40014 w 169016"/>
                  <a:gd name="connsiteY9" fmla="*/ 169056 h 183628"/>
                  <a:gd name="connsiteX10" fmla="*/ 68345 w 169016"/>
                  <a:gd name="connsiteY10" fmla="*/ 169056 h 183628"/>
                  <a:gd name="connsiteX11" fmla="*/ 68345 w 169016"/>
                  <a:gd name="connsiteY11" fmla="*/ 183629 h 183628"/>
                  <a:gd name="connsiteX12" fmla="*/ 0 w 169016"/>
                  <a:gd name="connsiteY12" fmla="*/ 183629 h 183628"/>
                  <a:gd name="connsiteX13" fmla="*/ 0 w 169016"/>
                  <a:gd name="connsiteY13" fmla="*/ 169056 h 183628"/>
                  <a:gd name="connsiteX14" fmla="*/ 25364 w 169016"/>
                  <a:gd name="connsiteY14" fmla="*/ 169056 h 183628"/>
                  <a:gd name="connsiteX15" fmla="*/ 25364 w 169016"/>
                  <a:gd name="connsiteY15" fmla="*/ 14513 h 183628"/>
                  <a:gd name="connsiteX16" fmla="*/ 0 w 169016"/>
                  <a:gd name="connsiteY16" fmla="*/ 14513 h 183628"/>
                  <a:gd name="connsiteX17" fmla="*/ 0 w 169016"/>
                  <a:gd name="connsiteY17" fmla="*/ 0 h 183628"/>
                  <a:gd name="connsiteX18" fmla="*/ 102184 w 169016"/>
                  <a:gd name="connsiteY18" fmla="*/ 0 h 183628"/>
                  <a:gd name="connsiteX19" fmla="*/ 129547 w 169016"/>
                  <a:gd name="connsiteY19" fmla="*/ 7856 h 183628"/>
                  <a:gd name="connsiteX20" fmla="*/ 140927 w 169016"/>
                  <a:gd name="connsiteY20" fmla="*/ 49595 h 183628"/>
                  <a:gd name="connsiteX21" fmla="*/ 115441 w 169016"/>
                  <a:gd name="connsiteY21" fmla="*/ 93973 h 183628"/>
                  <a:gd name="connsiteX22" fmla="*/ 119437 w 169016"/>
                  <a:gd name="connsiteY22" fmla="*/ 94513 h 183628"/>
                  <a:gd name="connsiteX23" fmla="*/ 140382 w 169016"/>
                  <a:gd name="connsiteY23" fmla="*/ 136492 h 183628"/>
                  <a:gd name="connsiteX24" fmla="*/ 142501 w 169016"/>
                  <a:gd name="connsiteY24" fmla="*/ 169116 h 183628"/>
                  <a:gd name="connsiteX25" fmla="*/ 142501 w 169016"/>
                  <a:gd name="connsiteY25" fmla="*/ 169116 h 183628"/>
                  <a:gd name="connsiteX26" fmla="*/ 97887 w 169016"/>
                  <a:gd name="connsiteY26" fmla="*/ 86237 h 183628"/>
                  <a:gd name="connsiteX27" fmla="*/ 117621 w 169016"/>
                  <a:gd name="connsiteY27" fmla="*/ 81080 h 183628"/>
                  <a:gd name="connsiteX28" fmla="*/ 125975 w 169016"/>
                  <a:gd name="connsiteY28" fmla="*/ 49775 h 183628"/>
                  <a:gd name="connsiteX29" fmla="*/ 117984 w 169016"/>
                  <a:gd name="connsiteY29" fmla="*/ 19250 h 183628"/>
                  <a:gd name="connsiteX30" fmla="*/ 98371 w 169016"/>
                  <a:gd name="connsiteY30" fmla="*/ 14513 h 183628"/>
                  <a:gd name="connsiteX31" fmla="*/ 39953 w 169016"/>
                  <a:gd name="connsiteY31" fmla="*/ 14513 h 183628"/>
                  <a:gd name="connsiteX32" fmla="*/ 39953 w 169016"/>
                  <a:gd name="connsiteY32" fmla="*/ 86237 h 183628"/>
                  <a:gd name="connsiteX33" fmla="*/ 97826 w 169016"/>
                  <a:gd name="connsiteY33" fmla="*/ 86237 h 18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69016" h="183628">
                    <a:moveTo>
                      <a:pt x="142501" y="169056"/>
                    </a:moveTo>
                    <a:lnTo>
                      <a:pt x="169016" y="169056"/>
                    </a:lnTo>
                    <a:lnTo>
                      <a:pt x="169016" y="183629"/>
                    </a:lnTo>
                    <a:lnTo>
                      <a:pt x="140624" y="183629"/>
                    </a:lnTo>
                    <a:cubicBezTo>
                      <a:pt x="135358" y="183629"/>
                      <a:pt x="132695" y="182849"/>
                      <a:pt x="130818" y="180990"/>
                    </a:cubicBezTo>
                    <a:cubicBezTo>
                      <a:pt x="127912" y="178051"/>
                      <a:pt x="126822" y="174213"/>
                      <a:pt x="125793" y="136672"/>
                    </a:cubicBezTo>
                    <a:cubicBezTo>
                      <a:pt x="125006" y="115623"/>
                      <a:pt x="122585" y="109626"/>
                      <a:pt x="118650" y="105667"/>
                    </a:cubicBezTo>
                    <a:cubicBezTo>
                      <a:pt x="114413" y="101170"/>
                      <a:pt x="108540" y="100810"/>
                      <a:pt x="97160" y="100810"/>
                    </a:cubicBezTo>
                    <a:lnTo>
                      <a:pt x="40014" y="100810"/>
                    </a:lnTo>
                    <a:lnTo>
                      <a:pt x="40014" y="169056"/>
                    </a:lnTo>
                    <a:lnTo>
                      <a:pt x="68345" y="169056"/>
                    </a:lnTo>
                    <a:lnTo>
                      <a:pt x="68345" y="183629"/>
                    </a:lnTo>
                    <a:lnTo>
                      <a:pt x="0" y="183629"/>
                    </a:lnTo>
                    <a:lnTo>
                      <a:pt x="0" y="169056"/>
                    </a:lnTo>
                    <a:lnTo>
                      <a:pt x="25364" y="169056"/>
                    </a:lnTo>
                    <a:lnTo>
                      <a:pt x="25364" y="14513"/>
                    </a:lnTo>
                    <a:lnTo>
                      <a:pt x="0" y="14513"/>
                    </a:lnTo>
                    <a:lnTo>
                      <a:pt x="0" y="0"/>
                    </a:lnTo>
                    <a:lnTo>
                      <a:pt x="102184" y="0"/>
                    </a:lnTo>
                    <a:cubicBezTo>
                      <a:pt x="115805" y="0"/>
                      <a:pt x="123735" y="1799"/>
                      <a:pt x="129547" y="7856"/>
                    </a:cubicBezTo>
                    <a:cubicBezTo>
                      <a:pt x="136750" y="14933"/>
                      <a:pt x="140927" y="23328"/>
                      <a:pt x="140927" y="49595"/>
                    </a:cubicBezTo>
                    <a:cubicBezTo>
                      <a:pt x="140927" y="81140"/>
                      <a:pt x="131908" y="89775"/>
                      <a:pt x="115441" y="93973"/>
                    </a:cubicBezTo>
                    <a:lnTo>
                      <a:pt x="119437" y="94513"/>
                    </a:lnTo>
                    <a:cubicBezTo>
                      <a:pt x="136629" y="97931"/>
                      <a:pt x="139050" y="104948"/>
                      <a:pt x="140382" y="136492"/>
                    </a:cubicBezTo>
                    <a:cubicBezTo>
                      <a:pt x="141411" y="160600"/>
                      <a:pt x="141714" y="162759"/>
                      <a:pt x="142501" y="169116"/>
                    </a:cubicBezTo>
                    <a:lnTo>
                      <a:pt x="142501" y="169116"/>
                    </a:lnTo>
                    <a:close/>
                    <a:moveTo>
                      <a:pt x="97887" y="86237"/>
                    </a:moveTo>
                    <a:cubicBezTo>
                      <a:pt x="108722" y="86237"/>
                      <a:pt x="113989" y="84738"/>
                      <a:pt x="117621" y="81080"/>
                    </a:cubicBezTo>
                    <a:cubicBezTo>
                      <a:pt x="121314" y="77362"/>
                      <a:pt x="125975" y="72144"/>
                      <a:pt x="125975" y="49775"/>
                    </a:cubicBezTo>
                    <a:cubicBezTo>
                      <a:pt x="125975" y="27406"/>
                      <a:pt x="122040" y="23208"/>
                      <a:pt x="117984" y="19250"/>
                    </a:cubicBezTo>
                    <a:cubicBezTo>
                      <a:pt x="114292" y="15592"/>
                      <a:pt x="108480" y="14513"/>
                      <a:pt x="98371" y="14513"/>
                    </a:cubicBezTo>
                    <a:lnTo>
                      <a:pt x="39953" y="14513"/>
                    </a:lnTo>
                    <a:lnTo>
                      <a:pt x="39953" y="86237"/>
                    </a:lnTo>
                    <a:lnTo>
                      <a:pt x="97826" y="86237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 232">
                <a:extLst>
                  <a:ext uri="{FF2B5EF4-FFF2-40B4-BE49-F238E27FC236}">
                    <a16:creationId xmlns:a16="http://schemas.microsoft.com/office/drawing/2014/main" id="{F7297EC6-8A1F-D291-163D-EDA47B55153B}"/>
                  </a:ext>
                </a:extLst>
              </p:cNvPr>
              <p:cNvSpPr/>
              <p:nvPr/>
            </p:nvSpPr>
            <p:spPr>
              <a:xfrm>
                <a:off x="10505345" y="376957"/>
                <a:ext cx="131968" cy="183808"/>
              </a:xfrm>
              <a:custGeom>
                <a:avLst/>
                <a:gdLst>
                  <a:gd name="connsiteX0" fmla="*/ 121072 w 131968"/>
                  <a:gd name="connsiteY0" fmla="*/ 175953 h 183808"/>
                  <a:gd name="connsiteX1" fmla="*/ 95102 w 131968"/>
                  <a:gd name="connsiteY1" fmla="*/ 183809 h 183808"/>
                  <a:gd name="connsiteX2" fmla="*/ 35474 w 131968"/>
                  <a:gd name="connsiteY2" fmla="*/ 183809 h 183808"/>
                  <a:gd name="connsiteX3" fmla="*/ 9565 w 131968"/>
                  <a:gd name="connsiteY3" fmla="*/ 176492 h 183808"/>
                  <a:gd name="connsiteX4" fmla="*/ 0 w 131968"/>
                  <a:gd name="connsiteY4" fmla="*/ 130255 h 183808"/>
                  <a:gd name="connsiteX5" fmla="*/ 14589 w 131968"/>
                  <a:gd name="connsiteY5" fmla="*/ 130255 h 183808"/>
                  <a:gd name="connsiteX6" fmla="*/ 20764 w 131968"/>
                  <a:gd name="connsiteY6" fmla="*/ 164198 h 183808"/>
                  <a:gd name="connsiteX7" fmla="*/ 38259 w 131968"/>
                  <a:gd name="connsiteY7" fmla="*/ 169236 h 183808"/>
                  <a:gd name="connsiteX8" fmla="*/ 93709 w 131968"/>
                  <a:gd name="connsiteY8" fmla="*/ 169236 h 183808"/>
                  <a:gd name="connsiteX9" fmla="*/ 111750 w 131968"/>
                  <a:gd name="connsiteY9" fmla="*/ 163959 h 183808"/>
                  <a:gd name="connsiteX10" fmla="*/ 116350 w 131968"/>
                  <a:gd name="connsiteY10" fmla="*/ 135233 h 183808"/>
                  <a:gd name="connsiteX11" fmla="*/ 112294 w 131968"/>
                  <a:gd name="connsiteY11" fmla="*/ 109386 h 183808"/>
                  <a:gd name="connsiteX12" fmla="*/ 92196 w 131968"/>
                  <a:gd name="connsiteY12" fmla="*/ 103509 h 183808"/>
                  <a:gd name="connsiteX13" fmla="*/ 38804 w 131968"/>
                  <a:gd name="connsiteY13" fmla="*/ 97452 h 183808"/>
                  <a:gd name="connsiteX14" fmla="*/ 11139 w 131968"/>
                  <a:gd name="connsiteY14" fmla="*/ 85877 h 183808"/>
                  <a:gd name="connsiteX15" fmla="*/ 2603 w 131968"/>
                  <a:gd name="connsiteY15" fmla="*/ 48276 h 183808"/>
                  <a:gd name="connsiteX16" fmla="*/ 13137 w 131968"/>
                  <a:gd name="connsiteY16" fmla="*/ 7856 h 183808"/>
                  <a:gd name="connsiteX17" fmla="*/ 38925 w 131968"/>
                  <a:gd name="connsiteY17" fmla="*/ 0 h 183808"/>
                  <a:gd name="connsiteX18" fmla="*/ 92741 w 131968"/>
                  <a:gd name="connsiteY18" fmla="*/ 0 h 183808"/>
                  <a:gd name="connsiteX19" fmla="*/ 118711 w 131968"/>
                  <a:gd name="connsiteY19" fmla="*/ 7376 h 183808"/>
                  <a:gd name="connsiteX20" fmla="*/ 128154 w 131968"/>
                  <a:gd name="connsiteY20" fmla="*/ 51994 h 183808"/>
                  <a:gd name="connsiteX21" fmla="*/ 113383 w 131968"/>
                  <a:gd name="connsiteY21" fmla="*/ 51994 h 183808"/>
                  <a:gd name="connsiteX22" fmla="*/ 107269 w 131968"/>
                  <a:gd name="connsiteY22" fmla="*/ 19550 h 183808"/>
                  <a:gd name="connsiteX23" fmla="*/ 89775 w 131968"/>
                  <a:gd name="connsiteY23" fmla="*/ 14573 h 183808"/>
                  <a:gd name="connsiteX24" fmla="*/ 42375 w 131968"/>
                  <a:gd name="connsiteY24" fmla="*/ 14573 h 183808"/>
                  <a:gd name="connsiteX25" fmla="*/ 24335 w 131968"/>
                  <a:gd name="connsiteY25" fmla="*/ 19790 h 183808"/>
                  <a:gd name="connsiteX26" fmla="*/ 17919 w 131968"/>
                  <a:gd name="connsiteY26" fmla="*/ 48036 h 183808"/>
                  <a:gd name="connsiteX27" fmla="*/ 23730 w 131968"/>
                  <a:gd name="connsiteY27" fmla="*/ 76162 h 183808"/>
                  <a:gd name="connsiteX28" fmla="*/ 43949 w 131968"/>
                  <a:gd name="connsiteY28" fmla="*/ 81859 h 183808"/>
                  <a:gd name="connsiteX29" fmla="*/ 95647 w 131968"/>
                  <a:gd name="connsiteY29" fmla="*/ 87137 h 183808"/>
                  <a:gd name="connsiteX30" fmla="*/ 123251 w 131968"/>
                  <a:gd name="connsiteY30" fmla="*/ 96072 h 183808"/>
                  <a:gd name="connsiteX31" fmla="*/ 131968 w 131968"/>
                  <a:gd name="connsiteY31" fmla="*/ 135233 h 183808"/>
                  <a:gd name="connsiteX32" fmla="*/ 121072 w 131968"/>
                  <a:gd name="connsiteY32" fmla="*/ 175893 h 183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31968" h="183808">
                    <a:moveTo>
                      <a:pt x="121072" y="175953"/>
                    </a:moveTo>
                    <a:cubicBezTo>
                      <a:pt x="116290" y="180990"/>
                      <a:pt x="108904" y="183809"/>
                      <a:pt x="95102" y="183809"/>
                    </a:cubicBezTo>
                    <a:lnTo>
                      <a:pt x="35474" y="183809"/>
                    </a:lnTo>
                    <a:cubicBezTo>
                      <a:pt x="22277" y="183809"/>
                      <a:pt x="15134" y="181710"/>
                      <a:pt x="9565" y="176492"/>
                    </a:cubicBezTo>
                    <a:cubicBezTo>
                      <a:pt x="2966" y="169596"/>
                      <a:pt x="0" y="163599"/>
                      <a:pt x="0" y="130255"/>
                    </a:cubicBezTo>
                    <a:lnTo>
                      <a:pt x="14589" y="130255"/>
                    </a:lnTo>
                    <a:cubicBezTo>
                      <a:pt x="14892" y="158621"/>
                      <a:pt x="16769" y="160240"/>
                      <a:pt x="20764" y="164198"/>
                    </a:cubicBezTo>
                    <a:cubicBezTo>
                      <a:pt x="24457" y="167917"/>
                      <a:pt x="29239" y="169236"/>
                      <a:pt x="38259" y="169236"/>
                    </a:cubicBezTo>
                    <a:lnTo>
                      <a:pt x="93709" y="169236"/>
                    </a:lnTo>
                    <a:cubicBezTo>
                      <a:pt x="103274" y="169236"/>
                      <a:pt x="108056" y="167677"/>
                      <a:pt x="111750" y="163959"/>
                    </a:cubicBezTo>
                    <a:cubicBezTo>
                      <a:pt x="116229" y="159761"/>
                      <a:pt x="116350" y="154663"/>
                      <a:pt x="116350" y="135233"/>
                    </a:cubicBezTo>
                    <a:cubicBezTo>
                      <a:pt x="116350" y="115802"/>
                      <a:pt x="117077" y="114123"/>
                      <a:pt x="112294" y="109386"/>
                    </a:cubicBezTo>
                    <a:cubicBezTo>
                      <a:pt x="108843" y="105967"/>
                      <a:pt x="104848" y="105368"/>
                      <a:pt x="92196" y="103509"/>
                    </a:cubicBezTo>
                    <a:lnTo>
                      <a:pt x="38804" y="97452"/>
                    </a:lnTo>
                    <a:cubicBezTo>
                      <a:pt x="22640" y="95772"/>
                      <a:pt x="15860" y="90555"/>
                      <a:pt x="11139" y="85877"/>
                    </a:cubicBezTo>
                    <a:cubicBezTo>
                      <a:pt x="5267" y="80000"/>
                      <a:pt x="2603" y="71664"/>
                      <a:pt x="2603" y="48276"/>
                    </a:cubicBezTo>
                    <a:cubicBezTo>
                      <a:pt x="2603" y="26747"/>
                      <a:pt x="5570" y="15472"/>
                      <a:pt x="13137" y="7856"/>
                    </a:cubicBezTo>
                    <a:cubicBezTo>
                      <a:pt x="18282" y="2879"/>
                      <a:pt x="25425" y="0"/>
                      <a:pt x="38925" y="0"/>
                    </a:cubicBezTo>
                    <a:lnTo>
                      <a:pt x="92741" y="0"/>
                    </a:lnTo>
                    <a:cubicBezTo>
                      <a:pt x="105998" y="0"/>
                      <a:pt x="113202" y="2099"/>
                      <a:pt x="118711" y="7376"/>
                    </a:cubicBezTo>
                    <a:cubicBezTo>
                      <a:pt x="125854" y="14693"/>
                      <a:pt x="127973" y="22069"/>
                      <a:pt x="128154" y="51994"/>
                    </a:cubicBezTo>
                    <a:lnTo>
                      <a:pt x="113383" y="51994"/>
                    </a:lnTo>
                    <a:cubicBezTo>
                      <a:pt x="113081" y="27047"/>
                      <a:pt x="111568" y="23748"/>
                      <a:pt x="107269" y="19550"/>
                    </a:cubicBezTo>
                    <a:cubicBezTo>
                      <a:pt x="103516" y="15892"/>
                      <a:pt x="98795" y="14573"/>
                      <a:pt x="89775" y="14573"/>
                    </a:cubicBezTo>
                    <a:lnTo>
                      <a:pt x="42375" y="14573"/>
                    </a:lnTo>
                    <a:cubicBezTo>
                      <a:pt x="32750" y="14573"/>
                      <a:pt x="28028" y="16192"/>
                      <a:pt x="24335" y="19790"/>
                    </a:cubicBezTo>
                    <a:cubicBezTo>
                      <a:pt x="19492" y="24528"/>
                      <a:pt x="17919" y="30645"/>
                      <a:pt x="17919" y="48036"/>
                    </a:cubicBezTo>
                    <a:cubicBezTo>
                      <a:pt x="17919" y="67227"/>
                      <a:pt x="19492" y="71904"/>
                      <a:pt x="23730" y="76162"/>
                    </a:cubicBezTo>
                    <a:cubicBezTo>
                      <a:pt x="27180" y="79520"/>
                      <a:pt x="31781" y="80240"/>
                      <a:pt x="43949" y="81859"/>
                    </a:cubicBezTo>
                    <a:lnTo>
                      <a:pt x="95647" y="87137"/>
                    </a:lnTo>
                    <a:cubicBezTo>
                      <a:pt x="110720" y="88696"/>
                      <a:pt x="118408" y="91335"/>
                      <a:pt x="123251" y="96072"/>
                    </a:cubicBezTo>
                    <a:cubicBezTo>
                      <a:pt x="129304" y="102129"/>
                      <a:pt x="131968" y="111305"/>
                      <a:pt x="131968" y="135233"/>
                    </a:cubicBezTo>
                    <a:cubicBezTo>
                      <a:pt x="131968" y="159161"/>
                      <a:pt x="128517" y="168516"/>
                      <a:pt x="121072" y="175893"/>
                    </a:cubicBez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 233">
                <a:extLst>
                  <a:ext uri="{FF2B5EF4-FFF2-40B4-BE49-F238E27FC236}">
                    <a16:creationId xmlns:a16="http://schemas.microsoft.com/office/drawing/2014/main" id="{C094C45B-F87C-1F81-2F89-464C42858E64}"/>
                  </a:ext>
                </a:extLst>
              </p:cNvPr>
              <p:cNvSpPr/>
              <p:nvPr/>
            </p:nvSpPr>
            <p:spPr>
              <a:xfrm>
                <a:off x="10937873" y="377077"/>
                <a:ext cx="174584" cy="183688"/>
              </a:xfrm>
              <a:custGeom>
                <a:avLst/>
                <a:gdLst>
                  <a:gd name="connsiteX0" fmla="*/ 110417 w 174584"/>
                  <a:gd name="connsiteY0" fmla="*/ 0 h 183688"/>
                  <a:gd name="connsiteX1" fmla="*/ 110417 w 174584"/>
                  <a:gd name="connsiteY1" fmla="*/ 14573 h 183688"/>
                  <a:gd name="connsiteX2" fmla="*/ 137053 w 174584"/>
                  <a:gd name="connsiteY2" fmla="*/ 14573 h 183688"/>
                  <a:gd name="connsiteX3" fmla="*/ 88503 w 174584"/>
                  <a:gd name="connsiteY3" fmla="*/ 93673 h 183688"/>
                  <a:gd name="connsiteX4" fmla="*/ 87171 w 174584"/>
                  <a:gd name="connsiteY4" fmla="*/ 93673 h 183688"/>
                  <a:gd name="connsiteX5" fmla="*/ 39227 w 174584"/>
                  <a:gd name="connsiteY5" fmla="*/ 14573 h 183688"/>
                  <a:gd name="connsiteX6" fmla="*/ 65983 w 174584"/>
                  <a:gd name="connsiteY6" fmla="*/ 14573 h 183688"/>
                  <a:gd name="connsiteX7" fmla="*/ 65983 w 174584"/>
                  <a:gd name="connsiteY7" fmla="*/ 0 h 183688"/>
                  <a:gd name="connsiteX8" fmla="*/ 0 w 174584"/>
                  <a:gd name="connsiteY8" fmla="*/ 0 h 183688"/>
                  <a:gd name="connsiteX9" fmla="*/ 0 w 174584"/>
                  <a:gd name="connsiteY9" fmla="*/ 14573 h 183688"/>
                  <a:gd name="connsiteX10" fmla="*/ 21369 w 174584"/>
                  <a:gd name="connsiteY10" fmla="*/ 14573 h 183688"/>
                  <a:gd name="connsiteX11" fmla="*/ 80028 w 174584"/>
                  <a:gd name="connsiteY11" fmla="*/ 106267 h 183688"/>
                  <a:gd name="connsiteX12" fmla="*/ 80028 w 174584"/>
                  <a:gd name="connsiteY12" fmla="*/ 169116 h 183688"/>
                  <a:gd name="connsiteX13" fmla="*/ 52484 w 174584"/>
                  <a:gd name="connsiteY13" fmla="*/ 169116 h 183688"/>
                  <a:gd name="connsiteX14" fmla="*/ 52484 w 174584"/>
                  <a:gd name="connsiteY14" fmla="*/ 183689 h 183688"/>
                  <a:gd name="connsiteX15" fmla="*/ 121859 w 174584"/>
                  <a:gd name="connsiteY15" fmla="*/ 183689 h 183688"/>
                  <a:gd name="connsiteX16" fmla="*/ 121859 w 174584"/>
                  <a:gd name="connsiteY16" fmla="*/ 169116 h 183688"/>
                  <a:gd name="connsiteX17" fmla="*/ 94678 w 174584"/>
                  <a:gd name="connsiteY17" fmla="*/ 169116 h 183688"/>
                  <a:gd name="connsiteX18" fmla="*/ 94678 w 174584"/>
                  <a:gd name="connsiteY18" fmla="*/ 105967 h 183688"/>
                  <a:gd name="connsiteX19" fmla="*/ 152489 w 174584"/>
                  <a:gd name="connsiteY19" fmla="*/ 14573 h 183688"/>
                  <a:gd name="connsiteX20" fmla="*/ 174585 w 174584"/>
                  <a:gd name="connsiteY20" fmla="*/ 14573 h 183688"/>
                  <a:gd name="connsiteX21" fmla="*/ 174585 w 174584"/>
                  <a:gd name="connsiteY21" fmla="*/ 0 h 183688"/>
                  <a:gd name="connsiteX22" fmla="*/ 110417 w 174584"/>
                  <a:gd name="connsiteY2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74584" h="183688">
                    <a:moveTo>
                      <a:pt x="110417" y="0"/>
                    </a:moveTo>
                    <a:lnTo>
                      <a:pt x="110417" y="14573"/>
                    </a:lnTo>
                    <a:lnTo>
                      <a:pt x="137053" y="14573"/>
                    </a:lnTo>
                    <a:lnTo>
                      <a:pt x="88503" y="93673"/>
                    </a:lnTo>
                    <a:lnTo>
                      <a:pt x="87171" y="93673"/>
                    </a:lnTo>
                    <a:lnTo>
                      <a:pt x="39227" y="14573"/>
                    </a:lnTo>
                    <a:lnTo>
                      <a:pt x="65983" y="14573"/>
                    </a:lnTo>
                    <a:lnTo>
                      <a:pt x="65983" y="0"/>
                    </a:lnTo>
                    <a:lnTo>
                      <a:pt x="0" y="0"/>
                    </a:lnTo>
                    <a:lnTo>
                      <a:pt x="0" y="14573"/>
                    </a:lnTo>
                    <a:lnTo>
                      <a:pt x="21369" y="14573"/>
                    </a:lnTo>
                    <a:lnTo>
                      <a:pt x="80028" y="106267"/>
                    </a:lnTo>
                    <a:lnTo>
                      <a:pt x="80028" y="169116"/>
                    </a:lnTo>
                    <a:lnTo>
                      <a:pt x="52484" y="169116"/>
                    </a:lnTo>
                    <a:lnTo>
                      <a:pt x="52484" y="183689"/>
                    </a:lnTo>
                    <a:lnTo>
                      <a:pt x="121859" y="183689"/>
                    </a:lnTo>
                    <a:lnTo>
                      <a:pt x="121859" y="169116"/>
                    </a:lnTo>
                    <a:lnTo>
                      <a:pt x="94678" y="169116"/>
                    </a:lnTo>
                    <a:lnTo>
                      <a:pt x="94678" y="105967"/>
                    </a:lnTo>
                    <a:lnTo>
                      <a:pt x="152489" y="14573"/>
                    </a:lnTo>
                    <a:lnTo>
                      <a:pt x="174585" y="14573"/>
                    </a:lnTo>
                    <a:lnTo>
                      <a:pt x="174585" y="0"/>
                    </a:lnTo>
                    <a:lnTo>
                      <a:pt x="110417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 234">
                <a:extLst>
                  <a:ext uri="{FF2B5EF4-FFF2-40B4-BE49-F238E27FC236}">
                    <a16:creationId xmlns:a16="http://schemas.microsoft.com/office/drawing/2014/main" id="{51915B90-8798-8C2D-99B6-37947C1F5D70}"/>
                  </a:ext>
                </a:extLst>
              </p:cNvPr>
              <p:cNvSpPr/>
              <p:nvPr/>
            </p:nvSpPr>
            <p:spPr>
              <a:xfrm>
                <a:off x="10762743" y="377077"/>
                <a:ext cx="152549" cy="183688"/>
              </a:xfrm>
              <a:custGeom>
                <a:avLst/>
                <a:gdLst>
                  <a:gd name="connsiteX0" fmla="*/ 0 w 152549"/>
                  <a:gd name="connsiteY0" fmla="*/ 0 h 183688"/>
                  <a:gd name="connsiteX1" fmla="*/ 0 w 152549"/>
                  <a:gd name="connsiteY1" fmla="*/ 48456 h 183688"/>
                  <a:gd name="connsiteX2" fmla="*/ 14650 w 152549"/>
                  <a:gd name="connsiteY2" fmla="*/ 48456 h 183688"/>
                  <a:gd name="connsiteX3" fmla="*/ 14650 w 152549"/>
                  <a:gd name="connsiteY3" fmla="*/ 11514 h 183688"/>
                  <a:gd name="connsiteX4" fmla="*/ 68950 w 152549"/>
                  <a:gd name="connsiteY4" fmla="*/ 11514 h 183688"/>
                  <a:gd name="connsiteX5" fmla="*/ 68950 w 152549"/>
                  <a:gd name="connsiteY5" fmla="*/ 169116 h 183688"/>
                  <a:gd name="connsiteX6" fmla="*/ 41527 w 152549"/>
                  <a:gd name="connsiteY6" fmla="*/ 169116 h 183688"/>
                  <a:gd name="connsiteX7" fmla="*/ 41527 w 152549"/>
                  <a:gd name="connsiteY7" fmla="*/ 183689 h 183688"/>
                  <a:gd name="connsiteX8" fmla="*/ 110902 w 152549"/>
                  <a:gd name="connsiteY8" fmla="*/ 183689 h 183688"/>
                  <a:gd name="connsiteX9" fmla="*/ 110902 w 152549"/>
                  <a:gd name="connsiteY9" fmla="*/ 169116 h 183688"/>
                  <a:gd name="connsiteX10" fmla="*/ 83600 w 152549"/>
                  <a:gd name="connsiteY10" fmla="*/ 169116 h 183688"/>
                  <a:gd name="connsiteX11" fmla="*/ 83600 w 152549"/>
                  <a:gd name="connsiteY11" fmla="*/ 11514 h 183688"/>
                  <a:gd name="connsiteX12" fmla="*/ 137840 w 152549"/>
                  <a:gd name="connsiteY12" fmla="*/ 11514 h 183688"/>
                  <a:gd name="connsiteX13" fmla="*/ 137840 w 152549"/>
                  <a:gd name="connsiteY13" fmla="*/ 48456 h 183688"/>
                  <a:gd name="connsiteX14" fmla="*/ 152550 w 152549"/>
                  <a:gd name="connsiteY14" fmla="*/ 48456 h 183688"/>
                  <a:gd name="connsiteX15" fmla="*/ 152550 w 152549"/>
                  <a:gd name="connsiteY15" fmla="*/ 0 h 183688"/>
                  <a:gd name="connsiteX16" fmla="*/ 0 w 152549"/>
                  <a:gd name="connsiteY16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2549" h="183688">
                    <a:moveTo>
                      <a:pt x="0" y="0"/>
                    </a:moveTo>
                    <a:lnTo>
                      <a:pt x="0" y="48456"/>
                    </a:lnTo>
                    <a:lnTo>
                      <a:pt x="14650" y="48456"/>
                    </a:lnTo>
                    <a:lnTo>
                      <a:pt x="14650" y="11514"/>
                    </a:lnTo>
                    <a:lnTo>
                      <a:pt x="68950" y="11514"/>
                    </a:lnTo>
                    <a:lnTo>
                      <a:pt x="68950" y="169116"/>
                    </a:lnTo>
                    <a:lnTo>
                      <a:pt x="41527" y="169116"/>
                    </a:lnTo>
                    <a:lnTo>
                      <a:pt x="41527" y="183689"/>
                    </a:lnTo>
                    <a:lnTo>
                      <a:pt x="110902" y="183689"/>
                    </a:lnTo>
                    <a:lnTo>
                      <a:pt x="110902" y="169116"/>
                    </a:lnTo>
                    <a:lnTo>
                      <a:pt x="83600" y="169116"/>
                    </a:lnTo>
                    <a:lnTo>
                      <a:pt x="83600" y="11514"/>
                    </a:lnTo>
                    <a:lnTo>
                      <a:pt x="137840" y="11514"/>
                    </a:lnTo>
                    <a:lnTo>
                      <a:pt x="137840" y="48456"/>
                    </a:lnTo>
                    <a:lnTo>
                      <a:pt x="152550" y="48456"/>
                    </a:lnTo>
                    <a:lnTo>
                      <a:pt x="1525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 235">
                <a:extLst>
                  <a:ext uri="{FF2B5EF4-FFF2-40B4-BE49-F238E27FC236}">
                    <a16:creationId xmlns:a16="http://schemas.microsoft.com/office/drawing/2014/main" id="{AF4FA651-2140-C6A9-1B36-A9FF27B67B30}"/>
                  </a:ext>
                </a:extLst>
              </p:cNvPr>
              <p:cNvSpPr/>
              <p:nvPr/>
            </p:nvSpPr>
            <p:spPr>
              <a:xfrm>
                <a:off x="10667460" y="377077"/>
                <a:ext cx="69132" cy="183688"/>
              </a:xfrm>
              <a:custGeom>
                <a:avLst/>
                <a:gdLst>
                  <a:gd name="connsiteX0" fmla="*/ 0 w 69132"/>
                  <a:gd name="connsiteY0" fmla="*/ 0 h 183688"/>
                  <a:gd name="connsiteX1" fmla="*/ 0 w 69132"/>
                  <a:gd name="connsiteY1" fmla="*/ 14573 h 183688"/>
                  <a:gd name="connsiteX2" fmla="*/ 27180 w 69132"/>
                  <a:gd name="connsiteY2" fmla="*/ 14573 h 183688"/>
                  <a:gd name="connsiteX3" fmla="*/ 27180 w 69132"/>
                  <a:gd name="connsiteY3" fmla="*/ 169116 h 183688"/>
                  <a:gd name="connsiteX4" fmla="*/ 0 w 69132"/>
                  <a:gd name="connsiteY4" fmla="*/ 169116 h 183688"/>
                  <a:gd name="connsiteX5" fmla="*/ 0 w 69132"/>
                  <a:gd name="connsiteY5" fmla="*/ 183689 h 183688"/>
                  <a:gd name="connsiteX6" fmla="*/ 69132 w 69132"/>
                  <a:gd name="connsiteY6" fmla="*/ 183689 h 183688"/>
                  <a:gd name="connsiteX7" fmla="*/ 69132 w 69132"/>
                  <a:gd name="connsiteY7" fmla="*/ 169116 h 183688"/>
                  <a:gd name="connsiteX8" fmla="*/ 42133 w 69132"/>
                  <a:gd name="connsiteY8" fmla="*/ 169116 h 183688"/>
                  <a:gd name="connsiteX9" fmla="*/ 42133 w 69132"/>
                  <a:gd name="connsiteY9" fmla="*/ 14573 h 183688"/>
                  <a:gd name="connsiteX10" fmla="*/ 69132 w 69132"/>
                  <a:gd name="connsiteY10" fmla="*/ 14573 h 183688"/>
                  <a:gd name="connsiteX11" fmla="*/ 69132 w 69132"/>
                  <a:gd name="connsiteY11" fmla="*/ 0 h 183688"/>
                  <a:gd name="connsiteX12" fmla="*/ 0 w 69132"/>
                  <a:gd name="connsiteY1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2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7180" y="14573"/>
                    </a:lnTo>
                    <a:lnTo>
                      <a:pt x="27180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69132" y="183689"/>
                    </a:lnTo>
                    <a:lnTo>
                      <a:pt x="69132" y="169116"/>
                    </a:lnTo>
                    <a:lnTo>
                      <a:pt x="42133" y="169116"/>
                    </a:lnTo>
                    <a:lnTo>
                      <a:pt x="42133" y="14573"/>
                    </a:lnTo>
                    <a:lnTo>
                      <a:pt x="69132" y="14573"/>
                    </a:lnTo>
                    <a:lnTo>
                      <a:pt x="6913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" name="Graphic 6">
              <a:extLst>
                <a:ext uri="{FF2B5EF4-FFF2-40B4-BE49-F238E27FC236}">
                  <a16:creationId xmlns:a16="http://schemas.microsoft.com/office/drawing/2014/main" id="{61FAE511-B455-A8D7-1DC5-C68E14BC4911}"/>
                </a:ext>
              </a:extLst>
            </p:cNvPr>
            <p:cNvGrpSpPr/>
            <p:nvPr/>
          </p:nvGrpSpPr>
          <p:grpSpPr>
            <a:xfrm>
              <a:off x="231304" y="206042"/>
              <a:ext cx="1465696" cy="522615"/>
              <a:chOff x="152400" y="206042"/>
              <a:chExt cx="1166221" cy="415833"/>
            </a:xfrm>
          </p:grpSpPr>
          <p:grpSp>
            <p:nvGrpSpPr>
              <p:cNvPr id="65" name="Graphic 6">
                <a:extLst>
                  <a:ext uri="{FF2B5EF4-FFF2-40B4-BE49-F238E27FC236}">
                    <a16:creationId xmlns:a16="http://schemas.microsoft.com/office/drawing/2014/main" id="{1065CE4A-5157-54FD-D6BF-2C908A0049BC}"/>
                  </a:ext>
                </a:extLst>
              </p:cNvPr>
              <p:cNvGrpSpPr/>
              <p:nvPr/>
            </p:nvGrpSpPr>
            <p:grpSpPr>
              <a:xfrm>
                <a:off x="156576" y="584634"/>
                <a:ext cx="655178" cy="37181"/>
                <a:chOff x="156576" y="584634"/>
                <a:chExt cx="655178" cy="37181"/>
              </a:xfrm>
              <a:solidFill>
                <a:srgbClr val="DF8026"/>
              </a:solidFill>
            </p:grpSpPr>
            <p:sp>
              <p:nvSpPr>
                <p:cNvPr id="81" name="Freeform 192">
                  <a:extLst>
                    <a:ext uri="{FF2B5EF4-FFF2-40B4-BE49-F238E27FC236}">
                      <a16:creationId xmlns:a16="http://schemas.microsoft.com/office/drawing/2014/main" id="{E90EBEAC-D4AC-D611-7D63-DB74A1357E18}"/>
                    </a:ext>
                  </a:extLst>
                </p:cNvPr>
                <p:cNvSpPr/>
                <p:nvPr/>
              </p:nvSpPr>
              <p:spPr>
                <a:xfrm>
                  <a:off x="156576" y="584994"/>
                  <a:ext cx="34021" cy="36461"/>
                </a:xfrm>
                <a:custGeom>
                  <a:avLst/>
                  <a:gdLst>
                    <a:gd name="connsiteX0" fmla="*/ 15073 w 34021"/>
                    <a:gd name="connsiteY0" fmla="*/ 0 h 36461"/>
                    <a:gd name="connsiteX1" fmla="*/ 19008 w 34021"/>
                    <a:gd name="connsiteY1" fmla="*/ 0 h 36461"/>
                    <a:gd name="connsiteX2" fmla="*/ 34021 w 34021"/>
                    <a:gd name="connsiteY2" fmla="*/ 36462 h 36461"/>
                    <a:gd name="connsiteX3" fmla="*/ 29057 w 34021"/>
                    <a:gd name="connsiteY3" fmla="*/ 36462 h 36461"/>
                    <a:gd name="connsiteX4" fmla="*/ 24699 w 34021"/>
                    <a:gd name="connsiteY4" fmla="*/ 25787 h 36461"/>
                    <a:gd name="connsiteX5" fmla="*/ 9262 w 34021"/>
                    <a:gd name="connsiteY5" fmla="*/ 25787 h 36461"/>
                    <a:gd name="connsiteX6" fmla="*/ 4964 w 34021"/>
                    <a:gd name="connsiteY6" fmla="*/ 36462 h 36461"/>
                    <a:gd name="connsiteX7" fmla="*/ 0 w 34021"/>
                    <a:gd name="connsiteY7" fmla="*/ 36462 h 36461"/>
                    <a:gd name="connsiteX8" fmla="*/ 15073 w 34021"/>
                    <a:gd name="connsiteY8" fmla="*/ 0 h 36461"/>
                    <a:gd name="connsiteX9" fmla="*/ 23669 w 34021"/>
                    <a:gd name="connsiteY9" fmla="*/ 22189 h 36461"/>
                    <a:gd name="connsiteX10" fmla="*/ 17011 w 34021"/>
                    <a:gd name="connsiteY10" fmla="*/ 5337 h 36461"/>
                    <a:gd name="connsiteX11" fmla="*/ 10170 w 34021"/>
                    <a:gd name="connsiteY11" fmla="*/ 22189 h 36461"/>
                    <a:gd name="connsiteX12" fmla="*/ 23669 w 34021"/>
                    <a:gd name="connsiteY12" fmla="*/ 22189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4021" h="36461">
                      <a:moveTo>
                        <a:pt x="15073" y="0"/>
                      </a:moveTo>
                      <a:lnTo>
                        <a:pt x="19008" y="0"/>
                      </a:lnTo>
                      <a:lnTo>
                        <a:pt x="34021" y="36462"/>
                      </a:lnTo>
                      <a:lnTo>
                        <a:pt x="29057" y="36462"/>
                      </a:lnTo>
                      <a:lnTo>
                        <a:pt x="24699" y="25787"/>
                      </a:lnTo>
                      <a:lnTo>
                        <a:pt x="9262" y="25787"/>
                      </a:lnTo>
                      <a:lnTo>
                        <a:pt x="4964" y="36462"/>
                      </a:lnTo>
                      <a:lnTo>
                        <a:pt x="0" y="36462"/>
                      </a:lnTo>
                      <a:lnTo>
                        <a:pt x="15073" y="0"/>
                      </a:lnTo>
                      <a:close/>
                      <a:moveTo>
                        <a:pt x="23669" y="22189"/>
                      </a:moveTo>
                      <a:lnTo>
                        <a:pt x="17011" y="5337"/>
                      </a:lnTo>
                      <a:lnTo>
                        <a:pt x="10170" y="22189"/>
                      </a:lnTo>
                      <a:lnTo>
                        <a:pt x="23669" y="22189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" name="Freeform 193">
                  <a:extLst>
                    <a:ext uri="{FF2B5EF4-FFF2-40B4-BE49-F238E27FC236}">
                      <a16:creationId xmlns:a16="http://schemas.microsoft.com/office/drawing/2014/main" id="{17CB1FDE-0AF4-4148-C169-7965767FE362}"/>
                    </a:ext>
                  </a:extLst>
                </p:cNvPr>
                <p:cNvSpPr/>
                <p:nvPr/>
              </p:nvSpPr>
              <p:spPr>
                <a:xfrm>
                  <a:off x="191687" y="584754"/>
                  <a:ext cx="31902" cy="36941"/>
                </a:xfrm>
                <a:custGeom>
                  <a:avLst/>
                  <a:gdLst>
                    <a:gd name="connsiteX0" fmla="*/ 121 w 31902"/>
                    <a:gd name="connsiteY0" fmla="*/ 18231 h 36941"/>
                    <a:gd name="connsiteX1" fmla="*/ 1271 w 31902"/>
                    <a:gd name="connsiteY1" fmla="*/ 11694 h 36941"/>
                    <a:gd name="connsiteX2" fmla="*/ 4722 w 31902"/>
                    <a:gd name="connsiteY2" fmla="*/ 5817 h 36941"/>
                    <a:gd name="connsiteX3" fmla="*/ 10231 w 31902"/>
                    <a:gd name="connsiteY3" fmla="*/ 1619 h 36941"/>
                    <a:gd name="connsiteX4" fmla="*/ 17616 w 31902"/>
                    <a:gd name="connsiteY4" fmla="*/ 0 h 36941"/>
                    <a:gd name="connsiteX5" fmla="*/ 26091 w 31902"/>
                    <a:gd name="connsiteY5" fmla="*/ 2219 h 36941"/>
                    <a:gd name="connsiteX6" fmla="*/ 31358 w 31902"/>
                    <a:gd name="connsiteY6" fmla="*/ 7976 h 36941"/>
                    <a:gd name="connsiteX7" fmla="*/ 27665 w 31902"/>
                    <a:gd name="connsiteY7" fmla="*/ 10315 h 36941"/>
                    <a:gd name="connsiteX8" fmla="*/ 25667 w 31902"/>
                    <a:gd name="connsiteY8" fmla="*/ 7376 h 36941"/>
                    <a:gd name="connsiteX9" fmla="*/ 23125 w 31902"/>
                    <a:gd name="connsiteY9" fmla="*/ 5457 h 36941"/>
                    <a:gd name="connsiteX10" fmla="*/ 20279 w 31902"/>
                    <a:gd name="connsiteY10" fmla="*/ 4438 h 36941"/>
                    <a:gd name="connsiteX11" fmla="*/ 17434 w 31902"/>
                    <a:gd name="connsiteY11" fmla="*/ 4138 h 36941"/>
                    <a:gd name="connsiteX12" fmla="*/ 11986 w 31902"/>
                    <a:gd name="connsiteY12" fmla="*/ 5397 h 36941"/>
                    <a:gd name="connsiteX13" fmla="*/ 7991 w 31902"/>
                    <a:gd name="connsiteY13" fmla="*/ 8696 h 36941"/>
                    <a:gd name="connsiteX14" fmla="*/ 5569 w 31902"/>
                    <a:gd name="connsiteY14" fmla="*/ 13253 h 36941"/>
                    <a:gd name="connsiteX15" fmla="*/ 4782 w 31902"/>
                    <a:gd name="connsiteY15" fmla="*/ 18351 h 36941"/>
                    <a:gd name="connsiteX16" fmla="*/ 5751 w 31902"/>
                    <a:gd name="connsiteY16" fmla="*/ 23808 h 36941"/>
                    <a:gd name="connsiteX17" fmla="*/ 8414 w 31902"/>
                    <a:gd name="connsiteY17" fmla="*/ 28426 h 36941"/>
                    <a:gd name="connsiteX18" fmla="*/ 12470 w 31902"/>
                    <a:gd name="connsiteY18" fmla="*/ 31604 h 36941"/>
                    <a:gd name="connsiteX19" fmla="*/ 17555 w 31902"/>
                    <a:gd name="connsiteY19" fmla="*/ 32804 h 36941"/>
                    <a:gd name="connsiteX20" fmla="*/ 20522 w 31902"/>
                    <a:gd name="connsiteY20" fmla="*/ 32444 h 36941"/>
                    <a:gd name="connsiteX21" fmla="*/ 23427 w 31902"/>
                    <a:gd name="connsiteY21" fmla="*/ 31304 h 36941"/>
                    <a:gd name="connsiteX22" fmla="*/ 26030 w 31902"/>
                    <a:gd name="connsiteY22" fmla="*/ 29325 h 36941"/>
                    <a:gd name="connsiteX23" fmla="*/ 28028 w 31902"/>
                    <a:gd name="connsiteY23" fmla="*/ 26447 h 36941"/>
                    <a:gd name="connsiteX24" fmla="*/ 31902 w 31902"/>
                    <a:gd name="connsiteY24" fmla="*/ 28546 h 36941"/>
                    <a:gd name="connsiteX25" fmla="*/ 29420 w 31902"/>
                    <a:gd name="connsiteY25" fmla="*/ 32144 h 36941"/>
                    <a:gd name="connsiteX26" fmla="*/ 25849 w 31902"/>
                    <a:gd name="connsiteY26" fmla="*/ 34783 h 36941"/>
                    <a:gd name="connsiteX27" fmla="*/ 21611 w 31902"/>
                    <a:gd name="connsiteY27" fmla="*/ 36402 h 36941"/>
                    <a:gd name="connsiteX28" fmla="*/ 17253 w 31902"/>
                    <a:gd name="connsiteY28" fmla="*/ 36942 h 36941"/>
                    <a:gd name="connsiteX29" fmla="*/ 10291 w 31902"/>
                    <a:gd name="connsiteY29" fmla="*/ 35322 h 36941"/>
                    <a:gd name="connsiteX30" fmla="*/ 4843 w 31902"/>
                    <a:gd name="connsiteY30" fmla="*/ 31065 h 36941"/>
                    <a:gd name="connsiteX31" fmla="*/ 1271 w 31902"/>
                    <a:gd name="connsiteY31" fmla="*/ 25068 h 36941"/>
                    <a:gd name="connsiteX32" fmla="*/ 0 w 31902"/>
                    <a:gd name="connsiteY32" fmla="*/ 18231 h 36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1902" h="36941">
                      <a:moveTo>
                        <a:pt x="121" y="18231"/>
                      </a:moveTo>
                      <a:cubicBezTo>
                        <a:pt x="121" y="16012"/>
                        <a:pt x="484" y="13853"/>
                        <a:pt x="1271" y="11694"/>
                      </a:cubicBezTo>
                      <a:cubicBezTo>
                        <a:pt x="2058" y="9535"/>
                        <a:pt x="3208" y="7556"/>
                        <a:pt x="4722" y="5817"/>
                      </a:cubicBezTo>
                      <a:cubicBezTo>
                        <a:pt x="6235" y="4078"/>
                        <a:pt x="8051" y="2699"/>
                        <a:pt x="10231" y="1619"/>
                      </a:cubicBezTo>
                      <a:cubicBezTo>
                        <a:pt x="12410" y="540"/>
                        <a:pt x="14892" y="0"/>
                        <a:pt x="17616" y="0"/>
                      </a:cubicBezTo>
                      <a:cubicBezTo>
                        <a:pt x="20885" y="0"/>
                        <a:pt x="23730" y="720"/>
                        <a:pt x="26091" y="2219"/>
                      </a:cubicBezTo>
                      <a:cubicBezTo>
                        <a:pt x="28452" y="3718"/>
                        <a:pt x="30207" y="5637"/>
                        <a:pt x="31358" y="7976"/>
                      </a:cubicBezTo>
                      <a:lnTo>
                        <a:pt x="27665" y="10315"/>
                      </a:lnTo>
                      <a:cubicBezTo>
                        <a:pt x="27120" y="9175"/>
                        <a:pt x="26454" y="8156"/>
                        <a:pt x="25667" y="7376"/>
                      </a:cubicBezTo>
                      <a:cubicBezTo>
                        <a:pt x="24880" y="6597"/>
                        <a:pt x="24033" y="5937"/>
                        <a:pt x="23125" y="5457"/>
                      </a:cubicBezTo>
                      <a:cubicBezTo>
                        <a:pt x="22217" y="4978"/>
                        <a:pt x="21248" y="4618"/>
                        <a:pt x="20279" y="4438"/>
                      </a:cubicBezTo>
                      <a:cubicBezTo>
                        <a:pt x="19311" y="4258"/>
                        <a:pt x="18342" y="4138"/>
                        <a:pt x="17434" y="4138"/>
                      </a:cubicBezTo>
                      <a:cubicBezTo>
                        <a:pt x="15376" y="4138"/>
                        <a:pt x="13560" y="4558"/>
                        <a:pt x="11986" y="5397"/>
                      </a:cubicBezTo>
                      <a:cubicBezTo>
                        <a:pt x="10412" y="6237"/>
                        <a:pt x="9080" y="7316"/>
                        <a:pt x="7991" y="8696"/>
                      </a:cubicBezTo>
                      <a:cubicBezTo>
                        <a:pt x="6901" y="10075"/>
                        <a:pt x="6114" y="11574"/>
                        <a:pt x="5569" y="13253"/>
                      </a:cubicBezTo>
                      <a:cubicBezTo>
                        <a:pt x="5024" y="14933"/>
                        <a:pt x="4782" y="16672"/>
                        <a:pt x="4782" y="18351"/>
                      </a:cubicBezTo>
                      <a:cubicBezTo>
                        <a:pt x="4782" y="20270"/>
                        <a:pt x="5085" y="22069"/>
                        <a:pt x="5751" y="23808"/>
                      </a:cubicBezTo>
                      <a:cubicBezTo>
                        <a:pt x="6417" y="25547"/>
                        <a:pt x="7264" y="27047"/>
                        <a:pt x="8414" y="28426"/>
                      </a:cubicBezTo>
                      <a:cubicBezTo>
                        <a:pt x="9565" y="29745"/>
                        <a:pt x="10896" y="30825"/>
                        <a:pt x="12470" y="31604"/>
                      </a:cubicBezTo>
                      <a:cubicBezTo>
                        <a:pt x="14044" y="32384"/>
                        <a:pt x="15739" y="32804"/>
                        <a:pt x="17555" y="32804"/>
                      </a:cubicBezTo>
                      <a:cubicBezTo>
                        <a:pt x="18524" y="32804"/>
                        <a:pt x="19493" y="32684"/>
                        <a:pt x="20522" y="32444"/>
                      </a:cubicBezTo>
                      <a:cubicBezTo>
                        <a:pt x="21551" y="32204"/>
                        <a:pt x="22519" y="31844"/>
                        <a:pt x="23427" y="31304"/>
                      </a:cubicBezTo>
                      <a:cubicBezTo>
                        <a:pt x="24335" y="30765"/>
                        <a:pt x="25243" y="30105"/>
                        <a:pt x="26030" y="29325"/>
                      </a:cubicBezTo>
                      <a:cubicBezTo>
                        <a:pt x="26817" y="28546"/>
                        <a:pt x="27483" y="27526"/>
                        <a:pt x="28028" y="26447"/>
                      </a:cubicBezTo>
                      <a:lnTo>
                        <a:pt x="31902" y="28546"/>
                      </a:lnTo>
                      <a:cubicBezTo>
                        <a:pt x="31297" y="29925"/>
                        <a:pt x="30510" y="31125"/>
                        <a:pt x="29420" y="32144"/>
                      </a:cubicBezTo>
                      <a:cubicBezTo>
                        <a:pt x="28391" y="33164"/>
                        <a:pt x="27181" y="34063"/>
                        <a:pt x="25849" y="34783"/>
                      </a:cubicBezTo>
                      <a:cubicBezTo>
                        <a:pt x="24517" y="35502"/>
                        <a:pt x="23125" y="36042"/>
                        <a:pt x="21611" y="36402"/>
                      </a:cubicBezTo>
                      <a:cubicBezTo>
                        <a:pt x="20098" y="36762"/>
                        <a:pt x="18645" y="36942"/>
                        <a:pt x="17253" y="36942"/>
                      </a:cubicBezTo>
                      <a:cubicBezTo>
                        <a:pt x="14710" y="36942"/>
                        <a:pt x="12410" y="36402"/>
                        <a:pt x="10291" y="35322"/>
                      </a:cubicBezTo>
                      <a:cubicBezTo>
                        <a:pt x="8172" y="34243"/>
                        <a:pt x="6356" y="32804"/>
                        <a:pt x="4843" y="31065"/>
                      </a:cubicBezTo>
                      <a:cubicBezTo>
                        <a:pt x="3329" y="29325"/>
                        <a:pt x="2119" y="27286"/>
                        <a:pt x="1271" y="25068"/>
                      </a:cubicBezTo>
                      <a:cubicBezTo>
                        <a:pt x="424" y="22849"/>
                        <a:pt x="0" y="20570"/>
                        <a:pt x="0" y="1823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" name="Freeform 194">
                  <a:extLst>
                    <a:ext uri="{FF2B5EF4-FFF2-40B4-BE49-F238E27FC236}">
                      <a16:creationId xmlns:a16="http://schemas.microsoft.com/office/drawing/2014/main" id="{9688BA28-54F6-285C-EA48-3325A9865F09}"/>
                    </a:ext>
                  </a:extLst>
                </p:cNvPr>
                <p:cNvSpPr/>
                <p:nvPr/>
              </p:nvSpPr>
              <p:spPr>
                <a:xfrm>
                  <a:off x="226616" y="584754"/>
                  <a:ext cx="31902" cy="36941"/>
                </a:xfrm>
                <a:custGeom>
                  <a:avLst/>
                  <a:gdLst>
                    <a:gd name="connsiteX0" fmla="*/ 121 w 31902"/>
                    <a:gd name="connsiteY0" fmla="*/ 18231 h 36941"/>
                    <a:gd name="connsiteX1" fmla="*/ 1271 w 31902"/>
                    <a:gd name="connsiteY1" fmla="*/ 11694 h 36941"/>
                    <a:gd name="connsiteX2" fmla="*/ 4722 w 31902"/>
                    <a:gd name="connsiteY2" fmla="*/ 5817 h 36941"/>
                    <a:gd name="connsiteX3" fmla="*/ 10231 w 31902"/>
                    <a:gd name="connsiteY3" fmla="*/ 1619 h 36941"/>
                    <a:gd name="connsiteX4" fmla="*/ 17616 w 31902"/>
                    <a:gd name="connsiteY4" fmla="*/ 0 h 36941"/>
                    <a:gd name="connsiteX5" fmla="*/ 26091 w 31902"/>
                    <a:gd name="connsiteY5" fmla="*/ 2219 h 36941"/>
                    <a:gd name="connsiteX6" fmla="*/ 31358 w 31902"/>
                    <a:gd name="connsiteY6" fmla="*/ 7976 h 36941"/>
                    <a:gd name="connsiteX7" fmla="*/ 27665 w 31902"/>
                    <a:gd name="connsiteY7" fmla="*/ 10315 h 36941"/>
                    <a:gd name="connsiteX8" fmla="*/ 25667 w 31902"/>
                    <a:gd name="connsiteY8" fmla="*/ 7376 h 36941"/>
                    <a:gd name="connsiteX9" fmla="*/ 23125 w 31902"/>
                    <a:gd name="connsiteY9" fmla="*/ 5457 h 36941"/>
                    <a:gd name="connsiteX10" fmla="*/ 20279 w 31902"/>
                    <a:gd name="connsiteY10" fmla="*/ 4438 h 36941"/>
                    <a:gd name="connsiteX11" fmla="*/ 17434 w 31902"/>
                    <a:gd name="connsiteY11" fmla="*/ 4138 h 36941"/>
                    <a:gd name="connsiteX12" fmla="*/ 11986 w 31902"/>
                    <a:gd name="connsiteY12" fmla="*/ 5397 h 36941"/>
                    <a:gd name="connsiteX13" fmla="*/ 7991 w 31902"/>
                    <a:gd name="connsiteY13" fmla="*/ 8696 h 36941"/>
                    <a:gd name="connsiteX14" fmla="*/ 5569 w 31902"/>
                    <a:gd name="connsiteY14" fmla="*/ 13253 h 36941"/>
                    <a:gd name="connsiteX15" fmla="*/ 4782 w 31902"/>
                    <a:gd name="connsiteY15" fmla="*/ 18351 h 36941"/>
                    <a:gd name="connsiteX16" fmla="*/ 5751 w 31902"/>
                    <a:gd name="connsiteY16" fmla="*/ 23808 h 36941"/>
                    <a:gd name="connsiteX17" fmla="*/ 8414 w 31902"/>
                    <a:gd name="connsiteY17" fmla="*/ 28426 h 36941"/>
                    <a:gd name="connsiteX18" fmla="*/ 12470 w 31902"/>
                    <a:gd name="connsiteY18" fmla="*/ 31604 h 36941"/>
                    <a:gd name="connsiteX19" fmla="*/ 17555 w 31902"/>
                    <a:gd name="connsiteY19" fmla="*/ 32804 h 36941"/>
                    <a:gd name="connsiteX20" fmla="*/ 20522 w 31902"/>
                    <a:gd name="connsiteY20" fmla="*/ 32444 h 36941"/>
                    <a:gd name="connsiteX21" fmla="*/ 23427 w 31902"/>
                    <a:gd name="connsiteY21" fmla="*/ 31304 h 36941"/>
                    <a:gd name="connsiteX22" fmla="*/ 26030 w 31902"/>
                    <a:gd name="connsiteY22" fmla="*/ 29325 h 36941"/>
                    <a:gd name="connsiteX23" fmla="*/ 28028 w 31902"/>
                    <a:gd name="connsiteY23" fmla="*/ 26447 h 36941"/>
                    <a:gd name="connsiteX24" fmla="*/ 31902 w 31902"/>
                    <a:gd name="connsiteY24" fmla="*/ 28546 h 36941"/>
                    <a:gd name="connsiteX25" fmla="*/ 29420 w 31902"/>
                    <a:gd name="connsiteY25" fmla="*/ 32144 h 36941"/>
                    <a:gd name="connsiteX26" fmla="*/ 25849 w 31902"/>
                    <a:gd name="connsiteY26" fmla="*/ 34783 h 36941"/>
                    <a:gd name="connsiteX27" fmla="*/ 21611 w 31902"/>
                    <a:gd name="connsiteY27" fmla="*/ 36402 h 36941"/>
                    <a:gd name="connsiteX28" fmla="*/ 17253 w 31902"/>
                    <a:gd name="connsiteY28" fmla="*/ 36942 h 36941"/>
                    <a:gd name="connsiteX29" fmla="*/ 10291 w 31902"/>
                    <a:gd name="connsiteY29" fmla="*/ 35322 h 36941"/>
                    <a:gd name="connsiteX30" fmla="*/ 4843 w 31902"/>
                    <a:gd name="connsiteY30" fmla="*/ 31065 h 36941"/>
                    <a:gd name="connsiteX31" fmla="*/ 1271 w 31902"/>
                    <a:gd name="connsiteY31" fmla="*/ 25068 h 36941"/>
                    <a:gd name="connsiteX32" fmla="*/ 0 w 31902"/>
                    <a:gd name="connsiteY32" fmla="*/ 18231 h 36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1902" h="36941">
                      <a:moveTo>
                        <a:pt x="121" y="18231"/>
                      </a:moveTo>
                      <a:cubicBezTo>
                        <a:pt x="121" y="16012"/>
                        <a:pt x="484" y="13853"/>
                        <a:pt x="1271" y="11694"/>
                      </a:cubicBezTo>
                      <a:cubicBezTo>
                        <a:pt x="2058" y="9535"/>
                        <a:pt x="3208" y="7556"/>
                        <a:pt x="4722" y="5817"/>
                      </a:cubicBezTo>
                      <a:cubicBezTo>
                        <a:pt x="6235" y="4078"/>
                        <a:pt x="8051" y="2699"/>
                        <a:pt x="10231" y="1619"/>
                      </a:cubicBezTo>
                      <a:cubicBezTo>
                        <a:pt x="12410" y="540"/>
                        <a:pt x="14892" y="0"/>
                        <a:pt x="17616" y="0"/>
                      </a:cubicBezTo>
                      <a:cubicBezTo>
                        <a:pt x="20885" y="0"/>
                        <a:pt x="23730" y="720"/>
                        <a:pt x="26091" y="2219"/>
                      </a:cubicBezTo>
                      <a:cubicBezTo>
                        <a:pt x="28452" y="3718"/>
                        <a:pt x="30207" y="5637"/>
                        <a:pt x="31358" y="7976"/>
                      </a:cubicBezTo>
                      <a:lnTo>
                        <a:pt x="27665" y="10315"/>
                      </a:lnTo>
                      <a:cubicBezTo>
                        <a:pt x="27120" y="9175"/>
                        <a:pt x="26454" y="8156"/>
                        <a:pt x="25667" y="7376"/>
                      </a:cubicBezTo>
                      <a:cubicBezTo>
                        <a:pt x="24880" y="6597"/>
                        <a:pt x="24033" y="5937"/>
                        <a:pt x="23125" y="5457"/>
                      </a:cubicBezTo>
                      <a:cubicBezTo>
                        <a:pt x="22217" y="4978"/>
                        <a:pt x="21248" y="4618"/>
                        <a:pt x="20279" y="4438"/>
                      </a:cubicBezTo>
                      <a:cubicBezTo>
                        <a:pt x="19311" y="4258"/>
                        <a:pt x="18342" y="4138"/>
                        <a:pt x="17434" y="4138"/>
                      </a:cubicBezTo>
                      <a:cubicBezTo>
                        <a:pt x="15376" y="4138"/>
                        <a:pt x="13560" y="4558"/>
                        <a:pt x="11986" y="5397"/>
                      </a:cubicBezTo>
                      <a:cubicBezTo>
                        <a:pt x="10412" y="6237"/>
                        <a:pt x="9080" y="7316"/>
                        <a:pt x="7991" y="8696"/>
                      </a:cubicBezTo>
                      <a:cubicBezTo>
                        <a:pt x="6901" y="10075"/>
                        <a:pt x="6114" y="11574"/>
                        <a:pt x="5569" y="13253"/>
                      </a:cubicBezTo>
                      <a:cubicBezTo>
                        <a:pt x="5024" y="14933"/>
                        <a:pt x="4782" y="16672"/>
                        <a:pt x="4782" y="18351"/>
                      </a:cubicBezTo>
                      <a:cubicBezTo>
                        <a:pt x="4782" y="20270"/>
                        <a:pt x="5085" y="22069"/>
                        <a:pt x="5751" y="23808"/>
                      </a:cubicBezTo>
                      <a:cubicBezTo>
                        <a:pt x="6417" y="25547"/>
                        <a:pt x="7264" y="27047"/>
                        <a:pt x="8414" y="28426"/>
                      </a:cubicBezTo>
                      <a:cubicBezTo>
                        <a:pt x="9565" y="29745"/>
                        <a:pt x="10896" y="30825"/>
                        <a:pt x="12470" y="31604"/>
                      </a:cubicBezTo>
                      <a:cubicBezTo>
                        <a:pt x="14044" y="32384"/>
                        <a:pt x="15739" y="32804"/>
                        <a:pt x="17555" y="32804"/>
                      </a:cubicBezTo>
                      <a:cubicBezTo>
                        <a:pt x="18524" y="32804"/>
                        <a:pt x="19493" y="32684"/>
                        <a:pt x="20522" y="32444"/>
                      </a:cubicBezTo>
                      <a:cubicBezTo>
                        <a:pt x="21551" y="32204"/>
                        <a:pt x="22519" y="31844"/>
                        <a:pt x="23427" y="31304"/>
                      </a:cubicBezTo>
                      <a:cubicBezTo>
                        <a:pt x="24335" y="30765"/>
                        <a:pt x="25243" y="30105"/>
                        <a:pt x="26030" y="29325"/>
                      </a:cubicBezTo>
                      <a:cubicBezTo>
                        <a:pt x="26817" y="28546"/>
                        <a:pt x="27483" y="27526"/>
                        <a:pt x="28028" y="26447"/>
                      </a:cubicBezTo>
                      <a:lnTo>
                        <a:pt x="31902" y="28546"/>
                      </a:lnTo>
                      <a:cubicBezTo>
                        <a:pt x="31297" y="29925"/>
                        <a:pt x="30510" y="31125"/>
                        <a:pt x="29420" y="32144"/>
                      </a:cubicBezTo>
                      <a:cubicBezTo>
                        <a:pt x="28391" y="33164"/>
                        <a:pt x="27181" y="34063"/>
                        <a:pt x="25849" y="34783"/>
                      </a:cubicBezTo>
                      <a:cubicBezTo>
                        <a:pt x="24517" y="35502"/>
                        <a:pt x="23125" y="36042"/>
                        <a:pt x="21611" y="36402"/>
                      </a:cubicBezTo>
                      <a:cubicBezTo>
                        <a:pt x="20098" y="36762"/>
                        <a:pt x="18645" y="36942"/>
                        <a:pt x="17253" y="36942"/>
                      </a:cubicBezTo>
                      <a:cubicBezTo>
                        <a:pt x="14710" y="36942"/>
                        <a:pt x="12410" y="36402"/>
                        <a:pt x="10291" y="35322"/>
                      </a:cubicBezTo>
                      <a:cubicBezTo>
                        <a:pt x="8172" y="34243"/>
                        <a:pt x="6356" y="32804"/>
                        <a:pt x="4843" y="31065"/>
                      </a:cubicBezTo>
                      <a:cubicBezTo>
                        <a:pt x="3329" y="29325"/>
                        <a:pt x="2119" y="27286"/>
                        <a:pt x="1271" y="25068"/>
                      </a:cubicBezTo>
                      <a:cubicBezTo>
                        <a:pt x="424" y="22849"/>
                        <a:pt x="0" y="20570"/>
                        <a:pt x="0" y="1823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" name="Freeform 195">
                  <a:extLst>
                    <a:ext uri="{FF2B5EF4-FFF2-40B4-BE49-F238E27FC236}">
                      <a16:creationId xmlns:a16="http://schemas.microsoft.com/office/drawing/2014/main" id="{E2046247-CAF6-03FE-BE60-DCF9DDFA0912}"/>
                    </a:ext>
                  </a:extLst>
                </p:cNvPr>
                <p:cNvSpPr/>
                <p:nvPr/>
              </p:nvSpPr>
              <p:spPr>
                <a:xfrm>
                  <a:off x="264451" y="584994"/>
                  <a:ext cx="28088" cy="36521"/>
                </a:xfrm>
                <a:custGeom>
                  <a:avLst/>
                  <a:gdLst>
                    <a:gd name="connsiteX0" fmla="*/ 61 w 28088"/>
                    <a:gd name="connsiteY0" fmla="*/ 36462 h 36521"/>
                    <a:gd name="connsiteX1" fmla="*/ 61 w 28088"/>
                    <a:gd name="connsiteY1" fmla="*/ 0 h 36521"/>
                    <a:gd name="connsiteX2" fmla="*/ 15800 w 28088"/>
                    <a:gd name="connsiteY2" fmla="*/ 0 h 36521"/>
                    <a:gd name="connsiteX3" fmla="*/ 20279 w 28088"/>
                    <a:gd name="connsiteY3" fmla="*/ 1019 h 36521"/>
                    <a:gd name="connsiteX4" fmla="*/ 23791 w 28088"/>
                    <a:gd name="connsiteY4" fmla="*/ 3658 h 36521"/>
                    <a:gd name="connsiteX5" fmla="*/ 26091 w 28088"/>
                    <a:gd name="connsiteY5" fmla="*/ 7436 h 36521"/>
                    <a:gd name="connsiteX6" fmla="*/ 26938 w 28088"/>
                    <a:gd name="connsiteY6" fmla="*/ 11694 h 36521"/>
                    <a:gd name="connsiteX7" fmla="*/ 26394 w 28088"/>
                    <a:gd name="connsiteY7" fmla="*/ 15352 h 36521"/>
                    <a:gd name="connsiteX8" fmla="*/ 24820 w 28088"/>
                    <a:gd name="connsiteY8" fmla="*/ 18591 h 36521"/>
                    <a:gd name="connsiteX9" fmla="*/ 22398 w 28088"/>
                    <a:gd name="connsiteY9" fmla="*/ 21050 h 36521"/>
                    <a:gd name="connsiteX10" fmla="*/ 19190 w 28088"/>
                    <a:gd name="connsiteY10" fmla="*/ 22549 h 36521"/>
                    <a:gd name="connsiteX11" fmla="*/ 28089 w 28088"/>
                    <a:gd name="connsiteY11" fmla="*/ 36522 h 36521"/>
                    <a:gd name="connsiteX12" fmla="*/ 22822 w 28088"/>
                    <a:gd name="connsiteY12" fmla="*/ 36522 h 36521"/>
                    <a:gd name="connsiteX13" fmla="*/ 14408 w 28088"/>
                    <a:gd name="connsiteY13" fmla="*/ 23448 h 36521"/>
                    <a:gd name="connsiteX14" fmla="*/ 4661 w 28088"/>
                    <a:gd name="connsiteY14" fmla="*/ 23448 h 36521"/>
                    <a:gd name="connsiteX15" fmla="*/ 4661 w 28088"/>
                    <a:gd name="connsiteY15" fmla="*/ 36522 h 36521"/>
                    <a:gd name="connsiteX16" fmla="*/ 0 w 28088"/>
                    <a:gd name="connsiteY16" fmla="*/ 36522 h 36521"/>
                    <a:gd name="connsiteX17" fmla="*/ 4722 w 28088"/>
                    <a:gd name="connsiteY17" fmla="*/ 19310 h 36521"/>
                    <a:gd name="connsiteX18" fmla="*/ 15860 w 28088"/>
                    <a:gd name="connsiteY18" fmla="*/ 19310 h 36521"/>
                    <a:gd name="connsiteX19" fmla="*/ 18463 w 28088"/>
                    <a:gd name="connsiteY19" fmla="*/ 18711 h 36521"/>
                    <a:gd name="connsiteX20" fmla="*/ 20461 w 28088"/>
                    <a:gd name="connsiteY20" fmla="*/ 17032 h 36521"/>
                    <a:gd name="connsiteX21" fmla="*/ 21732 w 28088"/>
                    <a:gd name="connsiteY21" fmla="*/ 14573 h 36521"/>
                    <a:gd name="connsiteX22" fmla="*/ 22217 w 28088"/>
                    <a:gd name="connsiteY22" fmla="*/ 11694 h 36521"/>
                    <a:gd name="connsiteX23" fmla="*/ 21672 w 28088"/>
                    <a:gd name="connsiteY23" fmla="*/ 8816 h 36521"/>
                    <a:gd name="connsiteX24" fmla="*/ 20219 w 28088"/>
                    <a:gd name="connsiteY24" fmla="*/ 6417 h 36521"/>
                    <a:gd name="connsiteX25" fmla="*/ 18100 w 28088"/>
                    <a:gd name="connsiteY25" fmla="*/ 4798 h 36521"/>
                    <a:gd name="connsiteX26" fmla="*/ 15558 w 28088"/>
                    <a:gd name="connsiteY26" fmla="*/ 4198 h 36521"/>
                    <a:gd name="connsiteX27" fmla="*/ 4722 w 28088"/>
                    <a:gd name="connsiteY27" fmla="*/ 4198 h 36521"/>
                    <a:gd name="connsiteX28" fmla="*/ 4722 w 28088"/>
                    <a:gd name="connsiteY28" fmla="*/ 1937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8088" h="3652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5800" y="0"/>
                      </a:lnTo>
                      <a:cubicBezTo>
                        <a:pt x="17434" y="0"/>
                        <a:pt x="18887" y="360"/>
                        <a:pt x="20279" y="1019"/>
                      </a:cubicBezTo>
                      <a:cubicBezTo>
                        <a:pt x="21672" y="1679"/>
                        <a:pt x="22822" y="2579"/>
                        <a:pt x="23791" y="3658"/>
                      </a:cubicBezTo>
                      <a:cubicBezTo>
                        <a:pt x="24759" y="4798"/>
                        <a:pt x="25546" y="5997"/>
                        <a:pt x="26091" y="7436"/>
                      </a:cubicBezTo>
                      <a:cubicBezTo>
                        <a:pt x="26636" y="8816"/>
                        <a:pt x="26938" y="10255"/>
                        <a:pt x="26938" y="11694"/>
                      </a:cubicBezTo>
                      <a:cubicBezTo>
                        <a:pt x="26938" y="12954"/>
                        <a:pt x="26757" y="14213"/>
                        <a:pt x="26394" y="15352"/>
                      </a:cubicBezTo>
                      <a:cubicBezTo>
                        <a:pt x="26030" y="16552"/>
                        <a:pt x="25486" y="17631"/>
                        <a:pt x="24820" y="18591"/>
                      </a:cubicBezTo>
                      <a:cubicBezTo>
                        <a:pt x="24154" y="19550"/>
                        <a:pt x="23306" y="20390"/>
                        <a:pt x="22398" y="21050"/>
                      </a:cubicBezTo>
                      <a:cubicBezTo>
                        <a:pt x="21430" y="21709"/>
                        <a:pt x="20401" y="22249"/>
                        <a:pt x="19190" y="22549"/>
                      </a:cubicBezTo>
                      <a:lnTo>
                        <a:pt x="28089" y="36522"/>
                      </a:lnTo>
                      <a:lnTo>
                        <a:pt x="22822" y="36522"/>
                      </a:lnTo>
                      <a:lnTo>
                        <a:pt x="14408" y="23448"/>
                      </a:lnTo>
                      <a:lnTo>
                        <a:pt x="4661" y="23448"/>
                      </a:lnTo>
                      <a:lnTo>
                        <a:pt x="4661" y="36522"/>
                      </a:lnTo>
                      <a:lnTo>
                        <a:pt x="0" y="36522"/>
                      </a:lnTo>
                      <a:close/>
                      <a:moveTo>
                        <a:pt x="4722" y="19310"/>
                      </a:moveTo>
                      <a:lnTo>
                        <a:pt x="15860" y="19310"/>
                      </a:lnTo>
                      <a:cubicBezTo>
                        <a:pt x="16829" y="19310"/>
                        <a:pt x="17676" y="19131"/>
                        <a:pt x="18463" y="18711"/>
                      </a:cubicBezTo>
                      <a:cubicBezTo>
                        <a:pt x="19250" y="18291"/>
                        <a:pt x="19916" y="17751"/>
                        <a:pt x="20461" y="17032"/>
                      </a:cubicBezTo>
                      <a:cubicBezTo>
                        <a:pt x="21006" y="16312"/>
                        <a:pt x="21430" y="15532"/>
                        <a:pt x="21732" y="14573"/>
                      </a:cubicBezTo>
                      <a:cubicBezTo>
                        <a:pt x="22035" y="13673"/>
                        <a:pt x="22217" y="12714"/>
                        <a:pt x="22217" y="11694"/>
                      </a:cubicBezTo>
                      <a:cubicBezTo>
                        <a:pt x="22217" y="10675"/>
                        <a:pt x="22035" y="9715"/>
                        <a:pt x="21672" y="8816"/>
                      </a:cubicBezTo>
                      <a:cubicBezTo>
                        <a:pt x="21309" y="7916"/>
                        <a:pt x="20824" y="7136"/>
                        <a:pt x="20219" y="6417"/>
                      </a:cubicBezTo>
                      <a:cubicBezTo>
                        <a:pt x="19614" y="5697"/>
                        <a:pt x="18887" y="5157"/>
                        <a:pt x="18100" y="4798"/>
                      </a:cubicBezTo>
                      <a:cubicBezTo>
                        <a:pt x="17313" y="4438"/>
                        <a:pt x="16405" y="4198"/>
                        <a:pt x="15558" y="4198"/>
                      </a:cubicBezTo>
                      <a:lnTo>
                        <a:pt x="4722" y="4198"/>
                      </a:lnTo>
                      <a:lnTo>
                        <a:pt x="4722" y="1937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 196">
                  <a:extLst>
                    <a:ext uri="{FF2B5EF4-FFF2-40B4-BE49-F238E27FC236}">
                      <a16:creationId xmlns:a16="http://schemas.microsoft.com/office/drawing/2014/main" id="{29D08D9A-7B37-56CF-95A3-F01AD029B2D7}"/>
                    </a:ext>
                  </a:extLst>
                </p:cNvPr>
                <p:cNvSpPr/>
                <p:nvPr/>
              </p:nvSpPr>
              <p:spPr>
                <a:xfrm>
                  <a:off x="298593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" name="Freeform 197">
                  <a:extLst>
                    <a:ext uri="{FF2B5EF4-FFF2-40B4-BE49-F238E27FC236}">
                      <a16:creationId xmlns:a16="http://schemas.microsoft.com/office/drawing/2014/main" id="{78C153EA-DDFA-A0AE-A865-79BA83EC3209}"/>
                    </a:ext>
                  </a:extLst>
                </p:cNvPr>
                <p:cNvSpPr/>
                <p:nvPr/>
              </p:nvSpPr>
              <p:spPr>
                <a:xfrm>
                  <a:off x="329890" y="584994"/>
                  <a:ext cx="30570" cy="36461"/>
                </a:xfrm>
                <a:custGeom>
                  <a:avLst/>
                  <a:gdLst>
                    <a:gd name="connsiteX0" fmla="*/ 61 w 30570"/>
                    <a:gd name="connsiteY0" fmla="*/ 36462 h 36461"/>
                    <a:gd name="connsiteX1" fmla="*/ 61 w 30570"/>
                    <a:gd name="connsiteY1" fmla="*/ 0 h 36461"/>
                    <a:gd name="connsiteX2" fmla="*/ 12834 w 30570"/>
                    <a:gd name="connsiteY2" fmla="*/ 0 h 36461"/>
                    <a:gd name="connsiteX3" fmla="*/ 20582 w 30570"/>
                    <a:gd name="connsiteY3" fmla="*/ 1439 h 36461"/>
                    <a:gd name="connsiteX4" fmla="*/ 26151 w 30570"/>
                    <a:gd name="connsiteY4" fmla="*/ 5337 h 36461"/>
                    <a:gd name="connsiteX5" fmla="*/ 29481 w 30570"/>
                    <a:gd name="connsiteY5" fmla="*/ 11094 h 36461"/>
                    <a:gd name="connsiteX6" fmla="*/ 30571 w 30570"/>
                    <a:gd name="connsiteY6" fmla="*/ 18171 h 36461"/>
                    <a:gd name="connsiteX7" fmla="*/ 29299 w 30570"/>
                    <a:gd name="connsiteY7" fmla="*/ 25667 h 36461"/>
                    <a:gd name="connsiteX8" fmla="*/ 25728 w 30570"/>
                    <a:gd name="connsiteY8" fmla="*/ 31424 h 36461"/>
                    <a:gd name="connsiteX9" fmla="*/ 20098 w 30570"/>
                    <a:gd name="connsiteY9" fmla="*/ 35143 h 36461"/>
                    <a:gd name="connsiteX10" fmla="*/ 12773 w 30570"/>
                    <a:gd name="connsiteY10" fmla="*/ 36462 h 36461"/>
                    <a:gd name="connsiteX11" fmla="*/ 0 w 30570"/>
                    <a:gd name="connsiteY11" fmla="*/ 36462 h 36461"/>
                    <a:gd name="connsiteX12" fmla="*/ 25849 w 30570"/>
                    <a:gd name="connsiteY12" fmla="*/ 18231 h 36461"/>
                    <a:gd name="connsiteX13" fmla="*/ 25001 w 30570"/>
                    <a:gd name="connsiteY13" fmla="*/ 12534 h 36461"/>
                    <a:gd name="connsiteX14" fmla="*/ 22459 w 30570"/>
                    <a:gd name="connsiteY14" fmla="*/ 8096 h 36461"/>
                    <a:gd name="connsiteX15" fmla="*/ 18342 w 30570"/>
                    <a:gd name="connsiteY15" fmla="*/ 5217 h 36461"/>
                    <a:gd name="connsiteX16" fmla="*/ 12773 w 30570"/>
                    <a:gd name="connsiteY16" fmla="*/ 4138 h 36461"/>
                    <a:gd name="connsiteX17" fmla="*/ 4661 w 30570"/>
                    <a:gd name="connsiteY17" fmla="*/ 4138 h 36461"/>
                    <a:gd name="connsiteX18" fmla="*/ 4661 w 30570"/>
                    <a:gd name="connsiteY18" fmla="*/ 32384 h 36461"/>
                    <a:gd name="connsiteX19" fmla="*/ 12773 w 30570"/>
                    <a:gd name="connsiteY19" fmla="*/ 32384 h 36461"/>
                    <a:gd name="connsiteX20" fmla="*/ 18403 w 30570"/>
                    <a:gd name="connsiteY20" fmla="*/ 31304 h 36461"/>
                    <a:gd name="connsiteX21" fmla="*/ 22519 w 30570"/>
                    <a:gd name="connsiteY21" fmla="*/ 28306 h 36461"/>
                    <a:gd name="connsiteX22" fmla="*/ 25001 w 30570"/>
                    <a:gd name="connsiteY22" fmla="*/ 23808 h 36461"/>
                    <a:gd name="connsiteX23" fmla="*/ 25849 w 30570"/>
                    <a:gd name="connsiteY23" fmla="*/ 18171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0570" h="3646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2834" y="0"/>
                      </a:lnTo>
                      <a:cubicBezTo>
                        <a:pt x="15800" y="0"/>
                        <a:pt x="18342" y="480"/>
                        <a:pt x="20582" y="1439"/>
                      </a:cubicBezTo>
                      <a:cubicBezTo>
                        <a:pt x="22822" y="2399"/>
                        <a:pt x="24699" y="3718"/>
                        <a:pt x="26151" y="5337"/>
                      </a:cubicBezTo>
                      <a:cubicBezTo>
                        <a:pt x="27665" y="6957"/>
                        <a:pt x="28754" y="8936"/>
                        <a:pt x="29481" y="11094"/>
                      </a:cubicBezTo>
                      <a:cubicBezTo>
                        <a:pt x="30207" y="13313"/>
                        <a:pt x="30571" y="15652"/>
                        <a:pt x="30571" y="18171"/>
                      </a:cubicBezTo>
                      <a:cubicBezTo>
                        <a:pt x="30571" y="20930"/>
                        <a:pt x="30147" y="23448"/>
                        <a:pt x="29299" y="25667"/>
                      </a:cubicBezTo>
                      <a:cubicBezTo>
                        <a:pt x="28452" y="27886"/>
                        <a:pt x="27302" y="29805"/>
                        <a:pt x="25728" y="31424"/>
                      </a:cubicBezTo>
                      <a:cubicBezTo>
                        <a:pt x="24154" y="33044"/>
                        <a:pt x="22277" y="34243"/>
                        <a:pt x="20098" y="35143"/>
                      </a:cubicBezTo>
                      <a:cubicBezTo>
                        <a:pt x="17919" y="36042"/>
                        <a:pt x="15437" y="36462"/>
                        <a:pt x="12773" y="36462"/>
                      </a:cubicBezTo>
                      <a:lnTo>
                        <a:pt x="0" y="36462"/>
                      </a:lnTo>
                      <a:close/>
                      <a:moveTo>
                        <a:pt x="25849" y="18231"/>
                      </a:moveTo>
                      <a:cubicBezTo>
                        <a:pt x="25849" y="16192"/>
                        <a:pt x="25546" y="14273"/>
                        <a:pt x="25001" y="12534"/>
                      </a:cubicBezTo>
                      <a:cubicBezTo>
                        <a:pt x="24456" y="10795"/>
                        <a:pt x="23609" y="9295"/>
                        <a:pt x="22459" y="8096"/>
                      </a:cubicBezTo>
                      <a:cubicBezTo>
                        <a:pt x="21309" y="6897"/>
                        <a:pt x="19977" y="5877"/>
                        <a:pt x="18342" y="5217"/>
                      </a:cubicBezTo>
                      <a:cubicBezTo>
                        <a:pt x="16708" y="4498"/>
                        <a:pt x="14892" y="4138"/>
                        <a:pt x="12773" y="4138"/>
                      </a:cubicBezTo>
                      <a:lnTo>
                        <a:pt x="4661" y="4138"/>
                      </a:lnTo>
                      <a:lnTo>
                        <a:pt x="4661" y="32384"/>
                      </a:lnTo>
                      <a:lnTo>
                        <a:pt x="12773" y="32384"/>
                      </a:lnTo>
                      <a:cubicBezTo>
                        <a:pt x="14892" y="32384"/>
                        <a:pt x="16768" y="32024"/>
                        <a:pt x="18403" y="31304"/>
                      </a:cubicBezTo>
                      <a:cubicBezTo>
                        <a:pt x="20037" y="30585"/>
                        <a:pt x="21430" y="29565"/>
                        <a:pt x="22519" y="28306"/>
                      </a:cubicBezTo>
                      <a:cubicBezTo>
                        <a:pt x="23609" y="27047"/>
                        <a:pt x="24456" y="25547"/>
                        <a:pt x="25001" y="23808"/>
                      </a:cubicBezTo>
                      <a:cubicBezTo>
                        <a:pt x="25546" y="22069"/>
                        <a:pt x="25849" y="20210"/>
                        <a:pt x="25849" y="1817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" name="Freeform 198">
                  <a:extLst>
                    <a:ext uri="{FF2B5EF4-FFF2-40B4-BE49-F238E27FC236}">
                      <a16:creationId xmlns:a16="http://schemas.microsoft.com/office/drawing/2014/main" id="{CC22B1FE-103C-9A0F-FF39-6C34C092C25B}"/>
                    </a:ext>
                  </a:extLst>
                </p:cNvPr>
                <p:cNvSpPr/>
                <p:nvPr/>
              </p:nvSpPr>
              <p:spPr>
                <a:xfrm>
                  <a:off x="367059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" name="Freeform 199">
                  <a:extLst>
                    <a:ext uri="{FF2B5EF4-FFF2-40B4-BE49-F238E27FC236}">
                      <a16:creationId xmlns:a16="http://schemas.microsoft.com/office/drawing/2014/main" id="{A8EDC141-34CE-71FE-9B1B-46C4BF17EFCE}"/>
                    </a:ext>
                  </a:extLst>
                </p:cNvPr>
                <p:cNvSpPr/>
                <p:nvPr/>
              </p:nvSpPr>
              <p:spPr>
                <a:xfrm>
                  <a:off x="377048" y="585053"/>
                  <a:ext cx="30086" cy="36461"/>
                </a:xfrm>
                <a:custGeom>
                  <a:avLst/>
                  <a:gdLst>
                    <a:gd name="connsiteX0" fmla="*/ 30086 w 30086"/>
                    <a:gd name="connsiteY0" fmla="*/ 4078 h 36461"/>
                    <a:gd name="connsiteX1" fmla="*/ 17374 w 30086"/>
                    <a:gd name="connsiteY1" fmla="*/ 4078 h 36461"/>
                    <a:gd name="connsiteX2" fmla="*/ 17374 w 30086"/>
                    <a:gd name="connsiteY2" fmla="*/ 36462 h 36461"/>
                    <a:gd name="connsiteX3" fmla="*/ 12712 w 30086"/>
                    <a:gd name="connsiteY3" fmla="*/ 36462 h 36461"/>
                    <a:gd name="connsiteX4" fmla="*/ 12712 w 30086"/>
                    <a:gd name="connsiteY4" fmla="*/ 4078 h 36461"/>
                    <a:gd name="connsiteX5" fmla="*/ 0 w 30086"/>
                    <a:gd name="connsiteY5" fmla="*/ 4078 h 36461"/>
                    <a:gd name="connsiteX6" fmla="*/ 0 w 30086"/>
                    <a:gd name="connsiteY6" fmla="*/ 0 h 36461"/>
                    <a:gd name="connsiteX7" fmla="*/ 30086 w 30086"/>
                    <a:gd name="connsiteY7" fmla="*/ 0 h 36461"/>
                    <a:gd name="connsiteX8" fmla="*/ 30086 w 30086"/>
                    <a:gd name="connsiteY8" fmla="*/ 4078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086" h="36461">
                      <a:moveTo>
                        <a:pt x="30086" y="4078"/>
                      </a:moveTo>
                      <a:lnTo>
                        <a:pt x="17374" y="4078"/>
                      </a:lnTo>
                      <a:lnTo>
                        <a:pt x="17374" y="36462"/>
                      </a:lnTo>
                      <a:lnTo>
                        <a:pt x="12712" y="36462"/>
                      </a:lnTo>
                      <a:lnTo>
                        <a:pt x="12712" y="4078"/>
                      </a:lnTo>
                      <a:lnTo>
                        <a:pt x="0" y="4078"/>
                      </a:lnTo>
                      <a:lnTo>
                        <a:pt x="0" y="0"/>
                      </a:lnTo>
                      <a:lnTo>
                        <a:pt x="30086" y="0"/>
                      </a:lnTo>
                      <a:lnTo>
                        <a:pt x="30086" y="407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" name="Freeform 200">
                  <a:extLst>
                    <a:ext uri="{FF2B5EF4-FFF2-40B4-BE49-F238E27FC236}">
                      <a16:creationId xmlns:a16="http://schemas.microsoft.com/office/drawing/2014/main" id="{49AA0A44-451B-4FC7-F048-B841790B75E4}"/>
                    </a:ext>
                  </a:extLst>
                </p:cNvPr>
                <p:cNvSpPr/>
                <p:nvPr/>
              </p:nvSpPr>
              <p:spPr>
                <a:xfrm>
                  <a:off x="412401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0" name="Freeform 201">
                  <a:extLst>
                    <a:ext uri="{FF2B5EF4-FFF2-40B4-BE49-F238E27FC236}">
                      <a16:creationId xmlns:a16="http://schemas.microsoft.com/office/drawing/2014/main" id="{024E55D6-EC57-27A2-6BEC-230AB74C2224}"/>
                    </a:ext>
                  </a:extLst>
                </p:cNvPr>
                <p:cNvSpPr/>
                <p:nvPr/>
              </p:nvSpPr>
              <p:spPr>
                <a:xfrm>
                  <a:off x="443698" y="584994"/>
                  <a:ext cx="30570" cy="36461"/>
                </a:xfrm>
                <a:custGeom>
                  <a:avLst/>
                  <a:gdLst>
                    <a:gd name="connsiteX0" fmla="*/ 61 w 30570"/>
                    <a:gd name="connsiteY0" fmla="*/ 36462 h 36461"/>
                    <a:gd name="connsiteX1" fmla="*/ 61 w 30570"/>
                    <a:gd name="connsiteY1" fmla="*/ 0 h 36461"/>
                    <a:gd name="connsiteX2" fmla="*/ 12834 w 30570"/>
                    <a:gd name="connsiteY2" fmla="*/ 0 h 36461"/>
                    <a:gd name="connsiteX3" fmla="*/ 20582 w 30570"/>
                    <a:gd name="connsiteY3" fmla="*/ 1439 h 36461"/>
                    <a:gd name="connsiteX4" fmla="*/ 26151 w 30570"/>
                    <a:gd name="connsiteY4" fmla="*/ 5337 h 36461"/>
                    <a:gd name="connsiteX5" fmla="*/ 29481 w 30570"/>
                    <a:gd name="connsiteY5" fmla="*/ 11094 h 36461"/>
                    <a:gd name="connsiteX6" fmla="*/ 30571 w 30570"/>
                    <a:gd name="connsiteY6" fmla="*/ 18171 h 36461"/>
                    <a:gd name="connsiteX7" fmla="*/ 29299 w 30570"/>
                    <a:gd name="connsiteY7" fmla="*/ 25667 h 36461"/>
                    <a:gd name="connsiteX8" fmla="*/ 25728 w 30570"/>
                    <a:gd name="connsiteY8" fmla="*/ 31424 h 36461"/>
                    <a:gd name="connsiteX9" fmla="*/ 20098 w 30570"/>
                    <a:gd name="connsiteY9" fmla="*/ 35143 h 36461"/>
                    <a:gd name="connsiteX10" fmla="*/ 12773 w 30570"/>
                    <a:gd name="connsiteY10" fmla="*/ 36462 h 36461"/>
                    <a:gd name="connsiteX11" fmla="*/ 0 w 30570"/>
                    <a:gd name="connsiteY11" fmla="*/ 36462 h 36461"/>
                    <a:gd name="connsiteX12" fmla="*/ 25909 w 30570"/>
                    <a:gd name="connsiteY12" fmla="*/ 18231 h 36461"/>
                    <a:gd name="connsiteX13" fmla="*/ 25062 w 30570"/>
                    <a:gd name="connsiteY13" fmla="*/ 12534 h 36461"/>
                    <a:gd name="connsiteX14" fmla="*/ 22519 w 30570"/>
                    <a:gd name="connsiteY14" fmla="*/ 8096 h 36461"/>
                    <a:gd name="connsiteX15" fmla="*/ 18403 w 30570"/>
                    <a:gd name="connsiteY15" fmla="*/ 5217 h 36461"/>
                    <a:gd name="connsiteX16" fmla="*/ 12834 w 30570"/>
                    <a:gd name="connsiteY16" fmla="*/ 4138 h 36461"/>
                    <a:gd name="connsiteX17" fmla="*/ 4722 w 30570"/>
                    <a:gd name="connsiteY17" fmla="*/ 4138 h 36461"/>
                    <a:gd name="connsiteX18" fmla="*/ 4722 w 30570"/>
                    <a:gd name="connsiteY18" fmla="*/ 32384 h 36461"/>
                    <a:gd name="connsiteX19" fmla="*/ 12834 w 30570"/>
                    <a:gd name="connsiteY19" fmla="*/ 32384 h 36461"/>
                    <a:gd name="connsiteX20" fmla="*/ 18463 w 30570"/>
                    <a:gd name="connsiteY20" fmla="*/ 31304 h 36461"/>
                    <a:gd name="connsiteX21" fmla="*/ 22580 w 30570"/>
                    <a:gd name="connsiteY21" fmla="*/ 28306 h 36461"/>
                    <a:gd name="connsiteX22" fmla="*/ 25062 w 30570"/>
                    <a:gd name="connsiteY22" fmla="*/ 23808 h 36461"/>
                    <a:gd name="connsiteX23" fmla="*/ 25909 w 30570"/>
                    <a:gd name="connsiteY23" fmla="*/ 18171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0570" h="3646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2834" y="0"/>
                      </a:lnTo>
                      <a:cubicBezTo>
                        <a:pt x="15800" y="0"/>
                        <a:pt x="18342" y="480"/>
                        <a:pt x="20582" y="1439"/>
                      </a:cubicBezTo>
                      <a:cubicBezTo>
                        <a:pt x="22822" y="2399"/>
                        <a:pt x="24699" y="3718"/>
                        <a:pt x="26151" y="5337"/>
                      </a:cubicBezTo>
                      <a:cubicBezTo>
                        <a:pt x="27665" y="6957"/>
                        <a:pt x="28754" y="8936"/>
                        <a:pt x="29481" y="11094"/>
                      </a:cubicBezTo>
                      <a:cubicBezTo>
                        <a:pt x="30207" y="13313"/>
                        <a:pt x="30571" y="15652"/>
                        <a:pt x="30571" y="18171"/>
                      </a:cubicBezTo>
                      <a:cubicBezTo>
                        <a:pt x="30571" y="20930"/>
                        <a:pt x="30147" y="23448"/>
                        <a:pt x="29299" y="25667"/>
                      </a:cubicBezTo>
                      <a:cubicBezTo>
                        <a:pt x="28452" y="27886"/>
                        <a:pt x="27302" y="29805"/>
                        <a:pt x="25728" y="31424"/>
                      </a:cubicBezTo>
                      <a:cubicBezTo>
                        <a:pt x="24154" y="33044"/>
                        <a:pt x="22277" y="34243"/>
                        <a:pt x="20098" y="35143"/>
                      </a:cubicBezTo>
                      <a:cubicBezTo>
                        <a:pt x="17919" y="36042"/>
                        <a:pt x="15437" y="36462"/>
                        <a:pt x="12773" y="36462"/>
                      </a:cubicBezTo>
                      <a:lnTo>
                        <a:pt x="0" y="36462"/>
                      </a:lnTo>
                      <a:close/>
                      <a:moveTo>
                        <a:pt x="25909" y="18231"/>
                      </a:moveTo>
                      <a:cubicBezTo>
                        <a:pt x="25909" y="16192"/>
                        <a:pt x="25607" y="14273"/>
                        <a:pt x="25062" y="12534"/>
                      </a:cubicBezTo>
                      <a:cubicBezTo>
                        <a:pt x="24517" y="10795"/>
                        <a:pt x="23669" y="9295"/>
                        <a:pt x="22519" y="8096"/>
                      </a:cubicBezTo>
                      <a:cubicBezTo>
                        <a:pt x="21369" y="6897"/>
                        <a:pt x="20037" y="5877"/>
                        <a:pt x="18403" y="5217"/>
                      </a:cubicBezTo>
                      <a:cubicBezTo>
                        <a:pt x="16768" y="4498"/>
                        <a:pt x="14952" y="4138"/>
                        <a:pt x="12834" y="4138"/>
                      </a:cubicBezTo>
                      <a:lnTo>
                        <a:pt x="4722" y="4138"/>
                      </a:lnTo>
                      <a:lnTo>
                        <a:pt x="4722" y="32384"/>
                      </a:lnTo>
                      <a:lnTo>
                        <a:pt x="12834" y="32384"/>
                      </a:lnTo>
                      <a:cubicBezTo>
                        <a:pt x="14952" y="32384"/>
                        <a:pt x="16829" y="32024"/>
                        <a:pt x="18463" y="31304"/>
                      </a:cubicBezTo>
                      <a:cubicBezTo>
                        <a:pt x="20098" y="30585"/>
                        <a:pt x="21490" y="29565"/>
                        <a:pt x="22580" y="28306"/>
                      </a:cubicBezTo>
                      <a:cubicBezTo>
                        <a:pt x="23669" y="27047"/>
                        <a:pt x="24517" y="25547"/>
                        <a:pt x="25062" y="23808"/>
                      </a:cubicBezTo>
                      <a:cubicBezTo>
                        <a:pt x="25607" y="22069"/>
                        <a:pt x="25909" y="20210"/>
                        <a:pt x="25909" y="1817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1" name="Freeform 202">
                  <a:extLst>
                    <a:ext uri="{FF2B5EF4-FFF2-40B4-BE49-F238E27FC236}">
                      <a16:creationId xmlns:a16="http://schemas.microsoft.com/office/drawing/2014/main" id="{B0731034-BD20-3157-3D4E-2B58753DF1CF}"/>
                    </a:ext>
                  </a:extLst>
                </p:cNvPr>
                <p:cNvSpPr/>
                <p:nvPr/>
              </p:nvSpPr>
              <p:spPr>
                <a:xfrm>
                  <a:off x="493518" y="584874"/>
                  <a:ext cx="31357" cy="36761"/>
                </a:xfrm>
                <a:custGeom>
                  <a:avLst/>
                  <a:gdLst>
                    <a:gd name="connsiteX0" fmla="*/ 15618 w 31357"/>
                    <a:gd name="connsiteY0" fmla="*/ 32684 h 36761"/>
                    <a:gd name="connsiteX1" fmla="*/ 20945 w 31357"/>
                    <a:gd name="connsiteY1" fmla="*/ 31424 h 36761"/>
                    <a:gd name="connsiteX2" fmla="*/ 24335 w 31357"/>
                    <a:gd name="connsiteY2" fmla="*/ 28186 h 36761"/>
                    <a:gd name="connsiteX3" fmla="*/ 26151 w 31357"/>
                    <a:gd name="connsiteY3" fmla="*/ 23688 h 36761"/>
                    <a:gd name="connsiteX4" fmla="*/ 26696 w 31357"/>
                    <a:gd name="connsiteY4" fmla="*/ 18531 h 36761"/>
                    <a:gd name="connsiteX5" fmla="*/ 26696 w 31357"/>
                    <a:gd name="connsiteY5" fmla="*/ 60 h 36761"/>
                    <a:gd name="connsiteX6" fmla="*/ 31358 w 31357"/>
                    <a:gd name="connsiteY6" fmla="*/ 60 h 36761"/>
                    <a:gd name="connsiteX7" fmla="*/ 31358 w 31357"/>
                    <a:gd name="connsiteY7" fmla="*/ 18531 h 36761"/>
                    <a:gd name="connsiteX8" fmla="*/ 30510 w 31357"/>
                    <a:gd name="connsiteY8" fmla="*/ 25547 h 36761"/>
                    <a:gd name="connsiteX9" fmla="*/ 27786 w 31357"/>
                    <a:gd name="connsiteY9" fmla="*/ 31364 h 36761"/>
                    <a:gd name="connsiteX10" fmla="*/ 22943 w 31357"/>
                    <a:gd name="connsiteY10" fmla="*/ 35322 h 36761"/>
                    <a:gd name="connsiteX11" fmla="*/ 15679 w 31357"/>
                    <a:gd name="connsiteY11" fmla="*/ 36762 h 36761"/>
                    <a:gd name="connsiteX12" fmla="*/ 8293 w 31357"/>
                    <a:gd name="connsiteY12" fmla="*/ 35202 h 36761"/>
                    <a:gd name="connsiteX13" fmla="*/ 3451 w 31357"/>
                    <a:gd name="connsiteY13" fmla="*/ 31124 h 36761"/>
                    <a:gd name="connsiteX14" fmla="*/ 787 w 31357"/>
                    <a:gd name="connsiteY14" fmla="*/ 25247 h 36761"/>
                    <a:gd name="connsiteX15" fmla="*/ 0 w 31357"/>
                    <a:gd name="connsiteY15" fmla="*/ 18471 h 36761"/>
                    <a:gd name="connsiteX16" fmla="*/ 0 w 31357"/>
                    <a:gd name="connsiteY16" fmla="*/ 0 h 36761"/>
                    <a:gd name="connsiteX17" fmla="*/ 4661 w 31357"/>
                    <a:gd name="connsiteY17" fmla="*/ 0 h 36761"/>
                    <a:gd name="connsiteX18" fmla="*/ 4661 w 31357"/>
                    <a:gd name="connsiteY18" fmla="*/ 18471 h 36761"/>
                    <a:gd name="connsiteX19" fmla="*/ 5206 w 31357"/>
                    <a:gd name="connsiteY19" fmla="*/ 23748 h 36761"/>
                    <a:gd name="connsiteX20" fmla="*/ 7022 w 31357"/>
                    <a:gd name="connsiteY20" fmla="*/ 28246 h 36761"/>
                    <a:gd name="connsiteX21" fmla="*/ 10412 w 31357"/>
                    <a:gd name="connsiteY21" fmla="*/ 31424 h 36761"/>
                    <a:gd name="connsiteX22" fmla="*/ 15679 w 31357"/>
                    <a:gd name="connsiteY22" fmla="*/ 32624 h 36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1357" h="36761">
                      <a:moveTo>
                        <a:pt x="15618" y="32684"/>
                      </a:moveTo>
                      <a:cubicBezTo>
                        <a:pt x="17737" y="32684"/>
                        <a:pt x="19553" y="32264"/>
                        <a:pt x="20945" y="31424"/>
                      </a:cubicBezTo>
                      <a:cubicBezTo>
                        <a:pt x="22338" y="30585"/>
                        <a:pt x="23488" y="29505"/>
                        <a:pt x="24335" y="28186"/>
                      </a:cubicBezTo>
                      <a:cubicBezTo>
                        <a:pt x="25183" y="26867"/>
                        <a:pt x="25788" y="25367"/>
                        <a:pt x="26151" y="23688"/>
                      </a:cubicBezTo>
                      <a:cubicBezTo>
                        <a:pt x="26515" y="22009"/>
                        <a:pt x="26696" y="20270"/>
                        <a:pt x="26696" y="18531"/>
                      </a:cubicBezTo>
                      <a:lnTo>
                        <a:pt x="26696" y="60"/>
                      </a:lnTo>
                      <a:lnTo>
                        <a:pt x="31358" y="60"/>
                      </a:lnTo>
                      <a:lnTo>
                        <a:pt x="31358" y="18531"/>
                      </a:lnTo>
                      <a:cubicBezTo>
                        <a:pt x="31358" y="20990"/>
                        <a:pt x="31055" y="23328"/>
                        <a:pt x="30510" y="25547"/>
                      </a:cubicBezTo>
                      <a:cubicBezTo>
                        <a:pt x="29965" y="27766"/>
                        <a:pt x="29057" y="29685"/>
                        <a:pt x="27786" y="31364"/>
                      </a:cubicBezTo>
                      <a:cubicBezTo>
                        <a:pt x="26515" y="33044"/>
                        <a:pt x="24941" y="34363"/>
                        <a:pt x="22943" y="35322"/>
                      </a:cubicBezTo>
                      <a:cubicBezTo>
                        <a:pt x="20945" y="36282"/>
                        <a:pt x="18524" y="36762"/>
                        <a:pt x="15679" y="36762"/>
                      </a:cubicBezTo>
                      <a:cubicBezTo>
                        <a:pt x="12834" y="36762"/>
                        <a:pt x="10291" y="36222"/>
                        <a:pt x="8293" y="35202"/>
                      </a:cubicBezTo>
                      <a:cubicBezTo>
                        <a:pt x="6296" y="34183"/>
                        <a:pt x="4661" y="32804"/>
                        <a:pt x="3451" y="31124"/>
                      </a:cubicBezTo>
                      <a:cubicBezTo>
                        <a:pt x="2240" y="29445"/>
                        <a:pt x="1332" y="27466"/>
                        <a:pt x="787" y="25247"/>
                      </a:cubicBezTo>
                      <a:cubicBezTo>
                        <a:pt x="242" y="23029"/>
                        <a:pt x="0" y="20750"/>
                        <a:pt x="0" y="18471"/>
                      </a:cubicBez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18471"/>
                      </a:lnTo>
                      <a:cubicBezTo>
                        <a:pt x="4661" y="20270"/>
                        <a:pt x="4843" y="22069"/>
                        <a:pt x="5206" y="23748"/>
                      </a:cubicBezTo>
                      <a:cubicBezTo>
                        <a:pt x="5569" y="25427"/>
                        <a:pt x="6175" y="26927"/>
                        <a:pt x="7022" y="28246"/>
                      </a:cubicBezTo>
                      <a:cubicBezTo>
                        <a:pt x="7870" y="29565"/>
                        <a:pt x="9020" y="30585"/>
                        <a:pt x="10412" y="31424"/>
                      </a:cubicBezTo>
                      <a:cubicBezTo>
                        <a:pt x="11804" y="32264"/>
                        <a:pt x="13560" y="32624"/>
                        <a:pt x="15679" y="32624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" name="Freeform 203">
                  <a:extLst>
                    <a:ext uri="{FF2B5EF4-FFF2-40B4-BE49-F238E27FC236}">
                      <a16:creationId xmlns:a16="http://schemas.microsoft.com/office/drawing/2014/main" id="{7444010F-1FBC-9DBC-F4CD-2281BBC1114E}"/>
                    </a:ext>
                  </a:extLst>
                </p:cNvPr>
                <p:cNvSpPr/>
                <p:nvPr/>
              </p:nvSpPr>
              <p:spPr>
                <a:xfrm>
                  <a:off x="535228" y="584994"/>
                  <a:ext cx="31115" cy="36461"/>
                </a:xfrm>
                <a:custGeom>
                  <a:avLst/>
                  <a:gdLst>
                    <a:gd name="connsiteX0" fmla="*/ 4661 w 31115"/>
                    <a:gd name="connsiteY0" fmla="*/ 8636 h 36461"/>
                    <a:gd name="connsiteX1" fmla="*/ 4661 w 31115"/>
                    <a:gd name="connsiteY1" fmla="*/ 36462 h 36461"/>
                    <a:gd name="connsiteX2" fmla="*/ 0 w 31115"/>
                    <a:gd name="connsiteY2" fmla="*/ 36462 h 36461"/>
                    <a:gd name="connsiteX3" fmla="*/ 0 w 31115"/>
                    <a:gd name="connsiteY3" fmla="*/ 0 h 36461"/>
                    <a:gd name="connsiteX4" fmla="*/ 3632 w 31115"/>
                    <a:gd name="connsiteY4" fmla="*/ 0 h 36461"/>
                    <a:gd name="connsiteX5" fmla="*/ 26454 w 31115"/>
                    <a:gd name="connsiteY5" fmla="*/ 28426 h 36461"/>
                    <a:gd name="connsiteX6" fmla="*/ 26454 w 31115"/>
                    <a:gd name="connsiteY6" fmla="*/ 60 h 36461"/>
                    <a:gd name="connsiteX7" fmla="*/ 31115 w 31115"/>
                    <a:gd name="connsiteY7" fmla="*/ 60 h 36461"/>
                    <a:gd name="connsiteX8" fmla="*/ 31115 w 31115"/>
                    <a:gd name="connsiteY8" fmla="*/ 36462 h 36461"/>
                    <a:gd name="connsiteX9" fmla="*/ 27181 w 31115"/>
                    <a:gd name="connsiteY9" fmla="*/ 36462 h 36461"/>
                    <a:gd name="connsiteX10" fmla="*/ 4661 w 31115"/>
                    <a:gd name="connsiteY10" fmla="*/ 8636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1115" h="36461">
                      <a:moveTo>
                        <a:pt x="4661" y="8636"/>
                      </a:moveTo>
                      <a:lnTo>
                        <a:pt x="466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3632" y="0"/>
                      </a:lnTo>
                      <a:lnTo>
                        <a:pt x="26454" y="28426"/>
                      </a:lnTo>
                      <a:lnTo>
                        <a:pt x="26454" y="60"/>
                      </a:lnTo>
                      <a:lnTo>
                        <a:pt x="31115" y="60"/>
                      </a:lnTo>
                      <a:lnTo>
                        <a:pt x="31115" y="36462"/>
                      </a:lnTo>
                      <a:lnTo>
                        <a:pt x="27181" y="36462"/>
                      </a:lnTo>
                      <a:lnTo>
                        <a:pt x="4661" y="8636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3" name="Freeform 204">
                  <a:extLst>
                    <a:ext uri="{FF2B5EF4-FFF2-40B4-BE49-F238E27FC236}">
                      <a16:creationId xmlns:a16="http://schemas.microsoft.com/office/drawing/2014/main" id="{85781DFA-5DCE-243E-88EB-A19521B4F1E2}"/>
                    </a:ext>
                  </a:extLst>
                </p:cNvPr>
                <p:cNvSpPr/>
                <p:nvPr/>
              </p:nvSpPr>
              <p:spPr>
                <a:xfrm>
                  <a:off x="577239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" name="Freeform 205">
                  <a:extLst>
                    <a:ext uri="{FF2B5EF4-FFF2-40B4-BE49-F238E27FC236}">
                      <a16:creationId xmlns:a16="http://schemas.microsoft.com/office/drawing/2014/main" id="{E6CF4117-B13D-2BB4-2214-69AAAB996A2E}"/>
                    </a:ext>
                  </a:extLst>
                </p:cNvPr>
                <p:cNvSpPr/>
                <p:nvPr/>
              </p:nvSpPr>
              <p:spPr>
                <a:xfrm>
                  <a:off x="588862" y="584994"/>
                  <a:ext cx="34142" cy="36461"/>
                </a:xfrm>
                <a:custGeom>
                  <a:avLst/>
                  <a:gdLst>
                    <a:gd name="connsiteX0" fmla="*/ 4964 w 34142"/>
                    <a:gd name="connsiteY0" fmla="*/ 0 h 36461"/>
                    <a:gd name="connsiteX1" fmla="*/ 17132 w 34142"/>
                    <a:gd name="connsiteY1" fmla="*/ 30645 h 36461"/>
                    <a:gd name="connsiteX2" fmla="*/ 29239 w 34142"/>
                    <a:gd name="connsiteY2" fmla="*/ 0 h 36461"/>
                    <a:gd name="connsiteX3" fmla="*/ 34142 w 34142"/>
                    <a:gd name="connsiteY3" fmla="*/ 0 h 36461"/>
                    <a:gd name="connsiteX4" fmla="*/ 19129 w 34142"/>
                    <a:gd name="connsiteY4" fmla="*/ 36462 h 36461"/>
                    <a:gd name="connsiteX5" fmla="*/ 15073 w 34142"/>
                    <a:gd name="connsiteY5" fmla="*/ 36462 h 36461"/>
                    <a:gd name="connsiteX6" fmla="*/ 0 w 34142"/>
                    <a:gd name="connsiteY6" fmla="*/ 0 h 36461"/>
                    <a:gd name="connsiteX7" fmla="*/ 4903 w 34142"/>
                    <a:gd name="connsiteY7" fmla="*/ 0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4142" h="36461">
                      <a:moveTo>
                        <a:pt x="4964" y="0"/>
                      </a:moveTo>
                      <a:lnTo>
                        <a:pt x="17132" y="30645"/>
                      </a:lnTo>
                      <a:lnTo>
                        <a:pt x="29239" y="0"/>
                      </a:lnTo>
                      <a:lnTo>
                        <a:pt x="34142" y="0"/>
                      </a:lnTo>
                      <a:lnTo>
                        <a:pt x="19129" y="36462"/>
                      </a:lnTo>
                      <a:lnTo>
                        <a:pt x="15073" y="36462"/>
                      </a:lnTo>
                      <a:lnTo>
                        <a:pt x="0" y="0"/>
                      </a:lnTo>
                      <a:lnTo>
                        <a:pt x="4903" y="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" name="Freeform 206">
                  <a:extLst>
                    <a:ext uri="{FF2B5EF4-FFF2-40B4-BE49-F238E27FC236}">
                      <a16:creationId xmlns:a16="http://schemas.microsoft.com/office/drawing/2014/main" id="{52BC3661-7D38-587E-BB33-CB0F1BFEA565}"/>
                    </a:ext>
                  </a:extLst>
                </p:cNvPr>
                <p:cNvSpPr/>
                <p:nvPr/>
              </p:nvSpPr>
              <p:spPr>
                <a:xfrm>
                  <a:off x="630148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" name="Freeform 207">
                  <a:extLst>
                    <a:ext uri="{FF2B5EF4-FFF2-40B4-BE49-F238E27FC236}">
                      <a16:creationId xmlns:a16="http://schemas.microsoft.com/office/drawing/2014/main" id="{541F9D59-E2BE-366E-C6BD-A57ED720403F}"/>
                    </a:ext>
                  </a:extLst>
                </p:cNvPr>
                <p:cNvSpPr/>
                <p:nvPr/>
              </p:nvSpPr>
              <p:spPr>
                <a:xfrm>
                  <a:off x="663503" y="584994"/>
                  <a:ext cx="28088" cy="36521"/>
                </a:xfrm>
                <a:custGeom>
                  <a:avLst/>
                  <a:gdLst>
                    <a:gd name="connsiteX0" fmla="*/ 61 w 28088"/>
                    <a:gd name="connsiteY0" fmla="*/ 36462 h 36521"/>
                    <a:gd name="connsiteX1" fmla="*/ 61 w 28088"/>
                    <a:gd name="connsiteY1" fmla="*/ 0 h 36521"/>
                    <a:gd name="connsiteX2" fmla="*/ 15800 w 28088"/>
                    <a:gd name="connsiteY2" fmla="*/ 0 h 36521"/>
                    <a:gd name="connsiteX3" fmla="*/ 20279 w 28088"/>
                    <a:gd name="connsiteY3" fmla="*/ 1019 h 36521"/>
                    <a:gd name="connsiteX4" fmla="*/ 23791 w 28088"/>
                    <a:gd name="connsiteY4" fmla="*/ 3658 h 36521"/>
                    <a:gd name="connsiteX5" fmla="*/ 26091 w 28088"/>
                    <a:gd name="connsiteY5" fmla="*/ 7436 h 36521"/>
                    <a:gd name="connsiteX6" fmla="*/ 26938 w 28088"/>
                    <a:gd name="connsiteY6" fmla="*/ 11694 h 36521"/>
                    <a:gd name="connsiteX7" fmla="*/ 26394 w 28088"/>
                    <a:gd name="connsiteY7" fmla="*/ 15352 h 36521"/>
                    <a:gd name="connsiteX8" fmla="*/ 24820 w 28088"/>
                    <a:gd name="connsiteY8" fmla="*/ 18591 h 36521"/>
                    <a:gd name="connsiteX9" fmla="*/ 22398 w 28088"/>
                    <a:gd name="connsiteY9" fmla="*/ 21050 h 36521"/>
                    <a:gd name="connsiteX10" fmla="*/ 19190 w 28088"/>
                    <a:gd name="connsiteY10" fmla="*/ 22549 h 36521"/>
                    <a:gd name="connsiteX11" fmla="*/ 28089 w 28088"/>
                    <a:gd name="connsiteY11" fmla="*/ 36522 h 36521"/>
                    <a:gd name="connsiteX12" fmla="*/ 22822 w 28088"/>
                    <a:gd name="connsiteY12" fmla="*/ 36522 h 36521"/>
                    <a:gd name="connsiteX13" fmla="*/ 14407 w 28088"/>
                    <a:gd name="connsiteY13" fmla="*/ 23448 h 36521"/>
                    <a:gd name="connsiteX14" fmla="*/ 4661 w 28088"/>
                    <a:gd name="connsiteY14" fmla="*/ 23448 h 36521"/>
                    <a:gd name="connsiteX15" fmla="*/ 4661 w 28088"/>
                    <a:gd name="connsiteY15" fmla="*/ 36522 h 36521"/>
                    <a:gd name="connsiteX16" fmla="*/ 0 w 28088"/>
                    <a:gd name="connsiteY16" fmla="*/ 36522 h 36521"/>
                    <a:gd name="connsiteX17" fmla="*/ 4722 w 28088"/>
                    <a:gd name="connsiteY17" fmla="*/ 19310 h 36521"/>
                    <a:gd name="connsiteX18" fmla="*/ 15860 w 28088"/>
                    <a:gd name="connsiteY18" fmla="*/ 19310 h 36521"/>
                    <a:gd name="connsiteX19" fmla="*/ 18463 w 28088"/>
                    <a:gd name="connsiteY19" fmla="*/ 18711 h 36521"/>
                    <a:gd name="connsiteX20" fmla="*/ 20461 w 28088"/>
                    <a:gd name="connsiteY20" fmla="*/ 17032 h 36521"/>
                    <a:gd name="connsiteX21" fmla="*/ 21732 w 28088"/>
                    <a:gd name="connsiteY21" fmla="*/ 14573 h 36521"/>
                    <a:gd name="connsiteX22" fmla="*/ 22217 w 28088"/>
                    <a:gd name="connsiteY22" fmla="*/ 11694 h 36521"/>
                    <a:gd name="connsiteX23" fmla="*/ 21672 w 28088"/>
                    <a:gd name="connsiteY23" fmla="*/ 8816 h 36521"/>
                    <a:gd name="connsiteX24" fmla="*/ 20219 w 28088"/>
                    <a:gd name="connsiteY24" fmla="*/ 6417 h 36521"/>
                    <a:gd name="connsiteX25" fmla="*/ 18100 w 28088"/>
                    <a:gd name="connsiteY25" fmla="*/ 4798 h 36521"/>
                    <a:gd name="connsiteX26" fmla="*/ 15558 w 28088"/>
                    <a:gd name="connsiteY26" fmla="*/ 4198 h 36521"/>
                    <a:gd name="connsiteX27" fmla="*/ 4722 w 28088"/>
                    <a:gd name="connsiteY27" fmla="*/ 4198 h 36521"/>
                    <a:gd name="connsiteX28" fmla="*/ 4722 w 28088"/>
                    <a:gd name="connsiteY28" fmla="*/ 1937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8088" h="3652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5800" y="0"/>
                      </a:lnTo>
                      <a:cubicBezTo>
                        <a:pt x="17434" y="0"/>
                        <a:pt x="18887" y="360"/>
                        <a:pt x="20279" y="1019"/>
                      </a:cubicBezTo>
                      <a:cubicBezTo>
                        <a:pt x="21672" y="1679"/>
                        <a:pt x="22822" y="2579"/>
                        <a:pt x="23791" y="3658"/>
                      </a:cubicBezTo>
                      <a:cubicBezTo>
                        <a:pt x="24759" y="4798"/>
                        <a:pt x="25546" y="5997"/>
                        <a:pt x="26091" y="7436"/>
                      </a:cubicBezTo>
                      <a:cubicBezTo>
                        <a:pt x="26636" y="8816"/>
                        <a:pt x="26938" y="10255"/>
                        <a:pt x="26938" y="11694"/>
                      </a:cubicBezTo>
                      <a:cubicBezTo>
                        <a:pt x="26938" y="12954"/>
                        <a:pt x="26757" y="14213"/>
                        <a:pt x="26394" y="15352"/>
                      </a:cubicBezTo>
                      <a:cubicBezTo>
                        <a:pt x="26030" y="16552"/>
                        <a:pt x="25486" y="17631"/>
                        <a:pt x="24820" y="18591"/>
                      </a:cubicBezTo>
                      <a:cubicBezTo>
                        <a:pt x="24154" y="19550"/>
                        <a:pt x="23306" y="20390"/>
                        <a:pt x="22398" y="21050"/>
                      </a:cubicBezTo>
                      <a:cubicBezTo>
                        <a:pt x="21430" y="21709"/>
                        <a:pt x="20401" y="22249"/>
                        <a:pt x="19190" y="22549"/>
                      </a:cubicBezTo>
                      <a:lnTo>
                        <a:pt x="28089" y="36522"/>
                      </a:lnTo>
                      <a:lnTo>
                        <a:pt x="22822" y="36522"/>
                      </a:lnTo>
                      <a:lnTo>
                        <a:pt x="14407" y="23448"/>
                      </a:lnTo>
                      <a:lnTo>
                        <a:pt x="4661" y="23448"/>
                      </a:lnTo>
                      <a:lnTo>
                        <a:pt x="4661" y="36522"/>
                      </a:lnTo>
                      <a:lnTo>
                        <a:pt x="0" y="36522"/>
                      </a:lnTo>
                      <a:close/>
                      <a:moveTo>
                        <a:pt x="4722" y="19310"/>
                      </a:moveTo>
                      <a:lnTo>
                        <a:pt x="15860" y="19310"/>
                      </a:lnTo>
                      <a:cubicBezTo>
                        <a:pt x="16829" y="19310"/>
                        <a:pt x="17676" y="19131"/>
                        <a:pt x="18463" y="18711"/>
                      </a:cubicBezTo>
                      <a:cubicBezTo>
                        <a:pt x="19250" y="18291"/>
                        <a:pt x="19916" y="17751"/>
                        <a:pt x="20461" y="17032"/>
                      </a:cubicBezTo>
                      <a:cubicBezTo>
                        <a:pt x="21006" y="16312"/>
                        <a:pt x="21430" y="15532"/>
                        <a:pt x="21732" y="14573"/>
                      </a:cubicBezTo>
                      <a:cubicBezTo>
                        <a:pt x="22035" y="13673"/>
                        <a:pt x="22217" y="12714"/>
                        <a:pt x="22217" y="11694"/>
                      </a:cubicBezTo>
                      <a:cubicBezTo>
                        <a:pt x="22217" y="10675"/>
                        <a:pt x="22035" y="9715"/>
                        <a:pt x="21672" y="8816"/>
                      </a:cubicBezTo>
                      <a:cubicBezTo>
                        <a:pt x="21309" y="7916"/>
                        <a:pt x="20824" y="7136"/>
                        <a:pt x="20219" y="6417"/>
                      </a:cubicBezTo>
                      <a:cubicBezTo>
                        <a:pt x="19614" y="5697"/>
                        <a:pt x="18887" y="5157"/>
                        <a:pt x="18100" y="4798"/>
                      </a:cubicBezTo>
                      <a:cubicBezTo>
                        <a:pt x="17313" y="4438"/>
                        <a:pt x="16405" y="4198"/>
                        <a:pt x="15558" y="4198"/>
                      </a:cubicBezTo>
                      <a:lnTo>
                        <a:pt x="4722" y="4198"/>
                      </a:lnTo>
                      <a:lnTo>
                        <a:pt x="4722" y="1937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7" name="Freeform 208">
                  <a:extLst>
                    <a:ext uri="{FF2B5EF4-FFF2-40B4-BE49-F238E27FC236}">
                      <a16:creationId xmlns:a16="http://schemas.microsoft.com/office/drawing/2014/main" id="{A74CFDFB-19E2-8AD5-E206-8854636A9ACF}"/>
                    </a:ext>
                  </a:extLst>
                </p:cNvPr>
                <p:cNvSpPr/>
                <p:nvPr/>
              </p:nvSpPr>
              <p:spPr>
                <a:xfrm>
                  <a:off x="696737" y="584634"/>
                  <a:ext cx="28330" cy="37181"/>
                </a:xfrm>
                <a:custGeom>
                  <a:avLst/>
                  <a:gdLst>
                    <a:gd name="connsiteX0" fmla="*/ 24578 w 28330"/>
                    <a:gd name="connsiteY0" fmla="*/ 8036 h 37181"/>
                    <a:gd name="connsiteX1" fmla="*/ 22943 w 28330"/>
                    <a:gd name="connsiteY1" fmla="*/ 6657 h 37181"/>
                    <a:gd name="connsiteX2" fmla="*/ 20582 w 28330"/>
                    <a:gd name="connsiteY2" fmla="*/ 5457 h 37181"/>
                    <a:gd name="connsiteX3" fmla="*/ 17737 w 28330"/>
                    <a:gd name="connsiteY3" fmla="*/ 4558 h 37181"/>
                    <a:gd name="connsiteX4" fmla="*/ 14529 w 28330"/>
                    <a:gd name="connsiteY4" fmla="*/ 4198 h 37181"/>
                    <a:gd name="connsiteX5" fmla="*/ 8233 w 28330"/>
                    <a:gd name="connsiteY5" fmla="*/ 5817 h 37181"/>
                    <a:gd name="connsiteX6" fmla="*/ 6235 w 28330"/>
                    <a:gd name="connsiteY6" fmla="*/ 10195 h 37181"/>
                    <a:gd name="connsiteX7" fmla="*/ 6780 w 28330"/>
                    <a:gd name="connsiteY7" fmla="*/ 12654 h 37181"/>
                    <a:gd name="connsiteX8" fmla="*/ 8596 w 28330"/>
                    <a:gd name="connsiteY8" fmla="*/ 14333 h 37181"/>
                    <a:gd name="connsiteX9" fmla="*/ 11623 w 28330"/>
                    <a:gd name="connsiteY9" fmla="*/ 15532 h 37181"/>
                    <a:gd name="connsiteX10" fmla="*/ 15921 w 28330"/>
                    <a:gd name="connsiteY10" fmla="*/ 16612 h 37181"/>
                    <a:gd name="connsiteX11" fmla="*/ 21066 w 28330"/>
                    <a:gd name="connsiteY11" fmla="*/ 17991 h 37181"/>
                    <a:gd name="connsiteX12" fmla="*/ 25001 w 28330"/>
                    <a:gd name="connsiteY12" fmla="*/ 19970 h 37181"/>
                    <a:gd name="connsiteX13" fmla="*/ 27483 w 28330"/>
                    <a:gd name="connsiteY13" fmla="*/ 22849 h 37181"/>
                    <a:gd name="connsiteX14" fmla="*/ 28331 w 28330"/>
                    <a:gd name="connsiteY14" fmla="*/ 26987 h 37181"/>
                    <a:gd name="connsiteX15" fmla="*/ 27302 w 28330"/>
                    <a:gd name="connsiteY15" fmla="*/ 31544 h 37181"/>
                    <a:gd name="connsiteX16" fmla="*/ 24456 w 28330"/>
                    <a:gd name="connsiteY16" fmla="*/ 34723 h 37181"/>
                    <a:gd name="connsiteX17" fmla="*/ 20219 w 28330"/>
                    <a:gd name="connsiteY17" fmla="*/ 36582 h 37181"/>
                    <a:gd name="connsiteX18" fmla="*/ 14952 w 28330"/>
                    <a:gd name="connsiteY18" fmla="*/ 37182 h 37181"/>
                    <a:gd name="connsiteX19" fmla="*/ 6901 w 28330"/>
                    <a:gd name="connsiteY19" fmla="*/ 35862 h 37181"/>
                    <a:gd name="connsiteX20" fmla="*/ 0 w 28330"/>
                    <a:gd name="connsiteY20" fmla="*/ 32024 h 37181"/>
                    <a:gd name="connsiteX21" fmla="*/ 2240 w 28330"/>
                    <a:gd name="connsiteY21" fmla="*/ 28126 h 37181"/>
                    <a:gd name="connsiteX22" fmla="*/ 4419 w 28330"/>
                    <a:gd name="connsiteY22" fmla="*/ 29865 h 37181"/>
                    <a:gd name="connsiteX23" fmla="*/ 7446 w 28330"/>
                    <a:gd name="connsiteY23" fmla="*/ 31424 h 37181"/>
                    <a:gd name="connsiteX24" fmla="*/ 11078 w 28330"/>
                    <a:gd name="connsiteY24" fmla="*/ 32564 h 37181"/>
                    <a:gd name="connsiteX25" fmla="*/ 15134 w 28330"/>
                    <a:gd name="connsiteY25" fmla="*/ 32984 h 37181"/>
                    <a:gd name="connsiteX26" fmla="*/ 21248 w 28330"/>
                    <a:gd name="connsiteY26" fmla="*/ 31604 h 37181"/>
                    <a:gd name="connsiteX27" fmla="*/ 23427 w 28330"/>
                    <a:gd name="connsiteY27" fmla="*/ 27466 h 37181"/>
                    <a:gd name="connsiteX28" fmla="*/ 22701 w 28330"/>
                    <a:gd name="connsiteY28" fmla="*/ 24888 h 37181"/>
                    <a:gd name="connsiteX29" fmla="*/ 20643 w 28330"/>
                    <a:gd name="connsiteY29" fmla="*/ 23089 h 37181"/>
                    <a:gd name="connsiteX30" fmla="*/ 17313 w 28330"/>
                    <a:gd name="connsiteY30" fmla="*/ 21709 h 37181"/>
                    <a:gd name="connsiteX31" fmla="*/ 12773 w 28330"/>
                    <a:gd name="connsiteY31" fmla="*/ 20510 h 37181"/>
                    <a:gd name="connsiteX32" fmla="*/ 7870 w 28330"/>
                    <a:gd name="connsiteY32" fmla="*/ 19071 h 37181"/>
                    <a:gd name="connsiteX33" fmla="*/ 4298 w 28330"/>
                    <a:gd name="connsiteY33" fmla="*/ 17211 h 37181"/>
                    <a:gd name="connsiteX34" fmla="*/ 2119 w 28330"/>
                    <a:gd name="connsiteY34" fmla="*/ 14573 h 37181"/>
                    <a:gd name="connsiteX35" fmla="*/ 1392 w 28330"/>
                    <a:gd name="connsiteY35" fmla="*/ 10855 h 37181"/>
                    <a:gd name="connsiteX36" fmla="*/ 2361 w 28330"/>
                    <a:gd name="connsiteY36" fmla="*/ 6237 h 37181"/>
                    <a:gd name="connsiteX37" fmla="*/ 5085 w 28330"/>
                    <a:gd name="connsiteY37" fmla="*/ 2819 h 37181"/>
                    <a:gd name="connsiteX38" fmla="*/ 9262 w 28330"/>
                    <a:gd name="connsiteY38" fmla="*/ 720 h 37181"/>
                    <a:gd name="connsiteX39" fmla="*/ 14529 w 28330"/>
                    <a:gd name="connsiteY39" fmla="*/ 0 h 37181"/>
                    <a:gd name="connsiteX40" fmla="*/ 21248 w 28330"/>
                    <a:gd name="connsiteY40" fmla="*/ 1139 h 37181"/>
                    <a:gd name="connsiteX41" fmla="*/ 26575 w 28330"/>
                    <a:gd name="connsiteY41" fmla="*/ 4198 h 37181"/>
                    <a:gd name="connsiteX42" fmla="*/ 24396 w 28330"/>
                    <a:gd name="connsiteY42" fmla="*/ 7976 h 37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28330" h="37181">
                      <a:moveTo>
                        <a:pt x="24578" y="8036"/>
                      </a:moveTo>
                      <a:cubicBezTo>
                        <a:pt x="24154" y="7556"/>
                        <a:pt x="23609" y="7076"/>
                        <a:pt x="22943" y="6657"/>
                      </a:cubicBezTo>
                      <a:cubicBezTo>
                        <a:pt x="22277" y="6237"/>
                        <a:pt x="21490" y="5817"/>
                        <a:pt x="20582" y="5457"/>
                      </a:cubicBezTo>
                      <a:cubicBezTo>
                        <a:pt x="19674" y="5097"/>
                        <a:pt x="18766" y="4798"/>
                        <a:pt x="17737" y="4558"/>
                      </a:cubicBezTo>
                      <a:cubicBezTo>
                        <a:pt x="16708" y="4318"/>
                        <a:pt x="15679" y="4198"/>
                        <a:pt x="14529" y="4198"/>
                      </a:cubicBezTo>
                      <a:cubicBezTo>
                        <a:pt x="11683" y="4198"/>
                        <a:pt x="9565" y="4738"/>
                        <a:pt x="8233" y="5817"/>
                      </a:cubicBezTo>
                      <a:cubicBezTo>
                        <a:pt x="6901" y="6897"/>
                        <a:pt x="6235" y="8336"/>
                        <a:pt x="6235" y="10195"/>
                      </a:cubicBezTo>
                      <a:cubicBezTo>
                        <a:pt x="6235" y="11214"/>
                        <a:pt x="6417" y="11994"/>
                        <a:pt x="6780" y="12654"/>
                      </a:cubicBezTo>
                      <a:cubicBezTo>
                        <a:pt x="7143" y="13313"/>
                        <a:pt x="7749" y="13853"/>
                        <a:pt x="8596" y="14333"/>
                      </a:cubicBezTo>
                      <a:cubicBezTo>
                        <a:pt x="9444" y="14813"/>
                        <a:pt x="10412" y="15172"/>
                        <a:pt x="11623" y="15532"/>
                      </a:cubicBezTo>
                      <a:cubicBezTo>
                        <a:pt x="12834" y="15892"/>
                        <a:pt x="14286" y="16252"/>
                        <a:pt x="15921" y="16612"/>
                      </a:cubicBezTo>
                      <a:cubicBezTo>
                        <a:pt x="17798" y="17032"/>
                        <a:pt x="19553" y="17511"/>
                        <a:pt x="21066" y="17991"/>
                      </a:cubicBezTo>
                      <a:cubicBezTo>
                        <a:pt x="22580" y="18531"/>
                        <a:pt x="23912" y="19190"/>
                        <a:pt x="25001" y="19970"/>
                      </a:cubicBezTo>
                      <a:cubicBezTo>
                        <a:pt x="26091" y="20750"/>
                        <a:pt x="26938" y="21709"/>
                        <a:pt x="27483" y="22849"/>
                      </a:cubicBezTo>
                      <a:cubicBezTo>
                        <a:pt x="28028" y="23988"/>
                        <a:pt x="28331" y="25367"/>
                        <a:pt x="28331" y="26987"/>
                      </a:cubicBezTo>
                      <a:cubicBezTo>
                        <a:pt x="28331" y="28726"/>
                        <a:pt x="27968" y="30225"/>
                        <a:pt x="27302" y="31544"/>
                      </a:cubicBezTo>
                      <a:cubicBezTo>
                        <a:pt x="26636" y="32804"/>
                        <a:pt x="25667" y="33883"/>
                        <a:pt x="24456" y="34723"/>
                      </a:cubicBezTo>
                      <a:cubicBezTo>
                        <a:pt x="23246" y="35562"/>
                        <a:pt x="21853" y="36162"/>
                        <a:pt x="20219" y="36582"/>
                      </a:cubicBezTo>
                      <a:cubicBezTo>
                        <a:pt x="18584" y="37002"/>
                        <a:pt x="16829" y="37182"/>
                        <a:pt x="14952" y="37182"/>
                      </a:cubicBezTo>
                      <a:cubicBezTo>
                        <a:pt x="12107" y="37182"/>
                        <a:pt x="9444" y="36762"/>
                        <a:pt x="6901" y="35862"/>
                      </a:cubicBezTo>
                      <a:cubicBezTo>
                        <a:pt x="4359" y="34963"/>
                        <a:pt x="2058" y="33703"/>
                        <a:pt x="0" y="32024"/>
                      </a:cubicBezTo>
                      <a:lnTo>
                        <a:pt x="2240" y="28126"/>
                      </a:lnTo>
                      <a:cubicBezTo>
                        <a:pt x="2785" y="28726"/>
                        <a:pt x="3511" y="29265"/>
                        <a:pt x="4419" y="29865"/>
                      </a:cubicBezTo>
                      <a:cubicBezTo>
                        <a:pt x="5327" y="30465"/>
                        <a:pt x="6296" y="30945"/>
                        <a:pt x="7446" y="31424"/>
                      </a:cubicBezTo>
                      <a:cubicBezTo>
                        <a:pt x="8596" y="31904"/>
                        <a:pt x="9807" y="32264"/>
                        <a:pt x="11078" y="32564"/>
                      </a:cubicBezTo>
                      <a:cubicBezTo>
                        <a:pt x="12349" y="32864"/>
                        <a:pt x="13742" y="32984"/>
                        <a:pt x="15134" y="32984"/>
                      </a:cubicBezTo>
                      <a:cubicBezTo>
                        <a:pt x="17737" y="32984"/>
                        <a:pt x="19795" y="32504"/>
                        <a:pt x="21248" y="31604"/>
                      </a:cubicBezTo>
                      <a:cubicBezTo>
                        <a:pt x="22701" y="30705"/>
                        <a:pt x="23427" y="29265"/>
                        <a:pt x="23427" y="27466"/>
                      </a:cubicBezTo>
                      <a:cubicBezTo>
                        <a:pt x="23427" y="26447"/>
                        <a:pt x="23185" y="25607"/>
                        <a:pt x="22701" y="24888"/>
                      </a:cubicBezTo>
                      <a:cubicBezTo>
                        <a:pt x="22217" y="24168"/>
                        <a:pt x="21551" y="23568"/>
                        <a:pt x="20643" y="23089"/>
                      </a:cubicBezTo>
                      <a:cubicBezTo>
                        <a:pt x="19735" y="22549"/>
                        <a:pt x="18645" y="22129"/>
                        <a:pt x="17313" y="21709"/>
                      </a:cubicBezTo>
                      <a:cubicBezTo>
                        <a:pt x="15981" y="21289"/>
                        <a:pt x="14468" y="20930"/>
                        <a:pt x="12773" y="20510"/>
                      </a:cubicBezTo>
                      <a:cubicBezTo>
                        <a:pt x="10896" y="20090"/>
                        <a:pt x="9262" y="19610"/>
                        <a:pt x="7870" y="19071"/>
                      </a:cubicBezTo>
                      <a:cubicBezTo>
                        <a:pt x="6477" y="18531"/>
                        <a:pt x="5267" y="17931"/>
                        <a:pt x="4298" y="17211"/>
                      </a:cubicBezTo>
                      <a:cubicBezTo>
                        <a:pt x="3329" y="16492"/>
                        <a:pt x="2603" y="15592"/>
                        <a:pt x="2119" y="14573"/>
                      </a:cubicBezTo>
                      <a:cubicBezTo>
                        <a:pt x="1634" y="13553"/>
                        <a:pt x="1392" y="12294"/>
                        <a:pt x="1392" y="10855"/>
                      </a:cubicBezTo>
                      <a:cubicBezTo>
                        <a:pt x="1392" y="9115"/>
                        <a:pt x="1695" y="7556"/>
                        <a:pt x="2361" y="6237"/>
                      </a:cubicBezTo>
                      <a:cubicBezTo>
                        <a:pt x="3027" y="4918"/>
                        <a:pt x="3935" y="3778"/>
                        <a:pt x="5085" y="2819"/>
                      </a:cubicBezTo>
                      <a:cubicBezTo>
                        <a:pt x="6235" y="1859"/>
                        <a:pt x="7688" y="1199"/>
                        <a:pt x="9262" y="720"/>
                      </a:cubicBezTo>
                      <a:cubicBezTo>
                        <a:pt x="10896" y="240"/>
                        <a:pt x="12652" y="0"/>
                        <a:pt x="14529" y="0"/>
                      </a:cubicBezTo>
                      <a:cubicBezTo>
                        <a:pt x="17011" y="0"/>
                        <a:pt x="19250" y="360"/>
                        <a:pt x="21248" y="1139"/>
                      </a:cubicBezTo>
                      <a:cubicBezTo>
                        <a:pt x="23246" y="1919"/>
                        <a:pt x="25062" y="2879"/>
                        <a:pt x="26575" y="4198"/>
                      </a:cubicBezTo>
                      <a:lnTo>
                        <a:pt x="24396" y="7976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8" name="Freeform 209">
                  <a:extLst>
                    <a:ext uri="{FF2B5EF4-FFF2-40B4-BE49-F238E27FC236}">
                      <a16:creationId xmlns:a16="http://schemas.microsoft.com/office/drawing/2014/main" id="{BB2629DC-73ED-D4D9-F660-A4475F59805E}"/>
                    </a:ext>
                  </a:extLst>
                </p:cNvPr>
                <p:cNvSpPr/>
                <p:nvPr/>
              </p:nvSpPr>
              <p:spPr>
                <a:xfrm>
                  <a:off x="733361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" name="Freeform 210">
                  <a:extLst>
                    <a:ext uri="{FF2B5EF4-FFF2-40B4-BE49-F238E27FC236}">
                      <a16:creationId xmlns:a16="http://schemas.microsoft.com/office/drawing/2014/main" id="{3EAD347E-AD17-2E15-936A-ADC5DDE502D4}"/>
                    </a:ext>
                  </a:extLst>
                </p:cNvPr>
                <p:cNvSpPr/>
                <p:nvPr/>
              </p:nvSpPr>
              <p:spPr>
                <a:xfrm>
                  <a:off x="745408" y="585053"/>
                  <a:ext cx="30086" cy="36461"/>
                </a:xfrm>
                <a:custGeom>
                  <a:avLst/>
                  <a:gdLst>
                    <a:gd name="connsiteX0" fmla="*/ 30086 w 30086"/>
                    <a:gd name="connsiteY0" fmla="*/ 4078 h 36461"/>
                    <a:gd name="connsiteX1" fmla="*/ 17374 w 30086"/>
                    <a:gd name="connsiteY1" fmla="*/ 4078 h 36461"/>
                    <a:gd name="connsiteX2" fmla="*/ 17374 w 30086"/>
                    <a:gd name="connsiteY2" fmla="*/ 36462 h 36461"/>
                    <a:gd name="connsiteX3" fmla="*/ 12712 w 30086"/>
                    <a:gd name="connsiteY3" fmla="*/ 36462 h 36461"/>
                    <a:gd name="connsiteX4" fmla="*/ 12712 w 30086"/>
                    <a:gd name="connsiteY4" fmla="*/ 4078 h 36461"/>
                    <a:gd name="connsiteX5" fmla="*/ 0 w 30086"/>
                    <a:gd name="connsiteY5" fmla="*/ 4078 h 36461"/>
                    <a:gd name="connsiteX6" fmla="*/ 0 w 30086"/>
                    <a:gd name="connsiteY6" fmla="*/ 0 h 36461"/>
                    <a:gd name="connsiteX7" fmla="*/ 30086 w 30086"/>
                    <a:gd name="connsiteY7" fmla="*/ 0 h 36461"/>
                    <a:gd name="connsiteX8" fmla="*/ 30086 w 30086"/>
                    <a:gd name="connsiteY8" fmla="*/ 4078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086" h="36461">
                      <a:moveTo>
                        <a:pt x="30086" y="4078"/>
                      </a:moveTo>
                      <a:lnTo>
                        <a:pt x="17374" y="4078"/>
                      </a:lnTo>
                      <a:lnTo>
                        <a:pt x="17374" y="36462"/>
                      </a:lnTo>
                      <a:lnTo>
                        <a:pt x="12712" y="36462"/>
                      </a:lnTo>
                      <a:lnTo>
                        <a:pt x="12712" y="4078"/>
                      </a:lnTo>
                      <a:lnTo>
                        <a:pt x="0" y="4078"/>
                      </a:lnTo>
                      <a:lnTo>
                        <a:pt x="0" y="0"/>
                      </a:lnTo>
                      <a:lnTo>
                        <a:pt x="30086" y="0"/>
                      </a:lnTo>
                      <a:lnTo>
                        <a:pt x="30086" y="407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" name="Freeform 211">
                  <a:extLst>
                    <a:ext uri="{FF2B5EF4-FFF2-40B4-BE49-F238E27FC236}">
                      <a16:creationId xmlns:a16="http://schemas.microsoft.com/office/drawing/2014/main" id="{34187C28-5EA5-2202-F4B3-B4ADD74DEF2A}"/>
                    </a:ext>
                  </a:extLst>
                </p:cNvPr>
                <p:cNvSpPr/>
                <p:nvPr/>
              </p:nvSpPr>
              <p:spPr>
                <a:xfrm>
                  <a:off x="779187" y="584934"/>
                  <a:ext cx="32568" cy="36521"/>
                </a:xfrm>
                <a:custGeom>
                  <a:avLst/>
                  <a:gdLst>
                    <a:gd name="connsiteX0" fmla="*/ 5085 w 32568"/>
                    <a:gd name="connsiteY0" fmla="*/ 60 h 36521"/>
                    <a:gd name="connsiteX1" fmla="*/ 16224 w 32568"/>
                    <a:gd name="connsiteY1" fmla="*/ 19071 h 36521"/>
                    <a:gd name="connsiteX2" fmla="*/ 27483 w 32568"/>
                    <a:gd name="connsiteY2" fmla="*/ 60 h 36521"/>
                    <a:gd name="connsiteX3" fmla="*/ 32568 w 32568"/>
                    <a:gd name="connsiteY3" fmla="*/ 60 h 36521"/>
                    <a:gd name="connsiteX4" fmla="*/ 18584 w 32568"/>
                    <a:gd name="connsiteY4" fmla="*/ 23208 h 36521"/>
                    <a:gd name="connsiteX5" fmla="*/ 18584 w 32568"/>
                    <a:gd name="connsiteY5" fmla="*/ 36522 h 36521"/>
                    <a:gd name="connsiteX6" fmla="*/ 13923 w 32568"/>
                    <a:gd name="connsiteY6" fmla="*/ 36522 h 36521"/>
                    <a:gd name="connsiteX7" fmla="*/ 13923 w 32568"/>
                    <a:gd name="connsiteY7" fmla="*/ 23089 h 36521"/>
                    <a:gd name="connsiteX8" fmla="*/ 0 w 32568"/>
                    <a:gd name="connsiteY8" fmla="*/ 0 h 36521"/>
                    <a:gd name="connsiteX9" fmla="*/ 5146 w 32568"/>
                    <a:gd name="connsiteY9" fmla="*/ 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568" h="36521">
                      <a:moveTo>
                        <a:pt x="5085" y="60"/>
                      </a:moveTo>
                      <a:lnTo>
                        <a:pt x="16224" y="19071"/>
                      </a:lnTo>
                      <a:lnTo>
                        <a:pt x="27483" y="60"/>
                      </a:lnTo>
                      <a:lnTo>
                        <a:pt x="32568" y="60"/>
                      </a:lnTo>
                      <a:lnTo>
                        <a:pt x="18584" y="23208"/>
                      </a:lnTo>
                      <a:lnTo>
                        <a:pt x="18584" y="36522"/>
                      </a:lnTo>
                      <a:lnTo>
                        <a:pt x="13923" y="36522"/>
                      </a:lnTo>
                      <a:lnTo>
                        <a:pt x="13923" y="23089"/>
                      </a:lnTo>
                      <a:lnTo>
                        <a:pt x="0" y="0"/>
                      </a:lnTo>
                      <a:lnTo>
                        <a:pt x="5146" y="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6" name="Graphic 6">
                <a:extLst>
                  <a:ext uri="{FF2B5EF4-FFF2-40B4-BE49-F238E27FC236}">
                    <a16:creationId xmlns:a16="http://schemas.microsoft.com/office/drawing/2014/main" id="{023E6A36-6CC7-92BE-92AC-7FCA710D44E4}"/>
                  </a:ext>
                </a:extLst>
              </p:cNvPr>
              <p:cNvGrpSpPr/>
              <p:nvPr/>
            </p:nvGrpSpPr>
            <p:grpSpPr>
              <a:xfrm>
                <a:off x="154155" y="211019"/>
                <a:ext cx="713171" cy="190705"/>
                <a:chOff x="154155" y="211019"/>
                <a:chExt cx="713171" cy="190705"/>
              </a:xfrm>
              <a:solidFill>
                <a:srgbClr val="DF8026"/>
              </a:solidFill>
            </p:grpSpPr>
            <p:sp>
              <p:nvSpPr>
                <p:cNvPr id="77" name="Freeform 188">
                  <a:extLst>
                    <a:ext uri="{FF2B5EF4-FFF2-40B4-BE49-F238E27FC236}">
                      <a16:creationId xmlns:a16="http://schemas.microsoft.com/office/drawing/2014/main" id="{0F629D83-70CF-8834-C335-E96E80345A5C}"/>
                    </a:ext>
                  </a:extLst>
                </p:cNvPr>
                <p:cNvSpPr/>
                <p:nvPr/>
              </p:nvSpPr>
              <p:spPr>
                <a:xfrm>
                  <a:off x="154155" y="212099"/>
                  <a:ext cx="160480" cy="188126"/>
                </a:xfrm>
                <a:custGeom>
                  <a:avLst/>
                  <a:gdLst>
                    <a:gd name="connsiteX0" fmla="*/ 24093 w 160480"/>
                    <a:gd name="connsiteY0" fmla="*/ 44498 h 188126"/>
                    <a:gd name="connsiteX1" fmla="*/ 24093 w 160480"/>
                    <a:gd name="connsiteY1" fmla="*/ 188067 h 188126"/>
                    <a:gd name="connsiteX2" fmla="*/ 0 w 160480"/>
                    <a:gd name="connsiteY2" fmla="*/ 188067 h 188126"/>
                    <a:gd name="connsiteX3" fmla="*/ 0 w 160480"/>
                    <a:gd name="connsiteY3" fmla="*/ 0 h 188126"/>
                    <a:gd name="connsiteX4" fmla="*/ 18706 w 160480"/>
                    <a:gd name="connsiteY4" fmla="*/ 0 h 188126"/>
                    <a:gd name="connsiteX5" fmla="*/ 136387 w 160480"/>
                    <a:gd name="connsiteY5" fmla="*/ 146507 h 188126"/>
                    <a:gd name="connsiteX6" fmla="*/ 136387 w 160480"/>
                    <a:gd name="connsiteY6" fmla="*/ 300 h 188126"/>
                    <a:gd name="connsiteX7" fmla="*/ 160480 w 160480"/>
                    <a:gd name="connsiteY7" fmla="*/ 300 h 188126"/>
                    <a:gd name="connsiteX8" fmla="*/ 160480 w 160480"/>
                    <a:gd name="connsiteY8" fmla="*/ 188126 h 188126"/>
                    <a:gd name="connsiteX9" fmla="*/ 140140 w 160480"/>
                    <a:gd name="connsiteY9" fmla="*/ 188126 h 188126"/>
                    <a:gd name="connsiteX10" fmla="*/ 24093 w 160480"/>
                    <a:gd name="connsiteY10" fmla="*/ 44498 h 1881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60480" h="188126">
                      <a:moveTo>
                        <a:pt x="24093" y="44498"/>
                      </a:moveTo>
                      <a:lnTo>
                        <a:pt x="24093" y="188067"/>
                      </a:lnTo>
                      <a:lnTo>
                        <a:pt x="0" y="188067"/>
                      </a:lnTo>
                      <a:lnTo>
                        <a:pt x="0" y="0"/>
                      </a:lnTo>
                      <a:lnTo>
                        <a:pt x="18706" y="0"/>
                      </a:lnTo>
                      <a:lnTo>
                        <a:pt x="136387" y="146507"/>
                      </a:lnTo>
                      <a:lnTo>
                        <a:pt x="136387" y="300"/>
                      </a:lnTo>
                      <a:lnTo>
                        <a:pt x="160480" y="300"/>
                      </a:lnTo>
                      <a:lnTo>
                        <a:pt x="160480" y="188126"/>
                      </a:lnTo>
                      <a:lnTo>
                        <a:pt x="140140" y="188126"/>
                      </a:lnTo>
                      <a:lnTo>
                        <a:pt x="24093" y="4449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" name="Freeform 189">
                  <a:extLst>
                    <a:ext uri="{FF2B5EF4-FFF2-40B4-BE49-F238E27FC236}">
                      <a16:creationId xmlns:a16="http://schemas.microsoft.com/office/drawing/2014/main" id="{EBE4B8A8-3C47-7FF8-058A-368D7B00DD47}"/>
                    </a:ext>
                  </a:extLst>
                </p:cNvPr>
                <p:cNvSpPr/>
                <p:nvPr/>
              </p:nvSpPr>
              <p:spPr>
                <a:xfrm>
                  <a:off x="340060" y="212099"/>
                  <a:ext cx="175674" cy="188066"/>
                </a:xfrm>
                <a:custGeom>
                  <a:avLst/>
                  <a:gdLst>
                    <a:gd name="connsiteX0" fmla="*/ 77788 w 175674"/>
                    <a:gd name="connsiteY0" fmla="*/ 0 h 188066"/>
                    <a:gd name="connsiteX1" fmla="*/ 98128 w 175674"/>
                    <a:gd name="connsiteY1" fmla="*/ 0 h 188066"/>
                    <a:gd name="connsiteX2" fmla="*/ 175675 w 175674"/>
                    <a:gd name="connsiteY2" fmla="*/ 188067 h 188066"/>
                    <a:gd name="connsiteX3" fmla="*/ 150008 w 175674"/>
                    <a:gd name="connsiteY3" fmla="*/ 188067 h 188066"/>
                    <a:gd name="connsiteX4" fmla="*/ 127549 w 175674"/>
                    <a:gd name="connsiteY4" fmla="*/ 132954 h 188066"/>
                    <a:gd name="connsiteX5" fmla="*/ 47884 w 175674"/>
                    <a:gd name="connsiteY5" fmla="*/ 132954 h 188066"/>
                    <a:gd name="connsiteX6" fmla="*/ 25667 w 175674"/>
                    <a:gd name="connsiteY6" fmla="*/ 188067 h 188066"/>
                    <a:gd name="connsiteX7" fmla="*/ 0 w 175674"/>
                    <a:gd name="connsiteY7" fmla="*/ 188067 h 188066"/>
                    <a:gd name="connsiteX8" fmla="*/ 77788 w 175674"/>
                    <a:gd name="connsiteY8" fmla="*/ 0 h 188066"/>
                    <a:gd name="connsiteX9" fmla="*/ 122161 w 175674"/>
                    <a:gd name="connsiteY9" fmla="*/ 114423 h 188066"/>
                    <a:gd name="connsiteX10" fmla="*/ 87958 w 175674"/>
                    <a:gd name="connsiteY10" fmla="*/ 27526 h 188066"/>
                    <a:gd name="connsiteX11" fmla="*/ 52666 w 175674"/>
                    <a:gd name="connsiteY11" fmla="*/ 114423 h 188066"/>
                    <a:gd name="connsiteX12" fmla="*/ 122161 w 175674"/>
                    <a:gd name="connsiteY12" fmla="*/ 114423 h 188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74" h="188066">
                      <a:moveTo>
                        <a:pt x="77788" y="0"/>
                      </a:moveTo>
                      <a:lnTo>
                        <a:pt x="98128" y="0"/>
                      </a:lnTo>
                      <a:lnTo>
                        <a:pt x="175675" y="188067"/>
                      </a:lnTo>
                      <a:lnTo>
                        <a:pt x="150008" y="188067"/>
                      </a:lnTo>
                      <a:lnTo>
                        <a:pt x="127549" y="132954"/>
                      </a:lnTo>
                      <a:lnTo>
                        <a:pt x="47884" y="132954"/>
                      </a:lnTo>
                      <a:lnTo>
                        <a:pt x="25667" y="188067"/>
                      </a:lnTo>
                      <a:lnTo>
                        <a:pt x="0" y="188067"/>
                      </a:lnTo>
                      <a:lnTo>
                        <a:pt x="77788" y="0"/>
                      </a:lnTo>
                      <a:close/>
                      <a:moveTo>
                        <a:pt x="122161" y="114423"/>
                      </a:moveTo>
                      <a:lnTo>
                        <a:pt x="87958" y="27526"/>
                      </a:lnTo>
                      <a:lnTo>
                        <a:pt x="52666" y="114423"/>
                      </a:lnTo>
                      <a:lnTo>
                        <a:pt x="122161" y="114423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" name="Freeform 190">
                  <a:extLst>
                    <a:ext uri="{FF2B5EF4-FFF2-40B4-BE49-F238E27FC236}">
                      <a16:creationId xmlns:a16="http://schemas.microsoft.com/office/drawing/2014/main" id="{BA0C0877-8325-866F-60FC-5C438D9A474D}"/>
                    </a:ext>
                  </a:extLst>
                </p:cNvPr>
                <p:cNvSpPr/>
                <p:nvPr/>
              </p:nvSpPr>
              <p:spPr>
                <a:xfrm>
                  <a:off x="521062" y="212099"/>
                  <a:ext cx="175674" cy="188066"/>
                </a:xfrm>
                <a:custGeom>
                  <a:avLst/>
                  <a:gdLst>
                    <a:gd name="connsiteX0" fmla="*/ 77788 w 175674"/>
                    <a:gd name="connsiteY0" fmla="*/ 0 h 188066"/>
                    <a:gd name="connsiteX1" fmla="*/ 98128 w 175674"/>
                    <a:gd name="connsiteY1" fmla="*/ 0 h 188066"/>
                    <a:gd name="connsiteX2" fmla="*/ 175675 w 175674"/>
                    <a:gd name="connsiteY2" fmla="*/ 188067 h 188066"/>
                    <a:gd name="connsiteX3" fmla="*/ 150008 w 175674"/>
                    <a:gd name="connsiteY3" fmla="*/ 188067 h 188066"/>
                    <a:gd name="connsiteX4" fmla="*/ 127549 w 175674"/>
                    <a:gd name="connsiteY4" fmla="*/ 132954 h 188066"/>
                    <a:gd name="connsiteX5" fmla="*/ 47884 w 175674"/>
                    <a:gd name="connsiteY5" fmla="*/ 132954 h 188066"/>
                    <a:gd name="connsiteX6" fmla="*/ 25667 w 175674"/>
                    <a:gd name="connsiteY6" fmla="*/ 188067 h 188066"/>
                    <a:gd name="connsiteX7" fmla="*/ 0 w 175674"/>
                    <a:gd name="connsiteY7" fmla="*/ 188067 h 188066"/>
                    <a:gd name="connsiteX8" fmla="*/ 77788 w 175674"/>
                    <a:gd name="connsiteY8" fmla="*/ 0 h 188066"/>
                    <a:gd name="connsiteX9" fmla="*/ 122161 w 175674"/>
                    <a:gd name="connsiteY9" fmla="*/ 114423 h 188066"/>
                    <a:gd name="connsiteX10" fmla="*/ 87958 w 175674"/>
                    <a:gd name="connsiteY10" fmla="*/ 27526 h 188066"/>
                    <a:gd name="connsiteX11" fmla="*/ 52666 w 175674"/>
                    <a:gd name="connsiteY11" fmla="*/ 114423 h 188066"/>
                    <a:gd name="connsiteX12" fmla="*/ 122161 w 175674"/>
                    <a:gd name="connsiteY12" fmla="*/ 114423 h 188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74" h="188066">
                      <a:moveTo>
                        <a:pt x="77788" y="0"/>
                      </a:moveTo>
                      <a:lnTo>
                        <a:pt x="98128" y="0"/>
                      </a:lnTo>
                      <a:lnTo>
                        <a:pt x="175675" y="188067"/>
                      </a:lnTo>
                      <a:lnTo>
                        <a:pt x="150008" y="188067"/>
                      </a:lnTo>
                      <a:lnTo>
                        <a:pt x="127549" y="132954"/>
                      </a:lnTo>
                      <a:lnTo>
                        <a:pt x="47884" y="132954"/>
                      </a:lnTo>
                      <a:lnTo>
                        <a:pt x="25667" y="188067"/>
                      </a:lnTo>
                      <a:lnTo>
                        <a:pt x="0" y="188067"/>
                      </a:lnTo>
                      <a:lnTo>
                        <a:pt x="77788" y="0"/>
                      </a:lnTo>
                      <a:close/>
                      <a:moveTo>
                        <a:pt x="122161" y="114423"/>
                      </a:moveTo>
                      <a:lnTo>
                        <a:pt x="87958" y="27526"/>
                      </a:lnTo>
                      <a:lnTo>
                        <a:pt x="52666" y="114423"/>
                      </a:lnTo>
                      <a:lnTo>
                        <a:pt x="122161" y="114423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" name="Freeform 191">
                  <a:extLst>
                    <a:ext uri="{FF2B5EF4-FFF2-40B4-BE49-F238E27FC236}">
                      <a16:creationId xmlns:a16="http://schemas.microsoft.com/office/drawing/2014/main" id="{E6FCD449-ACE2-95A1-E8B6-F73AC0BB2031}"/>
                    </a:ext>
                  </a:extLst>
                </p:cNvPr>
                <p:cNvSpPr/>
                <p:nvPr/>
              </p:nvSpPr>
              <p:spPr>
                <a:xfrm>
                  <a:off x="702851" y="211019"/>
                  <a:ext cx="164475" cy="190705"/>
                </a:xfrm>
                <a:custGeom>
                  <a:avLst/>
                  <a:gdLst>
                    <a:gd name="connsiteX0" fmla="*/ 0 w 164475"/>
                    <a:gd name="connsiteY0" fmla="*/ 93793 h 190705"/>
                    <a:gd name="connsiteX1" fmla="*/ 5993 w 164475"/>
                    <a:gd name="connsiteY1" fmla="*/ 60030 h 190705"/>
                    <a:gd name="connsiteX2" fmla="*/ 23669 w 164475"/>
                    <a:gd name="connsiteY2" fmla="*/ 29805 h 190705"/>
                    <a:gd name="connsiteX3" fmla="*/ 52121 w 164475"/>
                    <a:gd name="connsiteY3" fmla="*/ 8216 h 190705"/>
                    <a:gd name="connsiteX4" fmla="*/ 90380 w 164475"/>
                    <a:gd name="connsiteY4" fmla="*/ 0 h 190705"/>
                    <a:gd name="connsiteX5" fmla="*/ 133966 w 164475"/>
                    <a:gd name="connsiteY5" fmla="*/ 11394 h 190705"/>
                    <a:gd name="connsiteX6" fmla="*/ 160965 w 164475"/>
                    <a:gd name="connsiteY6" fmla="*/ 41080 h 190705"/>
                    <a:gd name="connsiteX7" fmla="*/ 141956 w 164475"/>
                    <a:gd name="connsiteY7" fmla="*/ 53254 h 190705"/>
                    <a:gd name="connsiteX8" fmla="*/ 131665 w 164475"/>
                    <a:gd name="connsiteY8" fmla="*/ 38141 h 190705"/>
                    <a:gd name="connsiteX9" fmla="*/ 118590 w 164475"/>
                    <a:gd name="connsiteY9" fmla="*/ 28366 h 190705"/>
                    <a:gd name="connsiteX10" fmla="*/ 104000 w 164475"/>
                    <a:gd name="connsiteY10" fmla="*/ 23089 h 190705"/>
                    <a:gd name="connsiteX11" fmla="*/ 89290 w 164475"/>
                    <a:gd name="connsiteY11" fmla="*/ 21469 h 190705"/>
                    <a:gd name="connsiteX12" fmla="*/ 61323 w 164475"/>
                    <a:gd name="connsiteY12" fmla="*/ 27946 h 190705"/>
                    <a:gd name="connsiteX13" fmla="*/ 40862 w 164475"/>
                    <a:gd name="connsiteY13" fmla="*/ 44918 h 190705"/>
                    <a:gd name="connsiteX14" fmla="*/ 28452 w 164475"/>
                    <a:gd name="connsiteY14" fmla="*/ 68486 h 190705"/>
                    <a:gd name="connsiteX15" fmla="*/ 24335 w 164475"/>
                    <a:gd name="connsiteY15" fmla="*/ 94873 h 190705"/>
                    <a:gd name="connsiteX16" fmla="*/ 29299 w 164475"/>
                    <a:gd name="connsiteY16" fmla="*/ 123059 h 190705"/>
                    <a:gd name="connsiteX17" fmla="*/ 43041 w 164475"/>
                    <a:gd name="connsiteY17" fmla="*/ 146747 h 190705"/>
                    <a:gd name="connsiteX18" fmla="*/ 63926 w 164475"/>
                    <a:gd name="connsiteY18" fmla="*/ 163179 h 190705"/>
                    <a:gd name="connsiteX19" fmla="*/ 90138 w 164475"/>
                    <a:gd name="connsiteY19" fmla="*/ 169296 h 190705"/>
                    <a:gd name="connsiteX20" fmla="*/ 105514 w 164475"/>
                    <a:gd name="connsiteY20" fmla="*/ 167437 h 190705"/>
                    <a:gd name="connsiteX21" fmla="*/ 120648 w 164475"/>
                    <a:gd name="connsiteY21" fmla="*/ 161500 h 190705"/>
                    <a:gd name="connsiteX22" fmla="*/ 134147 w 164475"/>
                    <a:gd name="connsiteY22" fmla="*/ 151185 h 190705"/>
                    <a:gd name="connsiteX23" fmla="*/ 144438 w 164475"/>
                    <a:gd name="connsiteY23" fmla="*/ 136192 h 190705"/>
                    <a:gd name="connsiteX24" fmla="*/ 164476 w 164475"/>
                    <a:gd name="connsiteY24" fmla="*/ 147047 h 190705"/>
                    <a:gd name="connsiteX25" fmla="*/ 151763 w 164475"/>
                    <a:gd name="connsiteY25" fmla="*/ 165698 h 190705"/>
                    <a:gd name="connsiteX26" fmla="*/ 133300 w 164475"/>
                    <a:gd name="connsiteY26" fmla="*/ 179311 h 190705"/>
                    <a:gd name="connsiteX27" fmla="*/ 111507 w 164475"/>
                    <a:gd name="connsiteY27" fmla="*/ 187767 h 190705"/>
                    <a:gd name="connsiteX28" fmla="*/ 89048 w 164475"/>
                    <a:gd name="connsiteY28" fmla="*/ 190705 h 190705"/>
                    <a:gd name="connsiteX29" fmla="*/ 53211 w 164475"/>
                    <a:gd name="connsiteY29" fmla="*/ 182249 h 190705"/>
                    <a:gd name="connsiteX30" fmla="*/ 25001 w 164475"/>
                    <a:gd name="connsiteY30" fmla="*/ 160120 h 190705"/>
                    <a:gd name="connsiteX31" fmla="*/ 6538 w 164475"/>
                    <a:gd name="connsiteY31" fmla="*/ 129116 h 190705"/>
                    <a:gd name="connsiteX32" fmla="*/ 0 w 164475"/>
                    <a:gd name="connsiteY32" fmla="*/ 93733 h 190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164475" h="190705">
                      <a:moveTo>
                        <a:pt x="0" y="93793"/>
                      </a:moveTo>
                      <a:cubicBezTo>
                        <a:pt x="0" y="82459"/>
                        <a:pt x="1998" y="71245"/>
                        <a:pt x="5993" y="60030"/>
                      </a:cubicBezTo>
                      <a:cubicBezTo>
                        <a:pt x="9988" y="48816"/>
                        <a:pt x="15860" y="38741"/>
                        <a:pt x="23669" y="29805"/>
                      </a:cubicBezTo>
                      <a:cubicBezTo>
                        <a:pt x="31418" y="20870"/>
                        <a:pt x="40922" y="13673"/>
                        <a:pt x="52121" y="8216"/>
                      </a:cubicBezTo>
                      <a:cubicBezTo>
                        <a:pt x="63381" y="2759"/>
                        <a:pt x="76093" y="0"/>
                        <a:pt x="90380" y="0"/>
                      </a:cubicBezTo>
                      <a:cubicBezTo>
                        <a:pt x="107330" y="0"/>
                        <a:pt x="121858" y="3778"/>
                        <a:pt x="133966" y="11394"/>
                      </a:cubicBezTo>
                      <a:cubicBezTo>
                        <a:pt x="146073" y="19011"/>
                        <a:pt x="155093" y="28906"/>
                        <a:pt x="160965" y="41080"/>
                      </a:cubicBezTo>
                      <a:lnTo>
                        <a:pt x="141956" y="53254"/>
                      </a:lnTo>
                      <a:cubicBezTo>
                        <a:pt x="139111" y="47257"/>
                        <a:pt x="135661" y="42219"/>
                        <a:pt x="131665" y="38141"/>
                      </a:cubicBezTo>
                      <a:cubicBezTo>
                        <a:pt x="127670" y="34063"/>
                        <a:pt x="123311" y="30825"/>
                        <a:pt x="118590" y="28366"/>
                      </a:cubicBezTo>
                      <a:cubicBezTo>
                        <a:pt x="113868" y="25907"/>
                        <a:pt x="109025" y="24108"/>
                        <a:pt x="104000" y="23089"/>
                      </a:cubicBezTo>
                      <a:cubicBezTo>
                        <a:pt x="99037" y="22009"/>
                        <a:pt x="94133" y="21469"/>
                        <a:pt x="89290" y="21469"/>
                      </a:cubicBezTo>
                      <a:cubicBezTo>
                        <a:pt x="78757" y="21469"/>
                        <a:pt x="69435" y="23628"/>
                        <a:pt x="61323" y="27946"/>
                      </a:cubicBezTo>
                      <a:cubicBezTo>
                        <a:pt x="53211" y="32264"/>
                        <a:pt x="46370" y="37901"/>
                        <a:pt x="40862" y="44918"/>
                      </a:cubicBezTo>
                      <a:cubicBezTo>
                        <a:pt x="35353" y="51874"/>
                        <a:pt x="31176" y="59730"/>
                        <a:pt x="28452" y="68486"/>
                      </a:cubicBezTo>
                      <a:cubicBezTo>
                        <a:pt x="25667" y="77242"/>
                        <a:pt x="24335" y="85997"/>
                        <a:pt x="24335" y="94873"/>
                      </a:cubicBezTo>
                      <a:cubicBezTo>
                        <a:pt x="24335" y="104768"/>
                        <a:pt x="25970" y="114183"/>
                        <a:pt x="29299" y="123059"/>
                      </a:cubicBezTo>
                      <a:cubicBezTo>
                        <a:pt x="32568" y="131994"/>
                        <a:pt x="37169" y="139850"/>
                        <a:pt x="43041" y="146747"/>
                      </a:cubicBezTo>
                      <a:cubicBezTo>
                        <a:pt x="48913" y="153644"/>
                        <a:pt x="55875" y="159101"/>
                        <a:pt x="63926" y="163179"/>
                      </a:cubicBezTo>
                      <a:cubicBezTo>
                        <a:pt x="71977" y="167257"/>
                        <a:pt x="80694" y="169296"/>
                        <a:pt x="90138" y="169296"/>
                      </a:cubicBezTo>
                      <a:cubicBezTo>
                        <a:pt x="95102" y="169296"/>
                        <a:pt x="100247" y="168696"/>
                        <a:pt x="105514" y="167437"/>
                      </a:cubicBezTo>
                      <a:cubicBezTo>
                        <a:pt x="110780" y="166177"/>
                        <a:pt x="115805" y="164198"/>
                        <a:pt x="120648" y="161500"/>
                      </a:cubicBezTo>
                      <a:cubicBezTo>
                        <a:pt x="125491" y="158741"/>
                        <a:pt x="129970" y="155323"/>
                        <a:pt x="134147" y="151185"/>
                      </a:cubicBezTo>
                      <a:cubicBezTo>
                        <a:pt x="138324" y="147047"/>
                        <a:pt x="141775" y="142069"/>
                        <a:pt x="144438" y="136192"/>
                      </a:cubicBezTo>
                      <a:lnTo>
                        <a:pt x="164476" y="147047"/>
                      </a:lnTo>
                      <a:cubicBezTo>
                        <a:pt x="161449" y="154123"/>
                        <a:pt x="157211" y="160360"/>
                        <a:pt x="151763" y="165698"/>
                      </a:cubicBezTo>
                      <a:cubicBezTo>
                        <a:pt x="146315" y="171095"/>
                        <a:pt x="140201" y="175653"/>
                        <a:pt x="133300" y="179311"/>
                      </a:cubicBezTo>
                      <a:cubicBezTo>
                        <a:pt x="126459" y="183029"/>
                        <a:pt x="119195" y="185848"/>
                        <a:pt x="111507" y="187767"/>
                      </a:cubicBezTo>
                      <a:cubicBezTo>
                        <a:pt x="103819" y="189686"/>
                        <a:pt x="96373" y="190705"/>
                        <a:pt x="89048" y="190705"/>
                      </a:cubicBezTo>
                      <a:cubicBezTo>
                        <a:pt x="76033" y="190705"/>
                        <a:pt x="64107" y="187887"/>
                        <a:pt x="53211" y="182249"/>
                      </a:cubicBezTo>
                      <a:cubicBezTo>
                        <a:pt x="42314" y="176612"/>
                        <a:pt x="32931" y="169236"/>
                        <a:pt x="25001" y="160120"/>
                      </a:cubicBezTo>
                      <a:cubicBezTo>
                        <a:pt x="17071" y="151005"/>
                        <a:pt x="10896" y="140690"/>
                        <a:pt x="6538" y="129116"/>
                      </a:cubicBezTo>
                      <a:cubicBezTo>
                        <a:pt x="2179" y="117542"/>
                        <a:pt x="0" y="105787"/>
                        <a:pt x="0" y="93733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7" name="Graphic 6">
                <a:extLst>
                  <a:ext uri="{FF2B5EF4-FFF2-40B4-BE49-F238E27FC236}">
                    <a16:creationId xmlns:a16="http://schemas.microsoft.com/office/drawing/2014/main" id="{0460CE4A-7286-4F2F-DA1D-73684A805D70}"/>
                  </a:ext>
                </a:extLst>
              </p:cNvPr>
              <p:cNvGrpSpPr/>
              <p:nvPr/>
            </p:nvGrpSpPr>
            <p:grpSpPr>
              <a:xfrm>
                <a:off x="152400" y="417017"/>
                <a:ext cx="659294" cy="143688"/>
                <a:chOff x="152400" y="417017"/>
                <a:chExt cx="659294" cy="143688"/>
              </a:xfrm>
              <a:solidFill>
                <a:srgbClr val="424343"/>
              </a:solidFill>
            </p:grpSpPr>
            <p:sp>
              <p:nvSpPr>
                <p:cNvPr id="72" name="Freeform 183">
                  <a:extLst>
                    <a:ext uri="{FF2B5EF4-FFF2-40B4-BE49-F238E27FC236}">
                      <a16:creationId xmlns:a16="http://schemas.microsoft.com/office/drawing/2014/main" id="{5E668A30-AB26-C9CA-DCD4-DFBFE2070EF7}"/>
                    </a:ext>
                  </a:extLst>
                </p:cNvPr>
                <p:cNvSpPr/>
                <p:nvPr/>
              </p:nvSpPr>
              <p:spPr>
                <a:xfrm>
                  <a:off x="152400" y="417017"/>
                  <a:ext cx="124643" cy="143688"/>
                </a:xfrm>
                <a:custGeom>
                  <a:avLst/>
                  <a:gdLst>
                    <a:gd name="connsiteX0" fmla="*/ 112778 w 124643"/>
                    <a:gd name="connsiteY0" fmla="*/ 121919 h 143688"/>
                    <a:gd name="connsiteX1" fmla="*/ 66831 w 124643"/>
                    <a:gd name="connsiteY1" fmla="*/ 143689 h 143688"/>
                    <a:gd name="connsiteX2" fmla="*/ 40135 w 124643"/>
                    <a:gd name="connsiteY2" fmla="*/ 137512 h 143688"/>
                    <a:gd name="connsiteX3" fmla="*/ 19008 w 124643"/>
                    <a:gd name="connsiteY3" fmla="*/ 121140 h 143688"/>
                    <a:gd name="connsiteX4" fmla="*/ 5024 w 124643"/>
                    <a:gd name="connsiteY4" fmla="*/ 98111 h 143688"/>
                    <a:gd name="connsiteX5" fmla="*/ 0 w 124643"/>
                    <a:gd name="connsiteY5" fmla="*/ 71664 h 143688"/>
                    <a:gd name="connsiteX6" fmla="*/ 4964 w 124643"/>
                    <a:gd name="connsiteY6" fmla="*/ 44498 h 143688"/>
                    <a:gd name="connsiteX7" fmla="*/ 18766 w 124643"/>
                    <a:gd name="connsiteY7" fmla="*/ 21649 h 143688"/>
                    <a:gd name="connsiteX8" fmla="*/ 39711 w 124643"/>
                    <a:gd name="connsiteY8" fmla="*/ 5877 h 143688"/>
                    <a:gd name="connsiteX9" fmla="*/ 66105 w 124643"/>
                    <a:gd name="connsiteY9" fmla="*/ 0 h 143688"/>
                    <a:gd name="connsiteX10" fmla="*/ 85234 w 124643"/>
                    <a:gd name="connsiteY10" fmla="*/ 2279 h 143688"/>
                    <a:gd name="connsiteX11" fmla="*/ 100671 w 124643"/>
                    <a:gd name="connsiteY11" fmla="*/ 8696 h 143688"/>
                    <a:gd name="connsiteX12" fmla="*/ 112354 w 124643"/>
                    <a:gd name="connsiteY12" fmla="*/ 18471 h 143688"/>
                    <a:gd name="connsiteX13" fmla="*/ 120708 w 124643"/>
                    <a:gd name="connsiteY13" fmla="*/ 30945 h 143688"/>
                    <a:gd name="connsiteX14" fmla="*/ 109812 w 124643"/>
                    <a:gd name="connsiteY14" fmla="*/ 38141 h 143688"/>
                    <a:gd name="connsiteX15" fmla="*/ 91470 w 124643"/>
                    <a:gd name="connsiteY15" fmla="*/ 18771 h 143688"/>
                    <a:gd name="connsiteX16" fmla="*/ 65863 w 124643"/>
                    <a:gd name="connsiteY16" fmla="*/ 12594 h 143688"/>
                    <a:gd name="connsiteX17" fmla="*/ 44433 w 124643"/>
                    <a:gd name="connsiteY17" fmla="*/ 17571 h 143688"/>
                    <a:gd name="connsiteX18" fmla="*/ 28089 w 124643"/>
                    <a:gd name="connsiteY18" fmla="*/ 30825 h 143688"/>
                    <a:gd name="connsiteX19" fmla="*/ 17737 w 124643"/>
                    <a:gd name="connsiteY19" fmla="*/ 49775 h 143688"/>
                    <a:gd name="connsiteX20" fmla="*/ 14105 w 124643"/>
                    <a:gd name="connsiteY20" fmla="*/ 71844 h 143688"/>
                    <a:gd name="connsiteX21" fmla="*/ 18221 w 124643"/>
                    <a:gd name="connsiteY21" fmla="*/ 94573 h 143688"/>
                    <a:gd name="connsiteX22" fmla="*/ 29602 w 124643"/>
                    <a:gd name="connsiteY22" fmla="*/ 113404 h 143688"/>
                    <a:gd name="connsiteX23" fmla="*/ 46613 w 124643"/>
                    <a:gd name="connsiteY23" fmla="*/ 126297 h 143688"/>
                    <a:gd name="connsiteX24" fmla="*/ 67861 w 124643"/>
                    <a:gd name="connsiteY24" fmla="*/ 131095 h 143688"/>
                    <a:gd name="connsiteX25" fmla="*/ 91348 w 124643"/>
                    <a:gd name="connsiteY25" fmla="*/ 125398 h 143688"/>
                    <a:gd name="connsiteX26" fmla="*/ 112778 w 124643"/>
                    <a:gd name="connsiteY26" fmla="*/ 107347 h 143688"/>
                    <a:gd name="connsiteX27" fmla="*/ 112778 w 124643"/>
                    <a:gd name="connsiteY27" fmla="*/ 83778 h 143688"/>
                    <a:gd name="connsiteX28" fmla="*/ 80936 w 124643"/>
                    <a:gd name="connsiteY28" fmla="*/ 83778 h 143688"/>
                    <a:gd name="connsiteX29" fmla="*/ 80936 w 124643"/>
                    <a:gd name="connsiteY29" fmla="*/ 72984 h 143688"/>
                    <a:gd name="connsiteX30" fmla="*/ 124643 w 124643"/>
                    <a:gd name="connsiteY30" fmla="*/ 72984 h 143688"/>
                    <a:gd name="connsiteX31" fmla="*/ 124643 w 124643"/>
                    <a:gd name="connsiteY31" fmla="*/ 142609 h 143688"/>
                    <a:gd name="connsiteX32" fmla="*/ 112778 w 124643"/>
                    <a:gd name="connsiteY32" fmla="*/ 142609 h 143688"/>
                    <a:gd name="connsiteX33" fmla="*/ 112778 w 124643"/>
                    <a:gd name="connsiteY33" fmla="*/ 121859 h 14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124643" h="143688">
                      <a:moveTo>
                        <a:pt x="112778" y="121919"/>
                      </a:moveTo>
                      <a:cubicBezTo>
                        <a:pt x="99460" y="136432"/>
                        <a:pt x="84205" y="143689"/>
                        <a:pt x="66831" y="143689"/>
                      </a:cubicBezTo>
                      <a:cubicBezTo>
                        <a:pt x="57146" y="143689"/>
                        <a:pt x="48247" y="141650"/>
                        <a:pt x="40135" y="137512"/>
                      </a:cubicBezTo>
                      <a:cubicBezTo>
                        <a:pt x="32023" y="133374"/>
                        <a:pt x="24941" y="127916"/>
                        <a:pt x="19008" y="121140"/>
                      </a:cubicBezTo>
                      <a:cubicBezTo>
                        <a:pt x="13015" y="114363"/>
                        <a:pt x="8354" y="106687"/>
                        <a:pt x="5024" y="98111"/>
                      </a:cubicBezTo>
                      <a:cubicBezTo>
                        <a:pt x="1695" y="89536"/>
                        <a:pt x="0" y="80720"/>
                        <a:pt x="0" y="71664"/>
                      </a:cubicBezTo>
                      <a:cubicBezTo>
                        <a:pt x="0" y="62609"/>
                        <a:pt x="1634" y="53194"/>
                        <a:pt x="4964" y="44498"/>
                      </a:cubicBezTo>
                      <a:cubicBezTo>
                        <a:pt x="8233" y="35862"/>
                        <a:pt x="12834" y="28246"/>
                        <a:pt x="18766" y="21649"/>
                      </a:cubicBezTo>
                      <a:cubicBezTo>
                        <a:pt x="24699" y="15053"/>
                        <a:pt x="31660" y="9835"/>
                        <a:pt x="39711" y="5877"/>
                      </a:cubicBezTo>
                      <a:cubicBezTo>
                        <a:pt x="47763" y="1979"/>
                        <a:pt x="56540" y="0"/>
                        <a:pt x="66105" y="0"/>
                      </a:cubicBezTo>
                      <a:cubicBezTo>
                        <a:pt x="73067" y="0"/>
                        <a:pt x="79483" y="780"/>
                        <a:pt x="85234" y="2279"/>
                      </a:cubicBezTo>
                      <a:cubicBezTo>
                        <a:pt x="90985" y="3838"/>
                        <a:pt x="96131" y="5937"/>
                        <a:pt x="100671" y="8696"/>
                      </a:cubicBezTo>
                      <a:cubicBezTo>
                        <a:pt x="105151" y="11454"/>
                        <a:pt x="109085" y="14693"/>
                        <a:pt x="112354" y="18471"/>
                      </a:cubicBezTo>
                      <a:cubicBezTo>
                        <a:pt x="115623" y="22249"/>
                        <a:pt x="118408" y="26447"/>
                        <a:pt x="120708" y="30945"/>
                      </a:cubicBezTo>
                      <a:lnTo>
                        <a:pt x="109812" y="38141"/>
                      </a:lnTo>
                      <a:cubicBezTo>
                        <a:pt x="105090" y="29385"/>
                        <a:pt x="98976" y="22909"/>
                        <a:pt x="91470" y="18771"/>
                      </a:cubicBezTo>
                      <a:cubicBezTo>
                        <a:pt x="83963" y="14633"/>
                        <a:pt x="75428" y="12594"/>
                        <a:pt x="65863" y="12594"/>
                      </a:cubicBezTo>
                      <a:cubicBezTo>
                        <a:pt x="57933" y="12594"/>
                        <a:pt x="50790" y="14273"/>
                        <a:pt x="44433" y="17571"/>
                      </a:cubicBezTo>
                      <a:cubicBezTo>
                        <a:pt x="38077" y="20870"/>
                        <a:pt x="32629" y="25307"/>
                        <a:pt x="28089" y="30825"/>
                      </a:cubicBezTo>
                      <a:cubicBezTo>
                        <a:pt x="23609" y="36342"/>
                        <a:pt x="20158" y="42699"/>
                        <a:pt x="17737" y="49775"/>
                      </a:cubicBezTo>
                      <a:cubicBezTo>
                        <a:pt x="15316" y="56912"/>
                        <a:pt x="14105" y="64228"/>
                        <a:pt x="14105" y="71844"/>
                      </a:cubicBezTo>
                      <a:cubicBezTo>
                        <a:pt x="14105" y="79820"/>
                        <a:pt x="15497" y="87377"/>
                        <a:pt x="18221" y="94573"/>
                      </a:cubicBezTo>
                      <a:cubicBezTo>
                        <a:pt x="20945" y="101769"/>
                        <a:pt x="24759" y="108066"/>
                        <a:pt x="29602" y="113404"/>
                      </a:cubicBezTo>
                      <a:cubicBezTo>
                        <a:pt x="34445" y="118801"/>
                        <a:pt x="40135" y="123059"/>
                        <a:pt x="46613" y="126297"/>
                      </a:cubicBezTo>
                      <a:cubicBezTo>
                        <a:pt x="53150" y="129476"/>
                        <a:pt x="60233" y="131095"/>
                        <a:pt x="67861" y="131095"/>
                      </a:cubicBezTo>
                      <a:cubicBezTo>
                        <a:pt x="76033" y="131095"/>
                        <a:pt x="83903" y="129176"/>
                        <a:pt x="91348" y="125398"/>
                      </a:cubicBezTo>
                      <a:cubicBezTo>
                        <a:pt x="98794" y="121620"/>
                        <a:pt x="105938" y="115563"/>
                        <a:pt x="112778" y="107347"/>
                      </a:cubicBezTo>
                      <a:lnTo>
                        <a:pt x="112778" y="83778"/>
                      </a:lnTo>
                      <a:lnTo>
                        <a:pt x="80936" y="83778"/>
                      </a:lnTo>
                      <a:lnTo>
                        <a:pt x="80936" y="72984"/>
                      </a:lnTo>
                      <a:lnTo>
                        <a:pt x="124643" y="72984"/>
                      </a:lnTo>
                      <a:lnTo>
                        <a:pt x="124643" y="142609"/>
                      </a:lnTo>
                      <a:lnTo>
                        <a:pt x="112778" y="142609"/>
                      </a:lnTo>
                      <a:lnTo>
                        <a:pt x="112778" y="121859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" name="Freeform 184">
                  <a:extLst>
                    <a:ext uri="{FF2B5EF4-FFF2-40B4-BE49-F238E27FC236}">
                      <a16:creationId xmlns:a16="http://schemas.microsoft.com/office/drawing/2014/main" id="{92045AB0-43A7-01E0-F4B5-A4073E0AD9EA}"/>
                    </a:ext>
                  </a:extLst>
                </p:cNvPr>
                <p:cNvSpPr/>
                <p:nvPr/>
              </p:nvSpPr>
              <p:spPr>
                <a:xfrm>
                  <a:off x="306100" y="417977"/>
                  <a:ext cx="105998" cy="141769"/>
                </a:xfrm>
                <a:custGeom>
                  <a:avLst/>
                  <a:gdLst>
                    <a:gd name="connsiteX0" fmla="*/ 0 w 105998"/>
                    <a:gd name="connsiteY0" fmla="*/ 141710 h 141769"/>
                    <a:gd name="connsiteX1" fmla="*/ 0 w 105998"/>
                    <a:gd name="connsiteY1" fmla="*/ 0 h 141769"/>
                    <a:gd name="connsiteX2" fmla="*/ 60415 w 105998"/>
                    <a:gd name="connsiteY2" fmla="*/ 0 h 141769"/>
                    <a:gd name="connsiteX3" fmla="*/ 77425 w 105998"/>
                    <a:gd name="connsiteY3" fmla="*/ 3898 h 141769"/>
                    <a:gd name="connsiteX4" fmla="*/ 90804 w 105998"/>
                    <a:gd name="connsiteY4" fmla="*/ 14093 h 141769"/>
                    <a:gd name="connsiteX5" fmla="*/ 99581 w 105998"/>
                    <a:gd name="connsiteY5" fmla="*/ 28366 h 141769"/>
                    <a:gd name="connsiteX6" fmla="*/ 102729 w 105998"/>
                    <a:gd name="connsiteY6" fmla="*/ 44558 h 141769"/>
                    <a:gd name="connsiteX7" fmla="*/ 100429 w 105998"/>
                    <a:gd name="connsiteY7" fmla="*/ 59430 h 141769"/>
                    <a:gd name="connsiteX8" fmla="*/ 94012 w 105998"/>
                    <a:gd name="connsiteY8" fmla="*/ 72204 h 141769"/>
                    <a:gd name="connsiteX9" fmla="*/ 84024 w 105998"/>
                    <a:gd name="connsiteY9" fmla="*/ 81799 h 141769"/>
                    <a:gd name="connsiteX10" fmla="*/ 70948 w 105998"/>
                    <a:gd name="connsiteY10" fmla="*/ 87077 h 141769"/>
                    <a:gd name="connsiteX11" fmla="*/ 105998 w 105998"/>
                    <a:gd name="connsiteY11" fmla="*/ 141770 h 141769"/>
                    <a:gd name="connsiteX12" fmla="*/ 90077 w 105998"/>
                    <a:gd name="connsiteY12" fmla="*/ 141770 h 141769"/>
                    <a:gd name="connsiteX13" fmla="*/ 56419 w 105998"/>
                    <a:gd name="connsiteY13" fmla="*/ 89476 h 141769"/>
                    <a:gd name="connsiteX14" fmla="*/ 14105 w 105998"/>
                    <a:gd name="connsiteY14" fmla="*/ 89476 h 141769"/>
                    <a:gd name="connsiteX15" fmla="*/ 14105 w 105998"/>
                    <a:gd name="connsiteY15" fmla="*/ 141770 h 141769"/>
                    <a:gd name="connsiteX16" fmla="*/ 0 w 105998"/>
                    <a:gd name="connsiteY16" fmla="*/ 141770 h 141769"/>
                    <a:gd name="connsiteX17" fmla="*/ 14105 w 105998"/>
                    <a:gd name="connsiteY17" fmla="*/ 77062 h 141769"/>
                    <a:gd name="connsiteX18" fmla="*/ 60838 w 105998"/>
                    <a:gd name="connsiteY18" fmla="*/ 77062 h 141769"/>
                    <a:gd name="connsiteX19" fmla="*/ 72219 w 105998"/>
                    <a:gd name="connsiteY19" fmla="*/ 74363 h 141769"/>
                    <a:gd name="connsiteX20" fmla="*/ 80997 w 105998"/>
                    <a:gd name="connsiteY20" fmla="*/ 67107 h 141769"/>
                    <a:gd name="connsiteX21" fmla="*/ 86627 w 105998"/>
                    <a:gd name="connsiteY21" fmla="*/ 56732 h 141769"/>
                    <a:gd name="connsiteX22" fmla="*/ 88624 w 105998"/>
                    <a:gd name="connsiteY22" fmla="*/ 44558 h 141769"/>
                    <a:gd name="connsiteX23" fmla="*/ 86324 w 105998"/>
                    <a:gd name="connsiteY23" fmla="*/ 32264 h 141769"/>
                    <a:gd name="connsiteX24" fmla="*/ 80089 w 105998"/>
                    <a:gd name="connsiteY24" fmla="*/ 22009 h 141769"/>
                    <a:gd name="connsiteX25" fmla="*/ 70827 w 105998"/>
                    <a:gd name="connsiteY25" fmla="*/ 15053 h 141769"/>
                    <a:gd name="connsiteX26" fmla="*/ 59628 w 105998"/>
                    <a:gd name="connsiteY26" fmla="*/ 12474 h 141769"/>
                    <a:gd name="connsiteX27" fmla="*/ 14105 w 105998"/>
                    <a:gd name="connsiteY27" fmla="*/ 12474 h 141769"/>
                    <a:gd name="connsiteX28" fmla="*/ 14105 w 105998"/>
                    <a:gd name="connsiteY28" fmla="*/ 77122 h 141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5998" h="141769">
                      <a:moveTo>
                        <a:pt x="0" y="141710"/>
                      </a:moveTo>
                      <a:lnTo>
                        <a:pt x="0" y="0"/>
                      </a:lnTo>
                      <a:lnTo>
                        <a:pt x="60415" y="0"/>
                      </a:lnTo>
                      <a:cubicBezTo>
                        <a:pt x="66589" y="0"/>
                        <a:pt x="72280" y="1319"/>
                        <a:pt x="77425" y="3898"/>
                      </a:cubicBezTo>
                      <a:cubicBezTo>
                        <a:pt x="82571" y="6477"/>
                        <a:pt x="87050" y="9895"/>
                        <a:pt x="90804" y="14093"/>
                      </a:cubicBezTo>
                      <a:cubicBezTo>
                        <a:pt x="94557" y="18291"/>
                        <a:pt x="97463" y="23029"/>
                        <a:pt x="99581" y="28366"/>
                      </a:cubicBezTo>
                      <a:cubicBezTo>
                        <a:pt x="101640" y="33703"/>
                        <a:pt x="102729" y="39101"/>
                        <a:pt x="102729" y="44558"/>
                      </a:cubicBezTo>
                      <a:cubicBezTo>
                        <a:pt x="102729" y="50015"/>
                        <a:pt x="101942" y="54693"/>
                        <a:pt x="100429" y="59430"/>
                      </a:cubicBezTo>
                      <a:cubicBezTo>
                        <a:pt x="98855" y="64168"/>
                        <a:pt x="96736" y="68426"/>
                        <a:pt x="94012" y="72204"/>
                      </a:cubicBezTo>
                      <a:cubicBezTo>
                        <a:pt x="91227" y="75982"/>
                        <a:pt x="87958" y="79161"/>
                        <a:pt x="84024" y="81799"/>
                      </a:cubicBezTo>
                      <a:cubicBezTo>
                        <a:pt x="80149" y="84378"/>
                        <a:pt x="75791" y="86177"/>
                        <a:pt x="70948" y="87077"/>
                      </a:cubicBezTo>
                      <a:lnTo>
                        <a:pt x="105998" y="141770"/>
                      </a:lnTo>
                      <a:lnTo>
                        <a:pt x="90077" y="141770"/>
                      </a:lnTo>
                      <a:lnTo>
                        <a:pt x="56419" y="89476"/>
                      </a:lnTo>
                      <a:lnTo>
                        <a:pt x="14105" y="89476"/>
                      </a:lnTo>
                      <a:lnTo>
                        <a:pt x="14105" y="141770"/>
                      </a:lnTo>
                      <a:lnTo>
                        <a:pt x="0" y="141770"/>
                      </a:lnTo>
                      <a:close/>
                      <a:moveTo>
                        <a:pt x="14105" y="77062"/>
                      </a:moveTo>
                      <a:lnTo>
                        <a:pt x="60838" y="77062"/>
                      </a:lnTo>
                      <a:cubicBezTo>
                        <a:pt x="65015" y="77062"/>
                        <a:pt x="68769" y="76162"/>
                        <a:pt x="72219" y="74363"/>
                      </a:cubicBezTo>
                      <a:cubicBezTo>
                        <a:pt x="75670" y="72564"/>
                        <a:pt x="78575" y="70165"/>
                        <a:pt x="80997" y="67107"/>
                      </a:cubicBezTo>
                      <a:cubicBezTo>
                        <a:pt x="83418" y="64048"/>
                        <a:pt x="85295" y="60570"/>
                        <a:pt x="86627" y="56732"/>
                      </a:cubicBezTo>
                      <a:cubicBezTo>
                        <a:pt x="87958" y="52894"/>
                        <a:pt x="88624" y="48816"/>
                        <a:pt x="88624" y="44558"/>
                      </a:cubicBezTo>
                      <a:cubicBezTo>
                        <a:pt x="88624" y="40300"/>
                        <a:pt x="87837" y="36222"/>
                        <a:pt x="86324" y="32264"/>
                      </a:cubicBezTo>
                      <a:cubicBezTo>
                        <a:pt x="84750" y="28366"/>
                        <a:pt x="82692" y="24888"/>
                        <a:pt x="80089" y="22009"/>
                      </a:cubicBezTo>
                      <a:cubicBezTo>
                        <a:pt x="77486" y="19071"/>
                        <a:pt x="74398" y="16732"/>
                        <a:pt x="70827" y="15053"/>
                      </a:cubicBezTo>
                      <a:cubicBezTo>
                        <a:pt x="67255" y="13313"/>
                        <a:pt x="63563" y="12474"/>
                        <a:pt x="59628" y="12474"/>
                      </a:cubicBezTo>
                      <a:lnTo>
                        <a:pt x="14105" y="12474"/>
                      </a:lnTo>
                      <a:lnTo>
                        <a:pt x="14105" y="77122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" name="Freeform 185">
                  <a:extLst>
                    <a:ext uri="{FF2B5EF4-FFF2-40B4-BE49-F238E27FC236}">
                      <a16:creationId xmlns:a16="http://schemas.microsoft.com/office/drawing/2014/main" id="{446743C9-D216-1AD0-5FA7-E30921FBB46F}"/>
                    </a:ext>
                  </a:extLst>
                </p:cNvPr>
                <p:cNvSpPr/>
                <p:nvPr/>
              </p:nvSpPr>
              <p:spPr>
                <a:xfrm>
                  <a:off x="419846" y="417977"/>
                  <a:ext cx="131180" cy="141709"/>
                </a:xfrm>
                <a:custGeom>
                  <a:avLst/>
                  <a:gdLst>
                    <a:gd name="connsiteX0" fmla="*/ 59870 w 131180"/>
                    <a:gd name="connsiteY0" fmla="*/ 0 h 141709"/>
                    <a:gd name="connsiteX1" fmla="*/ 71735 w 131180"/>
                    <a:gd name="connsiteY1" fmla="*/ 0 h 141709"/>
                    <a:gd name="connsiteX2" fmla="*/ 131181 w 131180"/>
                    <a:gd name="connsiteY2" fmla="*/ 141710 h 141709"/>
                    <a:gd name="connsiteX3" fmla="*/ 116289 w 131180"/>
                    <a:gd name="connsiteY3" fmla="*/ 141710 h 141709"/>
                    <a:gd name="connsiteX4" fmla="*/ 97765 w 131180"/>
                    <a:gd name="connsiteY4" fmla="*/ 97392 h 141709"/>
                    <a:gd name="connsiteX5" fmla="*/ 33476 w 131180"/>
                    <a:gd name="connsiteY5" fmla="*/ 97392 h 141709"/>
                    <a:gd name="connsiteX6" fmla="*/ 15134 w 131180"/>
                    <a:gd name="connsiteY6" fmla="*/ 141710 h 141709"/>
                    <a:gd name="connsiteX7" fmla="*/ 0 w 131180"/>
                    <a:gd name="connsiteY7" fmla="*/ 141710 h 141709"/>
                    <a:gd name="connsiteX8" fmla="*/ 59809 w 131180"/>
                    <a:gd name="connsiteY8" fmla="*/ 0 h 141709"/>
                    <a:gd name="connsiteX9" fmla="*/ 94557 w 131180"/>
                    <a:gd name="connsiteY9" fmla="*/ 86417 h 141709"/>
                    <a:gd name="connsiteX10" fmla="*/ 65742 w 131180"/>
                    <a:gd name="connsiteY10" fmla="*/ 16372 h 141709"/>
                    <a:gd name="connsiteX11" fmla="*/ 36503 w 131180"/>
                    <a:gd name="connsiteY11" fmla="*/ 86417 h 141709"/>
                    <a:gd name="connsiteX12" fmla="*/ 94496 w 131180"/>
                    <a:gd name="connsiteY12" fmla="*/ 86417 h 141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31180" h="141709">
                      <a:moveTo>
                        <a:pt x="59870" y="0"/>
                      </a:moveTo>
                      <a:lnTo>
                        <a:pt x="71735" y="0"/>
                      </a:lnTo>
                      <a:lnTo>
                        <a:pt x="131181" y="141710"/>
                      </a:lnTo>
                      <a:lnTo>
                        <a:pt x="116289" y="141710"/>
                      </a:lnTo>
                      <a:lnTo>
                        <a:pt x="97765" y="97392"/>
                      </a:lnTo>
                      <a:lnTo>
                        <a:pt x="33476" y="97392"/>
                      </a:lnTo>
                      <a:lnTo>
                        <a:pt x="15134" y="141710"/>
                      </a:lnTo>
                      <a:lnTo>
                        <a:pt x="0" y="141710"/>
                      </a:lnTo>
                      <a:lnTo>
                        <a:pt x="59809" y="0"/>
                      </a:lnTo>
                      <a:close/>
                      <a:moveTo>
                        <a:pt x="94557" y="86417"/>
                      </a:moveTo>
                      <a:lnTo>
                        <a:pt x="65742" y="16372"/>
                      </a:lnTo>
                      <a:lnTo>
                        <a:pt x="36503" y="86417"/>
                      </a:lnTo>
                      <a:lnTo>
                        <a:pt x="94496" y="86417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" name="Freeform 186">
                  <a:extLst>
                    <a:ext uri="{FF2B5EF4-FFF2-40B4-BE49-F238E27FC236}">
                      <a16:creationId xmlns:a16="http://schemas.microsoft.com/office/drawing/2014/main" id="{09218A68-6806-7715-7598-2049E66BD9C4}"/>
                    </a:ext>
                  </a:extLst>
                </p:cNvPr>
                <p:cNvSpPr/>
                <p:nvPr/>
              </p:nvSpPr>
              <p:spPr>
                <a:xfrm>
                  <a:off x="571610" y="417977"/>
                  <a:ext cx="117076" cy="141769"/>
                </a:xfrm>
                <a:custGeom>
                  <a:avLst/>
                  <a:gdLst>
                    <a:gd name="connsiteX0" fmla="*/ 0 w 117076"/>
                    <a:gd name="connsiteY0" fmla="*/ 141710 h 141769"/>
                    <a:gd name="connsiteX1" fmla="*/ 0 w 117076"/>
                    <a:gd name="connsiteY1" fmla="*/ 0 h 141769"/>
                    <a:gd name="connsiteX2" fmla="*/ 48550 w 117076"/>
                    <a:gd name="connsiteY2" fmla="*/ 0 h 141769"/>
                    <a:gd name="connsiteX3" fmla="*/ 78454 w 117076"/>
                    <a:gd name="connsiteY3" fmla="*/ 5577 h 141769"/>
                    <a:gd name="connsiteX4" fmla="*/ 99823 w 117076"/>
                    <a:gd name="connsiteY4" fmla="*/ 20750 h 141769"/>
                    <a:gd name="connsiteX5" fmla="*/ 112718 w 117076"/>
                    <a:gd name="connsiteY5" fmla="*/ 43179 h 141769"/>
                    <a:gd name="connsiteX6" fmla="*/ 117076 w 117076"/>
                    <a:gd name="connsiteY6" fmla="*/ 70645 h 141769"/>
                    <a:gd name="connsiteX7" fmla="*/ 112233 w 117076"/>
                    <a:gd name="connsiteY7" fmla="*/ 99910 h 141769"/>
                    <a:gd name="connsiteX8" fmla="*/ 98431 w 117076"/>
                    <a:gd name="connsiteY8" fmla="*/ 122279 h 141769"/>
                    <a:gd name="connsiteX9" fmla="*/ 76880 w 117076"/>
                    <a:gd name="connsiteY9" fmla="*/ 136672 h 141769"/>
                    <a:gd name="connsiteX10" fmla="*/ 48550 w 117076"/>
                    <a:gd name="connsiteY10" fmla="*/ 141770 h 141769"/>
                    <a:gd name="connsiteX11" fmla="*/ 0 w 117076"/>
                    <a:gd name="connsiteY11" fmla="*/ 141770 h 141769"/>
                    <a:gd name="connsiteX12" fmla="*/ 102911 w 117076"/>
                    <a:gd name="connsiteY12" fmla="*/ 70645 h 141769"/>
                    <a:gd name="connsiteX13" fmla="*/ 99279 w 117076"/>
                    <a:gd name="connsiteY13" fmla="*/ 47197 h 141769"/>
                    <a:gd name="connsiteX14" fmla="*/ 88685 w 117076"/>
                    <a:gd name="connsiteY14" fmla="*/ 28726 h 141769"/>
                    <a:gd name="connsiteX15" fmla="*/ 71674 w 117076"/>
                    <a:gd name="connsiteY15" fmla="*/ 16672 h 141769"/>
                    <a:gd name="connsiteX16" fmla="*/ 48489 w 117076"/>
                    <a:gd name="connsiteY16" fmla="*/ 12414 h 141769"/>
                    <a:gd name="connsiteX17" fmla="*/ 14044 w 117076"/>
                    <a:gd name="connsiteY17" fmla="*/ 12414 h 141769"/>
                    <a:gd name="connsiteX18" fmla="*/ 14044 w 117076"/>
                    <a:gd name="connsiteY18" fmla="*/ 129356 h 141769"/>
                    <a:gd name="connsiteX19" fmla="*/ 48489 w 117076"/>
                    <a:gd name="connsiteY19" fmla="*/ 129356 h 141769"/>
                    <a:gd name="connsiteX20" fmla="*/ 71977 w 117076"/>
                    <a:gd name="connsiteY20" fmla="*/ 124858 h 141769"/>
                    <a:gd name="connsiteX21" fmla="*/ 88988 w 117076"/>
                    <a:gd name="connsiteY21" fmla="*/ 112504 h 141769"/>
                    <a:gd name="connsiteX22" fmla="*/ 99339 w 117076"/>
                    <a:gd name="connsiteY22" fmla="*/ 93973 h 141769"/>
                    <a:gd name="connsiteX23" fmla="*/ 102850 w 117076"/>
                    <a:gd name="connsiteY23" fmla="*/ 70705 h 141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17076" h="141769">
                      <a:moveTo>
                        <a:pt x="0" y="141710"/>
                      </a:moveTo>
                      <a:lnTo>
                        <a:pt x="0" y="0"/>
                      </a:lnTo>
                      <a:lnTo>
                        <a:pt x="48550" y="0"/>
                      </a:lnTo>
                      <a:cubicBezTo>
                        <a:pt x="59991" y="0"/>
                        <a:pt x="69919" y="1859"/>
                        <a:pt x="78454" y="5577"/>
                      </a:cubicBezTo>
                      <a:cubicBezTo>
                        <a:pt x="86990" y="9295"/>
                        <a:pt x="94073" y="14333"/>
                        <a:pt x="99823" y="20750"/>
                      </a:cubicBezTo>
                      <a:cubicBezTo>
                        <a:pt x="105514" y="27166"/>
                        <a:pt x="109812" y="34603"/>
                        <a:pt x="112718" y="43179"/>
                      </a:cubicBezTo>
                      <a:cubicBezTo>
                        <a:pt x="115623" y="51754"/>
                        <a:pt x="117076" y="60930"/>
                        <a:pt x="117076" y="70645"/>
                      </a:cubicBezTo>
                      <a:cubicBezTo>
                        <a:pt x="117076" y="81440"/>
                        <a:pt x="115442" y="91155"/>
                        <a:pt x="112233" y="99910"/>
                      </a:cubicBezTo>
                      <a:cubicBezTo>
                        <a:pt x="109025" y="108606"/>
                        <a:pt x="104424" y="116042"/>
                        <a:pt x="98431" y="122279"/>
                      </a:cubicBezTo>
                      <a:cubicBezTo>
                        <a:pt x="92438" y="128456"/>
                        <a:pt x="85295" y="133254"/>
                        <a:pt x="76880" y="136672"/>
                      </a:cubicBezTo>
                      <a:cubicBezTo>
                        <a:pt x="68466" y="140090"/>
                        <a:pt x="59022" y="141770"/>
                        <a:pt x="48550" y="141770"/>
                      </a:cubicBezTo>
                      <a:lnTo>
                        <a:pt x="0" y="141770"/>
                      </a:lnTo>
                      <a:close/>
                      <a:moveTo>
                        <a:pt x="102911" y="70645"/>
                      </a:moveTo>
                      <a:cubicBezTo>
                        <a:pt x="102911" y="62129"/>
                        <a:pt x="101700" y="54333"/>
                        <a:pt x="99279" y="47197"/>
                      </a:cubicBezTo>
                      <a:cubicBezTo>
                        <a:pt x="96857" y="40060"/>
                        <a:pt x="93346" y="33943"/>
                        <a:pt x="88685" y="28726"/>
                      </a:cubicBezTo>
                      <a:cubicBezTo>
                        <a:pt x="84084" y="23568"/>
                        <a:pt x="78394" y="19490"/>
                        <a:pt x="71674" y="16672"/>
                      </a:cubicBezTo>
                      <a:cubicBezTo>
                        <a:pt x="64955" y="13793"/>
                        <a:pt x="57206" y="12414"/>
                        <a:pt x="48489" y="12414"/>
                      </a:cubicBezTo>
                      <a:lnTo>
                        <a:pt x="14044" y="12414"/>
                      </a:lnTo>
                      <a:lnTo>
                        <a:pt x="14044" y="129356"/>
                      </a:lnTo>
                      <a:lnTo>
                        <a:pt x="48489" y="129356"/>
                      </a:lnTo>
                      <a:cubicBezTo>
                        <a:pt x="57327" y="129356"/>
                        <a:pt x="65197" y="127856"/>
                        <a:pt x="71977" y="124858"/>
                      </a:cubicBezTo>
                      <a:cubicBezTo>
                        <a:pt x="78757" y="121859"/>
                        <a:pt x="84447" y="117721"/>
                        <a:pt x="88988" y="112504"/>
                      </a:cubicBezTo>
                      <a:cubicBezTo>
                        <a:pt x="93528" y="107227"/>
                        <a:pt x="97039" y="101050"/>
                        <a:pt x="99339" y="93973"/>
                      </a:cubicBezTo>
                      <a:cubicBezTo>
                        <a:pt x="101700" y="86837"/>
                        <a:pt x="102850" y="79101"/>
                        <a:pt x="102850" y="70705"/>
                      </a:cubicBez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" name="Freeform 187">
                  <a:extLst>
                    <a:ext uri="{FF2B5EF4-FFF2-40B4-BE49-F238E27FC236}">
                      <a16:creationId xmlns:a16="http://schemas.microsoft.com/office/drawing/2014/main" id="{9033D05E-8588-50B2-843F-17D1470026F6}"/>
                    </a:ext>
                  </a:extLst>
                </p:cNvPr>
                <p:cNvSpPr/>
                <p:nvPr/>
              </p:nvSpPr>
              <p:spPr>
                <a:xfrm>
                  <a:off x="715624" y="417977"/>
                  <a:ext cx="96070" cy="141709"/>
                </a:xfrm>
                <a:custGeom>
                  <a:avLst/>
                  <a:gdLst>
                    <a:gd name="connsiteX0" fmla="*/ 96070 w 96070"/>
                    <a:gd name="connsiteY0" fmla="*/ 129356 h 141709"/>
                    <a:gd name="connsiteX1" fmla="*/ 96070 w 96070"/>
                    <a:gd name="connsiteY1" fmla="*/ 141710 h 141709"/>
                    <a:gd name="connsiteX2" fmla="*/ 0 w 96070"/>
                    <a:gd name="connsiteY2" fmla="*/ 141710 h 141709"/>
                    <a:gd name="connsiteX3" fmla="*/ 0 w 96070"/>
                    <a:gd name="connsiteY3" fmla="*/ 0 h 141709"/>
                    <a:gd name="connsiteX4" fmla="*/ 94254 w 96070"/>
                    <a:gd name="connsiteY4" fmla="*/ 0 h 141709"/>
                    <a:gd name="connsiteX5" fmla="*/ 94254 w 96070"/>
                    <a:gd name="connsiteY5" fmla="*/ 12354 h 141709"/>
                    <a:gd name="connsiteX6" fmla="*/ 14105 w 96070"/>
                    <a:gd name="connsiteY6" fmla="*/ 12354 h 141709"/>
                    <a:gd name="connsiteX7" fmla="*/ 14105 w 96070"/>
                    <a:gd name="connsiteY7" fmla="*/ 63448 h 141709"/>
                    <a:gd name="connsiteX8" fmla="*/ 84024 w 96070"/>
                    <a:gd name="connsiteY8" fmla="*/ 63448 h 141709"/>
                    <a:gd name="connsiteX9" fmla="*/ 84024 w 96070"/>
                    <a:gd name="connsiteY9" fmla="*/ 75203 h 141709"/>
                    <a:gd name="connsiteX10" fmla="*/ 14105 w 96070"/>
                    <a:gd name="connsiteY10" fmla="*/ 75203 h 141709"/>
                    <a:gd name="connsiteX11" fmla="*/ 14105 w 96070"/>
                    <a:gd name="connsiteY11" fmla="*/ 129296 h 141709"/>
                    <a:gd name="connsiteX12" fmla="*/ 96070 w 96070"/>
                    <a:gd name="connsiteY12" fmla="*/ 129296 h 141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6070" h="141709">
                      <a:moveTo>
                        <a:pt x="96070" y="129356"/>
                      </a:moveTo>
                      <a:lnTo>
                        <a:pt x="96070" y="141710"/>
                      </a:lnTo>
                      <a:lnTo>
                        <a:pt x="0" y="141710"/>
                      </a:lnTo>
                      <a:lnTo>
                        <a:pt x="0" y="0"/>
                      </a:lnTo>
                      <a:lnTo>
                        <a:pt x="94254" y="0"/>
                      </a:lnTo>
                      <a:lnTo>
                        <a:pt x="94254" y="12354"/>
                      </a:lnTo>
                      <a:lnTo>
                        <a:pt x="14105" y="12354"/>
                      </a:lnTo>
                      <a:lnTo>
                        <a:pt x="14105" y="63448"/>
                      </a:lnTo>
                      <a:lnTo>
                        <a:pt x="84024" y="63448"/>
                      </a:lnTo>
                      <a:lnTo>
                        <a:pt x="84024" y="75203"/>
                      </a:lnTo>
                      <a:lnTo>
                        <a:pt x="14105" y="75203"/>
                      </a:lnTo>
                      <a:lnTo>
                        <a:pt x="14105" y="129296"/>
                      </a:lnTo>
                      <a:lnTo>
                        <a:pt x="96070" y="129296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68" name="Freeform 179">
                <a:extLst>
                  <a:ext uri="{FF2B5EF4-FFF2-40B4-BE49-F238E27FC236}">
                    <a16:creationId xmlns:a16="http://schemas.microsoft.com/office/drawing/2014/main" id="{28559268-0993-415A-53DE-4EF879DAC136}"/>
                  </a:ext>
                </a:extLst>
              </p:cNvPr>
              <p:cNvSpPr/>
              <p:nvPr/>
            </p:nvSpPr>
            <p:spPr>
              <a:xfrm>
                <a:off x="852314" y="214977"/>
                <a:ext cx="383554" cy="406897"/>
              </a:xfrm>
              <a:custGeom>
                <a:avLst/>
                <a:gdLst>
                  <a:gd name="connsiteX0" fmla="*/ 156788 w 383554"/>
                  <a:gd name="connsiteY0" fmla="*/ 0 h 406897"/>
                  <a:gd name="connsiteX1" fmla="*/ 227372 w 383554"/>
                  <a:gd name="connsiteY1" fmla="*/ 0 h 406897"/>
                  <a:gd name="connsiteX2" fmla="*/ 383555 w 383554"/>
                  <a:gd name="connsiteY2" fmla="*/ 406898 h 406897"/>
                  <a:gd name="connsiteX3" fmla="*/ 301408 w 383554"/>
                  <a:gd name="connsiteY3" fmla="*/ 406898 h 406897"/>
                  <a:gd name="connsiteX4" fmla="*/ 263209 w 383554"/>
                  <a:gd name="connsiteY4" fmla="*/ 305488 h 406897"/>
                  <a:gd name="connsiteX5" fmla="*/ 119740 w 383554"/>
                  <a:gd name="connsiteY5" fmla="*/ 305488 h 406897"/>
                  <a:gd name="connsiteX6" fmla="*/ 82147 w 383554"/>
                  <a:gd name="connsiteY6" fmla="*/ 406898 h 406897"/>
                  <a:gd name="connsiteX7" fmla="*/ 0 w 383554"/>
                  <a:gd name="connsiteY7" fmla="*/ 406898 h 406897"/>
                  <a:gd name="connsiteX8" fmla="*/ 156788 w 383554"/>
                  <a:gd name="connsiteY8" fmla="*/ 0 h 406897"/>
                  <a:gd name="connsiteX9" fmla="*/ 248802 w 383554"/>
                  <a:gd name="connsiteY9" fmla="*/ 249836 h 406897"/>
                  <a:gd name="connsiteX10" fmla="*/ 192140 w 383554"/>
                  <a:gd name="connsiteY10" fmla="*/ 89955 h 406897"/>
                  <a:gd name="connsiteX11" fmla="*/ 133118 w 383554"/>
                  <a:gd name="connsiteY11" fmla="*/ 249836 h 406897"/>
                  <a:gd name="connsiteX12" fmla="*/ 248802 w 383554"/>
                  <a:gd name="connsiteY12" fmla="*/ 249836 h 40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3554" h="406897">
                    <a:moveTo>
                      <a:pt x="156788" y="0"/>
                    </a:moveTo>
                    <a:lnTo>
                      <a:pt x="227372" y="0"/>
                    </a:lnTo>
                    <a:lnTo>
                      <a:pt x="383555" y="406898"/>
                    </a:lnTo>
                    <a:lnTo>
                      <a:pt x="301408" y="406898"/>
                    </a:lnTo>
                    <a:lnTo>
                      <a:pt x="263209" y="305488"/>
                    </a:lnTo>
                    <a:lnTo>
                      <a:pt x="119740" y="305488"/>
                    </a:lnTo>
                    <a:lnTo>
                      <a:pt x="82147" y="406898"/>
                    </a:lnTo>
                    <a:lnTo>
                      <a:pt x="0" y="406898"/>
                    </a:lnTo>
                    <a:lnTo>
                      <a:pt x="156788" y="0"/>
                    </a:lnTo>
                    <a:close/>
                    <a:moveTo>
                      <a:pt x="248802" y="249836"/>
                    </a:moveTo>
                    <a:lnTo>
                      <a:pt x="192140" y="89955"/>
                    </a:lnTo>
                    <a:lnTo>
                      <a:pt x="133118" y="249836"/>
                    </a:lnTo>
                    <a:lnTo>
                      <a:pt x="248802" y="249836"/>
                    </a:lnTo>
                    <a:close/>
                  </a:path>
                </a:pathLst>
              </a:custGeom>
              <a:solidFill>
                <a:srgbClr val="AC5F27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 180">
                <a:extLst>
                  <a:ext uri="{FF2B5EF4-FFF2-40B4-BE49-F238E27FC236}">
                    <a16:creationId xmlns:a16="http://schemas.microsoft.com/office/drawing/2014/main" id="{F20943D5-E8F9-94D6-1D35-9EDA753F0B5D}"/>
                  </a:ext>
                </a:extLst>
              </p:cNvPr>
              <p:cNvSpPr/>
              <p:nvPr/>
            </p:nvSpPr>
            <p:spPr>
              <a:xfrm>
                <a:off x="1143067" y="206042"/>
                <a:ext cx="175553" cy="180390"/>
              </a:xfrm>
              <a:custGeom>
                <a:avLst/>
                <a:gdLst>
                  <a:gd name="connsiteX0" fmla="*/ 175554 w 175553"/>
                  <a:gd name="connsiteY0" fmla="*/ 70405 h 180390"/>
                  <a:gd name="connsiteX1" fmla="*/ 175554 w 175553"/>
                  <a:gd name="connsiteY1" fmla="*/ 109985 h 180390"/>
                  <a:gd name="connsiteX2" fmla="*/ 109994 w 175553"/>
                  <a:gd name="connsiteY2" fmla="*/ 109985 h 180390"/>
                  <a:gd name="connsiteX3" fmla="*/ 109994 w 175553"/>
                  <a:gd name="connsiteY3" fmla="*/ 180390 h 180390"/>
                  <a:gd name="connsiteX4" fmla="*/ 65560 w 175553"/>
                  <a:gd name="connsiteY4" fmla="*/ 180390 h 180390"/>
                  <a:gd name="connsiteX5" fmla="*/ 65560 w 175553"/>
                  <a:gd name="connsiteY5" fmla="*/ 109985 h 180390"/>
                  <a:gd name="connsiteX6" fmla="*/ 0 w 175553"/>
                  <a:gd name="connsiteY6" fmla="*/ 109985 h 180390"/>
                  <a:gd name="connsiteX7" fmla="*/ 0 w 175553"/>
                  <a:gd name="connsiteY7" fmla="*/ 70405 h 180390"/>
                  <a:gd name="connsiteX8" fmla="*/ 65560 w 175553"/>
                  <a:gd name="connsiteY8" fmla="*/ 70405 h 180390"/>
                  <a:gd name="connsiteX9" fmla="*/ 65560 w 175553"/>
                  <a:gd name="connsiteY9" fmla="*/ 0 h 180390"/>
                  <a:gd name="connsiteX10" fmla="*/ 109994 w 175553"/>
                  <a:gd name="connsiteY10" fmla="*/ 0 h 180390"/>
                  <a:gd name="connsiteX11" fmla="*/ 109994 w 175553"/>
                  <a:gd name="connsiteY11" fmla="*/ 70405 h 180390"/>
                  <a:gd name="connsiteX12" fmla="*/ 175554 w 175553"/>
                  <a:gd name="connsiteY12" fmla="*/ 70405 h 180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5553" h="180390">
                    <a:moveTo>
                      <a:pt x="175554" y="70405"/>
                    </a:moveTo>
                    <a:lnTo>
                      <a:pt x="175554" y="109985"/>
                    </a:lnTo>
                    <a:lnTo>
                      <a:pt x="109994" y="109985"/>
                    </a:lnTo>
                    <a:lnTo>
                      <a:pt x="109994" y="180390"/>
                    </a:lnTo>
                    <a:lnTo>
                      <a:pt x="65560" y="180390"/>
                    </a:lnTo>
                    <a:lnTo>
                      <a:pt x="65560" y="109985"/>
                    </a:lnTo>
                    <a:lnTo>
                      <a:pt x="0" y="109985"/>
                    </a:lnTo>
                    <a:lnTo>
                      <a:pt x="0" y="70405"/>
                    </a:lnTo>
                    <a:lnTo>
                      <a:pt x="65560" y="70405"/>
                    </a:lnTo>
                    <a:lnTo>
                      <a:pt x="65560" y="0"/>
                    </a:lnTo>
                    <a:lnTo>
                      <a:pt x="109994" y="0"/>
                    </a:lnTo>
                    <a:lnTo>
                      <a:pt x="109994" y="70405"/>
                    </a:lnTo>
                    <a:lnTo>
                      <a:pt x="175554" y="70405"/>
                    </a:lnTo>
                    <a:close/>
                  </a:path>
                </a:pathLst>
              </a:custGeom>
              <a:solidFill>
                <a:srgbClr val="AC5F27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 181">
                <a:extLst>
                  <a:ext uri="{FF2B5EF4-FFF2-40B4-BE49-F238E27FC236}">
                    <a16:creationId xmlns:a16="http://schemas.microsoft.com/office/drawing/2014/main" id="{DF60BB1C-46AE-C7A0-3E68-918102C3C016}"/>
                  </a:ext>
                </a:extLst>
              </p:cNvPr>
              <p:cNvSpPr/>
              <p:nvPr/>
            </p:nvSpPr>
            <p:spPr>
              <a:xfrm>
                <a:off x="844323" y="212099"/>
                <a:ext cx="383554" cy="406897"/>
              </a:xfrm>
              <a:custGeom>
                <a:avLst/>
                <a:gdLst>
                  <a:gd name="connsiteX0" fmla="*/ 156788 w 383554"/>
                  <a:gd name="connsiteY0" fmla="*/ 0 h 406897"/>
                  <a:gd name="connsiteX1" fmla="*/ 227372 w 383554"/>
                  <a:gd name="connsiteY1" fmla="*/ 0 h 406897"/>
                  <a:gd name="connsiteX2" fmla="*/ 383555 w 383554"/>
                  <a:gd name="connsiteY2" fmla="*/ 406898 h 406897"/>
                  <a:gd name="connsiteX3" fmla="*/ 301407 w 383554"/>
                  <a:gd name="connsiteY3" fmla="*/ 406898 h 406897"/>
                  <a:gd name="connsiteX4" fmla="*/ 263209 w 383554"/>
                  <a:gd name="connsiteY4" fmla="*/ 305488 h 406897"/>
                  <a:gd name="connsiteX5" fmla="*/ 119740 w 383554"/>
                  <a:gd name="connsiteY5" fmla="*/ 305488 h 406897"/>
                  <a:gd name="connsiteX6" fmla="*/ 82147 w 383554"/>
                  <a:gd name="connsiteY6" fmla="*/ 406898 h 406897"/>
                  <a:gd name="connsiteX7" fmla="*/ 0 w 383554"/>
                  <a:gd name="connsiteY7" fmla="*/ 406898 h 406897"/>
                  <a:gd name="connsiteX8" fmla="*/ 156788 w 383554"/>
                  <a:gd name="connsiteY8" fmla="*/ 0 h 406897"/>
                  <a:gd name="connsiteX9" fmla="*/ 248741 w 383554"/>
                  <a:gd name="connsiteY9" fmla="*/ 249896 h 406897"/>
                  <a:gd name="connsiteX10" fmla="*/ 192080 w 383554"/>
                  <a:gd name="connsiteY10" fmla="*/ 90015 h 406897"/>
                  <a:gd name="connsiteX11" fmla="*/ 133058 w 383554"/>
                  <a:gd name="connsiteY11" fmla="*/ 249896 h 406897"/>
                  <a:gd name="connsiteX12" fmla="*/ 248741 w 383554"/>
                  <a:gd name="connsiteY12" fmla="*/ 249896 h 40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3554" h="406897">
                    <a:moveTo>
                      <a:pt x="156788" y="0"/>
                    </a:moveTo>
                    <a:lnTo>
                      <a:pt x="227372" y="0"/>
                    </a:lnTo>
                    <a:lnTo>
                      <a:pt x="383555" y="406898"/>
                    </a:lnTo>
                    <a:lnTo>
                      <a:pt x="301407" y="406898"/>
                    </a:lnTo>
                    <a:lnTo>
                      <a:pt x="263209" y="305488"/>
                    </a:lnTo>
                    <a:lnTo>
                      <a:pt x="119740" y="305488"/>
                    </a:lnTo>
                    <a:lnTo>
                      <a:pt x="82147" y="406898"/>
                    </a:lnTo>
                    <a:lnTo>
                      <a:pt x="0" y="406898"/>
                    </a:lnTo>
                    <a:lnTo>
                      <a:pt x="156788" y="0"/>
                    </a:lnTo>
                    <a:close/>
                    <a:moveTo>
                      <a:pt x="248741" y="249896"/>
                    </a:moveTo>
                    <a:lnTo>
                      <a:pt x="192080" y="90015"/>
                    </a:lnTo>
                    <a:lnTo>
                      <a:pt x="133058" y="249896"/>
                    </a:lnTo>
                    <a:lnTo>
                      <a:pt x="248741" y="249896"/>
                    </a:lnTo>
                    <a:close/>
                  </a:path>
                </a:pathLst>
              </a:custGeom>
              <a:solidFill>
                <a:srgbClr val="DF8026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 182">
                <a:extLst>
                  <a:ext uri="{FF2B5EF4-FFF2-40B4-BE49-F238E27FC236}">
                    <a16:creationId xmlns:a16="http://schemas.microsoft.com/office/drawing/2014/main" id="{78CA9644-FD73-4F05-D369-28505C67AEA0}"/>
                  </a:ext>
                </a:extLst>
              </p:cNvPr>
              <p:cNvSpPr/>
              <p:nvPr/>
            </p:nvSpPr>
            <p:spPr>
              <a:xfrm>
                <a:off x="1137437" y="206042"/>
                <a:ext cx="175553" cy="180390"/>
              </a:xfrm>
              <a:custGeom>
                <a:avLst/>
                <a:gdLst>
                  <a:gd name="connsiteX0" fmla="*/ 175554 w 175553"/>
                  <a:gd name="connsiteY0" fmla="*/ 70405 h 180390"/>
                  <a:gd name="connsiteX1" fmla="*/ 175554 w 175553"/>
                  <a:gd name="connsiteY1" fmla="*/ 109985 h 180390"/>
                  <a:gd name="connsiteX2" fmla="*/ 109993 w 175553"/>
                  <a:gd name="connsiteY2" fmla="*/ 109985 h 180390"/>
                  <a:gd name="connsiteX3" fmla="*/ 109993 w 175553"/>
                  <a:gd name="connsiteY3" fmla="*/ 180390 h 180390"/>
                  <a:gd name="connsiteX4" fmla="*/ 65560 w 175553"/>
                  <a:gd name="connsiteY4" fmla="*/ 180390 h 180390"/>
                  <a:gd name="connsiteX5" fmla="*/ 65560 w 175553"/>
                  <a:gd name="connsiteY5" fmla="*/ 109985 h 180390"/>
                  <a:gd name="connsiteX6" fmla="*/ 0 w 175553"/>
                  <a:gd name="connsiteY6" fmla="*/ 109985 h 180390"/>
                  <a:gd name="connsiteX7" fmla="*/ 0 w 175553"/>
                  <a:gd name="connsiteY7" fmla="*/ 70405 h 180390"/>
                  <a:gd name="connsiteX8" fmla="*/ 65560 w 175553"/>
                  <a:gd name="connsiteY8" fmla="*/ 70405 h 180390"/>
                  <a:gd name="connsiteX9" fmla="*/ 65560 w 175553"/>
                  <a:gd name="connsiteY9" fmla="*/ 0 h 180390"/>
                  <a:gd name="connsiteX10" fmla="*/ 109993 w 175553"/>
                  <a:gd name="connsiteY10" fmla="*/ 0 h 180390"/>
                  <a:gd name="connsiteX11" fmla="*/ 109993 w 175553"/>
                  <a:gd name="connsiteY11" fmla="*/ 70405 h 180390"/>
                  <a:gd name="connsiteX12" fmla="*/ 175554 w 175553"/>
                  <a:gd name="connsiteY12" fmla="*/ 70405 h 180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5553" h="180390">
                    <a:moveTo>
                      <a:pt x="175554" y="70405"/>
                    </a:moveTo>
                    <a:lnTo>
                      <a:pt x="175554" y="109985"/>
                    </a:lnTo>
                    <a:lnTo>
                      <a:pt x="109993" y="109985"/>
                    </a:lnTo>
                    <a:lnTo>
                      <a:pt x="109993" y="180390"/>
                    </a:lnTo>
                    <a:lnTo>
                      <a:pt x="65560" y="180390"/>
                    </a:lnTo>
                    <a:lnTo>
                      <a:pt x="65560" y="109985"/>
                    </a:lnTo>
                    <a:lnTo>
                      <a:pt x="0" y="109985"/>
                    </a:lnTo>
                    <a:lnTo>
                      <a:pt x="0" y="70405"/>
                    </a:lnTo>
                    <a:lnTo>
                      <a:pt x="65560" y="70405"/>
                    </a:lnTo>
                    <a:lnTo>
                      <a:pt x="65560" y="0"/>
                    </a:lnTo>
                    <a:lnTo>
                      <a:pt x="109993" y="0"/>
                    </a:lnTo>
                    <a:lnTo>
                      <a:pt x="109993" y="70405"/>
                    </a:lnTo>
                    <a:lnTo>
                      <a:pt x="175554" y="70405"/>
                    </a:lnTo>
                    <a:close/>
                  </a:path>
                </a:pathLst>
              </a:custGeom>
              <a:solidFill>
                <a:srgbClr val="DF8026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" name="Graphic 6">
              <a:extLst>
                <a:ext uri="{FF2B5EF4-FFF2-40B4-BE49-F238E27FC236}">
                  <a16:creationId xmlns:a16="http://schemas.microsoft.com/office/drawing/2014/main" id="{3B23B907-72F8-9CB2-40C4-15F0CF5B4959}"/>
                </a:ext>
              </a:extLst>
            </p:cNvPr>
            <p:cNvGrpSpPr/>
            <p:nvPr/>
          </p:nvGrpSpPr>
          <p:grpSpPr>
            <a:xfrm>
              <a:off x="1893513" y="205261"/>
              <a:ext cx="1838187" cy="524499"/>
              <a:chOff x="1605379" y="205262"/>
              <a:chExt cx="1462604" cy="417332"/>
            </a:xfrm>
          </p:grpSpPr>
          <p:grpSp>
            <p:nvGrpSpPr>
              <p:cNvPr id="16" name="Graphic 6">
                <a:extLst>
                  <a:ext uri="{FF2B5EF4-FFF2-40B4-BE49-F238E27FC236}">
                    <a16:creationId xmlns:a16="http://schemas.microsoft.com/office/drawing/2014/main" id="{51169F50-7E17-6B4C-E2C5-627C3E21CFAD}"/>
                  </a:ext>
                </a:extLst>
              </p:cNvPr>
              <p:cNvGrpSpPr/>
              <p:nvPr/>
            </p:nvGrpSpPr>
            <p:grpSpPr>
              <a:xfrm>
                <a:off x="1605379" y="205262"/>
                <a:ext cx="443000" cy="417332"/>
                <a:chOff x="1605379" y="205262"/>
                <a:chExt cx="443000" cy="417332"/>
              </a:xfrm>
            </p:grpSpPr>
            <p:sp>
              <p:nvSpPr>
                <p:cNvPr id="53" name="Freeform 164">
                  <a:extLst>
                    <a:ext uri="{FF2B5EF4-FFF2-40B4-BE49-F238E27FC236}">
                      <a16:creationId xmlns:a16="http://schemas.microsoft.com/office/drawing/2014/main" id="{283DD9F6-E719-000E-8BB3-F4602173051F}"/>
                    </a:ext>
                  </a:extLst>
                </p:cNvPr>
                <p:cNvSpPr/>
                <p:nvPr/>
              </p:nvSpPr>
              <p:spPr>
                <a:xfrm>
                  <a:off x="1605379" y="205262"/>
                  <a:ext cx="443000" cy="237601"/>
                </a:xfrm>
                <a:custGeom>
                  <a:avLst/>
                  <a:gdLst>
                    <a:gd name="connsiteX0" fmla="*/ 80936 w 443000"/>
                    <a:gd name="connsiteY0" fmla="*/ 215413 h 237601"/>
                    <a:gd name="connsiteX1" fmla="*/ 34505 w 443000"/>
                    <a:gd name="connsiteY1" fmla="*/ 170495 h 237601"/>
                    <a:gd name="connsiteX2" fmla="*/ 163689 w 443000"/>
                    <a:gd name="connsiteY2" fmla="*/ 151904 h 237601"/>
                    <a:gd name="connsiteX3" fmla="*/ 221500 w 443000"/>
                    <a:gd name="connsiteY3" fmla="*/ 35922 h 237601"/>
                    <a:gd name="connsiteX4" fmla="*/ 279312 w 443000"/>
                    <a:gd name="connsiteY4" fmla="*/ 151904 h 237601"/>
                    <a:gd name="connsiteX5" fmla="*/ 408495 w 443000"/>
                    <a:gd name="connsiteY5" fmla="*/ 170495 h 237601"/>
                    <a:gd name="connsiteX6" fmla="*/ 362004 w 443000"/>
                    <a:gd name="connsiteY6" fmla="*/ 215413 h 237601"/>
                    <a:gd name="connsiteX7" fmla="*/ 362004 w 443000"/>
                    <a:gd name="connsiteY7" fmla="*/ 237602 h 237601"/>
                    <a:gd name="connsiteX8" fmla="*/ 443001 w 443000"/>
                    <a:gd name="connsiteY8" fmla="*/ 159401 h 237601"/>
                    <a:gd name="connsiteX9" fmla="*/ 289906 w 443000"/>
                    <a:gd name="connsiteY9" fmla="*/ 137392 h 237601"/>
                    <a:gd name="connsiteX10" fmla="*/ 221500 w 443000"/>
                    <a:gd name="connsiteY10" fmla="*/ 0 h 237601"/>
                    <a:gd name="connsiteX11" fmla="*/ 153034 w 443000"/>
                    <a:gd name="connsiteY11" fmla="*/ 137392 h 237601"/>
                    <a:gd name="connsiteX12" fmla="*/ 0 w 443000"/>
                    <a:gd name="connsiteY12" fmla="*/ 159401 h 237601"/>
                    <a:gd name="connsiteX13" fmla="*/ 80936 w 443000"/>
                    <a:gd name="connsiteY13" fmla="*/ 237602 h 237601"/>
                    <a:gd name="connsiteX14" fmla="*/ 80936 w 443000"/>
                    <a:gd name="connsiteY14" fmla="*/ 215413 h 237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43000" h="237601">
                      <a:moveTo>
                        <a:pt x="80936" y="215413"/>
                      </a:moveTo>
                      <a:lnTo>
                        <a:pt x="34505" y="170495"/>
                      </a:lnTo>
                      <a:lnTo>
                        <a:pt x="163689" y="151904"/>
                      </a:lnTo>
                      <a:lnTo>
                        <a:pt x="221500" y="35922"/>
                      </a:lnTo>
                      <a:lnTo>
                        <a:pt x="279312" y="151904"/>
                      </a:lnTo>
                      <a:lnTo>
                        <a:pt x="408495" y="170495"/>
                      </a:lnTo>
                      <a:lnTo>
                        <a:pt x="362004" y="215413"/>
                      </a:lnTo>
                      <a:lnTo>
                        <a:pt x="362004" y="237602"/>
                      </a:lnTo>
                      <a:lnTo>
                        <a:pt x="443001" y="159401"/>
                      </a:lnTo>
                      <a:lnTo>
                        <a:pt x="289906" y="137392"/>
                      </a:lnTo>
                      <a:lnTo>
                        <a:pt x="221500" y="0"/>
                      </a:lnTo>
                      <a:lnTo>
                        <a:pt x="153034" y="137392"/>
                      </a:lnTo>
                      <a:lnTo>
                        <a:pt x="0" y="159401"/>
                      </a:lnTo>
                      <a:lnTo>
                        <a:pt x="80936" y="237602"/>
                      </a:lnTo>
                      <a:lnTo>
                        <a:pt x="80936" y="215413"/>
                      </a:lnTo>
                      <a:close/>
                    </a:path>
                  </a:pathLst>
                </a:custGeom>
                <a:solidFill>
                  <a:srgbClr val="F28128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" name="Freeform 165">
                  <a:extLst>
                    <a:ext uri="{FF2B5EF4-FFF2-40B4-BE49-F238E27FC236}">
                      <a16:creationId xmlns:a16="http://schemas.microsoft.com/office/drawing/2014/main" id="{70984312-D9D5-4C25-3AC9-5E6C770A1581}"/>
                    </a:ext>
                  </a:extLst>
                </p:cNvPr>
                <p:cNvSpPr/>
                <p:nvPr/>
              </p:nvSpPr>
              <p:spPr>
                <a:xfrm>
                  <a:off x="1690008" y="525683"/>
                  <a:ext cx="273742" cy="96911"/>
                </a:xfrm>
                <a:custGeom>
                  <a:avLst/>
                  <a:gdLst>
                    <a:gd name="connsiteX0" fmla="*/ 240690 w 273742"/>
                    <a:gd name="connsiteY0" fmla="*/ 0 h 96911"/>
                    <a:gd name="connsiteX1" fmla="*/ 252434 w 273742"/>
                    <a:gd name="connsiteY1" fmla="*/ 67886 h 96911"/>
                    <a:gd name="connsiteX2" fmla="*/ 136871 w 273742"/>
                    <a:gd name="connsiteY2" fmla="*/ 7676 h 96911"/>
                    <a:gd name="connsiteX3" fmla="*/ 21309 w 273742"/>
                    <a:gd name="connsiteY3" fmla="*/ 67886 h 96911"/>
                    <a:gd name="connsiteX4" fmla="*/ 33052 w 273742"/>
                    <a:gd name="connsiteY4" fmla="*/ 0 h 96911"/>
                    <a:gd name="connsiteX5" fmla="*/ 16768 w 273742"/>
                    <a:gd name="connsiteY5" fmla="*/ 0 h 96911"/>
                    <a:gd name="connsiteX6" fmla="*/ 0 w 273742"/>
                    <a:gd name="connsiteY6" fmla="*/ 96912 h 96911"/>
                    <a:gd name="connsiteX7" fmla="*/ 136871 w 273742"/>
                    <a:gd name="connsiteY7" fmla="*/ 25667 h 96911"/>
                    <a:gd name="connsiteX8" fmla="*/ 273743 w 273742"/>
                    <a:gd name="connsiteY8" fmla="*/ 96912 h 96911"/>
                    <a:gd name="connsiteX9" fmla="*/ 256974 w 273742"/>
                    <a:gd name="connsiteY9" fmla="*/ 0 h 96911"/>
                    <a:gd name="connsiteX10" fmla="*/ 240690 w 273742"/>
                    <a:gd name="connsiteY10" fmla="*/ 0 h 969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73742" h="96911">
                      <a:moveTo>
                        <a:pt x="240690" y="0"/>
                      </a:moveTo>
                      <a:lnTo>
                        <a:pt x="252434" y="67886"/>
                      </a:lnTo>
                      <a:lnTo>
                        <a:pt x="136871" y="7676"/>
                      </a:lnTo>
                      <a:lnTo>
                        <a:pt x="21309" y="67886"/>
                      </a:lnTo>
                      <a:lnTo>
                        <a:pt x="33052" y="0"/>
                      </a:lnTo>
                      <a:lnTo>
                        <a:pt x="16768" y="0"/>
                      </a:lnTo>
                      <a:lnTo>
                        <a:pt x="0" y="96912"/>
                      </a:lnTo>
                      <a:lnTo>
                        <a:pt x="136871" y="25667"/>
                      </a:lnTo>
                      <a:lnTo>
                        <a:pt x="273743" y="96912"/>
                      </a:lnTo>
                      <a:lnTo>
                        <a:pt x="256974" y="0"/>
                      </a:lnTo>
                      <a:lnTo>
                        <a:pt x="240690" y="0"/>
                      </a:lnTo>
                      <a:close/>
                    </a:path>
                  </a:pathLst>
                </a:custGeom>
                <a:solidFill>
                  <a:srgbClr val="585860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55" name="Graphic 6">
                  <a:extLst>
                    <a:ext uri="{FF2B5EF4-FFF2-40B4-BE49-F238E27FC236}">
                      <a16:creationId xmlns:a16="http://schemas.microsoft.com/office/drawing/2014/main" id="{7A608FF3-0EC3-9084-8771-FA8E5A0E3F5B}"/>
                    </a:ext>
                  </a:extLst>
                </p:cNvPr>
                <p:cNvGrpSpPr/>
                <p:nvPr/>
              </p:nvGrpSpPr>
              <p:grpSpPr>
                <a:xfrm>
                  <a:off x="1711558" y="380975"/>
                  <a:ext cx="231125" cy="61889"/>
                  <a:chOff x="1711558" y="380975"/>
                  <a:chExt cx="231125" cy="61889"/>
                </a:xfrm>
                <a:solidFill>
                  <a:srgbClr val="585860"/>
                </a:solidFill>
              </p:grpSpPr>
              <p:sp>
                <p:nvSpPr>
                  <p:cNvPr id="61" name="Freeform 172">
                    <a:extLst>
                      <a:ext uri="{FF2B5EF4-FFF2-40B4-BE49-F238E27FC236}">
                        <a16:creationId xmlns:a16="http://schemas.microsoft.com/office/drawing/2014/main" id="{4476F169-3830-FE3E-9197-4BE1AFA3A3BB}"/>
                      </a:ext>
                    </a:extLst>
                  </p:cNvPr>
                  <p:cNvSpPr/>
                  <p:nvPr/>
                </p:nvSpPr>
                <p:spPr>
                  <a:xfrm>
                    <a:off x="1711558" y="380975"/>
                    <a:ext cx="53876" cy="61889"/>
                  </a:xfrm>
                  <a:custGeom>
                    <a:avLst/>
                    <a:gdLst>
                      <a:gd name="connsiteX0" fmla="*/ 61 w 53876"/>
                      <a:gd name="connsiteY0" fmla="*/ 61889 h 61889"/>
                      <a:gd name="connsiteX1" fmla="*/ 61 w 53876"/>
                      <a:gd name="connsiteY1" fmla="*/ 55352 h 61889"/>
                      <a:gd name="connsiteX2" fmla="*/ 6901 w 53876"/>
                      <a:gd name="connsiteY2" fmla="*/ 54093 h 61889"/>
                      <a:gd name="connsiteX3" fmla="*/ 6901 w 53876"/>
                      <a:gd name="connsiteY3" fmla="*/ 7856 h 61889"/>
                      <a:gd name="connsiteX4" fmla="*/ 61 w 53876"/>
                      <a:gd name="connsiteY4" fmla="*/ 6597 h 61889"/>
                      <a:gd name="connsiteX5" fmla="*/ 61 w 53876"/>
                      <a:gd name="connsiteY5" fmla="*/ 0 h 61889"/>
                      <a:gd name="connsiteX6" fmla="*/ 28936 w 53876"/>
                      <a:gd name="connsiteY6" fmla="*/ 0 h 61889"/>
                      <a:gd name="connsiteX7" fmla="*/ 40922 w 53876"/>
                      <a:gd name="connsiteY7" fmla="*/ 2159 h 61889"/>
                      <a:gd name="connsiteX8" fmla="*/ 48489 w 53876"/>
                      <a:gd name="connsiteY8" fmla="*/ 8276 h 61889"/>
                      <a:gd name="connsiteX9" fmla="*/ 51092 w 53876"/>
                      <a:gd name="connsiteY9" fmla="*/ 17931 h 61889"/>
                      <a:gd name="connsiteX10" fmla="*/ 48489 w 53876"/>
                      <a:gd name="connsiteY10" fmla="*/ 27406 h 61889"/>
                      <a:gd name="connsiteX11" fmla="*/ 41225 w 53876"/>
                      <a:gd name="connsiteY11" fmla="*/ 33703 h 61889"/>
                      <a:gd name="connsiteX12" fmla="*/ 30328 w 53876"/>
                      <a:gd name="connsiteY12" fmla="*/ 36042 h 61889"/>
                      <a:gd name="connsiteX13" fmla="*/ 17616 w 53876"/>
                      <a:gd name="connsiteY13" fmla="*/ 36162 h 61889"/>
                      <a:gd name="connsiteX14" fmla="*/ 17616 w 53876"/>
                      <a:gd name="connsiteY14" fmla="*/ 54093 h 61889"/>
                      <a:gd name="connsiteX15" fmla="*/ 24456 w 53876"/>
                      <a:gd name="connsiteY15" fmla="*/ 55352 h 61889"/>
                      <a:gd name="connsiteX16" fmla="*/ 24456 w 53876"/>
                      <a:gd name="connsiteY16" fmla="*/ 61889 h 61889"/>
                      <a:gd name="connsiteX17" fmla="*/ 0 w 53876"/>
                      <a:gd name="connsiteY17" fmla="*/ 61889 h 61889"/>
                      <a:gd name="connsiteX18" fmla="*/ 17737 w 53876"/>
                      <a:gd name="connsiteY18" fmla="*/ 27766 h 61889"/>
                      <a:gd name="connsiteX19" fmla="*/ 28512 w 53876"/>
                      <a:gd name="connsiteY19" fmla="*/ 27766 h 61889"/>
                      <a:gd name="connsiteX20" fmla="*/ 37532 w 53876"/>
                      <a:gd name="connsiteY20" fmla="*/ 25307 h 61889"/>
                      <a:gd name="connsiteX21" fmla="*/ 40438 w 53876"/>
                      <a:gd name="connsiteY21" fmla="*/ 18171 h 61889"/>
                      <a:gd name="connsiteX22" fmla="*/ 37593 w 53876"/>
                      <a:gd name="connsiteY22" fmla="*/ 10915 h 61889"/>
                      <a:gd name="connsiteX23" fmla="*/ 28997 w 53876"/>
                      <a:gd name="connsiteY23" fmla="*/ 8216 h 61889"/>
                      <a:gd name="connsiteX24" fmla="*/ 17737 w 53876"/>
                      <a:gd name="connsiteY24" fmla="*/ 8216 h 61889"/>
                      <a:gd name="connsiteX25" fmla="*/ 17737 w 53876"/>
                      <a:gd name="connsiteY25" fmla="*/ 27706 h 61889"/>
                      <a:gd name="connsiteX26" fmla="*/ 40680 w 53876"/>
                      <a:gd name="connsiteY26" fmla="*/ 61889 h 61889"/>
                      <a:gd name="connsiteX27" fmla="*/ 28754 w 53876"/>
                      <a:gd name="connsiteY27" fmla="*/ 33403 h 61889"/>
                      <a:gd name="connsiteX28" fmla="*/ 38864 w 53876"/>
                      <a:gd name="connsiteY28" fmla="*/ 31724 h 61889"/>
                      <a:gd name="connsiteX29" fmla="*/ 48973 w 53876"/>
                      <a:gd name="connsiteY29" fmla="*/ 54213 h 61889"/>
                      <a:gd name="connsiteX30" fmla="*/ 53877 w 53876"/>
                      <a:gd name="connsiteY30" fmla="*/ 55233 h 61889"/>
                      <a:gd name="connsiteX31" fmla="*/ 53877 w 53876"/>
                      <a:gd name="connsiteY31" fmla="*/ 61889 h 61889"/>
                      <a:gd name="connsiteX32" fmla="*/ 40680 w 53876"/>
                      <a:gd name="connsiteY32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3876" h="61889">
                        <a:moveTo>
                          <a:pt x="61" y="61889"/>
                        </a:moveTo>
                        <a:lnTo>
                          <a:pt x="61" y="55352"/>
                        </a:lnTo>
                        <a:lnTo>
                          <a:pt x="6901" y="54093"/>
                        </a:lnTo>
                        <a:lnTo>
                          <a:pt x="6901" y="7856"/>
                        </a:lnTo>
                        <a:lnTo>
                          <a:pt x="61" y="6597"/>
                        </a:lnTo>
                        <a:lnTo>
                          <a:pt x="61" y="0"/>
                        </a:lnTo>
                        <a:lnTo>
                          <a:pt x="28936" y="0"/>
                        </a:lnTo>
                        <a:cubicBezTo>
                          <a:pt x="33658" y="0"/>
                          <a:pt x="37653" y="720"/>
                          <a:pt x="40922" y="2159"/>
                        </a:cubicBezTo>
                        <a:cubicBezTo>
                          <a:pt x="44252" y="3598"/>
                          <a:pt x="46794" y="5637"/>
                          <a:pt x="48489" y="8276"/>
                        </a:cubicBezTo>
                        <a:cubicBezTo>
                          <a:pt x="50245" y="10915"/>
                          <a:pt x="51092" y="14153"/>
                          <a:pt x="51092" y="17931"/>
                        </a:cubicBezTo>
                        <a:cubicBezTo>
                          <a:pt x="51092" y="21709"/>
                          <a:pt x="50245" y="24708"/>
                          <a:pt x="48489" y="27406"/>
                        </a:cubicBezTo>
                        <a:cubicBezTo>
                          <a:pt x="46734" y="30105"/>
                          <a:pt x="44312" y="32204"/>
                          <a:pt x="41225" y="33703"/>
                        </a:cubicBezTo>
                        <a:cubicBezTo>
                          <a:pt x="38137" y="35202"/>
                          <a:pt x="34505" y="35982"/>
                          <a:pt x="30328" y="36042"/>
                        </a:cubicBezTo>
                        <a:lnTo>
                          <a:pt x="17616" y="36162"/>
                        </a:lnTo>
                        <a:lnTo>
                          <a:pt x="17616" y="54093"/>
                        </a:lnTo>
                        <a:lnTo>
                          <a:pt x="24456" y="55352"/>
                        </a:lnTo>
                        <a:lnTo>
                          <a:pt x="24456" y="61889"/>
                        </a:lnTo>
                        <a:lnTo>
                          <a:pt x="0" y="61889"/>
                        </a:lnTo>
                        <a:close/>
                        <a:moveTo>
                          <a:pt x="17737" y="27766"/>
                        </a:moveTo>
                        <a:lnTo>
                          <a:pt x="28512" y="27766"/>
                        </a:lnTo>
                        <a:cubicBezTo>
                          <a:pt x="32568" y="27766"/>
                          <a:pt x="35595" y="26927"/>
                          <a:pt x="37532" y="25307"/>
                        </a:cubicBezTo>
                        <a:cubicBezTo>
                          <a:pt x="39469" y="23688"/>
                          <a:pt x="40438" y="21289"/>
                          <a:pt x="40438" y="18171"/>
                        </a:cubicBezTo>
                        <a:cubicBezTo>
                          <a:pt x="40438" y="15053"/>
                          <a:pt x="39469" y="12714"/>
                          <a:pt x="37593" y="10915"/>
                        </a:cubicBezTo>
                        <a:cubicBezTo>
                          <a:pt x="35716" y="9115"/>
                          <a:pt x="32810" y="8216"/>
                          <a:pt x="28997" y="8216"/>
                        </a:cubicBezTo>
                        <a:lnTo>
                          <a:pt x="17737" y="8216"/>
                        </a:lnTo>
                        <a:lnTo>
                          <a:pt x="17737" y="27706"/>
                        </a:lnTo>
                        <a:close/>
                        <a:moveTo>
                          <a:pt x="40680" y="61889"/>
                        </a:moveTo>
                        <a:lnTo>
                          <a:pt x="28754" y="33403"/>
                        </a:lnTo>
                        <a:lnTo>
                          <a:pt x="38864" y="31724"/>
                        </a:lnTo>
                        <a:lnTo>
                          <a:pt x="48973" y="54213"/>
                        </a:lnTo>
                        <a:lnTo>
                          <a:pt x="53877" y="55233"/>
                        </a:lnTo>
                        <a:lnTo>
                          <a:pt x="53877" y="61889"/>
                        </a:lnTo>
                        <a:lnTo>
                          <a:pt x="40680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2" name="Freeform 173">
                    <a:extLst>
                      <a:ext uri="{FF2B5EF4-FFF2-40B4-BE49-F238E27FC236}">
                        <a16:creationId xmlns:a16="http://schemas.microsoft.com/office/drawing/2014/main" id="{8A66FF28-E92C-4B19-AC26-56048D9A2352}"/>
                      </a:ext>
                    </a:extLst>
                  </p:cNvPr>
                  <p:cNvSpPr/>
                  <p:nvPr/>
                </p:nvSpPr>
                <p:spPr>
                  <a:xfrm>
                    <a:off x="1771610" y="380975"/>
                    <a:ext cx="48670" cy="61889"/>
                  </a:xfrm>
                  <a:custGeom>
                    <a:avLst/>
                    <a:gdLst>
                      <a:gd name="connsiteX0" fmla="*/ 0 w 48670"/>
                      <a:gd name="connsiteY0" fmla="*/ 61889 h 61889"/>
                      <a:gd name="connsiteX1" fmla="*/ 0 w 48670"/>
                      <a:gd name="connsiteY1" fmla="*/ 55352 h 61889"/>
                      <a:gd name="connsiteX2" fmla="*/ 6840 w 48670"/>
                      <a:gd name="connsiteY2" fmla="*/ 54093 h 61889"/>
                      <a:gd name="connsiteX3" fmla="*/ 6840 w 48670"/>
                      <a:gd name="connsiteY3" fmla="*/ 7856 h 61889"/>
                      <a:gd name="connsiteX4" fmla="*/ 0 w 48670"/>
                      <a:gd name="connsiteY4" fmla="*/ 6597 h 61889"/>
                      <a:gd name="connsiteX5" fmla="*/ 0 w 48670"/>
                      <a:gd name="connsiteY5" fmla="*/ 0 h 61889"/>
                      <a:gd name="connsiteX6" fmla="*/ 47581 w 48670"/>
                      <a:gd name="connsiteY6" fmla="*/ 0 h 61889"/>
                      <a:gd name="connsiteX7" fmla="*/ 47581 w 48670"/>
                      <a:gd name="connsiteY7" fmla="*/ 15952 h 61889"/>
                      <a:gd name="connsiteX8" fmla="*/ 39167 w 48670"/>
                      <a:gd name="connsiteY8" fmla="*/ 15952 h 61889"/>
                      <a:gd name="connsiteX9" fmla="*/ 38440 w 48670"/>
                      <a:gd name="connsiteY9" fmla="*/ 8276 h 61889"/>
                      <a:gd name="connsiteX10" fmla="*/ 17616 w 48670"/>
                      <a:gd name="connsiteY10" fmla="*/ 8276 h 61889"/>
                      <a:gd name="connsiteX11" fmla="*/ 17616 w 48670"/>
                      <a:gd name="connsiteY11" fmla="*/ 25787 h 61889"/>
                      <a:gd name="connsiteX12" fmla="*/ 39530 w 48670"/>
                      <a:gd name="connsiteY12" fmla="*/ 25787 h 61889"/>
                      <a:gd name="connsiteX13" fmla="*/ 39530 w 48670"/>
                      <a:gd name="connsiteY13" fmla="*/ 34063 h 61889"/>
                      <a:gd name="connsiteX14" fmla="*/ 17616 w 48670"/>
                      <a:gd name="connsiteY14" fmla="*/ 34063 h 61889"/>
                      <a:gd name="connsiteX15" fmla="*/ 17616 w 48670"/>
                      <a:gd name="connsiteY15" fmla="*/ 53733 h 61889"/>
                      <a:gd name="connsiteX16" fmla="*/ 39590 w 48670"/>
                      <a:gd name="connsiteY16" fmla="*/ 53733 h 61889"/>
                      <a:gd name="connsiteX17" fmla="*/ 40317 w 48670"/>
                      <a:gd name="connsiteY17" fmla="*/ 45877 h 61889"/>
                      <a:gd name="connsiteX18" fmla="*/ 48671 w 48670"/>
                      <a:gd name="connsiteY18" fmla="*/ 45877 h 61889"/>
                      <a:gd name="connsiteX19" fmla="*/ 48671 w 48670"/>
                      <a:gd name="connsiteY19" fmla="*/ 61889 h 61889"/>
                      <a:gd name="connsiteX20" fmla="*/ 0 w 48670"/>
                      <a:gd name="connsiteY20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48670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6840" y="54093"/>
                        </a:lnTo>
                        <a:lnTo>
                          <a:pt x="6840" y="78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47581" y="0"/>
                        </a:lnTo>
                        <a:lnTo>
                          <a:pt x="47581" y="15952"/>
                        </a:lnTo>
                        <a:lnTo>
                          <a:pt x="39167" y="15952"/>
                        </a:lnTo>
                        <a:lnTo>
                          <a:pt x="38440" y="8276"/>
                        </a:lnTo>
                        <a:lnTo>
                          <a:pt x="17616" y="8276"/>
                        </a:lnTo>
                        <a:lnTo>
                          <a:pt x="17616" y="25787"/>
                        </a:lnTo>
                        <a:lnTo>
                          <a:pt x="39530" y="25787"/>
                        </a:lnTo>
                        <a:lnTo>
                          <a:pt x="39530" y="34063"/>
                        </a:lnTo>
                        <a:lnTo>
                          <a:pt x="17616" y="34063"/>
                        </a:lnTo>
                        <a:lnTo>
                          <a:pt x="17616" y="53733"/>
                        </a:lnTo>
                        <a:lnTo>
                          <a:pt x="39590" y="53733"/>
                        </a:lnTo>
                        <a:lnTo>
                          <a:pt x="40317" y="45877"/>
                        </a:lnTo>
                        <a:lnTo>
                          <a:pt x="48671" y="45877"/>
                        </a:lnTo>
                        <a:lnTo>
                          <a:pt x="48671" y="61889"/>
                        </a:lnTo>
                        <a:lnTo>
                          <a:pt x="0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3" name="Freeform 174">
                    <a:extLst>
                      <a:ext uri="{FF2B5EF4-FFF2-40B4-BE49-F238E27FC236}">
                        <a16:creationId xmlns:a16="http://schemas.microsoft.com/office/drawing/2014/main" id="{D1681CDA-66E4-C184-3D5E-6ABD6D2B6708}"/>
                      </a:ext>
                    </a:extLst>
                  </p:cNvPr>
                  <p:cNvSpPr/>
                  <p:nvPr/>
                </p:nvSpPr>
                <p:spPr>
                  <a:xfrm>
                    <a:off x="1826879" y="380975"/>
                    <a:ext cx="61383" cy="61889"/>
                  </a:xfrm>
                  <a:custGeom>
                    <a:avLst/>
                    <a:gdLst>
                      <a:gd name="connsiteX0" fmla="*/ 25788 w 61383"/>
                      <a:gd name="connsiteY0" fmla="*/ 61889 h 61889"/>
                      <a:gd name="connsiteX1" fmla="*/ 5327 w 61383"/>
                      <a:gd name="connsiteY1" fmla="*/ 7256 h 61889"/>
                      <a:gd name="connsiteX2" fmla="*/ 0 w 61383"/>
                      <a:gd name="connsiteY2" fmla="*/ 6597 h 61889"/>
                      <a:gd name="connsiteX3" fmla="*/ 0 w 61383"/>
                      <a:gd name="connsiteY3" fmla="*/ 0 h 61889"/>
                      <a:gd name="connsiteX4" fmla="*/ 22701 w 61383"/>
                      <a:gd name="connsiteY4" fmla="*/ 0 h 61889"/>
                      <a:gd name="connsiteX5" fmla="*/ 22701 w 61383"/>
                      <a:gd name="connsiteY5" fmla="*/ 6597 h 61889"/>
                      <a:gd name="connsiteX6" fmla="*/ 17011 w 61383"/>
                      <a:gd name="connsiteY6" fmla="*/ 7496 h 61889"/>
                      <a:gd name="connsiteX7" fmla="*/ 30026 w 61383"/>
                      <a:gd name="connsiteY7" fmla="*/ 45218 h 61889"/>
                      <a:gd name="connsiteX8" fmla="*/ 31176 w 61383"/>
                      <a:gd name="connsiteY8" fmla="*/ 49236 h 61889"/>
                      <a:gd name="connsiteX9" fmla="*/ 31418 w 61383"/>
                      <a:gd name="connsiteY9" fmla="*/ 49236 h 61889"/>
                      <a:gd name="connsiteX10" fmla="*/ 32629 w 61383"/>
                      <a:gd name="connsiteY10" fmla="*/ 45218 h 61889"/>
                      <a:gd name="connsiteX11" fmla="*/ 45826 w 61383"/>
                      <a:gd name="connsiteY11" fmla="*/ 7436 h 61889"/>
                      <a:gd name="connsiteX12" fmla="*/ 39348 w 61383"/>
                      <a:gd name="connsiteY12" fmla="*/ 6597 h 61889"/>
                      <a:gd name="connsiteX13" fmla="*/ 39348 w 61383"/>
                      <a:gd name="connsiteY13" fmla="*/ 0 h 61889"/>
                      <a:gd name="connsiteX14" fmla="*/ 61383 w 61383"/>
                      <a:gd name="connsiteY14" fmla="*/ 0 h 61889"/>
                      <a:gd name="connsiteX15" fmla="*/ 61383 w 61383"/>
                      <a:gd name="connsiteY15" fmla="*/ 6597 h 61889"/>
                      <a:gd name="connsiteX16" fmla="*/ 55996 w 61383"/>
                      <a:gd name="connsiteY16" fmla="*/ 7256 h 61889"/>
                      <a:gd name="connsiteX17" fmla="*/ 36321 w 61383"/>
                      <a:gd name="connsiteY17" fmla="*/ 61889 h 61889"/>
                      <a:gd name="connsiteX18" fmla="*/ 25849 w 61383"/>
                      <a:gd name="connsiteY18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61383" h="61889">
                        <a:moveTo>
                          <a:pt x="25788" y="61889"/>
                        </a:moveTo>
                        <a:lnTo>
                          <a:pt x="5327" y="72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22701" y="0"/>
                        </a:lnTo>
                        <a:lnTo>
                          <a:pt x="22701" y="6597"/>
                        </a:lnTo>
                        <a:lnTo>
                          <a:pt x="17011" y="7496"/>
                        </a:lnTo>
                        <a:lnTo>
                          <a:pt x="30026" y="45218"/>
                        </a:lnTo>
                        <a:lnTo>
                          <a:pt x="31176" y="49236"/>
                        </a:lnTo>
                        <a:lnTo>
                          <a:pt x="31418" y="49236"/>
                        </a:lnTo>
                        <a:lnTo>
                          <a:pt x="32629" y="45218"/>
                        </a:lnTo>
                        <a:lnTo>
                          <a:pt x="45826" y="7436"/>
                        </a:lnTo>
                        <a:lnTo>
                          <a:pt x="39348" y="6597"/>
                        </a:lnTo>
                        <a:lnTo>
                          <a:pt x="39348" y="0"/>
                        </a:lnTo>
                        <a:lnTo>
                          <a:pt x="61383" y="0"/>
                        </a:lnTo>
                        <a:lnTo>
                          <a:pt x="61383" y="6597"/>
                        </a:lnTo>
                        <a:lnTo>
                          <a:pt x="55996" y="7256"/>
                        </a:lnTo>
                        <a:lnTo>
                          <a:pt x="36321" y="61889"/>
                        </a:lnTo>
                        <a:lnTo>
                          <a:pt x="25849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4" name="Freeform 175">
                    <a:extLst>
                      <a:ext uri="{FF2B5EF4-FFF2-40B4-BE49-F238E27FC236}">
                        <a16:creationId xmlns:a16="http://schemas.microsoft.com/office/drawing/2014/main" id="{1CD295B1-6838-2724-EDB5-D98F407F51D5}"/>
                      </a:ext>
                    </a:extLst>
                  </p:cNvPr>
                  <p:cNvSpPr/>
                  <p:nvPr/>
                </p:nvSpPr>
                <p:spPr>
                  <a:xfrm>
                    <a:off x="1881966" y="380975"/>
                    <a:ext cx="60717" cy="61889"/>
                  </a:xfrm>
                  <a:custGeom>
                    <a:avLst/>
                    <a:gdLst>
                      <a:gd name="connsiteX0" fmla="*/ 0 w 60717"/>
                      <a:gd name="connsiteY0" fmla="*/ 61889 h 61889"/>
                      <a:gd name="connsiteX1" fmla="*/ 0 w 60717"/>
                      <a:gd name="connsiteY1" fmla="*/ 55352 h 61889"/>
                      <a:gd name="connsiteX2" fmla="*/ 4540 w 60717"/>
                      <a:gd name="connsiteY2" fmla="*/ 54693 h 61889"/>
                      <a:gd name="connsiteX3" fmla="*/ 25243 w 60717"/>
                      <a:gd name="connsiteY3" fmla="*/ 0 h 61889"/>
                      <a:gd name="connsiteX4" fmla="*/ 35777 w 60717"/>
                      <a:gd name="connsiteY4" fmla="*/ 0 h 61889"/>
                      <a:gd name="connsiteX5" fmla="*/ 56177 w 60717"/>
                      <a:gd name="connsiteY5" fmla="*/ 54693 h 61889"/>
                      <a:gd name="connsiteX6" fmla="*/ 60717 w 60717"/>
                      <a:gd name="connsiteY6" fmla="*/ 55352 h 61889"/>
                      <a:gd name="connsiteX7" fmla="*/ 60717 w 60717"/>
                      <a:gd name="connsiteY7" fmla="*/ 61889 h 61889"/>
                      <a:gd name="connsiteX8" fmla="*/ 40862 w 60717"/>
                      <a:gd name="connsiteY8" fmla="*/ 61889 h 61889"/>
                      <a:gd name="connsiteX9" fmla="*/ 40862 w 60717"/>
                      <a:gd name="connsiteY9" fmla="*/ 55352 h 61889"/>
                      <a:gd name="connsiteX10" fmla="*/ 45341 w 60717"/>
                      <a:gd name="connsiteY10" fmla="*/ 54573 h 61889"/>
                      <a:gd name="connsiteX11" fmla="*/ 42012 w 60717"/>
                      <a:gd name="connsiteY11" fmla="*/ 44858 h 61889"/>
                      <a:gd name="connsiteX12" fmla="*/ 18766 w 60717"/>
                      <a:gd name="connsiteY12" fmla="*/ 44858 h 61889"/>
                      <a:gd name="connsiteX13" fmla="*/ 15376 w 60717"/>
                      <a:gd name="connsiteY13" fmla="*/ 54573 h 61889"/>
                      <a:gd name="connsiteX14" fmla="*/ 19856 w 60717"/>
                      <a:gd name="connsiteY14" fmla="*/ 55352 h 61889"/>
                      <a:gd name="connsiteX15" fmla="*/ 19856 w 60717"/>
                      <a:gd name="connsiteY15" fmla="*/ 61889 h 61889"/>
                      <a:gd name="connsiteX16" fmla="*/ 0 w 60717"/>
                      <a:gd name="connsiteY16" fmla="*/ 61889 h 61889"/>
                      <a:gd name="connsiteX17" fmla="*/ 21551 w 60717"/>
                      <a:gd name="connsiteY17" fmla="*/ 36582 h 61889"/>
                      <a:gd name="connsiteX18" fmla="*/ 39167 w 60717"/>
                      <a:gd name="connsiteY18" fmla="*/ 36582 h 61889"/>
                      <a:gd name="connsiteX19" fmla="*/ 31055 w 60717"/>
                      <a:gd name="connsiteY19" fmla="*/ 13673 h 61889"/>
                      <a:gd name="connsiteX20" fmla="*/ 30510 w 60717"/>
                      <a:gd name="connsiteY20" fmla="*/ 11994 h 61889"/>
                      <a:gd name="connsiteX21" fmla="*/ 30268 w 60717"/>
                      <a:gd name="connsiteY21" fmla="*/ 11994 h 61889"/>
                      <a:gd name="connsiteX22" fmla="*/ 29662 w 60717"/>
                      <a:gd name="connsiteY22" fmla="*/ 13733 h 61889"/>
                      <a:gd name="connsiteX23" fmla="*/ 21551 w 60717"/>
                      <a:gd name="connsiteY23" fmla="*/ 36582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0717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4540" y="54693"/>
                        </a:lnTo>
                        <a:lnTo>
                          <a:pt x="25243" y="0"/>
                        </a:lnTo>
                        <a:lnTo>
                          <a:pt x="35777" y="0"/>
                        </a:lnTo>
                        <a:lnTo>
                          <a:pt x="56177" y="54693"/>
                        </a:lnTo>
                        <a:lnTo>
                          <a:pt x="60717" y="55352"/>
                        </a:lnTo>
                        <a:lnTo>
                          <a:pt x="60717" y="61889"/>
                        </a:lnTo>
                        <a:lnTo>
                          <a:pt x="40862" y="61889"/>
                        </a:lnTo>
                        <a:lnTo>
                          <a:pt x="40862" y="55352"/>
                        </a:lnTo>
                        <a:lnTo>
                          <a:pt x="45341" y="54573"/>
                        </a:lnTo>
                        <a:lnTo>
                          <a:pt x="42012" y="44858"/>
                        </a:lnTo>
                        <a:lnTo>
                          <a:pt x="18766" y="44858"/>
                        </a:lnTo>
                        <a:lnTo>
                          <a:pt x="15376" y="54573"/>
                        </a:lnTo>
                        <a:lnTo>
                          <a:pt x="19856" y="55352"/>
                        </a:lnTo>
                        <a:lnTo>
                          <a:pt x="19856" y="61889"/>
                        </a:lnTo>
                        <a:lnTo>
                          <a:pt x="0" y="61889"/>
                        </a:lnTo>
                        <a:close/>
                        <a:moveTo>
                          <a:pt x="21551" y="36582"/>
                        </a:moveTo>
                        <a:lnTo>
                          <a:pt x="39167" y="36582"/>
                        </a:lnTo>
                        <a:lnTo>
                          <a:pt x="31055" y="13673"/>
                        </a:lnTo>
                        <a:lnTo>
                          <a:pt x="30510" y="11994"/>
                        </a:lnTo>
                        <a:lnTo>
                          <a:pt x="30268" y="11994"/>
                        </a:lnTo>
                        <a:lnTo>
                          <a:pt x="29662" y="13733"/>
                        </a:lnTo>
                        <a:lnTo>
                          <a:pt x="21551" y="36582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6" name="Graphic 6">
                  <a:extLst>
                    <a:ext uri="{FF2B5EF4-FFF2-40B4-BE49-F238E27FC236}">
                      <a16:creationId xmlns:a16="http://schemas.microsoft.com/office/drawing/2014/main" id="{DAE745D0-8E5A-78FE-0B3F-AE1CDEFA5415}"/>
                    </a:ext>
                  </a:extLst>
                </p:cNvPr>
                <p:cNvGrpSpPr/>
                <p:nvPr/>
              </p:nvGrpSpPr>
              <p:grpSpPr>
                <a:xfrm>
                  <a:off x="1712285" y="453539"/>
                  <a:ext cx="227372" cy="63688"/>
                  <a:chOff x="1712285" y="453539"/>
                  <a:chExt cx="227372" cy="63688"/>
                </a:xfrm>
                <a:solidFill>
                  <a:srgbClr val="F28128"/>
                </a:solidFill>
              </p:grpSpPr>
              <p:sp>
                <p:nvSpPr>
                  <p:cNvPr id="57" name="Freeform 168">
                    <a:extLst>
                      <a:ext uri="{FF2B5EF4-FFF2-40B4-BE49-F238E27FC236}">
                        <a16:creationId xmlns:a16="http://schemas.microsoft.com/office/drawing/2014/main" id="{3B07233A-2FBA-A379-A7B8-22DDF3A314F1}"/>
                      </a:ext>
                    </a:extLst>
                  </p:cNvPr>
                  <p:cNvSpPr/>
                  <p:nvPr/>
                </p:nvSpPr>
                <p:spPr>
                  <a:xfrm>
                    <a:off x="1712285" y="454438"/>
                    <a:ext cx="53876" cy="61889"/>
                  </a:xfrm>
                  <a:custGeom>
                    <a:avLst/>
                    <a:gdLst>
                      <a:gd name="connsiteX0" fmla="*/ 61 w 53876"/>
                      <a:gd name="connsiteY0" fmla="*/ 61889 h 61889"/>
                      <a:gd name="connsiteX1" fmla="*/ 61 w 53876"/>
                      <a:gd name="connsiteY1" fmla="*/ 55352 h 61889"/>
                      <a:gd name="connsiteX2" fmla="*/ 6901 w 53876"/>
                      <a:gd name="connsiteY2" fmla="*/ 54093 h 61889"/>
                      <a:gd name="connsiteX3" fmla="*/ 6901 w 53876"/>
                      <a:gd name="connsiteY3" fmla="*/ 7856 h 61889"/>
                      <a:gd name="connsiteX4" fmla="*/ 61 w 53876"/>
                      <a:gd name="connsiteY4" fmla="*/ 6597 h 61889"/>
                      <a:gd name="connsiteX5" fmla="*/ 61 w 53876"/>
                      <a:gd name="connsiteY5" fmla="*/ 0 h 61889"/>
                      <a:gd name="connsiteX6" fmla="*/ 28936 w 53876"/>
                      <a:gd name="connsiteY6" fmla="*/ 0 h 61889"/>
                      <a:gd name="connsiteX7" fmla="*/ 40922 w 53876"/>
                      <a:gd name="connsiteY7" fmla="*/ 2159 h 61889"/>
                      <a:gd name="connsiteX8" fmla="*/ 48489 w 53876"/>
                      <a:gd name="connsiteY8" fmla="*/ 8276 h 61889"/>
                      <a:gd name="connsiteX9" fmla="*/ 51092 w 53876"/>
                      <a:gd name="connsiteY9" fmla="*/ 17931 h 61889"/>
                      <a:gd name="connsiteX10" fmla="*/ 48489 w 53876"/>
                      <a:gd name="connsiteY10" fmla="*/ 27406 h 61889"/>
                      <a:gd name="connsiteX11" fmla="*/ 41225 w 53876"/>
                      <a:gd name="connsiteY11" fmla="*/ 33703 h 61889"/>
                      <a:gd name="connsiteX12" fmla="*/ 30328 w 53876"/>
                      <a:gd name="connsiteY12" fmla="*/ 36042 h 61889"/>
                      <a:gd name="connsiteX13" fmla="*/ 17616 w 53876"/>
                      <a:gd name="connsiteY13" fmla="*/ 36162 h 61889"/>
                      <a:gd name="connsiteX14" fmla="*/ 17616 w 53876"/>
                      <a:gd name="connsiteY14" fmla="*/ 54093 h 61889"/>
                      <a:gd name="connsiteX15" fmla="*/ 24456 w 53876"/>
                      <a:gd name="connsiteY15" fmla="*/ 55352 h 61889"/>
                      <a:gd name="connsiteX16" fmla="*/ 24456 w 53876"/>
                      <a:gd name="connsiteY16" fmla="*/ 61889 h 61889"/>
                      <a:gd name="connsiteX17" fmla="*/ 0 w 53876"/>
                      <a:gd name="connsiteY17" fmla="*/ 61889 h 61889"/>
                      <a:gd name="connsiteX18" fmla="*/ 17677 w 53876"/>
                      <a:gd name="connsiteY18" fmla="*/ 27766 h 61889"/>
                      <a:gd name="connsiteX19" fmla="*/ 28452 w 53876"/>
                      <a:gd name="connsiteY19" fmla="*/ 27766 h 61889"/>
                      <a:gd name="connsiteX20" fmla="*/ 37472 w 53876"/>
                      <a:gd name="connsiteY20" fmla="*/ 25307 h 61889"/>
                      <a:gd name="connsiteX21" fmla="*/ 40377 w 53876"/>
                      <a:gd name="connsiteY21" fmla="*/ 18171 h 61889"/>
                      <a:gd name="connsiteX22" fmla="*/ 37532 w 53876"/>
                      <a:gd name="connsiteY22" fmla="*/ 10915 h 61889"/>
                      <a:gd name="connsiteX23" fmla="*/ 28936 w 53876"/>
                      <a:gd name="connsiteY23" fmla="*/ 8216 h 61889"/>
                      <a:gd name="connsiteX24" fmla="*/ 17677 w 53876"/>
                      <a:gd name="connsiteY24" fmla="*/ 8216 h 61889"/>
                      <a:gd name="connsiteX25" fmla="*/ 17677 w 53876"/>
                      <a:gd name="connsiteY25" fmla="*/ 27706 h 61889"/>
                      <a:gd name="connsiteX26" fmla="*/ 40680 w 53876"/>
                      <a:gd name="connsiteY26" fmla="*/ 61889 h 61889"/>
                      <a:gd name="connsiteX27" fmla="*/ 28754 w 53876"/>
                      <a:gd name="connsiteY27" fmla="*/ 33403 h 61889"/>
                      <a:gd name="connsiteX28" fmla="*/ 38864 w 53876"/>
                      <a:gd name="connsiteY28" fmla="*/ 31724 h 61889"/>
                      <a:gd name="connsiteX29" fmla="*/ 48973 w 53876"/>
                      <a:gd name="connsiteY29" fmla="*/ 54213 h 61889"/>
                      <a:gd name="connsiteX30" fmla="*/ 53877 w 53876"/>
                      <a:gd name="connsiteY30" fmla="*/ 55233 h 61889"/>
                      <a:gd name="connsiteX31" fmla="*/ 53877 w 53876"/>
                      <a:gd name="connsiteY31" fmla="*/ 61889 h 61889"/>
                      <a:gd name="connsiteX32" fmla="*/ 40680 w 53876"/>
                      <a:gd name="connsiteY32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3876" h="61889">
                        <a:moveTo>
                          <a:pt x="61" y="61889"/>
                        </a:moveTo>
                        <a:lnTo>
                          <a:pt x="61" y="55352"/>
                        </a:lnTo>
                        <a:lnTo>
                          <a:pt x="6901" y="54093"/>
                        </a:lnTo>
                        <a:lnTo>
                          <a:pt x="6901" y="7856"/>
                        </a:lnTo>
                        <a:lnTo>
                          <a:pt x="61" y="6597"/>
                        </a:lnTo>
                        <a:lnTo>
                          <a:pt x="61" y="0"/>
                        </a:lnTo>
                        <a:lnTo>
                          <a:pt x="28936" y="0"/>
                        </a:lnTo>
                        <a:cubicBezTo>
                          <a:pt x="33658" y="0"/>
                          <a:pt x="37653" y="720"/>
                          <a:pt x="40922" y="2159"/>
                        </a:cubicBezTo>
                        <a:cubicBezTo>
                          <a:pt x="44252" y="3598"/>
                          <a:pt x="46794" y="5637"/>
                          <a:pt x="48489" y="8276"/>
                        </a:cubicBezTo>
                        <a:cubicBezTo>
                          <a:pt x="50245" y="10915"/>
                          <a:pt x="51092" y="14153"/>
                          <a:pt x="51092" y="17931"/>
                        </a:cubicBezTo>
                        <a:cubicBezTo>
                          <a:pt x="51092" y="21709"/>
                          <a:pt x="50245" y="24708"/>
                          <a:pt x="48489" y="27406"/>
                        </a:cubicBezTo>
                        <a:cubicBezTo>
                          <a:pt x="46734" y="30105"/>
                          <a:pt x="44312" y="32204"/>
                          <a:pt x="41225" y="33703"/>
                        </a:cubicBezTo>
                        <a:cubicBezTo>
                          <a:pt x="38138" y="35202"/>
                          <a:pt x="34505" y="35982"/>
                          <a:pt x="30328" y="36042"/>
                        </a:cubicBezTo>
                        <a:lnTo>
                          <a:pt x="17616" y="36162"/>
                        </a:lnTo>
                        <a:lnTo>
                          <a:pt x="17616" y="54093"/>
                        </a:lnTo>
                        <a:lnTo>
                          <a:pt x="24456" y="55352"/>
                        </a:lnTo>
                        <a:lnTo>
                          <a:pt x="24456" y="61889"/>
                        </a:lnTo>
                        <a:lnTo>
                          <a:pt x="0" y="61889"/>
                        </a:lnTo>
                        <a:close/>
                        <a:moveTo>
                          <a:pt x="17677" y="27766"/>
                        </a:moveTo>
                        <a:lnTo>
                          <a:pt x="28452" y="27766"/>
                        </a:lnTo>
                        <a:cubicBezTo>
                          <a:pt x="32508" y="27766"/>
                          <a:pt x="35534" y="26927"/>
                          <a:pt x="37472" y="25307"/>
                        </a:cubicBezTo>
                        <a:cubicBezTo>
                          <a:pt x="39409" y="23688"/>
                          <a:pt x="40377" y="21289"/>
                          <a:pt x="40377" y="18171"/>
                        </a:cubicBezTo>
                        <a:cubicBezTo>
                          <a:pt x="40377" y="15053"/>
                          <a:pt x="39409" y="12714"/>
                          <a:pt x="37532" y="10915"/>
                        </a:cubicBezTo>
                        <a:cubicBezTo>
                          <a:pt x="35656" y="9115"/>
                          <a:pt x="32750" y="8216"/>
                          <a:pt x="28936" y="8216"/>
                        </a:cubicBezTo>
                        <a:lnTo>
                          <a:pt x="17677" y="8216"/>
                        </a:lnTo>
                        <a:lnTo>
                          <a:pt x="17677" y="27706"/>
                        </a:lnTo>
                        <a:close/>
                        <a:moveTo>
                          <a:pt x="40680" y="61889"/>
                        </a:moveTo>
                        <a:lnTo>
                          <a:pt x="28754" y="33403"/>
                        </a:lnTo>
                        <a:lnTo>
                          <a:pt x="38864" y="31724"/>
                        </a:lnTo>
                        <a:lnTo>
                          <a:pt x="48973" y="54213"/>
                        </a:lnTo>
                        <a:lnTo>
                          <a:pt x="53877" y="55233"/>
                        </a:lnTo>
                        <a:lnTo>
                          <a:pt x="53877" y="61889"/>
                        </a:lnTo>
                        <a:lnTo>
                          <a:pt x="40680" y="61889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8" name="Freeform 169">
                    <a:extLst>
                      <a:ext uri="{FF2B5EF4-FFF2-40B4-BE49-F238E27FC236}">
                        <a16:creationId xmlns:a16="http://schemas.microsoft.com/office/drawing/2014/main" id="{0B2DDB1D-E814-066B-A0F0-F9AC8526440A}"/>
                      </a:ext>
                    </a:extLst>
                  </p:cNvPr>
                  <p:cNvSpPr/>
                  <p:nvPr/>
                </p:nvSpPr>
                <p:spPr>
                  <a:xfrm>
                    <a:off x="1771792" y="454438"/>
                    <a:ext cx="60717" cy="61889"/>
                  </a:xfrm>
                  <a:custGeom>
                    <a:avLst/>
                    <a:gdLst>
                      <a:gd name="connsiteX0" fmla="*/ 0 w 60717"/>
                      <a:gd name="connsiteY0" fmla="*/ 61889 h 61889"/>
                      <a:gd name="connsiteX1" fmla="*/ 0 w 60717"/>
                      <a:gd name="connsiteY1" fmla="*/ 55352 h 61889"/>
                      <a:gd name="connsiteX2" fmla="*/ 4540 w 60717"/>
                      <a:gd name="connsiteY2" fmla="*/ 54693 h 61889"/>
                      <a:gd name="connsiteX3" fmla="*/ 25243 w 60717"/>
                      <a:gd name="connsiteY3" fmla="*/ 0 h 61889"/>
                      <a:gd name="connsiteX4" fmla="*/ 35777 w 60717"/>
                      <a:gd name="connsiteY4" fmla="*/ 0 h 61889"/>
                      <a:gd name="connsiteX5" fmla="*/ 56177 w 60717"/>
                      <a:gd name="connsiteY5" fmla="*/ 54693 h 61889"/>
                      <a:gd name="connsiteX6" fmla="*/ 60717 w 60717"/>
                      <a:gd name="connsiteY6" fmla="*/ 55352 h 61889"/>
                      <a:gd name="connsiteX7" fmla="*/ 60717 w 60717"/>
                      <a:gd name="connsiteY7" fmla="*/ 61889 h 61889"/>
                      <a:gd name="connsiteX8" fmla="*/ 40862 w 60717"/>
                      <a:gd name="connsiteY8" fmla="*/ 61889 h 61889"/>
                      <a:gd name="connsiteX9" fmla="*/ 40862 w 60717"/>
                      <a:gd name="connsiteY9" fmla="*/ 55352 h 61889"/>
                      <a:gd name="connsiteX10" fmla="*/ 45341 w 60717"/>
                      <a:gd name="connsiteY10" fmla="*/ 54573 h 61889"/>
                      <a:gd name="connsiteX11" fmla="*/ 42012 w 60717"/>
                      <a:gd name="connsiteY11" fmla="*/ 44858 h 61889"/>
                      <a:gd name="connsiteX12" fmla="*/ 18766 w 60717"/>
                      <a:gd name="connsiteY12" fmla="*/ 44858 h 61889"/>
                      <a:gd name="connsiteX13" fmla="*/ 15376 w 60717"/>
                      <a:gd name="connsiteY13" fmla="*/ 54573 h 61889"/>
                      <a:gd name="connsiteX14" fmla="*/ 19856 w 60717"/>
                      <a:gd name="connsiteY14" fmla="*/ 55352 h 61889"/>
                      <a:gd name="connsiteX15" fmla="*/ 19856 w 60717"/>
                      <a:gd name="connsiteY15" fmla="*/ 61889 h 61889"/>
                      <a:gd name="connsiteX16" fmla="*/ 0 w 60717"/>
                      <a:gd name="connsiteY16" fmla="*/ 61889 h 61889"/>
                      <a:gd name="connsiteX17" fmla="*/ 21551 w 60717"/>
                      <a:gd name="connsiteY17" fmla="*/ 36582 h 61889"/>
                      <a:gd name="connsiteX18" fmla="*/ 39167 w 60717"/>
                      <a:gd name="connsiteY18" fmla="*/ 36582 h 61889"/>
                      <a:gd name="connsiteX19" fmla="*/ 31055 w 60717"/>
                      <a:gd name="connsiteY19" fmla="*/ 13673 h 61889"/>
                      <a:gd name="connsiteX20" fmla="*/ 30510 w 60717"/>
                      <a:gd name="connsiteY20" fmla="*/ 11994 h 61889"/>
                      <a:gd name="connsiteX21" fmla="*/ 30268 w 60717"/>
                      <a:gd name="connsiteY21" fmla="*/ 11994 h 61889"/>
                      <a:gd name="connsiteX22" fmla="*/ 29662 w 60717"/>
                      <a:gd name="connsiteY22" fmla="*/ 13733 h 61889"/>
                      <a:gd name="connsiteX23" fmla="*/ 21551 w 60717"/>
                      <a:gd name="connsiteY23" fmla="*/ 36582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0717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4540" y="54693"/>
                        </a:lnTo>
                        <a:lnTo>
                          <a:pt x="25243" y="0"/>
                        </a:lnTo>
                        <a:lnTo>
                          <a:pt x="35777" y="0"/>
                        </a:lnTo>
                        <a:lnTo>
                          <a:pt x="56177" y="54693"/>
                        </a:lnTo>
                        <a:lnTo>
                          <a:pt x="60717" y="55352"/>
                        </a:lnTo>
                        <a:lnTo>
                          <a:pt x="60717" y="61889"/>
                        </a:lnTo>
                        <a:lnTo>
                          <a:pt x="40862" y="61889"/>
                        </a:lnTo>
                        <a:lnTo>
                          <a:pt x="40862" y="55352"/>
                        </a:lnTo>
                        <a:lnTo>
                          <a:pt x="45341" y="54573"/>
                        </a:lnTo>
                        <a:lnTo>
                          <a:pt x="42012" y="44858"/>
                        </a:lnTo>
                        <a:lnTo>
                          <a:pt x="18766" y="44858"/>
                        </a:lnTo>
                        <a:lnTo>
                          <a:pt x="15376" y="54573"/>
                        </a:lnTo>
                        <a:lnTo>
                          <a:pt x="19856" y="55352"/>
                        </a:lnTo>
                        <a:lnTo>
                          <a:pt x="19856" y="61889"/>
                        </a:lnTo>
                        <a:lnTo>
                          <a:pt x="0" y="61889"/>
                        </a:lnTo>
                        <a:close/>
                        <a:moveTo>
                          <a:pt x="21551" y="36582"/>
                        </a:moveTo>
                        <a:lnTo>
                          <a:pt x="39167" y="36582"/>
                        </a:lnTo>
                        <a:lnTo>
                          <a:pt x="31055" y="13673"/>
                        </a:lnTo>
                        <a:lnTo>
                          <a:pt x="30510" y="11994"/>
                        </a:lnTo>
                        <a:lnTo>
                          <a:pt x="30268" y="11994"/>
                        </a:lnTo>
                        <a:lnTo>
                          <a:pt x="29662" y="13733"/>
                        </a:lnTo>
                        <a:lnTo>
                          <a:pt x="21551" y="36582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9" name="Freeform 170">
                    <a:extLst>
                      <a:ext uri="{FF2B5EF4-FFF2-40B4-BE49-F238E27FC236}">
                        <a16:creationId xmlns:a16="http://schemas.microsoft.com/office/drawing/2014/main" id="{82614A63-7BFC-6E17-0129-395CF66070F3}"/>
                      </a:ext>
                    </a:extLst>
                  </p:cNvPr>
                  <p:cNvSpPr/>
                  <p:nvPr/>
                </p:nvSpPr>
                <p:spPr>
                  <a:xfrm>
                    <a:off x="1834749" y="453539"/>
                    <a:ext cx="49336" cy="63688"/>
                  </a:xfrm>
                  <a:custGeom>
                    <a:avLst/>
                    <a:gdLst>
                      <a:gd name="connsiteX0" fmla="*/ 29239 w 49336"/>
                      <a:gd name="connsiteY0" fmla="*/ 63688 h 63688"/>
                      <a:gd name="connsiteX1" fmla="*/ 13439 w 49336"/>
                      <a:gd name="connsiteY1" fmla="*/ 59790 h 63688"/>
                      <a:gd name="connsiteX2" fmla="*/ 3451 w 49336"/>
                      <a:gd name="connsiteY2" fmla="*/ 48936 h 63688"/>
                      <a:gd name="connsiteX3" fmla="*/ 0 w 49336"/>
                      <a:gd name="connsiteY3" fmla="*/ 32684 h 63688"/>
                      <a:gd name="connsiteX4" fmla="*/ 0 w 49336"/>
                      <a:gd name="connsiteY4" fmla="*/ 31125 h 63688"/>
                      <a:gd name="connsiteX5" fmla="*/ 3451 w 49336"/>
                      <a:gd name="connsiteY5" fmla="*/ 15053 h 63688"/>
                      <a:gd name="connsiteX6" fmla="*/ 13257 w 49336"/>
                      <a:gd name="connsiteY6" fmla="*/ 4018 h 63688"/>
                      <a:gd name="connsiteX7" fmla="*/ 28512 w 49336"/>
                      <a:gd name="connsiteY7" fmla="*/ 0 h 63688"/>
                      <a:gd name="connsiteX8" fmla="*/ 40075 w 49336"/>
                      <a:gd name="connsiteY8" fmla="*/ 1799 h 63688"/>
                      <a:gd name="connsiteX9" fmla="*/ 49337 w 49336"/>
                      <a:gd name="connsiteY9" fmla="*/ 6957 h 63688"/>
                      <a:gd name="connsiteX10" fmla="*/ 49337 w 49336"/>
                      <a:gd name="connsiteY10" fmla="*/ 21229 h 63688"/>
                      <a:gd name="connsiteX11" fmla="*/ 41104 w 49336"/>
                      <a:gd name="connsiteY11" fmla="*/ 21229 h 63688"/>
                      <a:gd name="connsiteX12" fmla="*/ 40014 w 49336"/>
                      <a:gd name="connsiteY12" fmla="*/ 11694 h 63688"/>
                      <a:gd name="connsiteX13" fmla="*/ 36866 w 49336"/>
                      <a:gd name="connsiteY13" fmla="*/ 9955 h 63688"/>
                      <a:gd name="connsiteX14" fmla="*/ 33113 w 49336"/>
                      <a:gd name="connsiteY14" fmla="*/ 8876 h 63688"/>
                      <a:gd name="connsiteX15" fmla="*/ 28694 w 49336"/>
                      <a:gd name="connsiteY15" fmla="*/ 8516 h 63688"/>
                      <a:gd name="connsiteX16" fmla="*/ 19069 w 49336"/>
                      <a:gd name="connsiteY16" fmla="*/ 11334 h 63688"/>
                      <a:gd name="connsiteX17" fmla="*/ 12955 w 49336"/>
                      <a:gd name="connsiteY17" fmla="*/ 19190 h 63688"/>
                      <a:gd name="connsiteX18" fmla="*/ 10836 w 49336"/>
                      <a:gd name="connsiteY18" fmla="*/ 31065 h 63688"/>
                      <a:gd name="connsiteX19" fmla="*/ 10836 w 49336"/>
                      <a:gd name="connsiteY19" fmla="*/ 32744 h 63688"/>
                      <a:gd name="connsiteX20" fmla="*/ 13076 w 49336"/>
                      <a:gd name="connsiteY20" fmla="*/ 44858 h 63688"/>
                      <a:gd name="connsiteX21" fmla="*/ 19493 w 49336"/>
                      <a:gd name="connsiteY21" fmla="*/ 52654 h 63688"/>
                      <a:gd name="connsiteX22" fmla="*/ 29541 w 49336"/>
                      <a:gd name="connsiteY22" fmla="*/ 55352 h 63688"/>
                      <a:gd name="connsiteX23" fmla="*/ 35171 w 49336"/>
                      <a:gd name="connsiteY23" fmla="*/ 54693 h 63688"/>
                      <a:gd name="connsiteX24" fmla="*/ 40014 w 49336"/>
                      <a:gd name="connsiteY24" fmla="*/ 52954 h 63688"/>
                      <a:gd name="connsiteX25" fmla="*/ 41164 w 49336"/>
                      <a:gd name="connsiteY25" fmla="*/ 44258 h 63688"/>
                      <a:gd name="connsiteX26" fmla="*/ 49337 w 49336"/>
                      <a:gd name="connsiteY26" fmla="*/ 44258 h 63688"/>
                      <a:gd name="connsiteX27" fmla="*/ 49337 w 49336"/>
                      <a:gd name="connsiteY27" fmla="*/ 58471 h 63688"/>
                      <a:gd name="connsiteX28" fmla="*/ 40498 w 49336"/>
                      <a:gd name="connsiteY28" fmla="*/ 62249 h 63688"/>
                      <a:gd name="connsiteX29" fmla="*/ 29299 w 49336"/>
                      <a:gd name="connsiteY29" fmla="*/ 63688 h 636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9336" h="63688">
                        <a:moveTo>
                          <a:pt x="29239" y="63688"/>
                        </a:moveTo>
                        <a:cubicBezTo>
                          <a:pt x="23064" y="63688"/>
                          <a:pt x="17858" y="62369"/>
                          <a:pt x="13439" y="59790"/>
                        </a:cubicBezTo>
                        <a:cubicBezTo>
                          <a:pt x="9080" y="57212"/>
                          <a:pt x="5751" y="53553"/>
                          <a:pt x="3451" y="48936"/>
                        </a:cubicBezTo>
                        <a:cubicBezTo>
                          <a:pt x="1150" y="44258"/>
                          <a:pt x="0" y="38861"/>
                          <a:pt x="0" y="32684"/>
                        </a:cubicBezTo>
                        <a:lnTo>
                          <a:pt x="0" y="31125"/>
                        </a:lnTo>
                        <a:cubicBezTo>
                          <a:pt x="0" y="25068"/>
                          <a:pt x="1150" y="19730"/>
                          <a:pt x="3451" y="15053"/>
                        </a:cubicBezTo>
                        <a:cubicBezTo>
                          <a:pt x="5751" y="10375"/>
                          <a:pt x="9020" y="6717"/>
                          <a:pt x="13257" y="4018"/>
                        </a:cubicBezTo>
                        <a:cubicBezTo>
                          <a:pt x="17495" y="1319"/>
                          <a:pt x="22640" y="0"/>
                          <a:pt x="28512" y="0"/>
                        </a:cubicBezTo>
                        <a:cubicBezTo>
                          <a:pt x="32689" y="0"/>
                          <a:pt x="36503" y="600"/>
                          <a:pt x="40075" y="1799"/>
                        </a:cubicBezTo>
                        <a:cubicBezTo>
                          <a:pt x="43646" y="2999"/>
                          <a:pt x="46734" y="4738"/>
                          <a:pt x="49337" y="6957"/>
                        </a:cubicBezTo>
                        <a:lnTo>
                          <a:pt x="49337" y="21229"/>
                        </a:lnTo>
                        <a:lnTo>
                          <a:pt x="41104" y="21229"/>
                        </a:lnTo>
                        <a:lnTo>
                          <a:pt x="40014" y="11694"/>
                        </a:lnTo>
                        <a:cubicBezTo>
                          <a:pt x="39045" y="11035"/>
                          <a:pt x="38016" y="10435"/>
                          <a:pt x="36866" y="9955"/>
                        </a:cubicBezTo>
                        <a:cubicBezTo>
                          <a:pt x="35716" y="9475"/>
                          <a:pt x="34445" y="9115"/>
                          <a:pt x="33113" y="8876"/>
                        </a:cubicBezTo>
                        <a:cubicBezTo>
                          <a:pt x="31781" y="8636"/>
                          <a:pt x="30268" y="8516"/>
                          <a:pt x="28694" y="8516"/>
                        </a:cubicBezTo>
                        <a:cubicBezTo>
                          <a:pt x="24941" y="8516"/>
                          <a:pt x="21732" y="9475"/>
                          <a:pt x="19069" y="11334"/>
                        </a:cubicBezTo>
                        <a:cubicBezTo>
                          <a:pt x="16405" y="13193"/>
                          <a:pt x="14347" y="15832"/>
                          <a:pt x="12955" y="19190"/>
                        </a:cubicBezTo>
                        <a:cubicBezTo>
                          <a:pt x="11562" y="22549"/>
                          <a:pt x="10836" y="26507"/>
                          <a:pt x="10836" y="31065"/>
                        </a:cubicBezTo>
                        <a:lnTo>
                          <a:pt x="10836" y="32744"/>
                        </a:lnTo>
                        <a:cubicBezTo>
                          <a:pt x="10836" y="37421"/>
                          <a:pt x="11562" y="41499"/>
                          <a:pt x="13076" y="44858"/>
                        </a:cubicBezTo>
                        <a:cubicBezTo>
                          <a:pt x="14589" y="48216"/>
                          <a:pt x="16708" y="50855"/>
                          <a:pt x="19493" y="52654"/>
                        </a:cubicBezTo>
                        <a:cubicBezTo>
                          <a:pt x="22277" y="54453"/>
                          <a:pt x="25607" y="55352"/>
                          <a:pt x="29541" y="55352"/>
                        </a:cubicBezTo>
                        <a:cubicBezTo>
                          <a:pt x="31418" y="55352"/>
                          <a:pt x="33295" y="55113"/>
                          <a:pt x="35171" y="54693"/>
                        </a:cubicBezTo>
                        <a:cubicBezTo>
                          <a:pt x="36987" y="54273"/>
                          <a:pt x="38622" y="53673"/>
                          <a:pt x="40014" y="52954"/>
                        </a:cubicBezTo>
                        <a:lnTo>
                          <a:pt x="41164" y="44258"/>
                        </a:lnTo>
                        <a:lnTo>
                          <a:pt x="49337" y="44258"/>
                        </a:lnTo>
                        <a:lnTo>
                          <a:pt x="49337" y="58471"/>
                        </a:lnTo>
                        <a:cubicBezTo>
                          <a:pt x="46915" y="60030"/>
                          <a:pt x="44009" y="61290"/>
                          <a:pt x="40498" y="62249"/>
                        </a:cubicBezTo>
                        <a:cubicBezTo>
                          <a:pt x="36987" y="63209"/>
                          <a:pt x="33295" y="63688"/>
                          <a:pt x="29299" y="63688"/>
                        </a:cubicBez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0" name="Freeform 171">
                    <a:extLst>
                      <a:ext uri="{FF2B5EF4-FFF2-40B4-BE49-F238E27FC236}">
                        <a16:creationId xmlns:a16="http://schemas.microsoft.com/office/drawing/2014/main" id="{C0225905-E3A4-DFF5-7CF2-52D161D1E54D}"/>
                      </a:ext>
                    </a:extLst>
                  </p:cNvPr>
                  <p:cNvSpPr/>
                  <p:nvPr/>
                </p:nvSpPr>
                <p:spPr>
                  <a:xfrm>
                    <a:off x="1890986" y="454438"/>
                    <a:ext cx="48670" cy="61889"/>
                  </a:xfrm>
                  <a:custGeom>
                    <a:avLst/>
                    <a:gdLst>
                      <a:gd name="connsiteX0" fmla="*/ 0 w 48670"/>
                      <a:gd name="connsiteY0" fmla="*/ 61889 h 61889"/>
                      <a:gd name="connsiteX1" fmla="*/ 0 w 48670"/>
                      <a:gd name="connsiteY1" fmla="*/ 55352 h 61889"/>
                      <a:gd name="connsiteX2" fmla="*/ 6840 w 48670"/>
                      <a:gd name="connsiteY2" fmla="*/ 54093 h 61889"/>
                      <a:gd name="connsiteX3" fmla="*/ 6840 w 48670"/>
                      <a:gd name="connsiteY3" fmla="*/ 7856 h 61889"/>
                      <a:gd name="connsiteX4" fmla="*/ 0 w 48670"/>
                      <a:gd name="connsiteY4" fmla="*/ 6597 h 61889"/>
                      <a:gd name="connsiteX5" fmla="*/ 0 w 48670"/>
                      <a:gd name="connsiteY5" fmla="*/ 0 h 61889"/>
                      <a:gd name="connsiteX6" fmla="*/ 47581 w 48670"/>
                      <a:gd name="connsiteY6" fmla="*/ 0 h 61889"/>
                      <a:gd name="connsiteX7" fmla="*/ 47581 w 48670"/>
                      <a:gd name="connsiteY7" fmla="*/ 15952 h 61889"/>
                      <a:gd name="connsiteX8" fmla="*/ 39167 w 48670"/>
                      <a:gd name="connsiteY8" fmla="*/ 15952 h 61889"/>
                      <a:gd name="connsiteX9" fmla="*/ 38440 w 48670"/>
                      <a:gd name="connsiteY9" fmla="*/ 8276 h 61889"/>
                      <a:gd name="connsiteX10" fmla="*/ 17616 w 48670"/>
                      <a:gd name="connsiteY10" fmla="*/ 8276 h 61889"/>
                      <a:gd name="connsiteX11" fmla="*/ 17616 w 48670"/>
                      <a:gd name="connsiteY11" fmla="*/ 25787 h 61889"/>
                      <a:gd name="connsiteX12" fmla="*/ 39530 w 48670"/>
                      <a:gd name="connsiteY12" fmla="*/ 25787 h 61889"/>
                      <a:gd name="connsiteX13" fmla="*/ 39530 w 48670"/>
                      <a:gd name="connsiteY13" fmla="*/ 34063 h 61889"/>
                      <a:gd name="connsiteX14" fmla="*/ 17616 w 48670"/>
                      <a:gd name="connsiteY14" fmla="*/ 34063 h 61889"/>
                      <a:gd name="connsiteX15" fmla="*/ 17616 w 48670"/>
                      <a:gd name="connsiteY15" fmla="*/ 53733 h 61889"/>
                      <a:gd name="connsiteX16" fmla="*/ 39590 w 48670"/>
                      <a:gd name="connsiteY16" fmla="*/ 53733 h 61889"/>
                      <a:gd name="connsiteX17" fmla="*/ 40317 w 48670"/>
                      <a:gd name="connsiteY17" fmla="*/ 45877 h 61889"/>
                      <a:gd name="connsiteX18" fmla="*/ 48671 w 48670"/>
                      <a:gd name="connsiteY18" fmla="*/ 45877 h 61889"/>
                      <a:gd name="connsiteX19" fmla="*/ 48671 w 48670"/>
                      <a:gd name="connsiteY19" fmla="*/ 61889 h 61889"/>
                      <a:gd name="connsiteX20" fmla="*/ 0 w 48670"/>
                      <a:gd name="connsiteY20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48670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6840" y="54093"/>
                        </a:lnTo>
                        <a:lnTo>
                          <a:pt x="6840" y="78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47581" y="0"/>
                        </a:lnTo>
                        <a:lnTo>
                          <a:pt x="47581" y="15952"/>
                        </a:lnTo>
                        <a:lnTo>
                          <a:pt x="39167" y="15952"/>
                        </a:lnTo>
                        <a:lnTo>
                          <a:pt x="38440" y="8276"/>
                        </a:lnTo>
                        <a:lnTo>
                          <a:pt x="17616" y="8276"/>
                        </a:lnTo>
                        <a:lnTo>
                          <a:pt x="17616" y="25787"/>
                        </a:lnTo>
                        <a:lnTo>
                          <a:pt x="39530" y="25787"/>
                        </a:lnTo>
                        <a:lnTo>
                          <a:pt x="39530" y="34063"/>
                        </a:lnTo>
                        <a:lnTo>
                          <a:pt x="17616" y="34063"/>
                        </a:lnTo>
                        <a:lnTo>
                          <a:pt x="17616" y="53733"/>
                        </a:lnTo>
                        <a:lnTo>
                          <a:pt x="39590" y="53733"/>
                        </a:lnTo>
                        <a:lnTo>
                          <a:pt x="40317" y="45877"/>
                        </a:lnTo>
                        <a:lnTo>
                          <a:pt x="48671" y="45877"/>
                        </a:lnTo>
                        <a:lnTo>
                          <a:pt x="48671" y="61889"/>
                        </a:lnTo>
                        <a:lnTo>
                          <a:pt x="0" y="61889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7" name="Graphic 6">
                <a:extLst>
                  <a:ext uri="{FF2B5EF4-FFF2-40B4-BE49-F238E27FC236}">
                    <a16:creationId xmlns:a16="http://schemas.microsoft.com/office/drawing/2014/main" id="{A908DFFA-4698-995A-AF98-41F7229845C2}"/>
                  </a:ext>
                </a:extLst>
              </p:cNvPr>
              <p:cNvGrpSpPr/>
              <p:nvPr/>
            </p:nvGrpSpPr>
            <p:grpSpPr>
              <a:xfrm>
                <a:off x="2094326" y="313448"/>
                <a:ext cx="973657" cy="201080"/>
                <a:chOff x="2094326" y="313448"/>
                <a:chExt cx="973657" cy="201080"/>
              </a:xfrm>
              <a:solidFill>
                <a:srgbClr val="585860"/>
              </a:solidFill>
            </p:grpSpPr>
            <p:grpSp>
              <p:nvGrpSpPr>
                <p:cNvPr id="18" name="Graphic 6">
                  <a:extLst>
                    <a:ext uri="{FF2B5EF4-FFF2-40B4-BE49-F238E27FC236}">
                      <a16:creationId xmlns:a16="http://schemas.microsoft.com/office/drawing/2014/main" id="{2FF0F7F0-CDA4-1810-4FEC-F89EF2F3558E}"/>
                    </a:ext>
                  </a:extLst>
                </p:cNvPr>
                <p:cNvGrpSpPr/>
                <p:nvPr/>
              </p:nvGrpSpPr>
              <p:grpSpPr>
                <a:xfrm>
                  <a:off x="2094326" y="313448"/>
                  <a:ext cx="874923" cy="95532"/>
                  <a:chOff x="2094326" y="313448"/>
                  <a:chExt cx="874923" cy="95532"/>
                </a:xfrm>
                <a:solidFill>
                  <a:srgbClr val="585860"/>
                </a:solidFill>
              </p:grpSpPr>
              <p:sp>
                <p:nvSpPr>
                  <p:cNvPr id="39" name="Freeform 150">
                    <a:extLst>
                      <a:ext uri="{FF2B5EF4-FFF2-40B4-BE49-F238E27FC236}">
                        <a16:creationId xmlns:a16="http://schemas.microsoft.com/office/drawing/2014/main" id="{0072537D-36CA-4B56-F9F7-74095BAB6896}"/>
                      </a:ext>
                    </a:extLst>
                  </p:cNvPr>
                  <p:cNvSpPr/>
                  <p:nvPr/>
                </p:nvSpPr>
                <p:spPr>
                  <a:xfrm>
                    <a:off x="2094326" y="319326"/>
                    <a:ext cx="59990" cy="68965"/>
                  </a:xfrm>
                  <a:custGeom>
                    <a:avLst/>
                    <a:gdLst>
                      <a:gd name="connsiteX0" fmla="*/ 60 w 59990"/>
                      <a:gd name="connsiteY0" fmla="*/ 68966 h 68965"/>
                      <a:gd name="connsiteX1" fmla="*/ 60 w 59990"/>
                      <a:gd name="connsiteY1" fmla="*/ 61649 h 68965"/>
                      <a:gd name="connsiteX2" fmla="*/ 7627 w 59990"/>
                      <a:gd name="connsiteY2" fmla="*/ 60210 h 68965"/>
                      <a:gd name="connsiteX3" fmla="*/ 7627 w 59990"/>
                      <a:gd name="connsiteY3" fmla="*/ 8756 h 68965"/>
                      <a:gd name="connsiteX4" fmla="*/ 60 w 59990"/>
                      <a:gd name="connsiteY4" fmla="*/ 7316 h 68965"/>
                      <a:gd name="connsiteX5" fmla="*/ 60 w 59990"/>
                      <a:gd name="connsiteY5" fmla="*/ 0 h 68965"/>
                      <a:gd name="connsiteX6" fmla="*/ 32205 w 59990"/>
                      <a:gd name="connsiteY6" fmla="*/ 0 h 68965"/>
                      <a:gd name="connsiteX7" fmla="*/ 45583 w 59990"/>
                      <a:gd name="connsiteY7" fmla="*/ 2399 h 68965"/>
                      <a:gd name="connsiteX8" fmla="*/ 54058 w 59990"/>
                      <a:gd name="connsiteY8" fmla="*/ 9235 h 68965"/>
                      <a:gd name="connsiteX9" fmla="*/ 56964 w 59990"/>
                      <a:gd name="connsiteY9" fmla="*/ 19970 h 68965"/>
                      <a:gd name="connsiteX10" fmla="*/ 54058 w 59990"/>
                      <a:gd name="connsiteY10" fmla="*/ 30525 h 68965"/>
                      <a:gd name="connsiteX11" fmla="*/ 46007 w 59990"/>
                      <a:gd name="connsiteY11" fmla="*/ 37481 h 68965"/>
                      <a:gd name="connsiteX12" fmla="*/ 33839 w 59990"/>
                      <a:gd name="connsiteY12" fmla="*/ 40060 h 68965"/>
                      <a:gd name="connsiteX13" fmla="*/ 19674 w 59990"/>
                      <a:gd name="connsiteY13" fmla="*/ 40180 h 68965"/>
                      <a:gd name="connsiteX14" fmla="*/ 19674 w 59990"/>
                      <a:gd name="connsiteY14" fmla="*/ 60150 h 68965"/>
                      <a:gd name="connsiteX15" fmla="*/ 27241 w 59990"/>
                      <a:gd name="connsiteY15" fmla="*/ 61589 h 68965"/>
                      <a:gd name="connsiteX16" fmla="*/ 27241 w 59990"/>
                      <a:gd name="connsiteY16" fmla="*/ 68906 h 68965"/>
                      <a:gd name="connsiteX17" fmla="*/ 0 w 59990"/>
                      <a:gd name="connsiteY17" fmla="*/ 68906 h 68965"/>
                      <a:gd name="connsiteX18" fmla="*/ 19674 w 59990"/>
                      <a:gd name="connsiteY18" fmla="*/ 31005 h 68965"/>
                      <a:gd name="connsiteX19" fmla="*/ 31660 w 59990"/>
                      <a:gd name="connsiteY19" fmla="*/ 31005 h 68965"/>
                      <a:gd name="connsiteX20" fmla="*/ 41709 w 59990"/>
                      <a:gd name="connsiteY20" fmla="*/ 28306 h 68965"/>
                      <a:gd name="connsiteX21" fmla="*/ 44978 w 59990"/>
                      <a:gd name="connsiteY21" fmla="*/ 20390 h 68965"/>
                      <a:gd name="connsiteX22" fmla="*/ 41830 w 59990"/>
                      <a:gd name="connsiteY22" fmla="*/ 12294 h 68965"/>
                      <a:gd name="connsiteX23" fmla="*/ 32205 w 59990"/>
                      <a:gd name="connsiteY23" fmla="*/ 9295 h 68965"/>
                      <a:gd name="connsiteX24" fmla="*/ 19674 w 59990"/>
                      <a:gd name="connsiteY24" fmla="*/ 9295 h 68965"/>
                      <a:gd name="connsiteX25" fmla="*/ 19674 w 59990"/>
                      <a:gd name="connsiteY25" fmla="*/ 31005 h 68965"/>
                      <a:gd name="connsiteX26" fmla="*/ 45281 w 59990"/>
                      <a:gd name="connsiteY26" fmla="*/ 68966 h 68965"/>
                      <a:gd name="connsiteX27" fmla="*/ 32023 w 59990"/>
                      <a:gd name="connsiteY27" fmla="*/ 37241 h 68965"/>
                      <a:gd name="connsiteX28" fmla="*/ 43283 w 59990"/>
                      <a:gd name="connsiteY28" fmla="*/ 35382 h 68965"/>
                      <a:gd name="connsiteX29" fmla="*/ 54543 w 59990"/>
                      <a:gd name="connsiteY29" fmla="*/ 60390 h 68965"/>
                      <a:gd name="connsiteX30" fmla="*/ 59991 w 59990"/>
                      <a:gd name="connsiteY30" fmla="*/ 61529 h 68965"/>
                      <a:gd name="connsiteX31" fmla="*/ 59991 w 59990"/>
                      <a:gd name="connsiteY31" fmla="*/ 68906 h 68965"/>
                      <a:gd name="connsiteX32" fmla="*/ 45281 w 59990"/>
                      <a:gd name="connsiteY32" fmla="*/ 6890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9990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32205" y="0"/>
                        </a:lnTo>
                        <a:cubicBezTo>
                          <a:pt x="37411" y="0"/>
                          <a:pt x="41891" y="780"/>
                          <a:pt x="45583" y="2399"/>
                        </a:cubicBezTo>
                        <a:cubicBezTo>
                          <a:pt x="49276" y="4018"/>
                          <a:pt x="52121" y="6297"/>
                          <a:pt x="54058" y="9235"/>
                        </a:cubicBezTo>
                        <a:cubicBezTo>
                          <a:pt x="55996" y="12174"/>
                          <a:pt x="56964" y="15772"/>
                          <a:pt x="56964" y="19970"/>
                        </a:cubicBezTo>
                        <a:cubicBezTo>
                          <a:pt x="56964" y="24168"/>
                          <a:pt x="55996" y="27526"/>
                          <a:pt x="54058" y="30525"/>
                        </a:cubicBezTo>
                        <a:cubicBezTo>
                          <a:pt x="52121" y="33523"/>
                          <a:pt x="49458" y="35862"/>
                          <a:pt x="46007" y="37481"/>
                        </a:cubicBezTo>
                        <a:cubicBezTo>
                          <a:pt x="42557" y="39161"/>
                          <a:pt x="38501" y="40000"/>
                          <a:pt x="33839" y="40060"/>
                        </a:cubicBezTo>
                        <a:lnTo>
                          <a:pt x="19674" y="40180"/>
                        </a:lnTo>
                        <a:lnTo>
                          <a:pt x="19674" y="60150"/>
                        </a:lnTo>
                        <a:lnTo>
                          <a:pt x="27241" y="61589"/>
                        </a:lnTo>
                        <a:lnTo>
                          <a:pt x="27241" y="68906"/>
                        </a:lnTo>
                        <a:lnTo>
                          <a:pt x="0" y="68906"/>
                        </a:lnTo>
                        <a:close/>
                        <a:moveTo>
                          <a:pt x="19674" y="31005"/>
                        </a:moveTo>
                        <a:lnTo>
                          <a:pt x="31660" y="31005"/>
                        </a:lnTo>
                        <a:cubicBezTo>
                          <a:pt x="36200" y="31005"/>
                          <a:pt x="39530" y="30105"/>
                          <a:pt x="41709" y="28306"/>
                        </a:cubicBezTo>
                        <a:cubicBezTo>
                          <a:pt x="43888" y="26507"/>
                          <a:pt x="44978" y="23868"/>
                          <a:pt x="44978" y="20390"/>
                        </a:cubicBezTo>
                        <a:cubicBezTo>
                          <a:pt x="44978" y="16912"/>
                          <a:pt x="43949" y="14333"/>
                          <a:pt x="41830" y="12294"/>
                        </a:cubicBezTo>
                        <a:cubicBezTo>
                          <a:pt x="39711" y="10315"/>
                          <a:pt x="36503" y="9295"/>
                          <a:pt x="32205" y="9295"/>
                        </a:cubicBezTo>
                        <a:lnTo>
                          <a:pt x="19674" y="9295"/>
                        </a:lnTo>
                        <a:lnTo>
                          <a:pt x="19674" y="31005"/>
                        </a:lnTo>
                        <a:close/>
                        <a:moveTo>
                          <a:pt x="45281" y="68966"/>
                        </a:moveTo>
                        <a:lnTo>
                          <a:pt x="32023" y="37241"/>
                        </a:lnTo>
                        <a:lnTo>
                          <a:pt x="43283" y="35382"/>
                        </a:lnTo>
                        <a:lnTo>
                          <a:pt x="54543" y="60390"/>
                        </a:lnTo>
                        <a:lnTo>
                          <a:pt x="59991" y="61529"/>
                        </a:lnTo>
                        <a:lnTo>
                          <a:pt x="59991" y="68906"/>
                        </a:lnTo>
                        <a:lnTo>
                          <a:pt x="45281" y="6890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0" name="Freeform 151">
                    <a:extLst>
                      <a:ext uri="{FF2B5EF4-FFF2-40B4-BE49-F238E27FC236}">
                        <a16:creationId xmlns:a16="http://schemas.microsoft.com/office/drawing/2014/main" id="{943A76AD-E071-E9F3-8330-C77090D070E4}"/>
                      </a:ext>
                    </a:extLst>
                  </p:cNvPr>
                  <p:cNvSpPr/>
                  <p:nvPr/>
                </p:nvSpPr>
                <p:spPr>
                  <a:xfrm>
                    <a:off x="2161097" y="319326"/>
                    <a:ext cx="54179" cy="68965"/>
                  </a:xfrm>
                  <a:custGeom>
                    <a:avLst/>
                    <a:gdLst>
                      <a:gd name="connsiteX0" fmla="*/ 60 w 54179"/>
                      <a:gd name="connsiteY0" fmla="*/ 68966 h 68965"/>
                      <a:gd name="connsiteX1" fmla="*/ 60 w 54179"/>
                      <a:gd name="connsiteY1" fmla="*/ 61649 h 68965"/>
                      <a:gd name="connsiteX2" fmla="*/ 7627 w 54179"/>
                      <a:gd name="connsiteY2" fmla="*/ 60210 h 68965"/>
                      <a:gd name="connsiteX3" fmla="*/ 7627 w 54179"/>
                      <a:gd name="connsiteY3" fmla="*/ 8756 h 68965"/>
                      <a:gd name="connsiteX4" fmla="*/ 60 w 54179"/>
                      <a:gd name="connsiteY4" fmla="*/ 7316 h 68965"/>
                      <a:gd name="connsiteX5" fmla="*/ 60 w 54179"/>
                      <a:gd name="connsiteY5" fmla="*/ 0 h 68965"/>
                      <a:gd name="connsiteX6" fmla="*/ 53029 w 54179"/>
                      <a:gd name="connsiteY6" fmla="*/ 0 h 68965"/>
                      <a:gd name="connsiteX7" fmla="*/ 53029 w 54179"/>
                      <a:gd name="connsiteY7" fmla="*/ 17751 h 68965"/>
                      <a:gd name="connsiteX8" fmla="*/ 43646 w 54179"/>
                      <a:gd name="connsiteY8" fmla="*/ 17751 h 68965"/>
                      <a:gd name="connsiteX9" fmla="*/ 42859 w 54179"/>
                      <a:gd name="connsiteY9" fmla="*/ 9175 h 68965"/>
                      <a:gd name="connsiteX10" fmla="*/ 19674 w 54179"/>
                      <a:gd name="connsiteY10" fmla="*/ 9175 h 68965"/>
                      <a:gd name="connsiteX11" fmla="*/ 19674 w 54179"/>
                      <a:gd name="connsiteY11" fmla="*/ 28666 h 68965"/>
                      <a:gd name="connsiteX12" fmla="*/ 44070 w 54179"/>
                      <a:gd name="connsiteY12" fmla="*/ 28666 h 68965"/>
                      <a:gd name="connsiteX13" fmla="*/ 44070 w 54179"/>
                      <a:gd name="connsiteY13" fmla="*/ 37901 h 68965"/>
                      <a:gd name="connsiteX14" fmla="*/ 19674 w 54179"/>
                      <a:gd name="connsiteY14" fmla="*/ 37901 h 68965"/>
                      <a:gd name="connsiteX15" fmla="*/ 19674 w 54179"/>
                      <a:gd name="connsiteY15" fmla="*/ 59790 h 68965"/>
                      <a:gd name="connsiteX16" fmla="*/ 44130 w 54179"/>
                      <a:gd name="connsiteY16" fmla="*/ 59790 h 68965"/>
                      <a:gd name="connsiteX17" fmla="*/ 44917 w 54179"/>
                      <a:gd name="connsiteY17" fmla="*/ 51035 h 68965"/>
                      <a:gd name="connsiteX18" fmla="*/ 54179 w 54179"/>
                      <a:gd name="connsiteY18" fmla="*/ 51035 h 68965"/>
                      <a:gd name="connsiteX19" fmla="*/ 54179 w 54179"/>
                      <a:gd name="connsiteY19" fmla="*/ 68846 h 68965"/>
                      <a:gd name="connsiteX20" fmla="*/ 0 w 54179"/>
                      <a:gd name="connsiteY20" fmla="*/ 6884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4179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53029" y="0"/>
                        </a:lnTo>
                        <a:lnTo>
                          <a:pt x="53029" y="17751"/>
                        </a:lnTo>
                        <a:lnTo>
                          <a:pt x="43646" y="17751"/>
                        </a:lnTo>
                        <a:lnTo>
                          <a:pt x="42859" y="9175"/>
                        </a:lnTo>
                        <a:lnTo>
                          <a:pt x="19674" y="9175"/>
                        </a:lnTo>
                        <a:lnTo>
                          <a:pt x="19674" y="28666"/>
                        </a:lnTo>
                        <a:lnTo>
                          <a:pt x="44070" y="28666"/>
                        </a:lnTo>
                        <a:lnTo>
                          <a:pt x="44070" y="37901"/>
                        </a:lnTo>
                        <a:lnTo>
                          <a:pt x="19674" y="37901"/>
                        </a:lnTo>
                        <a:lnTo>
                          <a:pt x="19674" y="59790"/>
                        </a:lnTo>
                        <a:lnTo>
                          <a:pt x="44130" y="59790"/>
                        </a:lnTo>
                        <a:lnTo>
                          <a:pt x="44917" y="51035"/>
                        </a:lnTo>
                        <a:lnTo>
                          <a:pt x="54179" y="51035"/>
                        </a:lnTo>
                        <a:lnTo>
                          <a:pt x="54179" y="68846"/>
                        </a:lnTo>
                        <a:lnTo>
                          <a:pt x="0" y="6884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1" name="Freeform 152">
                    <a:extLst>
                      <a:ext uri="{FF2B5EF4-FFF2-40B4-BE49-F238E27FC236}">
                        <a16:creationId xmlns:a16="http://schemas.microsoft.com/office/drawing/2014/main" id="{2A7950C9-3774-48B0-5760-B0053783302F}"/>
                      </a:ext>
                    </a:extLst>
                  </p:cNvPr>
                  <p:cNvSpPr/>
                  <p:nvPr/>
                </p:nvSpPr>
                <p:spPr>
                  <a:xfrm>
                    <a:off x="2222722" y="319386"/>
                    <a:ext cx="68284" cy="68965"/>
                  </a:xfrm>
                  <a:custGeom>
                    <a:avLst/>
                    <a:gdLst>
                      <a:gd name="connsiteX0" fmla="*/ 28694 w 68284"/>
                      <a:gd name="connsiteY0" fmla="*/ 68906 h 68965"/>
                      <a:gd name="connsiteX1" fmla="*/ 5933 w 68284"/>
                      <a:gd name="connsiteY1" fmla="*/ 8096 h 68965"/>
                      <a:gd name="connsiteX2" fmla="*/ 0 w 68284"/>
                      <a:gd name="connsiteY2" fmla="*/ 7316 h 68965"/>
                      <a:gd name="connsiteX3" fmla="*/ 0 w 68284"/>
                      <a:gd name="connsiteY3" fmla="*/ 0 h 68965"/>
                      <a:gd name="connsiteX4" fmla="*/ 25243 w 68284"/>
                      <a:gd name="connsiteY4" fmla="*/ 0 h 68965"/>
                      <a:gd name="connsiteX5" fmla="*/ 25243 w 68284"/>
                      <a:gd name="connsiteY5" fmla="*/ 7316 h 68965"/>
                      <a:gd name="connsiteX6" fmla="*/ 18948 w 68284"/>
                      <a:gd name="connsiteY6" fmla="*/ 8336 h 68965"/>
                      <a:gd name="connsiteX7" fmla="*/ 33416 w 68284"/>
                      <a:gd name="connsiteY7" fmla="*/ 50315 h 68965"/>
                      <a:gd name="connsiteX8" fmla="*/ 34687 w 68284"/>
                      <a:gd name="connsiteY8" fmla="*/ 54813 h 68965"/>
                      <a:gd name="connsiteX9" fmla="*/ 34990 w 68284"/>
                      <a:gd name="connsiteY9" fmla="*/ 54813 h 68965"/>
                      <a:gd name="connsiteX10" fmla="*/ 36321 w 68284"/>
                      <a:gd name="connsiteY10" fmla="*/ 50375 h 68965"/>
                      <a:gd name="connsiteX11" fmla="*/ 50971 w 68284"/>
                      <a:gd name="connsiteY11" fmla="*/ 8336 h 68965"/>
                      <a:gd name="connsiteX12" fmla="*/ 43767 w 68284"/>
                      <a:gd name="connsiteY12" fmla="*/ 7376 h 68965"/>
                      <a:gd name="connsiteX13" fmla="*/ 43767 w 68284"/>
                      <a:gd name="connsiteY13" fmla="*/ 60 h 68965"/>
                      <a:gd name="connsiteX14" fmla="*/ 68284 w 68284"/>
                      <a:gd name="connsiteY14" fmla="*/ 60 h 68965"/>
                      <a:gd name="connsiteX15" fmla="*/ 68284 w 68284"/>
                      <a:gd name="connsiteY15" fmla="*/ 7376 h 68965"/>
                      <a:gd name="connsiteX16" fmla="*/ 62291 w 68284"/>
                      <a:gd name="connsiteY16" fmla="*/ 8156 h 68965"/>
                      <a:gd name="connsiteX17" fmla="*/ 40377 w 68284"/>
                      <a:gd name="connsiteY17" fmla="*/ 68966 h 68965"/>
                      <a:gd name="connsiteX18" fmla="*/ 28694 w 68284"/>
                      <a:gd name="connsiteY18" fmla="*/ 6896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68284" h="68965">
                        <a:moveTo>
                          <a:pt x="28694" y="68906"/>
                        </a:moveTo>
                        <a:lnTo>
                          <a:pt x="5933" y="809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25243" y="0"/>
                        </a:lnTo>
                        <a:lnTo>
                          <a:pt x="25243" y="7316"/>
                        </a:lnTo>
                        <a:lnTo>
                          <a:pt x="18948" y="8336"/>
                        </a:lnTo>
                        <a:lnTo>
                          <a:pt x="33416" y="50315"/>
                        </a:lnTo>
                        <a:lnTo>
                          <a:pt x="34687" y="54813"/>
                        </a:lnTo>
                        <a:lnTo>
                          <a:pt x="34990" y="54813"/>
                        </a:lnTo>
                        <a:lnTo>
                          <a:pt x="36321" y="50375"/>
                        </a:lnTo>
                        <a:lnTo>
                          <a:pt x="50971" y="8336"/>
                        </a:lnTo>
                        <a:lnTo>
                          <a:pt x="43767" y="7376"/>
                        </a:lnTo>
                        <a:lnTo>
                          <a:pt x="43767" y="60"/>
                        </a:lnTo>
                        <a:lnTo>
                          <a:pt x="68284" y="60"/>
                        </a:lnTo>
                        <a:lnTo>
                          <a:pt x="68284" y="7376"/>
                        </a:lnTo>
                        <a:lnTo>
                          <a:pt x="62291" y="8156"/>
                        </a:lnTo>
                        <a:lnTo>
                          <a:pt x="40377" y="68966"/>
                        </a:lnTo>
                        <a:lnTo>
                          <a:pt x="28694" y="6896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2" name="Freeform 153">
                    <a:extLst>
                      <a:ext uri="{FF2B5EF4-FFF2-40B4-BE49-F238E27FC236}">
                        <a16:creationId xmlns:a16="http://schemas.microsoft.com/office/drawing/2014/main" id="{9CA418CE-29E5-FB3C-1CF8-1CA778C11545}"/>
                      </a:ext>
                    </a:extLst>
                  </p:cNvPr>
                  <p:cNvSpPr/>
                  <p:nvPr/>
                </p:nvSpPr>
                <p:spPr>
                  <a:xfrm>
                    <a:off x="2283984" y="319386"/>
                    <a:ext cx="67618" cy="68905"/>
                  </a:xfrm>
                  <a:custGeom>
                    <a:avLst/>
                    <a:gdLst>
                      <a:gd name="connsiteX0" fmla="*/ 0 w 67618"/>
                      <a:gd name="connsiteY0" fmla="*/ 68906 h 68905"/>
                      <a:gd name="connsiteX1" fmla="*/ 0 w 67618"/>
                      <a:gd name="connsiteY1" fmla="*/ 61589 h 68905"/>
                      <a:gd name="connsiteX2" fmla="*/ 5085 w 67618"/>
                      <a:gd name="connsiteY2" fmla="*/ 60870 h 68905"/>
                      <a:gd name="connsiteX3" fmla="*/ 28089 w 67618"/>
                      <a:gd name="connsiteY3" fmla="*/ 0 h 68905"/>
                      <a:gd name="connsiteX4" fmla="*/ 39772 w 67618"/>
                      <a:gd name="connsiteY4" fmla="*/ 0 h 68905"/>
                      <a:gd name="connsiteX5" fmla="*/ 62534 w 67618"/>
                      <a:gd name="connsiteY5" fmla="*/ 60870 h 68905"/>
                      <a:gd name="connsiteX6" fmla="*/ 67619 w 67618"/>
                      <a:gd name="connsiteY6" fmla="*/ 61589 h 68905"/>
                      <a:gd name="connsiteX7" fmla="*/ 67619 w 67618"/>
                      <a:gd name="connsiteY7" fmla="*/ 68906 h 68905"/>
                      <a:gd name="connsiteX8" fmla="*/ 45523 w 67618"/>
                      <a:gd name="connsiteY8" fmla="*/ 68906 h 68905"/>
                      <a:gd name="connsiteX9" fmla="*/ 45523 w 67618"/>
                      <a:gd name="connsiteY9" fmla="*/ 61589 h 68905"/>
                      <a:gd name="connsiteX10" fmla="*/ 50487 w 67618"/>
                      <a:gd name="connsiteY10" fmla="*/ 60690 h 68905"/>
                      <a:gd name="connsiteX11" fmla="*/ 46794 w 67618"/>
                      <a:gd name="connsiteY11" fmla="*/ 49835 h 68905"/>
                      <a:gd name="connsiteX12" fmla="*/ 20885 w 67618"/>
                      <a:gd name="connsiteY12" fmla="*/ 49835 h 68905"/>
                      <a:gd name="connsiteX13" fmla="*/ 17132 w 67618"/>
                      <a:gd name="connsiteY13" fmla="*/ 60690 h 68905"/>
                      <a:gd name="connsiteX14" fmla="*/ 22156 w 67618"/>
                      <a:gd name="connsiteY14" fmla="*/ 61589 h 68905"/>
                      <a:gd name="connsiteX15" fmla="*/ 22156 w 67618"/>
                      <a:gd name="connsiteY15" fmla="*/ 68906 h 68905"/>
                      <a:gd name="connsiteX16" fmla="*/ 61 w 67618"/>
                      <a:gd name="connsiteY16" fmla="*/ 68906 h 68905"/>
                      <a:gd name="connsiteX17" fmla="*/ 24033 w 67618"/>
                      <a:gd name="connsiteY17" fmla="*/ 40720 h 68905"/>
                      <a:gd name="connsiteX18" fmla="*/ 43646 w 67618"/>
                      <a:gd name="connsiteY18" fmla="*/ 40720 h 68905"/>
                      <a:gd name="connsiteX19" fmla="*/ 34626 w 67618"/>
                      <a:gd name="connsiteY19" fmla="*/ 15232 h 68905"/>
                      <a:gd name="connsiteX20" fmla="*/ 34021 w 67618"/>
                      <a:gd name="connsiteY20" fmla="*/ 13373 h 68905"/>
                      <a:gd name="connsiteX21" fmla="*/ 33718 w 67618"/>
                      <a:gd name="connsiteY21" fmla="*/ 13373 h 68905"/>
                      <a:gd name="connsiteX22" fmla="*/ 33052 w 67618"/>
                      <a:gd name="connsiteY22" fmla="*/ 15292 h 68905"/>
                      <a:gd name="connsiteX23" fmla="*/ 24033 w 67618"/>
                      <a:gd name="connsiteY23" fmla="*/ 40720 h 68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7618" h="68905">
                        <a:moveTo>
                          <a:pt x="0" y="68906"/>
                        </a:moveTo>
                        <a:lnTo>
                          <a:pt x="0" y="61589"/>
                        </a:lnTo>
                        <a:lnTo>
                          <a:pt x="5085" y="60870"/>
                        </a:lnTo>
                        <a:lnTo>
                          <a:pt x="28089" y="0"/>
                        </a:lnTo>
                        <a:lnTo>
                          <a:pt x="39772" y="0"/>
                        </a:lnTo>
                        <a:lnTo>
                          <a:pt x="62534" y="60870"/>
                        </a:lnTo>
                        <a:lnTo>
                          <a:pt x="67619" y="61589"/>
                        </a:lnTo>
                        <a:lnTo>
                          <a:pt x="67619" y="68906"/>
                        </a:lnTo>
                        <a:lnTo>
                          <a:pt x="45523" y="68906"/>
                        </a:lnTo>
                        <a:lnTo>
                          <a:pt x="45523" y="61589"/>
                        </a:lnTo>
                        <a:lnTo>
                          <a:pt x="50487" y="60690"/>
                        </a:lnTo>
                        <a:lnTo>
                          <a:pt x="46794" y="49835"/>
                        </a:lnTo>
                        <a:lnTo>
                          <a:pt x="20885" y="49835"/>
                        </a:lnTo>
                        <a:lnTo>
                          <a:pt x="17132" y="60690"/>
                        </a:lnTo>
                        <a:lnTo>
                          <a:pt x="22156" y="61589"/>
                        </a:lnTo>
                        <a:lnTo>
                          <a:pt x="22156" y="68906"/>
                        </a:lnTo>
                        <a:lnTo>
                          <a:pt x="61" y="68906"/>
                        </a:lnTo>
                        <a:close/>
                        <a:moveTo>
                          <a:pt x="24033" y="40720"/>
                        </a:moveTo>
                        <a:lnTo>
                          <a:pt x="43646" y="40720"/>
                        </a:lnTo>
                        <a:lnTo>
                          <a:pt x="34626" y="15232"/>
                        </a:lnTo>
                        <a:lnTo>
                          <a:pt x="34021" y="13373"/>
                        </a:lnTo>
                        <a:lnTo>
                          <a:pt x="33718" y="13373"/>
                        </a:lnTo>
                        <a:lnTo>
                          <a:pt x="33052" y="15292"/>
                        </a:lnTo>
                        <a:lnTo>
                          <a:pt x="24033" y="40720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3" name="Freeform 154">
                    <a:extLst>
                      <a:ext uri="{FF2B5EF4-FFF2-40B4-BE49-F238E27FC236}">
                        <a16:creationId xmlns:a16="http://schemas.microsoft.com/office/drawing/2014/main" id="{8092D766-FDA9-831D-BBE5-3C73ACFC8090}"/>
                      </a:ext>
                    </a:extLst>
                  </p:cNvPr>
                  <p:cNvSpPr/>
                  <p:nvPr/>
                </p:nvSpPr>
                <p:spPr>
                  <a:xfrm>
                    <a:off x="2380721" y="319386"/>
                    <a:ext cx="67618" cy="68905"/>
                  </a:xfrm>
                  <a:custGeom>
                    <a:avLst/>
                    <a:gdLst>
                      <a:gd name="connsiteX0" fmla="*/ 0 w 67618"/>
                      <a:gd name="connsiteY0" fmla="*/ 68906 h 68905"/>
                      <a:gd name="connsiteX1" fmla="*/ 0 w 67618"/>
                      <a:gd name="connsiteY1" fmla="*/ 61589 h 68905"/>
                      <a:gd name="connsiteX2" fmla="*/ 5085 w 67618"/>
                      <a:gd name="connsiteY2" fmla="*/ 60870 h 68905"/>
                      <a:gd name="connsiteX3" fmla="*/ 28088 w 67618"/>
                      <a:gd name="connsiteY3" fmla="*/ 0 h 68905"/>
                      <a:gd name="connsiteX4" fmla="*/ 39772 w 67618"/>
                      <a:gd name="connsiteY4" fmla="*/ 0 h 68905"/>
                      <a:gd name="connsiteX5" fmla="*/ 62533 w 67618"/>
                      <a:gd name="connsiteY5" fmla="*/ 60870 h 68905"/>
                      <a:gd name="connsiteX6" fmla="*/ 67618 w 67618"/>
                      <a:gd name="connsiteY6" fmla="*/ 61589 h 68905"/>
                      <a:gd name="connsiteX7" fmla="*/ 67618 w 67618"/>
                      <a:gd name="connsiteY7" fmla="*/ 68906 h 68905"/>
                      <a:gd name="connsiteX8" fmla="*/ 45523 w 67618"/>
                      <a:gd name="connsiteY8" fmla="*/ 68906 h 68905"/>
                      <a:gd name="connsiteX9" fmla="*/ 45523 w 67618"/>
                      <a:gd name="connsiteY9" fmla="*/ 61589 h 68905"/>
                      <a:gd name="connsiteX10" fmla="*/ 50487 w 67618"/>
                      <a:gd name="connsiteY10" fmla="*/ 60690 h 68905"/>
                      <a:gd name="connsiteX11" fmla="*/ 46794 w 67618"/>
                      <a:gd name="connsiteY11" fmla="*/ 49835 h 68905"/>
                      <a:gd name="connsiteX12" fmla="*/ 20885 w 67618"/>
                      <a:gd name="connsiteY12" fmla="*/ 49835 h 68905"/>
                      <a:gd name="connsiteX13" fmla="*/ 17132 w 67618"/>
                      <a:gd name="connsiteY13" fmla="*/ 60690 h 68905"/>
                      <a:gd name="connsiteX14" fmla="*/ 22156 w 67618"/>
                      <a:gd name="connsiteY14" fmla="*/ 61589 h 68905"/>
                      <a:gd name="connsiteX15" fmla="*/ 22156 w 67618"/>
                      <a:gd name="connsiteY15" fmla="*/ 68906 h 68905"/>
                      <a:gd name="connsiteX16" fmla="*/ 60 w 67618"/>
                      <a:gd name="connsiteY16" fmla="*/ 68906 h 68905"/>
                      <a:gd name="connsiteX17" fmla="*/ 24033 w 67618"/>
                      <a:gd name="connsiteY17" fmla="*/ 40720 h 68905"/>
                      <a:gd name="connsiteX18" fmla="*/ 43646 w 67618"/>
                      <a:gd name="connsiteY18" fmla="*/ 40720 h 68905"/>
                      <a:gd name="connsiteX19" fmla="*/ 34626 w 67618"/>
                      <a:gd name="connsiteY19" fmla="*/ 15232 h 68905"/>
                      <a:gd name="connsiteX20" fmla="*/ 34021 w 67618"/>
                      <a:gd name="connsiteY20" fmla="*/ 13373 h 68905"/>
                      <a:gd name="connsiteX21" fmla="*/ 33718 w 67618"/>
                      <a:gd name="connsiteY21" fmla="*/ 13373 h 68905"/>
                      <a:gd name="connsiteX22" fmla="*/ 33052 w 67618"/>
                      <a:gd name="connsiteY22" fmla="*/ 15292 h 68905"/>
                      <a:gd name="connsiteX23" fmla="*/ 24033 w 67618"/>
                      <a:gd name="connsiteY23" fmla="*/ 40720 h 68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7618" h="68905">
                        <a:moveTo>
                          <a:pt x="0" y="68906"/>
                        </a:moveTo>
                        <a:lnTo>
                          <a:pt x="0" y="61589"/>
                        </a:lnTo>
                        <a:lnTo>
                          <a:pt x="5085" y="60870"/>
                        </a:lnTo>
                        <a:lnTo>
                          <a:pt x="28088" y="0"/>
                        </a:lnTo>
                        <a:lnTo>
                          <a:pt x="39772" y="0"/>
                        </a:lnTo>
                        <a:lnTo>
                          <a:pt x="62533" y="60870"/>
                        </a:lnTo>
                        <a:lnTo>
                          <a:pt x="67618" y="61589"/>
                        </a:lnTo>
                        <a:lnTo>
                          <a:pt x="67618" y="68906"/>
                        </a:lnTo>
                        <a:lnTo>
                          <a:pt x="45523" y="68906"/>
                        </a:lnTo>
                        <a:lnTo>
                          <a:pt x="45523" y="61589"/>
                        </a:lnTo>
                        <a:lnTo>
                          <a:pt x="50487" y="60690"/>
                        </a:lnTo>
                        <a:lnTo>
                          <a:pt x="46794" y="49835"/>
                        </a:lnTo>
                        <a:lnTo>
                          <a:pt x="20885" y="49835"/>
                        </a:lnTo>
                        <a:lnTo>
                          <a:pt x="17132" y="60690"/>
                        </a:lnTo>
                        <a:lnTo>
                          <a:pt x="22156" y="61589"/>
                        </a:lnTo>
                        <a:lnTo>
                          <a:pt x="22156" y="68906"/>
                        </a:lnTo>
                        <a:lnTo>
                          <a:pt x="60" y="68906"/>
                        </a:lnTo>
                        <a:close/>
                        <a:moveTo>
                          <a:pt x="24033" y="40720"/>
                        </a:moveTo>
                        <a:lnTo>
                          <a:pt x="43646" y="40720"/>
                        </a:lnTo>
                        <a:lnTo>
                          <a:pt x="34626" y="15232"/>
                        </a:lnTo>
                        <a:lnTo>
                          <a:pt x="34021" y="13373"/>
                        </a:lnTo>
                        <a:lnTo>
                          <a:pt x="33718" y="13373"/>
                        </a:lnTo>
                        <a:lnTo>
                          <a:pt x="33052" y="15292"/>
                        </a:lnTo>
                        <a:lnTo>
                          <a:pt x="24033" y="40720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4" name="Freeform 155">
                    <a:extLst>
                      <a:ext uri="{FF2B5EF4-FFF2-40B4-BE49-F238E27FC236}">
                        <a16:creationId xmlns:a16="http://schemas.microsoft.com/office/drawing/2014/main" id="{082EC1DD-D3DC-ABBC-E087-8C71A19FF93B}"/>
                      </a:ext>
                    </a:extLst>
                  </p:cNvPr>
                  <p:cNvSpPr/>
                  <p:nvPr/>
                </p:nvSpPr>
                <p:spPr>
                  <a:xfrm>
                    <a:off x="2453364" y="336057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8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8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7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5" name="Freeform 156">
                    <a:extLst>
                      <a:ext uri="{FF2B5EF4-FFF2-40B4-BE49-F238E27FC236}">
                        <a16:creationId xmlns:a16="http://schemas.microsoft.com/office/drawing/2014/main" id="{BBD80708-E27E-4115-57B4-4B4736A9245F}"/>
                      </a:ext>
                    </a:extLst>
                  </p:cNvPr>
                  <p:cNvSpPr/>
                  <p:nvPr/>
                </p:nvSpPr>
                <p:spPr>
                  <a:xfrm>
                    <a:off x="2505364" y="336117"/>
                    <a:ext cx="48247" cy="53133"/>
                  </a:xfrm>
                  <a:custGeom>
                    <a:avLst/>
                    <a:gdLst>
                      <a:gd name="connsiteX0" fmla="*/ 16708 w 48247"/>
                      <a:gd name="connsiteY0" fmla="*/ 53134 h 53133"/>
                      <a:gd name="connsiteX1" fmla="*/ 4419 w 48247"/>
                      <a:gd name="connsiteY1" fmla="*/ 49116 h 53133"/>
                      <a:gd name="connsiteX2" fmla="*/ 0 w 48247"/>
                      <a:gd name="connsiteY2" fmla="*/ 38021 h 53133"/>
                      <a:gd name="connsiteX3" fmla="*/ 2664 w 48247"/>
                      <a:gd name="connsiteY3" fmla="*/ 29565 h 53133"/>
                      <a:gd name="connsiteX4" fmla="*/ 10473 w 48247"/>
                      <a:gd name="connsiteY4" fmla="*/ 23868 h 53133"/>
                      <a:gd name="connsiteX5" fmla="*/ 23004 w 48247"/>
                      <a:gd name="connsiteY5" fmla="*/ 21829 h 53133"/>
                      <a:gd name="connsiteX6" fmla="*/ 30873 w 48247"/>
                      <a:gd name="connsiteY6" fmla="*/ 21829 h 53133"/>
                      <a:gd name="connsiteX7" fmla="*/ 30873 w 48247"/>
                      <a:gd name="connsiteY7" fmla="*/ 17511 h 53133"/>
                      <a:gd name="connsiteX8" fmla="*/ 28391 w 48247"/>
                      <a:gd name="connsiteY8" fmla="*/ 11035 h 53133"/>
                      <a:gd name="connsiteX9" fmla="*/ 21248 w 48247"/>
                      <a:gd name="connsiteY9" fmla="*/ 8636 h 53133"/>
                      <a:gd name="connsiteX10" fmla="*/ 16526 w 48247"/>
                      <a:gd name="connsiteY10" fmla="*/ 9295 h 53133"/>
                      <a:gd name="connsiteX11" fmla="*/ 12834 w 48247"/>
                      <a:gd name="connsiteY11" fmla="*/ 11094 h 53133"/>
                      <a:gd name="connsiteX12" fmla="*/ 11744 w 48247"/>
                      <a:gd name="connsiteY12" fmla="*/ 17991 h 53133"/>
                      <a:gd name="connsiteX13" fmla="*/ 2906 w 48247"/>
                      <a:gd name="connsiteY13" fmla="*/ 17991 h 53133"/>
                      <a:gd name="connsiteX14" fmla="*/ 2785 w 48247"/>
                      <a:gd name="connsiteY14" fmla="*/ 5337 h 53133"/>
                      <a:gd name="connsiteX15" fmla="*/ 11260 w 48247"/>
                      <a:gd name="connsiteY15" fmla="*/ 1439 h 53133"/>
                      <a:gd name="connsiteX16" fmla="*/ 21672 w 48247"/>
                      <a:gd name="connsiteY16" fmla="*/ 0 h 53133"/>
                      <a:gd name="connsiteX17" fmla="*/ 37169 w 48247"/>
                      <a:gd name="connsiteY17" fmla="*/ 4558 h 53133"/>
                      <a:gd name="connsiteX18" fmla="*/ 42859 w 48247"/>
                      <a:gd name="connsiteY18" fmla="*/ 17631 h 53133"/>
                      <a:gd name="connsiteX19" fmla="*/ 42859 w 48247"/>
                      <a:gd name="connsiteY19" fmla="*/ 40180 h 53133"/>
                      <a:gd name="connsiteX20" fmla="*/ 42859 w 48247"/>
                      <a:gd name="connsiteY20" fmla="*/ 42219 h 53133"/>
                      <a:gd name="connsiteX21" fmla="*/ 42980 w 48247"/>
                      <a:gd name="connsiteY21" fmla="*/ 44138 h 53133"/>
                      <a:gd name="connsiteX22" fmla="*/ 48247 w 48247"/>
                      <a:gd name="connsiteY22" fmla="*/ 44798 h 53133"/>
                      <a:gd name="connsiteX23" fmla="*/ 48247 w 48247"/>
                      <a:gd name="connsiteY23" fmla="*/ 52114 h 53133"/>
                      <a:gd name="connsiteX24" fmla="*/ 32508 w 48247"/>
                      <a:gd name="connsiteY24" fmla="*/ 52114 h 53133"/>
                      <a:gd name="connsiteX25" fmla="*/ 31600 w 48247"/>
                      <a:gd name="connsiteY25" fmla="*/ 48876 h 53133"/>
                      <a:gd name="connsiteX26" fmla="*/ 30994 w 48247"/>
                      <a:gd name="connsiteY26" fmla="*/ 45757 h 53133"/>
                      <a:gd name="connsiteX27" fmla="*/ 24759 w 48247"/>
                      <a:gd name="connsiteY27" fmla="*/ 51035 h 53133"/>
                      <a:gd name="connsiteX28" fmla="*/ 16526 w 48247"/>
                      <a:gd name="connsiteY28" fmla="*/ 53074 h 53133"/>
                      <a:gd name="connsiteX29" fmla="*/ 19432 w 48247"/>
                      <a:gd name="connsiteY29" fmla="*/ 43958 h 53133"/>
                      <a:gd name="connsiteX30" fmla="*/ 26212 w 48247"/>
                      <a:gd name="connsiteY30" fmla="*/ 42279 h 53133"/>
                      <a:gd name="connsiteX31" fmla="*/ 30934 w 48247"/>
                      <a:gd name="connsiteY31" fmla="*/ 38021 h 53133"/>
                      <a:gd name="connsiteX32" fmla="*/ 30934 w 48247"/>
                      <a:gd name="connsiteY32" fmla="*/ 29445 h 53133"/>
                      <a:gd name="connsiteX33" fmla="*/ 22883 w 48247"/>
                      <a:gd name="connsiteY33" fmla="*/ 29445 h 53133"/>
                      <a:gd name="connsiteX34" fmla="*/ 14710 w 48247"/>
                      <a:gd name="connsiteY34" fmla="*/ 31904 h 53133"/>
                      <a:gd name="connsiteX35" fmla="*/ 11986 w 48247"/>
                      <a:gd name="connsiteY35" fmla="*/ 37721 h 53133"/>
                      <a:gd name="connsiteX36" fmla="*/ 13923 w 48247"/>
                      <a:gd name="connsiteY36" fmla="*/ 42339 h 53133"/>
                      <a:gd name="connsiteX37" fmla="*/ 19432 w 48247"/>
                      <a:gd name="connsiteY37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48247" h="53133">
                        <a:moveTo>
                          <a:pt x="16708" y="53134"/>
                        </a:moveTo>
                        <a:cubicBezTo>
                          <a:pt x="11441" y="53134"/>
                          <a:pt x="7385" y="51814"/>
                          <a:pt x="4419" y="49116"/>
                        </a:cubicBezTo>
                        <a:cubicBezTo>
                          <a:pt x="1513" y="46417"/>
                          <a:pt x="0" y="42759"/>
                          <a:pt x="0" y="38021"/>
                        </a:cubicBezTo>
                        <a:cubicBezTo>
                          <a:pt x="0" y="34783"/>
                          <a:pt x="908" y="31964"/>
                          <a:pt x="2664" y="29565"/>
                        </a:cubicBezTo>
                        <a:cubicBezTo>
                          <a:pt x="4419" y="27166"/>
                          <a:pt x="7083" y="25247"/>
                          <a:pt x="10473" y="23868"/>
                        </a:cubicBezTo>
                        <a:cubicBezTo>
                          <a:pt x="13923" y="22489"/>
                          <a:pt x="18100" y="21829"/>
                          <a:pt x="23004" y="21829"/>
                        </a:cubicBezTo>
                        <a:lnTo>
                          <a:pt x="30873" y="21829"/>
                        </a:lnTo>
                        <a:lnTo>
                          <a:pt x="30873" y="17511"/>
                        </a:lnTo>
                        <a:cubicBezTo>
                          <a:pt x="30873" y="14813"/>
                          <a:pt x="30026" y="12654"/>
                          <a:pt x="28391" y="11035"/>
                        </a:cubicBezTo>
                        <a:cubicBezTo>
                          <a:pt x="26757" y="9415"/>
                          <a:pt x="24396" y="8636"/>
                          <a:pt x="21248" y="8636"/>
                        </a:cubicBezTo>
                        <a:cubicBezTo>
                          <a:pt x="19493" y="8636"/>
                          <a:pt x="17919" y="8876"/>
                          <a:pt x="16526" y="9295"/>
                        </a:cubicBezTo>
                        <a:cubicBezTo>
                          <a:pt x="15134" y="9715"/>
                          <a:pt x="13923" y="10315"/>
                          <a:pt x="12834" y="11094"/>
                        </a:cubicBezTo>
                        <a:lnTo>
                          <a:pt x="11744" y="17991"/>
                        </a:lnTo>
                        <a:lnTo>
                          <a:pt x="2906" y="17991"/>
                        </a:lnTo>
                        <a:lnTo>
                          <a:pt x="2785" y="5337"/>
                        </a:lnTo>
                        <a:cubicBezTo>
                          <a:pt x="5327" y="3718"/>
                          <a:pt x="8172" y="2399"/>
                          <a:pt x="11260" y="1439"/>
                        </a:cubicBezTo>
                        <a:cubicBezTo>
                          <a:pt x="14408" y="480"/>
                          <a:pt x="17858" y="0"/>
                          <a:pt x="21672" y="0"/>
                        </a:cubicBezTo>
                        <a:cubicBezTo>
                          <a:pt x="28210" y="0"/>
                          <a:pt x="33416" y="1499"/>
                          <a:pt x="37169" y="4558"/>
                        </a:cubicBezTo>
                        <a:cubicBezTo>
                          <a:pt x="40922" y="7616"/>
                          <a:pt x="42859" y="11934"/>
                          <a:pt x="42859" y="17631"/>
                        </a:cubicBezTo>
                        <a:lnTo>
                          <a:pt x="42859" y="40180"/>
                        </a:lnTo>
                        <a:cubicBezTo>
                          <a:pt x="42859" y="40900"/>
                          <a:pt x="42859" y="41559"/>
                          <a:pt x="42859" y="42219"/>
                        </a:cubicBezTo>
                        <a:cubicBezTo>
                          <a:pt x="42859" y="42879"/>
                          <a:pt x="42859" y="43538"/>
                          <a:pt x="42980" y="44138"/>
                        </a:cubicBezTo>
                        <a:lnTo>
                          <a:pt x="48247" y="44798"/>
                        </a:lnTo>
                        <a:lnTo>
                          <a:pt x="48247" y="52114"/>
                        </a:lnTo>
                        <a:lnTo>
                          <a:pt x="32508" y="52114"/>
                        </a:lnTo>
                        <a:cubicBezTo>
                          <a:pt x="32205" y="51035"/>
                          <a:pt x="31902" y="49955"/>
                          <a:pt x="31600" y="48876"/>
                        </a:cubicBezTo>
                        <a:cubicBezTo>
                          <a:pt x="31297" y="47796"/>
                          <a:pt x="31115" y="46777"/>
                          <a:pt x="30994" y="45757"/>
                        </a:cubicBezTo>
                        <a:cubicBezTo>
                          <a:pt x="29299" y="47916"/>
                          <a:pt x="27180" y="49655"/>
                          <a:pt x="24759" y="51035"/>
                        </a:cubicBezTo>
                        <a:cubicBezTo>
                          <a:pt x="22338" y="52414"/>
                          <a:pt x="19553" y="53074"/>
                          <a:pt x="16526" y="53074"/>
                        </a:cubicBezTo>
                        <a:close/>
                        <a:moveTo>
                          <a:pt x="19432" y="43958"/>
                        </a:moveTo>
                        <a:cubicBezTo>
                          <a:pt x="21853" y="43958"/>
                          <a:pt x="24093" y="43418"/>
                          <a:pt x="26212" y="42279"/>
                        </a:cubicBezTo>
                        <a:cubicBezTo>
                          <a:pt x="28331" y="41140"/>
                          <a:pt x="29905" y="39760"/>
                          <a:pt x="30934" y="38021"/>
                        </a:cubicBezTo>
                        <a:lnTo>
                          <a:pt x="30934" y="29445"/>
                        </a:lnTo>
                        <a:lnTo>
                          <a:pt x="22883" y="29445"/>
                        </a:lnTo>
                        <a:cubicBezTo>
                          <a:pt x="19311" y="29445"/>
                          <a:pt x="16587" y="30285"/>
                          <a:pt x="14710" y="31904"/>
                        </a:cubicBezTo>
                        <a:cubicBezTo>
                          <a:pt x="12834" y="33523"/>
                          <a:pt x="11986" y="35502"/>
                          <a:pt x="11986" y="37721"/>
                        </a:cubicBezTo>
                        <a:cubicBezTo>
                          <a:pt x="11986" y="39700"/>
                          <a:pt x="12652" y="41259"/>
                          <a:pt x="13923" y="42339"/>
                        </a:cubicBezTo>
                        <a:cubicBezTo>
                          <a:pt x="15195" y="43418"/>
                          <a:pt x="17011" y="43958"/>
                          <a:pt x="19432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6" name="Freeform 157">
                    <a:extLst>
                      <a:ext uri="{FF2B5EF4-FFF2-40B4-BE49-F238E27FC236}">
                        <a16:creationId xmlns:a16="http://schemas.microsoft.com/office/drawing/2014/main" id="{A9B87D20-DFAC-5472-850D-C36D9434A59F}"/>
                      </a:ext>
                    </a:extLst>
                  </p:cNvPr>
                  <p:cNvSpPr/>
                  <p:nvPr/>
                </p:nvSpPr>
                <p:spPr>
                  <a:xfrm>
                    <a:off x="2559846" y="314408"/>
                    <a:ext cx="52484" cy="74902"/>
                  </a:xfrm>
                  <a:custGeom>
                    <a:avLst/>
                    <a:gdLst>
                      <a:gd name="connsiteX0" fmla="*/ 19856 w 52484"/>
                      <a:gd name="connsiteY0" fmla="*/ 74843 h 74902"/>
                      <a:gd name="connsiteX1" fmla="*/ 9141 w 52484"/>
                      <a:gd name="connsiteY1" fmla="*/ 71724 h 74902"/>
                      <a:gd name="connsiteX2" fmla="*/ 2361 w 52484"/>
                      <a:gd name="connsiteY2" fmla="*/ 62969 h 74902"/>
                      <a:gd name="connsiteX3" fmla="*/ 0 w 52484"/>
                      <a:gd name="connsiteY3" fmla="*/ 49895 h 74902"/>
                      <a:gd name="connsiteX4" fmla="*/ 0 w 52484"/>
                      <a:gd name="connsiteY4" fmla="*/ 48876 h 74902"/>
                      <a:gd name="connsiteX5" fmla="*/ 2361 w 52484"/>
                      <a:gd name="connsiteY5" fmla="*/ 34603 h 74902"/>
                      <a:gd name="connsiteX6" fmla="*/ 9201 w 52484"/>
                      <a:gd name="connsiteY6" fmla="*/ 25068 h 74902"/>
                      <a:gd name="connsiteX7" fmla="*/ 19856 w 52484"/>
                      <a:gd name="connsiteY7" fmla="*/ 21649 h 74902"/>
                      <a:gd name="connsiteX8" fmla="*/ 27604 w 52484"/>
                      <a:gd name="connsiteY8" fmla="*/ 23328 h 74902"/>
                      <a:gd name="connsiteX9" fmla="*/ 33295 w 52484"/>
                      <a:gd name="connsiteY9" fmla="*/ 28126 h 74902"/>
                      <a:gd name="connsiteX10" fmla="*/ 33295 w 52484"/>
                      <a:gd name="connsiteY10" fmla="*/ 8756 h 74902"/>
                      <a:gd name="connsiteX11" fmla="*/ 25728 w 52484"/>
                      <a:gd name="connsiteY11" fmla="*/ 7316 h 74902"/>
                      <a:gd name="connsiteX12" fmla="*/ 25728 w 52484"/>
                      <a:gd name="connsiteY12" fmla="*/ 0 h 74902"/>
                      <a:gd name="connsiteX13" fmla="*/ 45341 w 52484"/>
                      <a:gd name="connsiteY13" fmla="*/ 0 h 74902"/>
                      <a:gd name="connsiteX14" fmla="*/ 45341 w 52484"/>
                      <a:gd name="connsiteY14" fmla="*/ 65128 h 74902"/>
                      <a:gd name="connsiteX15" fmla="*/ 52484 w 52484"/>
                      <a:gd name="connsiteY15" fmla="*/ 66567 h 74902"/>
                      <a:gd name="connsiteX16" fmla="*/ 52484 w 52484"/>
                      <a:gd name="connsiteY16" fmla="*/ 73883 h 74902"/>
                      <a:gd name="connsiteX17" fmla="*/ 34929 w 52484"/>
                      <a:gd name="connsiteY17" fmla="*/ 73883 h 74902"/>
                      <a:gd name="connsiteX18" fmla="*/ 33960 w 52484"/>
                      <a:gd name="connsiteY18" fmla="*/ 67706 h 74902"/>
                      <a:gd name="connsiteX19" fmla="*/ 28028 w 52484"/>
                      <a:gd name="connsiteY19" fmla="*/ 73104 h 74902"/>
                      <a:gd name="connsiteX20" fmla="*/ 19856 w 52484"/>
                      <a:gd name="connsiteY20" fmla="*/ 74903 h 74902"/>
                      <a:gd name="connsiteX21" fmla="*/ 23246 w 52484"/>
                      <a:gd name="connsiteY21" fmla="*/ 65427 h 74902"/>
                      <a:gd name="connsiteX22" fmla="*/ 29178 w 52484"/>
                      <a:gd name="connsiteY22" fmla="*/ 63928 h 74902"/>
                      <a:gd name="connsiteX23" fmla="*/ 33295 w 52484"/>
                      <a:gd name="connsiteY23" fmla="*/ 59610 h 74902"/>
                      <a:gd name="connsiteX24" fmla="*/ 33295 w 52484"/>
                      <a:gd name="connsiteY24" fmla="*/ 37062 h 74902"/>
                      <a:gd name="connsiteX25" fmla="*/ 29239 w 52484"/>
                      <a:gd name="connsiteY25" fmla="*/ 32744 h 74902"/>
                      <a:gd name="connsiteX26" fmla="*/ 23367 w 52484"/>
                      <a:gd name="connsiteY26" fmla="*/ 31184 h 74902"/>
                      <a:gd name="connsiteX27" fmla="*/ 16950 w 52484"/>
                      <a:gd name="connsiteY27" fmla="*/ 33403 h 74902"/>
                      <a:gd name="connsiteX28" fmla="*/ 13257 w 52484"/>
                      <a:gd name="connsiteY28" fmla="*/ 39640 h 74902"/>
                      <a:gd name="connsiteX29" fmla="*/ 12047 w 52484"/>
                      <a:gd name="connsiteY29" fmla="*/ 48936 h 74902"/>
                      <a:gd name="connsiteX30" fmla="*/ 12047 w 52484"/>
                      <a:gd name="connsiteY30" fmla="*/ 49955 h 74902"/>
                      <a:gd name="connsiteX31" fmla="*/ 14710 w 52484"/>
                      <a:gd name="connsiteY31" fmla="*/ 61290 h 74902"/>
                      <a:gd name="connsiteX32" fmla="*/ 23306 w 52484"/>
                      <a:gd name="connsiteY32" fmla="*/ 65487 h 749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2484" h="74902">
                        <a:moveTo>
                          <a:pt x="19856" y="74843"/>
                        </a:moveTo>
                        <a:cubicBezTo>
                          <a:pt x="15679" y="74843"/>
                          <a:pt x="12107" y="73823"/>
                          <a:pt x="9141" y="71724"/>
                        </a:cubicBezTo>
                        <a:cubicBezTo>
                          <a:pt x="6175" y="69625"/>
                          <a:pt x="3935" y="66747"/>
                          <a:pt x="2361" y="62969"/>
                        </a:cubicBezTo>
                        <a:cubicBezTo>
                          <a:pt x="787" y="59251"/>
                          <a:pt x="0" y="54873"/>
                          <a:pt x="0" y="49895"/>
                        </a:cubicBezTo>
                        <a:lnTo>
                          <a:pt x="0" y="48876"/>
                        </a:lnTo>
                        <a:cubicBezTo>
                          <a:pt x="0" y="43418"/>
                          <a:pt x="787" y="38681"/>
                          <a:pt x="2361" y="34603"/>
                        </a:cubicBezTo>
                        <a:cubicBezTo>
                          <a:pt x="3935" y="30525"/>
                          <a:pt x="6235" y="27346"/>
                          <a:pt x="9201" y="25068"/>
                        </a:cubicBezTo>
                        <a:cubicBezTo>
                          <a:pt x="12168" y="22789"/>
                          <a:pt x="15739" y="21649"/>
                          <a:pt x="19856" y="21649"/>
                        </a:cubicBezTo>
                        <a:cubicBezTo>
                          <a:pt x="22822" y="21649"/>
                          <a:pt x="25425" y="22189"/>
                          <a:pt x="27604" y="23328"/>
                        </a:cubicBezTo>
                        <a:cubicBezTo>
                          <a:pt x="29844" y="24468"/>
                          <a:pt x="31721" y="26027"/>
                          <a:pt x="33295" y="28126"/>
                        </a:cubicBezTo>
                        <a:lnTo>
                          <a:pt x="33295" y="8756"/>
                        </a:lnTo>
                        <a:lnTo>
                          <a:pt x="25728" y="7316"/>
                        </a:lnTo>
                        <a:lnTo>
                          <a:pt x="25728" y="0"/>
                        </a:lnTo>
                        <a:lnTo>
                          <a:pt x="45341" y="0"/>
                        </a:lnTo>
                        <a:lnTo>
                          <a:pt x="45341" y="65128"/>
                        </a:lnTo>
                        <a:lnTo>
                          <a:pt x="52484" y="66567"/>
                        </a:lnTo>
                        <a:lnTo>
                          <a:pt x="52484" y="73883"/>
                        </a:lnTo>
                        <a:lnTo>
                          <a:pt x="34929" y="73883"/>
                        </a:lnTo>
                        <a:lnTo>
                          <a:pt x="33960" y="67706"/>
                        </a:lnTo>
                        <a:cubicBezTo>
                          <a:pt x="32326" y="70045"/>
                          <a:pt x="30328" y="71844"/>
                          <a:pt x="28028" y="73104"/>
                        </a:cubicBezTo>
                        <a:cubicBezTo>
                          <a:pt x="25728" y="74363"/>
                          <a:pt x="22943" y="74903"/>
                          <a:pt x="19856" y="74903"/>
                        </a:cubicBezTo>
                        <a:close/>
                        <a:moveTo>
                          <a:pt x="23246" y="65427"/>
                        </a:moveTo>
                        <a:cubicBezTo>
                          <a:pt x="25546" y="65427"/>
                          <a:pt x="27483" y="64948"/>
                          <a:pt x="29178" y="63928"/>
                        </a:cubicBezTo>
                        <a:cubicBezTo>
                          <a:pt x="30813" y="62909"/>
                          <a:pt x="32205" y="61469"/>
                          <a:pt x="33295" y="59610"/>
                        </a:cubicBezTo>
                        <a:lnTo>
                          <a:pt x="33295" y="37062"/>
                        </a:lnTo>
                        <a:cubicBezTo>
                          <a:pt x="32265" y="35262"/>
                          <a:pt x="30873" y="33763"/>
                          <a:pt x="29239" y="32744"/>
                        </a:cubicBezTo>
                        <a:cubicBezTo>
                          <a:pt x="27544" y="31664"/>
                          <a:pt x="25607" y="31184"/>
                          <a:pt x="23367" y="31184"/>
                        </a:cubicBezTo>
                        <a:cubicBezTo>
                          <a:pt x="20764" y="31184"/>
                          <a:pt x="18585" y="31904"/>
                          <a:pt x="16950" y="33403"/>
                        </a:cubicBezTo>
                        <a:cubicBezTo>
                          <a:pt x="15255" y="34903"/>
                          <a:pt x="14044" y="37002"/>
                          <a:pt x="13257" y="39640"/>
                        </a:cubicBezTo>
                        <a:cubicBezTo>
                          <a:pt x="12470" y="42279"/>
                          <a:pt x="12047" y="45397"/>
                          <a:pt x="12047" y="48936"/>
                        </a:cubicBezTo>
                        <a:lnTo>
                          <a:pt x="12047" y="49955"/>
                        </a:lnTo>
                        <a:cubicBezTo>
                          <a:pt x="12047" y="54693"/>
                          <a:pt x="12955" y="58471"/>
                          <a:pt x="14710" y="61290"/>
                        </a:cubicBezTo>
                        <a:cubicBezTo>
                          <a:pt x="16466" y="64108"/>
                          <a:pt x="19311" y="65487"/>
                          <a:pt x="23306" y="65487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7" name="Freeform 158">
                    <a:extLst>
                      <a:ext uri="{FF2B5EF4-FFF2-40B4-BE49-F238E27FC236}">
                        <a16:creationId xmlns:a16="http://schemas.microsoft.com/office/drawing/2014/main" id="{C7136A3B-9542-4702-E79E-9C9526CC5708}"/>
                      </a:ext>
                    </a:extLst>
                  </p:cNvPr>
                  <p:cNvSpPr/>
                  <p:nvPr/>
                </p:nvSpPr>
                <p:spPr>
                  <a:xfrm>
                    <a:off x="2617657" y="336057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1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4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4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2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500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8" name="Freeform 159">
                    <a:extLst>
                      <a:ext uri="{FF2B5EF4-FFF2-40B4-BE49-F238E27FC236}">
                        <a16:creationId xmlns:a16="http://schemas.microsoft.com/office/drawing/2014/main" id="{02568A55-AE22-D142-9E45-94C365F765C6}"/>
                      </a:ext>
                    </a:extLst>
                  </p:cNvPr>
                  <p:cNvSpPr/>
                  <p:nvPr/>
                </p:nvSpPr>
                <p:spPr>
                  <a:xfrm>
                    <a:off x="2667963" y="336057"/>
                    <a:ext cx="87837" cy="52413"/>
                  </a:xfrm>
                  <a:custGeom>
                    <a:avLst/>
                    <a:gdLst>
                      <a:gd name="connsiteX0" fmla="*/ 363 w 87837"/>
                      <a:gd name="connsiteY0" fmla="*/ 52234 h 52413"/>
                      <a:gd name="connsiteX1" fmla="*/ 363 w 87837"/>
                      <a:gd name="connsiteY1" fmla="*/ 44918 h 52413"/>
                      <a:gd name="connsiteX2" fmla="*/ 7567 w 87837"/>
                      <a:gd name="connsiteY2" fmla="*/ 43478 h 52413"/>
                      <a:gd name="connsiteX3" fmla="*/ 7567 w 87837"/>
                      <a:gd name="connsiteY3" fmla="*/ 9715 h 52413"/>
                      <a:gd name="connsiteX4" fmla="*/ 0 w 87837"/>
                      <a:gd name="connsiteY4" fmla="*/ 8276 h 52413"/>
                      <a:gd name="connsiteX5" fmla="*/ 0 w 87837"/>
                      <a:gd name="connsiteY5" fmla="*/ 960 h 52413"/>
                      <a:gd name="connsiteX6" fmla="*/ 18645 w 87837"/>
                      <a:gd name="connsiteY6" fmla="*/ 960 h 52413"/>
                      <a:gd name="connsiteX7" fmla="*/ 19190 w 87837"/>
                      <a:gd name="connsiteY7" fmla="*/ 7676 h 52413"/>
                      <a:gd name="connsiteX8" fmla="*/ 25546 w 87837"/>
                      <a:gd name="connsiteY8" fmla="*/ 2039 h 52413"/>
                      <a:gd name="connsiteX9" fmla="*/ 34384 w 87837"/>
                      <a:gd name="connsiteY9" fmla="*/ 0 h 52413"/>
                      <a:gd name="connsiteX10" fmla="*/ 43041 w 87837"/>
                      <a:gd name="connsiteY10" fmla="*/ 2219 h 52413"/>
                      <a:gd name="connsiteX11" fmla="*/ 48489 w 87837"/>
                      <a:gd name="connsiteY11" fmla="*/ 8996 h 52413"/>
                      <a:gd name="connsiteX12" fmla="*/ 54785 w 87837"/>
                      <a:gd name="connsiteY12" fmla="*/ 2399 h 52413"/>
                      <a:gd name="connsiteX13" fmla="*/ 63926 w 87837"/>
                      <a:gd name="connsiteY13" fmla="*/ 0 h 52413"/>
                      <a:gd name="connsiteX14" fmla="*/ 76154 w 87837"/>
                      <a:gd name="connsiteY14" fmla="*/ 5277 h 52413"/>
                      <a:gd name="connsiteX15" fmla="*/ 80634 w 87837"/>
                      <a:gd name="connsiteY15" fmla="*/ 21169 h 52413"/>
                      <a:gd name="connsiteX16" fmla="*/ 80634 w 87837"/>
                      <a:gd name="connsiteY16" fmla="*/ 43478 h 52413"/>
                      <a:gd name="connsiteX17" fmla="*/ 87837 w 87837"/>
                      <a:gd name="connsiteY17" fmla="*/ 44918 h 52413"/>
                      <a:gd name="connsiteX18" fmla="*/ 87837 w 87837"/>
                      <a:gd name="connsiteY18" fmla="*/ 52234 h 52413"/>
                      <a:gd name="connsiteX19" fmla="*/ 61807 w 87837"/>
                      <a:gd name="connsiteY19" fmla="*/ 52234 h 52413"/>
                      <a:gd name="connsiteX20" fmla="*/ 61807 w 87837"/>
                      <a:gd name="connsiteY20" fmla="*/ 44918 h 52413"/>
                      <a:gd name="connsiteX21" fmla="*/ 68587 w 87837"/>
                      <a:gd name="connsiteY21" fmla="*/ 43478 h 52413"/>
                      <a:gd name="connsiteX22" fmla="*/ 68587 w 87837"/>
                      <a:gd name="connsiteY22" fmla="*/ 21169 h 52413"/>
                      <a:gd name="connsiteX23" fmla="*/ 66408 w 87837"/>
                      <a:gd name="connsiteY23" fmla="*/ 12114 h 52413"/>
                      <a:gd name="connsiteX24" fmla="*/ 59931 w 87837"/>
                      <a:gd name="connsiteY24" fmla="*/ 9535 h 52413"/>
                      <a:gd name="connsiteX25" fmla="*/ 53393 w 87837"/>
                      <a:gd name="connsiteY25" fmla="*/ 12054 h 52413"/>
                      <a:gd name="connsiteX26" fmla="*/ 50063 w 87837"/>
                      <a:gd name="connsiteY26" fmla="*/ 18471 h 52413"/>
                      <a:gd name="connsiteX27" fmla="*/ 50063 w 87837"/>
                      <a:gd name="connsiteY27" fmla="*/ 43598 h 52413"/>
                      <a:gd name="connsiteX28" fmla="*/ 56601 w 87837"/>
                      <a:gd name="connsiteY28" fmla="*/ 45038 h 52413"/>
                      <a:gd name="connsiteX29" fmla="*/ 56601 w 87837"/>
                      <a:gd name="connsiteY29" fmla="*/ 52354 h 52413"/>
                      <a:gd name="connsiteX30" fmla="*/ 31539 w 87837"/>
                      <a:gd name="connsiteY30" fmla="*/ 52354 h 52413"/>
                      <a:gd name="connsiteX31" fmla="*/ 31539 w 87837"/>
                      <a:gd name="connsiteY31" fmla="*/ 45038 h 52413"/>
                      <a:gd name="connsiteX32" fmla="*/ 38077 w 87837"/>
                      <a:gd name="connsiteY32" fmla="*/ 43598 h 52413"/>
                      <a:gd name="connsiteX33" fmla="*/ 38077 w 87837"/>
                      <a:gd name="connsiteY33" fmla="*/ 21289 h 52413"/>
                      <a:gd name="connsiteX34" fmla="*/ 35837 w 87837"/>
                      <a:gd name="connsiteY34" fmla="*/ 12294 h 52413"/>
                      <a:gd name="connsiteX35" fmla="*/ 29360 w 87837"/>
                      <a:gd name="connsiteY35" fmla="*/ 9595 h 52413"/>
                      <a:gd name="connsiteX36" fmla="*/ 23427 w 87837"/>
                      <a:gd name="connsiteY36" fmla="*/ 11035 h 52413"/>
                      <a:gd name="connsiteX37" fmla="*/ 19553 w 87837"/>
                      <a:gd name="connsiteY37" fmla="*/ 15053 h 52413"/>
                      <a:gd name="connsiteX38" fmla="*/ 19553 w 87837"/>
                      <a:gd name="connsiteY38" fmla="*/ 43658 h 52413"/>
                      <a:gd name="connsiteX39" fmla="*/ 26273 w 87837"/>
                      <a:gd name="connsiteY39" fmla="*/ 45098 h 52413"/>
                      <a:gd name="connsiteX40" fmla="*/ 26273 w 87837"/>
                      <a:gd name="connsiteY40" fmla="*/ 52414 h 52413"/>
                      <a:gd name="connsiteX41" fmla="*/ 363 w 87837"/>
                      <a:gd name="connsiteY41" fmla="*/ 52414 h 524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7837" h="52413">
                        <a:moveTo>
                          <a:pt x="363" y="52234"/>
                        </a:moveTo>
                        <a:lnTo>
                          <a:pt x="363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190" y="7676"/>
                        </a:lnTo>
                        <a:cubicBezTo>
                          <a:pt x="20885" y="5277"/>
                          <a:pt x="23004" y="3358"/>
                          <a:pt x="25546" y="2039"/>
                        </a:cubicBezTo>
                        <a:cubicBezTo>
                          <a:pt x="28089" y="720"/>
                          <a:pt x="30994" y="0"/>
                          <a:pt x="34384" y="0"/>
                        </a:cubicBezTo>
                        <a:cubicBezTo>
                          <a:pt x="37774" y="0"/>
                          <a:pt x="40620" y="720"/>
                          <a:pt x="43041" y="2219"/>
                        </a:cubicBezTo>
                        <a:cubicBezTo>
                          <a:pt x="45462" y="3718"/>
                          <a:pt x="47278" y="5997"/>
                          <a:pt x="48489" y="8996"/>
                        </a:cubicBezTo>
                        <a:cubicBezTo>
                          <a:pt x="50063" y="6177"/>
                          <a:pt x="52182" y="3958"/>
                          <a:pt x="54785" y="2399"/>
                        </a:cubicBezTo>
                        <a:cubicBezTo>
                          <a:pt x="57388" y="780"/>
                          <a:pt x="60415" y="0"/>
                          <a:pt x="63926" y="0"/>
                        </a:cubicBezTo>
                        <a:cubicBezTo>
                          <a:pt x="69132" y="0"/>
                          <a:pt x="73188" y="1739"/>
                          <a:pt x="76154" y="5277"/>
                        </a:cubicBezTo>
                        <a:cubicBezTo>
                          <a:pt x="79120" y="8756"/>
                          <a:pt x="80634" y="14093"/>
                          <a:pt x="80634" y="21169"/>
                        </a:cubicBezTo>
                        <a:lnTo>
                          <a:pt x="80634" y="43478"/>
                        </a:lnTo>
                        <a:lnTo>
                          <a:pt x="87837" y="44918"/>
                        </a:lnTo>
                        <a:lnTo>
                          <a:pt x="87837" y="52234"/>
                        </a:lnTo>
                        <a:lnTo>
                          <a:pt x="61807" y="52234"/>
                        </a:lnTo>
                        <a:lnTo>
                          <a:pt x="61807" y="44918"/>
                        </a:lnTo>
                        <a:lnTo>
                          <a:pt x="68587" y="43478"/>
                        </a:lnTo>
                        <a:lnTo>
                          <a:pt x="68587" y="21169"/>
                        </a:lnTo>
                        <a:cubicBezTo>
                          <a:pt x="68587" y="16852"/>
                          <a:pt x="67861" y="13793"/>
                          <a:pt x="66408" y="12114"/>
                        </a:cubicBezTo>
                        <a:cubicBezTo>
                          <a:pt x="64955" y="10375"/>
                          <a:pt x="62776" y="9535"/>
                          <a:pt x="59931" y="9535"/>
                        </a:cubicBezTo>
                        <a:cubicBezTo>
                          <a:pt x="57267" y="9535"/>
                          <a:pt x="55088" y="10375"/>
                          <a:pt x="53393" y="12054"/>
                        </a:cubicBezTo>
                        <a:cubicBezTo>
                          <a:pt x="51698" y="13733"/>
                          <a:pt x="50608" y="15832"/>
                          <a:pt x="50063" y="18471"/>
                        </a:cubicBezTo>
                        <a:lnTo>
                          <a:pt x="50063" y="43598"/>
                        </a:lnTo>
                        <a:lnTo>
                          <a:pt x="56601" y="45038"/>
                        </a:lnTo>
                        <a:lnTo>
                          <a:pt x="56601" y="52354"/>
                        </a:lnTo>
                        <a:lnTo>
                          <a:pt x="31539" y="52354"/>
                        </a:lnTo>
                        <a:lnTo>
                          <a:pt x="31539" y="45038"/>
                        </a:lnTo>
                        <a:lnTo>
                          <a:pt x="38077" y="43598"/>
                        </a:lnTo>
                        <a:lnTo>
                          <a:pt x="38077" y="21289"/>
                        </a:lnTo>
                        <a:cubicBezTo>
                          <a:pt x="38077" y="17151"/>
                          <a:pt x="37351" y="14153"/>
                          <a:pt x="35837" y="12294"/>
                        </a:cubicBezTo>
                        <a:cubicBezTo>
                          <a:pt x="34324" y="10495"/>
                          <a:pt x="32205" y="9595"/>
                          <a:pt x="29360" y="9595"/>
                        </a:cubicBezTo>
                        <a:cubicBezTo>
                          <a:pt x="26999" y="9595"/>
                          <a:pt x="25001" y="10075"/>
                          <a:pt x="23427" y="11035"/>
                        </a:cubicBezTo>
                        <a:cubicBezTo>
                          <a:pt x="21793" y="11994"/>
                          <a:pt x="20522" y="13313"/>
                          <a:pt x="19553" y="15053"/>
                        </a:cubicBezTo>
                        <a:lnTo>
                          <a:pt x="19553" y="43658"/>
                        </a:lnTo>
                        <a:lnTo>
                          <a:pt x="26273" y="45098"/>
                        </a:lnTo>
                        <a:lnTo>
                          <a:pt x="26273" y="52414"/>
                        </a:lnTo>
                        <a:lnTo>
                          <a:pt x="363" y="5241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9" name="Freeform 160">
                    <a:extLst>
                      <a:ext uri="{FF2B5EF4-FFF2-40B4-BE49-F238E27FC236}">
                        <a16:creationId xmlns:a16="http://schemas.microsoft.com/office/drawing/2014/main" id="{9251B4B5-F736-82E2-2D10-E8F258FB9F92}"/>
                      </a:ext>
                    </a:extLst>
                  </p:cNvPr>
                  <p:cNvSpPr/>
                  <p:nvPr/>
                </p:nvSpPr>
                <p:spPr>
                  <a:xfrm>
                    <a:off x="2755619" y="337137"/>
                    <a:ext cx="57448" cy="71844"/>
                  </a:xfrm>
                  <a:custGeom>
                    <a:avLst/>
                    <a:gdLst>
                      <a:gd name="connsiteX0" fmla="*/ 15134 w 57448"/>
                      <a:gd name="connsiteY0" fmla="*/ 71844 h 71844"/>
                      <a:gd name="connsiteX1" fmla="*/ 11744 w 57448"/>
                      <a:gd name="connsiteY1" fmla="*/ 71544 h 71844"/>
                      <a:gd name="connsiteX2" fmla="*/ 8354 w 57448"/>
                      <a:gd name="connsiteY2" fmla="*/ 70825 h 71844"/>
                      <a:gd name="connsiteX3" fmla="*/ 9686 w 57448"/>
                      <a:gd name="connsiteY3" fmla="*/ 61889 h 71844"/>
                      <a:gd name="connsiteX4" fmla="*/ 11744 w 57448"/>
                      <a:gd name="connsiteY4" fmla="*/ 62129 h 71844"/>
                      <a:gd name="connsiteX5" fmla="*/ 13681 w 57448"/>
                      <a:gd name="connsiteY5" fmla="*/ 62249 h 71844"/>
                      <a:gd name="connsiteX6" fmla="*/ 18766 w 57448"/>
                      <a:gd name="connsiteY6" fmla="*/ 60390 h 71844"/>
                      <a:gd name="connsiteX7" fmla="*/ 22096 w 57448"/>
                      <a:gd name="connsiteY7" fmla="*/ 55233 h 71844"/>
                      <a:gd name="connsiteX8" fmla="*/ 23670 w 57448"/>
                      <a:gd name="connsiteY8" fmla="*/ 51095 h 71844"/>
                      <a:gd name="connsiteX9" fmla="*/ 5993 w 57448"/>
                      <a:gd name="connsiteY9" fmla="*/ 8156 h 71844"/>
                      <a:gd name="connsiteX10" fmla="*/ 0 w 57448"/>
                      <a:gd name="connsiteY10" fmla="*/ 7316 h 71844"/>
                      <a:gd name="connsiteX11" fmla="*/ 0 w 57448"/>
                      <a:gd name="connsiteY11" fmla="*/ 0 h 71844"/>
                      <a:gd name="connsiteX12" fmla="*/ 25001 w 57448"/>
                      <a:gd name="connsiteY12" fmla="*/ 0 h 71844"/>
                      <a:gd name="connsiteX13" fmla="*/ 25001 w 57448"/>
                      <a:gd name="connsiteY13" fmla="*/ 7316 h 71844"/>
                      <a:gd name="connsiteX14" fmla="*/ 18645 w 57448"/>
                      <a:gd name="connsiteY14" fmla="*/ 8276 h 71844"/>
                      <a:gd name="connsiteX15" fmla="*/ 27604 w 57448"/>
                      <a:gd name="connsiteY15" fmla="*/ 32144 h 71844"/>
                      <a:gd name="connsiteX16" fmla="*/ 29178 w 57448"/>
                      <a:gd name="connsiteY16" fmla="*/ 36582 h 71844"/>
                      <a:gd name="connsiteX17" fmla="*/ 29481 w 57448"/>
                      <a:gd name="connsiteY17" fmla="*/ 36582 h 71844"/>
                      <a:gd name="connsiteX18" fmla="*/ 40075 w 57448"/>
                      <a:gd name="connsiteY18" fmla="*/ 8216 h 71844"/>
                      <a:gd name="connsiteX19" fmla="*/ 33718 w 57448"/>
                      <a:gd name="connsiteY19" fmla="*/ 7316 h 71844"/>
                      <a:gd name="connsiteX20" fmla="*/ 33718 w 57448"/>
                      <a:gd name="connsiteY20" fmla="*/ 0 h 71844"/>
                      <a:gd name="connsiteX21" fmla="*/ 57448 w 57448"/>
                      <a:gd name="connsiteY21" fmla="*/ 0 h 71844"/>
                      <a:gd name="connsiteX22" fmla="*/ 57448 w 57448"/>
                      <a:gd name="connsiteY22" fmla="*/ 7316 h 71844"/>
                      <a:gd name="connsiteX23" fmla="*/ 51879 w 57448"/>
                      <a:gd name="connsiteY23" fmla="*/ 8096 h 71844"/>
                      <a:gd name="connsiteX24" fmla="*/ 31842 w 57448"/>
                      <a:gd name="connsiteY24" fmla="*/ 58891 h 71844"/>
                      <a:gd name="connsiteX25" fmla="*/ 28270 w 57448"/>
                      <a:gd name="connsiteY25" fmla="*/ 65427 h 71844"/>
                      <a:gd name="connsiteX26" fmla="*/ 22943 w 57448"/>
                      <a:gd name="connsiteY26" fmla="*/ 70105 h 71844"/>
                      <a:gd name="connsiteX27" fmla="*/ 15073 w 57448"/>
                      <a:gd name="connsiteY27" fmla="*/ 71844 h 718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57448" h="71844">
                        <a:moveTo>
                          <a:pt x="15134" y="71844"/>
                        </a:moveTo>
                        <a:cubicBezTo>
                          <a:pt x="14165" y="71844"/>
                          <a:pt x="13015" y="71724"/>
                          <a:pt x="11744" y="71544"/>
                        </a:cubicBezTo>
                        <a:cubicBezTo>
                          <a:pt x="10473" y="71365"/>
                          <a:pt x="9323" y="71125"/>
                          <a:pt x="8354" y="70825"/>
                        </a:cubicBezTo>
                        <a:lnTo>
                          <a:pt x="9686" y="61889"/>
                        </a:lnTo>
                        <a:cubicBezTo>
                          <a:pt x="10231" y="62009"/>
                          <a:pt x="10957" y="62069"/>
                          <a:pt x="11744" y="62129"/>
                        </a:cubicBezTo>
                        <a:cubicBezTo>
                          <a:pt x="12531" y="62189"/>
                          <a:pt x="13197" y="62249"/>
                          <a:pt x="13681" y="62249"/>
                        </a:cubicBezTo>
                        <a:cubicBezTo>
                          <a:pt x="15679" y="62249"/>
                          <a:pt x="17374" y="61649"/>
                          <a:pt x="18766" y="60390"/>
                        </a:cubicBezTo>
                        <a:cubicBezTo>
                          <a:pt x="20158" y="59131"/>
                          <a:pt x="21248" y="57391"/>
                          <a:pt x="22096" y="55233"/>
                        </a:cubicBezTo>
                        <a:lnTo>
                          <a:pt x="23670" y="51095"/>
                        </a:lnTo>
                        <a:lnTo>
                          <a:pt x="5993" y="81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25001" y="0"/>
                        </a:lnTo>
                        <a:lnTo>
                          <a:pt x="25001" y="7316"/>
                        </a:lnTo>
                        <a:lnTo>
                          <a:pt x="18645" y="8276"/>
                        </a:lnTo>
                        <a:lnTo>
                          <a:pt x="27604" y="32144"/>
                        </a:lnTo>
                        <a:lnTo>
                          <a:pt x="29178" y="36582"/>
                        </a:lnTo>
                        <a:lnTo>
                          <a:pt x="29481" y="36582"/>
                        </a:lnTo>
                        <a:lnTo>
                          <a:pt x="40075" y="8216"/>
                        </a:lnTo>
                        <a:lnTo>
                          <a:pt x="33718" y="7316"/>
                        </a:lnTo>
                        <a:lnTo>
                          <a:pt x="33718" y="0"/>
                        </a:lnTo>
                        <a:lnTo>
                          <a:pt x="57448" y="0"/>
                        </a:lnTo>
                        <a:lnTo>
                          <a:pt x="57448" y="7316"/>
                        </a:lnTo>
                        <a:lnTo>
                          <a:pt x="51879" y="8096"/>
                        </a:lnTo>
                        <a:lnTo>
                          <a:pt x="31842" y="58891"/>
                        </a:lnTo>
                        <a:cubicBezTo>
                          <a:pt x="30873" y="61290"/>
                          <a:pt x="29723" y="63448"/>
                          <a:pt x="28270" y="65427"/>
                        </a:cubicBezTo>
                        <a:cubicBezTo>
                          <a:pt x="26878" y="67407"/>
                          <a:pt x="25062" y="68966"/>
                          <a:pt x="22943" y="70105"/>
                        </a:cubicBezTo>
                        <a:cubicBezTo>
                          <a:pt x="20764" y="71245"/>
                          <a:pt x="18161" y="71844"/>
                          <a:pt x="15073" y="7184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0" name="Freeform 161">
                    <a:extLst>
                      <a:ext uri="{FF2B5EF4-FFF2-40B4-BE49-F238E27FC236}">
                        <a16:creationId xmlns:a16="http://schemas.microsoft.com/office/drawing/2014/main" id="{03E911CF-B4CA-DFCA-83A1-538B9A2023D5}"/>
                      </a:ext>
                    </a:extLst>
                  </p:cNvPr>
                  <p:cNvSpPr/>
                  <p:nvPr/>
                </p:nvSpPr>
                <p:spPr>
                  <a:xfrm>
                    <a:off x="2841035" y="313448"/>
                    <a:ext cx="34021" cy="74842"/>
                  </a:xfrm>
                  <a:custGeom>
                    <a:avLst/>
                    <a:gdLst>
                      <a:gd name="connsiteX0" fmla="*/ 666 w 34021"/>
                      <a:gd name="connsiteY0" fmla="*/ 74843 h 74842"/>
                      <a:gd name="connsiteX1" fmla="*/ 666 w 34021"/>
                      <a:gd name="connsiteY1" fmla="*/ 67526 h 74842"/>
                      <a:gd name="connsiteX2" fmla="*/ 7870 w 34021"/>
                      <a:gd name="connsiteY2" fmla="*/ 66087 h 74842"/>
                      <a:gd name="connsiteX3" fmla="*/ 7870 w 34021"/>
                      <a:gd name="connsiteY3" fmla="*/ 32144 h 74842"/>
                      <a:gd name="connsiteX4" fmla="*/ 0 w 34021"/>
                      <a:gd name="connsiteY4" fmla="*/ 32144 h 74842"/>
                      <a:gd name="connsiteX5" fmla="*/ 0 w 34021"/>
                      <a:gd name="connsiteY5" fmla="*/ 23628 h 74842"/>
                      <a:gd name="connsiteX6" fmla="*/ 7870 w 34021"/>
                      <a:gd name="connsiteY6" fmla="*/ 23628 h 74842"/>
                      <a:gd name="connsiteX7" fmla="*/ 7870 w 34021"/>
                      <a:gd name="connsiteY7" fmla="*/ 17631 h 74842"/>
                      <a:gd name="connsiteX8" fmla="*/ 12591 w 34021"/>
                      <a:gd name="connsiteY8" fmla="*/ 4618 h 74842"/>
                      <a:gd name="connsiteX9" fmla="*/ 25728 w 34021"/>
                      <a:gd name="connsiteY9" fmla="*/ 0 h 74842"/>
                      <a:gd name="connsiteX10" fmla="*/ 29904 w 34021"/>
                      <a:gd name="connsiteY10" fmla="*/ 300 h 74842"/>
                      <a:gd name="connsiteX11" fmla="*/ 34021 w 34021"/>
                      <a:gd name="connsiteY11" fmla="*/ 1079 h 74842"/>
                      <a:gd name="connsiteX12" fmla="*/ 32810 w 34021"/>
                      <a:gd name="connsiteY12" fmla="*/ 10015 h 74842"/>
                      <a:gd name="connsiteX13" fmla="*/ 30328 w 34021"/>
                      <a:gd name="connsiteY13" fmla="*/ 9595 h 74842"/>
                      <a:gd name="connsiteX14" fmla="*/ 27423 w 34021"/>
                      <a:gd name="connsiteY14" fmla="*/ 9415 h 74842"/>
                      <a:gd name="connsiteX15" fmla="*/ 21732 w 34021"/>
                      <a:gd name="connsiteY15" fmla="*/ 11514 h 74842"/>
                      <a:gd name="connsiteX16" fmla="*/ 19856 w 34021"/>
                      <a:gd name="connsiteY16" fmla="*/ 17571 h 74842"/>
                      <a:gd name="connsiteX17" fmla="*/ 19856 w 34021"/>
                      <a:gd name="connsiteY17" fmla="*/ 23568 h 74842"/>
                      <a:gd name="connsiteX18" fmla="*/ 31418 w 34021"/>
                      <a:gd name="connsiteY18" fmla="*/ 23568 h 74842"/>
                      <a:gd name="connsiteX19" fmla="*/ 31418 w 34021"/>
                      <a:gd name="connsiteY19" fmla="*/ 32084 h 74842"/>
                      <a:gd name="connsiteX20" fmla="*/ 19856 w 34021"/>
                      <a:gd name="connsiteY20" fmla="*/ 32084 h 74842"/>
                      <a:gd name="connsiteX21" fmla="*/ 19856 w 34021"/>
                      <a:gd name="connsiteY21" fmla="*/ 66027 h 74842"/>
                      <a:gd name="connsiteX22" fmla="*/ 28875 w 34021"/>
                      <a:gd name="connsiteY22" fmla="*/ 67466 h 74842"/>
                      <a:gd name="connsiteX23" fmla="*/ 28875 w 34021"/>
                      <a:gd name="connsiteY23" fmla="*/ 74783 h 74842"/>
                      <a:gd name="connsiteX24" fmla="*/ 666 w 34021"/>
                      <a:gd name="connsiteY24" fmla="*/ 74783 h 748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34021" h="74842">
                        <a:moveTo>
                          <a:pt x="666" y="74843"/>
                        </a:moveTo>
                        <a:lnTo>
                          <a:pt x="666" y="67526"/>
                        </a:lnTo>
                        <a:lnTo>
                          <a:pt x="7870" y="66087"/>
                        </a:lnTo>
                        <a:lnTo>
                          <a:pt x="7870" y="32144"/>
                        </a:lnTo>
                        <a:lnTo>
                          <a:pt x="0" y="32144"/>
                        </a:lnTo>
                        <a:lnTo>
                          <a:pt x="0" y="23628"/>
                        </a:lnTo>
                        <a:lnTo>
                          <a:pt x="7870" y="23628"/>
                        </a:lnTo>
                        <a:lnTo>
                          <a:pt x="7870" y="17631"/>
                        </a:lnTo>
                        <a:cubicBezTo>
                          <a:pt x="7870" y="11994"/>
                          <a:pt x="9444" y="7676"/>
                          <a:pt x="12591" y="4618"/>
                        </a:cubicBezTo>
                        <a:cubicBezTo>
                          <a:pt x="15739" y="1559"/>
                          <a:pt x="20098" y="0"/>
                          <a:pt x="25728" y="0"/>
                        </a:cubicBezTo>
                        <a:cubicBezTo>
                          <a:pt x="27059" y="0"/>
                          <a:pt x="28452" y="120"/>
                          <a:pt x="29904" y="300"/>
                        </a:cubicBezTo>
                        <a:cubicBezTo>
                          <a:pt x="31418" y="480"/>
                          <a:pt x="32750" y="780"/>
                          <a:pt x="34021" y="1079"/>
                        </a:cubicBezTo>
                        <a:lnTo>
                          <a:pt x="32810" y="10015"/>
                        </a:lnTo>
                        <a:cubicBezTo>
                          <a:pt x="32144" y="9835"/>
                          <a:pt x="31297" y="9715"/>
                          <a:pt x="30328" y="9595"/>
                        </a:cubicBezTo>
                        <a:cubicBezTo>
                          <a:pt x="29360" y="9475"/>
                          <a:pt x="28391" y="9415"/>
                          <a:pt x="27423" y="9415"/>
                        </a:cubicBezTo>
                        <a:cubicBezTo>
                          <a:pt x="24880" y="9415"/>
                          <a:pt x="22943" y="10135"/>
                          <a:pt x="21732" y="11514"/>
                        </a:cubicBezTo>
                        <a:cubicBezTo>
                          <a:pt x="20461" y="12894"/>
                          <a:pt x="19856" y="14933"/>
                          <a:pt x="19856" y="17571"/>
                        </a:cubicBezTo>
                        <a:lnTo>
                          <a:pt x="19856" y="23568"/>
                        </a:lnTo>
                        <a:lnTo>
                          <a:pt x="31418" y="23568"/>
                        </a:lnTo>
                        <a:lnTo>
                          <a:pt x="31418" y="32084"/>
                        </a:lnTo>
                        <a:lnTo>
                          <a:pt x="19856" y="32084"/>
                        </a:lnTo>
                        <a:lnTo>
                          <a:pt x="19856" y="66027"/>
                        </a:lnTo>
                        <a:lnTo>
                          <a:pt x="28875" y="67466"/>
                        </a:lnTo>
                        <a:lnTo>
                          <a:pt x="28875" y="74783"/>
                        </a:lnTo>
                        <a:lnTo>
                          <a:pt x="666" y="747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1" name="Freeform 162">
                    <a:extLst>
                      <a:ext uri="{FF2B5EF4-FFF2-40B4-BE49-F238E27FC236}">
                        <a16:creationId xmlns:a16="http://schemas.microsoft.com/office/drawing/2014/main" id="{423A8B14-D351-09FB-F17E-CA9F3133B2D9}"/>
                      </a:ext>
                    </a:extLst>
                  </p:cNvPr>
                  <p:cNvSpPr/>
                  <p:nvPr/>
                </p:nvSpPr>
                <p:spPr>
                  <a:xfrm>
                    <a:off x="2878082" y="336117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3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6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6" y="563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2" y="1139"/>
                          <a:pt x="36563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2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6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2" name="Freeform 163">
                    <a:extLst>
                      <a:ext uri="{FF2B5EF4-FFF2-40B4-BE49-F238E27FC236}">
                        <a16:creationId xmlns:a16="http://schemas.microsoft.com/office/drawing/2014/main" id="{DFCFB593-5A96-3A6C-3D0E-9FF591FED5AD}"/>
                      </a:ext>
                    </a:extLst>
                  </p:cNvPr>
                  <p:cNvSpPr/>
                  <p:nvPr/>
                </p:nvSpPr>
                <p:spPr>
                  <a:xfrm>
                    <a:off x="2932504" y="336057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2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2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9" name="Graphic 6">
                  <a:extLst>
                    <a:ext uri="{FF2B5EF4-FFF2-40B4-BE49-F238E27FC236}">
                      <a16:creationId xmlns:a16="http://schemas.microsoft.com/office/drawing/2014/main" id="{256D2DD1-62C7-464C-D024-0761C16B2FC8}"/>
                    </a:ext>
                  </a:extLst>
                </p:cNvPr>
                <p:cNvGrpSpPr/>
                <p:nvPr/>
              </p:nvGrpSpPr>
              <p:grpSpPr>
                <a:xfrm>
                  <a:off x="2094326" y="420855"/>
                  <a:ext cx="973657" cy="93673"/>
                  <a:chOff x="2094326" y="420855"/>
                  <a:chExt cx="973657" cy="93673"/>
                </a:xfrm>
                <a:solidFill>
                  <a:srgbClr val="585860"/>
                </a:solidFill>
              </p:grpSpPr>
              <p:sp>
                <p:nvSpPr>
                  <p:cNvPr id="20" name="Freeform 131">
                    <a:extLst>
                      <a:ext uri="{FF2B5EF4-FFF2-40B4-BE49-F238E27FC236}">
                        <a16:creationId xmlns:a16="http://schemas.microsoft.com/office/drawing/2014/main" id="{F8FF0CE0-31E2-CC8B-5FA1-C03817B22F64}"/>
                      </a:ext>
                    </a:extLst>
                  </p:cNvPr>
                  <p:cNvSpPr/>
                  <p:nvPr/>
                </p:nvSpPr>
                <p:spPr>
                  <a:xfrm>
                    <a:off x="2094326" y="424813"/>
                    <a:ext cx="54905" cy="70884"/>
                  </a:xfrm>
                  <a:custGeom>
                    <a:avLst/>
                    <a:gdLst>
                      <a:gd name="connsiteX0" fmla="*/ 32568 w 54905"/>
                      <a:gd name="connsiteY0" fmla="*/ 70885 h 70884"/>
                      <a:gd name="connsiteX1" fmla="*/ 15013 w 54905"/>
                      <a:gd name="connsiteY1" fmla="*/ 66567 h 70884"/>
                      <a:gd name="connsiteX2" fmla="*/ 3874 w 54905"/>
                      <a:gd name="connsiteY2" fmla="*/ 54453 h 70884"/>
                      <a:gd name="connsiteX3" fmla="*/ 0 w 54905"/>
                      <a:gd name="connsiteY3" fmla="*/ 36342 h 70884"/>
                      <a:gd name="connsiteX4" fmla="*/ 0 w 54905"/>
                      <a:gd name="connsiteY4" fmla="*/ 34603 h 70884"/>
                      <a:gd name="connsiteX5" fmla="*/ 3814 w 54905"/>
                      <a:gd name="connsiteY5" fmla="*/ 16732 h 70884"/>
                      <a:gd name="connsiteX6" fmla="*/ 14771 w 54905"/>
                      <a:gd name="connsiteY6" fmla="*/ 4498 h 70884"/>
                      <a:gd name="connsiteX7" fmla="*/ 31781 w 54905"/>
                      <a:gd name="connsiteY7" fmla="*/ 0 h 70884"/>
                      <a:gd name="connsiteX8" fmla="*/ 44615 w 54905"/>
                      <a:gd name="connsiteY8" fmla="*/ 2039 h 70884"/>
                      <a:gd name="connsiteX9" fmla="*/ 54906 w 54905"/>
                      <a:gd name="connsiteY9" fmla="*/ 7736 h 70884"/>
                      <a:gd name="connsiteX10" fmla="*/ 54906 w 54905"/>
                      <a:gd name="connsiteY10" fmla="*/ 23628 h 70884"/>
                      <a:gd name="connsiteX11" fmla="*/ 45765 w 54905"/>
                      <a:gd name="connsiteY11" fmla="*/ 23628 h 70884"/>
                      <a:gd name="connsiteX12" fmla="*/ 44494 w 54905"/>
                      <a:gd name="connsiteY12" fmla="*/ 12954 h 70884"/>
                      <a:gd name="connsiteX13" fmla="*/ 40983 w 54905"/>
                      <a:gd name="connsiteY13" fmla="*/ 11035 h 70884"/>
                      <a:gd name="connsiteX14" fmla="*/ 36806 w 54905"/>
                      <a:gd name="connsiteY14" fmla="*/ 9775 h 70884"/>
                      <a:gd name="connsiteX15" fmla="*/ 31842 w 54905"/>
                      <a:gd name="connsiteY15" fmla="*/ 9355 h 70884"/>
                      <a:gd name="connsiteX16" fmla="*/ 21127 w 54905"/>
                      <a:gd name="connsiteY16" fmla="*/ 12474 h 70884"/>
                      <a:gd name="connsiteX17" fmla="*/ 14347 w 54905"/>
                      <a:gd name="connsiteY17" fmla="*/ 21229 h 70884"/>
                      <a:gd name="connsiteX18" fmla="*/ 11986 w 54905"/>
                      <a:gd name="connsiteY18" fmla="*/ 34423 h 70884"/>
                      <a:gd name="connsiteX19" fmla="*/ 11986 w 54905"/>
                      <a:gd name="connsiteY19" fmla="*/ 36282 h 70884"/>
                      <a:gd name="connsiteX20" fmla="*/ 14468 w 54905"/>
                      <a:gd name="connsiteY20" fmla="*/ 49775 h 70884"/>
                      <a:gd name="connsiteX21" fmla="*/ 21611 w 54905"/>
                      <a:gd name="connsiteY21" fmla="*/ 58471 h 70884"/>
                      <a:gd name="connsiteX22" fmla="*/ 32750 w 54905"/>
                      <a:gd name="connsiteY22" fmla="*/ 61469 h 70884"/>
                      <a:gd name="connsiteX23" fmla="*/ 38985 w 54905"/>
                      <a:gd name="connsiteY23" fmla="*/ 60750 h 70884"/>
                      <a:gd name="connsiteX24" fmla="*/ 44433 w 54905"/>
                      <a:gd name="connsiteY24" fmla="*/ 58831 h 70884"/>
                      <a:gd name="connsiteX25" fmla="*/ 45704 w 54905"/>
                      <a:gd name="connsiteY25" fmla="*/ 49176 h 70884"/>
                      <a:gd name="connsiteX26" fmla="*/ 54785 w 54905"/>
                      <a:gd name="connsiteY26" fmla="*/ 49176 h 70884"/>
                      <a:gd name="connsiteX27" fmla="*/ 54785 w 54905"/>
                      <a:gd name="connsiteY27" fmla="*/ 65008 h 70884"/>
                      <a:gd name="connsiteX28" fmla="*/ 44978 w 54905"/>
                      <a:gd name="connsiteY28" fmla="*/ 69206 h 70884"/>
                      <a:gd name="connsiteX29" fmla="*/ 32508 w 54905"/>
                      <a:gd name="connsiteY29" fmla="*/ 70825 h 708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54905" h="70884">
                        <a:moveTo>
                          <a:pt x="32568" y="70885"/>
                        </a:moveTo>
                        <a:cubicBezTo>
                          <a:pt x="25728" y="70885"/>
                          <a:pt x="19856" y="69445"/>
                          <a:pt x="15013" y="66567"/>
                        </a:cubicBezTo>
                        <a:cubicBezTo>
                          <a:pt x="10170" y="63688"/>
                          <a:pt x="6417" y="59670"/>
                          <a:pt x="3874" y="54453"/>
                        </a:cubicBezTo>
                        <a:cubicBezTo>
                          <a:pt x="1332" y="49236"/>
                          <a:pt x="0" y="43239"/>
                          <a:pt x="0" y="36342"/>
                        </a:cubicBezTo>
                        <a:lnTo>
                          <a:pt x="0" y="34603"/>
                        </a:lnTo>
                        <a:cubicBezTo>
                          <a:pt x="0" y="27886"/>
                          <a:pt x="1271" y="21949"/>
                          <a:pt x="3814" y="16732"/>
                        </a:cubicBezTo>
                        <a:cubicBezTo>
                          <a:pt x="6356" y="11514"/>
                          <a:pt x="9988" y="7436"/>
                          <a:pt x="14771" y="4498"/>
                        </a:cubicBezTo>
                        <a:cubicBezTo>
                          <a:pt x="19493" y="1499"/>
                          <a:pt x="25183" y="0"/>
                          <a:pt x="31781" y="0"/>
                        </a:cubicBezTo>
                        <a:cubicBezTo>
                          <a:pt x="36382" y="0"/>
                          <a:pt x="40680" y="660"/>
                          <a:pt x="44615" y="2039"/>
                        </a:cubicBezTo>
                        <a:cubicBezTo>
                          <a:pt x="48550" y="3418"/>
                          <a:pt x="52000" y="5277"/>
                          <a:pt x="54906" y="7736"/>
                        </a:cubicBezTo>
                        <a:lnTo>
                          <a:pt x="54906" y="23628"/>
                        </a:lnTo>
                        <a:lnTo>
                          <a:pt x="45765" y="23628"/>
                        </a:lnTo>
                        <a:lnTo>
                          <a:pt x="44494" y="12954"/>
                        </a:lnTo>
                        <a:cubicBezTo>
                          <a:pt x="43465" y="12174"/>
                          <a:pt x="42254" y="11574"/>
                          <a:pt x="40983" y="11035"/>
                        </a:cubicBezTo>
                        <a:cubicBezTo>
                          <a:pt x="39711" y="10495"/>
                          <a:pt x="38319" y="10075"/>
                          <a:pt x="36806" y="9775"/>
                        </a:cubicBezTo>
                        <a:cubicBezTo>
                          <a:pt x="35292" y="9475"/>
                          <a:pt x="33658" y="9355"/>
                          <a:pt x="31842" y="9355"/>
                        </a:cubicBezTo>
                        <a:cubicBezTo>
                          <a:pt x="27665" y="9355"/>
                          <a:pt x="24093" y="10375"/>
                          <a:pt x="21127" y="12474"/>
                        </a:cubicBezTo>
                        <a:cubicBezTo>
                          <a:pt x="18161" y="14573"/>
                          <a:pt x="15860" y="17451"/>
                          <a:pt x="14347" y="21229"/>
                        </a:cubicBezTo>
                        <a:cubicBezTo>
                          <a:pt x="12773" y="25008"/>
                          <a:pt x="11986" y="29385"/>
                          <a:pt x="11986" y="34423"/>
                        </a:cubicBezTo>
                        <a:lnTo>
                          <a:pt x="11986" y="36282"/>
                        </a:lnTo>
                        <a:cubicBezTo>
                          <a:pt x="11986" y="41499"/>
                          <a:pt x="12834" y="45997"/>
                          <a:pt x="14468" y="49775"/>
                        </a:cubicBezTo>
                        <a:cubicBezTo>
                          <a:pt x="16103" y="53553"/>
                          <a:pt x="18524" y="56432"/>
                          <a:pt x="21611" y="58471"/>
                        </a:cubicBezTo>
                        <a:cubicBezTo>
                          <a:pt x="24699" y="60510"/>
                          <a:pt x="28452" y="61469"/>
                          <a:pt x="32750" y="61469"/>
                        </a:cubicBezTo>
                        <a:cubicBezTo>
                          <a:pt x="34868" y="61469"/>
                          <a:pt x="36927" y="61230"/>
                          <a:pt x="38985" y="60750"/>
                        </a:cubicBezTo>
                        <a:cubicBezTo>
                          <a:pt x="41043" y="60270"/>
                          <a:pt x="42859" y="59610"/>
                          <a:pt x="44433" y="58831"/>
                        </a:cubicBezTo>
                        <a:lnTo>
                          <a:pt x="45704" y="49176"/>
                        </a:lnTo>
                        <a:lnTo>
                          <a:pt x="54785" y="49176"/>
                        </a:lnTo>
                        <a:lnTo>
                          <a:pt x="54785" y="65008"/>
                        </a:lnTo>
                        <a:cubicBezTo>
                          <a:pt x="52121" y="66747"/>
                          <a:pt x="48852" y="68126"/>
                          <a:pt x="44978" y="69206"/>
                        </a:cubicBezTo>
                        <a:cubicBezTo>
                          <a:pt x="41104" y="70285"/>
                          <a:pt x="36927" y="70825"/>
                          <a:pt x="32508" y="70825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" name="Freeform 132">
                    <a:extLst>
                      <a:ext uri="{FF2B5EF4-FFF2-40B4-BE49-F238E27FC236}">
                        <a16:creationId xmlns:a16="http://schemas.microsoft.com/office/drawing/2014/main" id="{795FE151-BD18-5EF5-7633-C652DA3F5F37}"/>
                      </a:ext>
                    </a:extLst>
                  </p:cNvPr>
                  <p:cNvSpPr/>
                  <p:nvPr/>
                </p:nvSpPr>
                <p:spPr>
                  <a:xfrm>
                    <a:off x="2157283" y="442564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4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6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6" y="557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2" y="1139"/>
                          <a:pt x="36564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2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7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2" name="Freeform 133">
                    <a:extLst>
                      <a:ext uri="{FF2B5EF4-FFF2-40B4-BE49-F238E27FC236}">
                        <a16:creationId xmlns:a16="http://schemas.microsoft.com/office/drawing/2014/main" id="{83C463EB-9C6B-4E64-14F0-515AE98C1BFE}"/>
                      </a:ext>
                    </a:extLst>
                  </p:cNvPr>
                  <p:cNvSpPr/>
                  <p:nvPr/>
                </p:nvSpPr>
                <p:spPr>
                  <a:xfrm>
                    <a:off x="2211705" y="442504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2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2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" name="Freeform 134">
                    <a:extLst>
                      <a:ext uri="{FF2B5EF4-FFF2-40B4-BE49-F238E27FC236}">
                        <a16:creationId xmlns:a16="http://schemas.microsoft.com/office/drawing/2014/main" id="{48156FC9-A5CC-608D-C126-1EA966FF3FBA}"/>
                      </a:ext>
                    </a:extLst>
                  </p:cNvPr>
                  <p:cNvSpPr/>
                  <p:nvPr/>
                </p:nvSpPr>
                <p:spPr>
                  <a:xfrm>
                    <a:off x="2252082" y="442624"/>
                    <a:ext cx="53089" cy="71904"/>
                  </a:xfrm>
                  <a:custGeom>
                    <a:avLst/>
                    <a:gdLst>
                      <a:gd name="connsiteX0" fmla="*/ 605 w 53089"/>
                      <a:gd name="connsiteY0" fmla="*/ 71784 h 71904"/>
                      <a:gd name="connsiteX1" fmla="*/ 605 w 53089"/>
                      <a:gd name="connsiteY1" fmla="*/ 64468 h 71904"/>
                      <a:gd name="connsiteX2" fmla="*/ 7567 w 53089"/>
                      <a:gd name="connsiteY2" fmla="*/ 63029 h 71904"/>
                      <a:gd name="connsiteX3" fmla="*/ 7567 w 53089"/>
                      <a:gd name="connsiteY3" fmla="*/ 9655 h 71904"/>
                      <a:gd name="connsiteX4" fmla="*/ 0 w 53089"/>
                      <a:gd name="connsiteY4" fmla="*/ 8216 h 71904"/>
                      <a:gd name="connsiteX5" fmla="*/ 0 w 53089"/>
                      <a:gd name="connsiteY5" fmla="*/ 900 h 71904"/>
                      <a:gd name="connsiteX6" fmla="*/ 18403 w 53089"/>
                      <a:gd name="connsiteY6" fmla="*/ 900 h 71904"/>
                      <a:gd name="connsiteX7" fmla="*/ 19190 w 53089"/>
                      <a:gd name="connsiteY7" fmla="*/ 6957 h 71904"/>
                      <a:gd name="connsiteX8" fmla="*/ 25001 w 53089"/>
                      <a:gd name="connsiteY8" fmla="*/ 1799 h 71904"/>
                      <a:gd name="connsiteX9" fmla="*/ 33113 w 53089"/>
                      <a:gd name="connsiteY9" fmla="*/ 0 h 71904"/>
                      <a:gd name="connsiteX10" fmla="*/ 43888 w 53089"/>
                      <a:gd name="connsiteY10" fmla="*/ 3418 h 71904"/>
                      <a:gd name="connsiteX11" fmla="*/ 50729 w 53089"/>
                      <a:gd name="connsiteY11" fmla="*/ 12954 h 71904"/>
                      <a:gd name="connsiteX12" fmla="*/ 53090 w 53089"/>
                      <a:gd name="connsiteY12" fmla="*/ 27226 h 71904"/>
                      <a:gd name="connsiteX13" fmla="*/ 53090 w 53089"/>
                      <a:gd name="connsiteY13" fmla="*/ 28246 h 71904"/>
                      <a:gd name="connsiteX14" fmla="*/ 50729 w 53089"/>
                      <a:gd name="connsiteY14" fmla="*/ 41319 h 71904"/>
                      <a:gd name="connsiteX15" fmla="*/ 43888 w 53089"/>
                      <a:gd name="connsiteY15" fmla="*/ 50075 h 71904"/>
                      <a:gd name="connsiteX16" fmla="*/ 33113 w 53089"/>
                      <a:gd name="connsiteY16" fmla="*/ 53194 h 71904"/>
                      <a:gd name="connsiteX17" fmla="*/ 25304 w 53089"/>
                      <a:gd name="connsiteY17" fmla="*/ 51634 h 71904"/>
                      <a:gd name="connsiteX18" fmla="*/ 19553 w 53089"/>
                      <a:gd name="connsiteY18" fmla="*/ 47137 h 71904"/>
                      <a:gd name="connsiteX19" fmla="*/ 19553 w 53089"/>
                      <a:gd name="connsiteY19" fmla="*/ 63149 h 71904"/>
                      <a:gd name="connsiteX20" fmla="*/ 26938 w 53089"/>
                      <a:gd name="connsiteY20" fmla="*/ 64588 h 71904"/>
                      <a:gd name="connsiteX21" fmla="*/ 26938 w 53089"/>
                      <a:gd name="connsiteY21" fmla="*/ 71904 h 71904"/>
                      <a:gd name="connsiteX22" fmla="*/ 605 w 53089"/>
                      <a:gd name="connsiteY22" fmla="*/ 71904 h 71904"/>
                      <a:gd name="connsiteX23" fmla="*/ 29420 w 53089"/>
                      <a:gd name="connsiteY23" fmla="*/ 43898 h 71904"/>
                      <a:gd name="connsiteX24" fmla="*/ 38198 w 53089"/>
                      <a:gd name="connsiteY24" fmla="*/ 39580 h 71904"/>
                      <a:gd name="connsiteX25" fmla="*/ 41043 w 53089"/>
                      <a:gd name="connsiteY25" fmla="*/ 28126 h 71904"/>
                      <a:gd name="connsiteX26" fmla="*/ 41043 w 53089"/>
                      <a:gd name="connsiteY26" fmla="*/ 27107 h 71904"/>
                      <a:gd name="connsiteX27" fmla="*/ 39772 w 53089"/>
                      <a:gd name="connsiteY27" fmla="*/ 17811 h 71904"/>
                      <a:gd name="connsiteX28" fmla="*/ 35898 w 53089"/>
                      <a:gd name="connsiteY28" fmla="*/ 11574 h 71904"/>
                      <a:gd name="connsiteX29" fmla="*/ 29360 w 53089"/>
                      <a:gd name="connsiteY29" fmla="*/ 9355 h 71904"/>
                      <a:gd name="connsiteX30" fmla="*/ 23548 w 53089"/>
                      <a:gd name="connsiteY30" fmla="*/ 10855 h 71904"/>
                      <a:gd name="connsiteX31" fmla="*/ 19553 w 53089"/>
                      <a:gd name="connsiteY31" fmla="*/ 15053 h 71904"/>
                      <a:gd name="connsiteX32" fmla="*/ 19553 w 53089"/>
                      <a:gd name="connsiteY32" fmla="*/ 38501 h 71904"/>
                      <a:gd name="connsiteX33" fmla="*/ 23488 w 53089"/>
                      <a:gd name="connsiteY33" fmla="*/ 42519 h 71904"/>
                      <a:gd name="connsiteX34" fmla="*/ 29420 w 53089"/>
                      <a:gd name="connsiteY34" fmla="*/ 43898 h 719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53089" h="71904">
                        <a:moveTo>
                          <a:pt x="605" y="71784"/>
                        </a:moveTo>
                        <a:lnTo>
                          <a:pt x="605" y="64468"/>
                        </a:lnTo>
                        <a:lnTo>
                          <a:pt x="7567" y="63029"/>
                        </a:lnTo>
                        <a:lnTo>
                          <a:pt x="7567" y="9655"/>
                        </a:lnTo>
                        <a:lnTo>
                          <a:pt x="0" y="8216"/>
                        </a:lnTo>
                        <a:lnTo>
                          <a:pt x="0" y="900"/>
                        </a:lnTo>
                        <a:lnTo>
                          <a:pt x="18403" y="900"/>
                        </a:lnTo>
                        <a:lnTo>
                          <a:pt x="19190" y="6957"/>
                        </a:lnTo>
                        <a:cubicBezTo>
                          <a:pt x="20764" y="4738"/>
                          <a:pt x="22701" y="2999"/>
                          <a:pt x="25001" y="1799"/>
                        </a:cubicBezTo>
                        <a:cubicBezTo>
                          <a:pt x="27302" y="600"/>
                          <a:pt x="30026" y="0"/>
                          <a:pt x="33113" y="0"/>
                        </a:cubicBezTo>
                        <a:cubicBezTo>
                          <a:pt x="37290" y="0"/>
                          <a:pt x="40922" y="1139"/>
                          <a:pt x="43888" y="3418"/>
                        </a:cubicBezTo>
                        <a:cubicBezTo>
                          <a:pt x="46855" y="5697"/>
                          <a:pt x="49155" y="8876"/>
                          <a:pt x="50729" y="12954"/>
                        </a:cubicBezTo>
                        <a:cubicBezTo>
                          <a:pt x="52303" y="17032"/>
                          <a:pt x="53090" y="21769"/>
                          <a:pt x="53090" y="27226"/>
                        </a:cubicBezTo>
                        <a:lnTo>
                          <a:pt x="53090" y="28246"/>
                        </a:lnTo>
                        <a:cubicBezTo>
                          <a:pt x="53090" y="33223"/>
                          <a:pt x="52303" y="37601"/>
                          <a:pt x="50729" y="41319"/>
                        </a:cubicBezTo>
                        <a:cubicBezTo>
                          <a:pt x="49155" y="45038"/>
                          <a:pt x="46855" y="47976"/>
                          <a:pt x="43888" y="50075"/>
                        </a:cubicBezTo>
                        <a:cubicBezTo>
                          <a:pt x="40922" y="52174"/>
                          <a:pt x="37350" y="53194"/>
                          <a:pt x="33113" y="53194"/>
                        </a:cubicBezTo>
                        <a:cubicBezTo>
                          <a:pt x="30147" y="53194"/>
                          <a:pt x="27544" y="52654"/>
                          <a:pt x="25304" y="51634"/>
                        </a:cubicBezTo>
                        <a:cubicBezTo>
                          <a:pt x="23064" y="50615"/>
                          <a:pt x="21188" y="49116"/>
                          <a:pt x="19553" y="47137"/>
                        </a:cubicBezTo>
                        <a:lnTo>
                          <a:pt x="19553" y="63149"/>
                        </a:lnTo>
                        <a:lnTo>
                          <a:pt x="26938" y="64588"/>
                        </a:lnTo>
                        <a:lnTo>
                          <a:pt x="26938" y="71904"/>
                        </a:lnTo>
                        <a:lnTo>
                          <a:pt x="605" y="71904"/>
                        </a:lnTo>
                        <a:close/>
                        <a:moveTo>
                          <a:pt x="29420" y="43898"/>
                        </a:moveTo>
                        <a:cubicBezTo>
                          <a:pt x="33355" y="43898"/>
                          <a:pt x="36261" y="42459"/>
                          <a:pt x="38198" y="39580"/>
                        </a:cubicBezTo>
                        <a:cubicBezTo>
                          <a:pt x="40075" y="36702"/>
                          <a:pt x="41043" y="32864"/>
                          <a:pt x="41043" y="28126"/>
                        </a:cubicBezTo>
                        <a:lnTo>
                          <a:pt x="41043" y="27107"/>
                        </a:lnTo>
                        <a:cubicBezTo>
                          <a:pt x="41043" y="23568"/>
                          <a:pt x="40619" y="20450"/>
                          <a:pt x="39772" y="17811"/>
                        </a:cubicBezTo>
                        <a:cubicBezTo>
                          <a:pt x="38924" y="15172"/>
                          <a:pt x="37653" y="13074"/>
                          <a:pt x="35898" y="11574"/>
                        </a:cubicBezTo>
                        <a:cubicBezTo>
                          <a:pt x="34142" y="10075"/>
                          <a:pt x="31963" y="9355"/>
                          <a:pt x="29360" y="9355"/>
                        </a:cubicBezTo>
                        <a:cubicBezTo>
                          <a:pt x="27120" y="9355"/>
                          <a:pt x="25183" y="9835"/>
                          <a:pt x="23548" y="10855"/>
                        </a:cubicBezTo>
                        <a:cubicBezTo>
                          <a:pt x="21914" y="11874"/>
                          <a:pt x="20582" y="13253"/>
                          <a:pt x="19553" y="15053"/>
                        </a:cubicBezTo>
                        <a:lnTo>
                          <a:pt x="19553" y="38501"/>
                        </a:lnTo>
                        <a:cubicBezTo>
                          <a:pt x="20582" y="40240"/>
                          <a:pt x="21914" y="41559"/>
                          <a:pt x="23488" y="42519"/>
                        </a:cubicBezTo>
                        <a:cubicBezTo>
                          <a:pt x="25122" y="43478"/>
                          <a:pt x="27059" y="43898"/>
                          <a:pt x="29420" y="4389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4" name="Freeform 135">
                    <a:extLst>
                      <a:ext uri="{FF2B5EF4-FFF2-40B4-BE49-F238E27FC236}">
                        <a16:creationId xmlns:a16="http://schemas.microsoft.com/office/drawing/2014/main" id="{32988E9F-0ECC-3778-ACB8-555BAD672FD1}"/>
                      </a:ext>
                    </a:extLst>
                  </p:cNvPr>
                  <p:cNvSpPr/>
                  <p:nvPr/>
                </p:nvSpPr>
                <p:spPr>
                  <a:xfrm>
                    <a:off x="2313284" y="442564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4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7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7" y="557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3" y="1139"/>
                          <a:pt x="36564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3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7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5" name="Freeform 136">
                    <a:extLst>
                      <a:ext uri="{FF2B5EF4-FFF2-40B4-BE49-F238E27FC236}">
                        <a16:creationId xmlns:a16="http://schemas.microsoft.com/office/drawing/2014/main" id="{6ABC6784-1664-2B4C-7F9C-D56FCAAE8779}"/>
                      </a:ext>
                    </a:extLst>
                  </p:cNvPr>
                  <p:cNvSpPr/>
                  <p:nvPr/>
                </p:nvSpPr>
                <p:spPr>
                  <a:xfrm>
                    <a:off x="2367705" y="442504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1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1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" name="Freeform 137">
                    <a:extLst>
                      <a:ext uri="{FF2B5EF4-FFF2-40B4-BE49-F238E27FC236}">
                        <a16:creationId xmlns:a16="http://schemas.microsoft.com/office/drawing/2014/main" id="{D2DE6671-9B54-5516-C295-04942A70AABC}"/>
                      </a:ext>
                    </a:extLst>
                  </p:cNvPr>
                  <p:cNvSpPr/>
                  <p:nvPr/>
                </p:nvSpPr>
                <p:spPr>
                  <a:xfrm>
                    <a:off x="2409112" y="442564"/>
                    <a:ext cx="48247" cy="53133"/>
                  </a:xfrm>
                  <a:custGeom>
                    <a:avLst/>
                    <a:gdLst>
                      <a:gd name="connsiteX0" fmla="*/ 16708 w 48247"/>
                      <a:gd name="connsiteY0" fmla="*/ 53134 h 53133"/>
                      <a:gd name="connsiteX1" fmla="*/ 4419 w 48247"/>
                      <a:gd name="connsiteY1" fmla="*/ 49116 h 53133"/>
                      <a:gd name="connsiteX2" fmla="*/ 0 w 48247"/>
                      <a:gd name="connsiteY2" fmla="*/ 38021 h 53133"/>
                      <a:gd name="connsiteX3" fmla="*/ 2664 w 48247"/>
                      <a:gd name="connsiteY3" fmla="*/ 29565 h 53133"/>
                      <a:gd name="connsiteX4" fmla="*/ 10473 w 48247"/>
                      <a:gd name="connsiteY4" fmla="*/ 23868 h 53133"/>
                      <a:gd name="connsiteX5" fmla="*/ 23004 w 48247"/>
                      <a:gd name="connsiteY5" fmla="*/ 21829 h 53133"/>
                      <a:gd name="connsiteX6" fmla="*/ 30873 w 48247"/>
                      <a:gd name="connsiteY6" fmla="*/ 21829 h 53133"/>
                      <a:gd name="connsiteX7" fmla="*/ 30873 w 48247"/>
                      <a:gd name="connsiteY7" fmla="*/ 17511 h 53133"/>
                      <a:gd name="connsiteX8" fmla="*/ 28391 w 48247"/>
                      <a:gd name="connsiteY8" fmla="*/ 11035 h 53133"/>
                      <a:gd name="connsiteX9" fmla="*/ 21248 w 48247"/>
                      <a:gd name="connsiteY9" fmla="*/ 8636 h 53133"/>
                      <a:gd name="connsiteX10" fmla="*/ 16526 w 48247"/>
                      <a:gd name="connsiteY10" fmla="*/ 9295 h 53133"/>
                      <a:gd name="connsiteX11" fmla="*/ 12834 w 48247"/>
                      <a:gd name="connsiteY11" fmla="*/ 11094 h 53133"/>
                      <a:gd name="connsiteX12" fmla="*/ 11744 w 48247"/>
                      <a:gd name="connsiteY12" fmla="*/ 17991 h 53133"/>
                      <a:gd name="connsiteX13" fmla="*/ 2906 w 48247"/>
                      <a:gd name="connsiteY13" fmla="*/ 17991 h 53133"/>
                      <a:gd name="connsiteX14" fmla="*/ 2785 w 48247"/>
                      <a:gd name="connsiteY14" fmla="*/ 5337 h 53133"/>
                      <a:gd name="connsiteX15" fmla="*/ 11260 w 48247"/>
                      <a:gd name="connsiteY15" fmla="*/ 1439 h 53133"/>
                      <a:gd name="connsiteX16" fmla="*/ 21672 w 48247"/>
                      <a:gd name="connsiteY16" fmla="*/ 0 h 53133"/>
                      <a:gd name="connsiteX17" fmla="*/ 37169 w 48247"/>
                      <a:gd name="connsiteY17" fmla="*/ 4558 h 53133"/>
                      <a:gd name="connsiteX18" fmla="*/ 42859 w 48247"/>
                      <a:gd name="connsiteY18" fmla="*/ 17631 h 53133"/>
                      <a:gd name="connsiteX19" fmla="*/ 42859 w 48247"/>
                      <a:gd name="connsiteY19" fmla="*/ 40180 h 53133"/>
                      <a:gd name="connsiteX20" fmla="*/ 42859 w 48247"/>
                      <a:gd name="connsiteY20" fmla="*/ 42219 h 53133"/>
                      <a:gd name="connsiteX21" fmla="*/ 42980 w 48247"/>
                      <a:gd name="connsiteY21" fmla="*/ 44138 h 53133"/>
                      <a:gd name="connsiteX22" fmla="*/ 48247 w 48247"/>
                      <a:gd name="connsiteY22" fmla="*/ 44798 h 53133"/>
                      <a:gd name="connsiteX23" fmla="*/ 48247 w 48247"/>
                      <a:gd name="connsiteY23" fmla="*/ 52114 h 53133"/>
                      <a:gd name="connsiteX24" fmla="*/ 32508 w 48247"/>
                      <a:gd name="connsiteY24" fmla="*/ 52114 h 53133"/>
                      <a:gd name="connsiteX25" fmla="*/ 31600 w 48247"/>
                      <a:gd name="connsiteY25" fmla="*/ 48876 h 53133"/>
                      <a:gd name="connsiteX26" fmla="*/ 30994 w 48247"/>
                      <a:gd name="connsiteY26" fmla="*/ 45757 h 53133"/>
                      <a:gd name="connsiteX27" fmla="*/ 24759 w 48247"/>
                      <a:gd name="connsiteY27" fmla="*/ 51035 h 53133"/>
                      <a:gd name="connsiteX28" fmla="*/ 16526 w 48247"/>
                      <a:gd name="connsiteY28" fmla="*/ 53074 h 53133"/>
                      <a:gd name="connsiteX29" fmla="*/ 19432 w 48247"/>
                      <a:gd name="connsiteY29" fmla="*/ 43898 h 53133"/>
                      <a:gd name="connsiteX30" fmla="*/ 26212 w 48247"/>
                      <a:gd name="connsiteY30" fmla="*/ 42219 h 53133"/>
                      <a:gd name="connsiteX31" fmla="*/ 30934 w 48247"/>
                      <a:gd name="connsiteY31" fmla="*/ 37961 h 53133"/>
                      <a:gd name="connsiteX32" fmla="*/ 30934 w 48247"/>
                      <a:gd name="connsiteY32" fmla="*/ 29385 h 53133"/>
                      <a:gd name="connsiteX33" fmla="*/ 22883 w 48247"/>
                      <a:gd name="connsiteY33" fmla="*/ 29385 h 53133"/>
                      <a:gd name="connsiteX34" fmla="*/ 14710 w 48247"/>
                      <a:gd name="connsiteY34" fmla="*/ 31844 h 53133"/>
                      <a:gd name="connsiteX35" fmla="*/ 11986 w 48247"/>
                      <a:gd name="connsiteY35" fmla="*/ 37661 h 53133"/>
                      <a:gd name="connsiteX36" fmla="*/ 13923 w 48247"/>
                      <a:gd name="connsiteY36" fmla="*/ 42279 h 53133"/>
                      <a:gd name="connsiteX37" fmla="*/ 19432 w 48247"/>
                      <a:gd name="connsiteY37" fmla="*/ 4389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48247" h="53133">
                        <a:moveTo>
                          <a:pt x="16708" y="53134"/>
                        </a:moveTo>
                        <a:cubicBezTo>
                          <a:pt x="11441" y="53134"/>
                          <a:pt x="7385" y="51814"/>
                          <a:pt x="4419" y="49116"/>
                        </a:cubicBezTo>
                        <a:cubicBezTo>
                          <a:pt x="1513" y="46417"/>
                          <a:pt x="0" y="42759"/>
                          <a:pt x="0" y="38021"/>
                        </a:cubicBezTo>
                        <a:cubicBezTo>
                          <a:pt x="0" y="34783"/>
                          <a:pt x="908" y="31964"/>
                          <a:pt x="2664" y="29565"/>
                        </a:cubicBezTo>
                        <a:cubicBezTo>
                          <a:pt x="4419" y="27166"/>
                          <a:pt x="7083" y="25247"/>
                          <a:pt x="10473" y="23868"/>
                        </a:cubicBezTo>
                        <a:cubicBezTo>
                          <a:pt x="13923" y="22489"/>
                          <a:pt x="18100" y="21829"/>
                          <a:pt x="23004" y="21829"/>
                        </a:cubicBezTo>
                        <a:lnTo>
                          <a:pt x="30873" y="21829"/>
                        </a:lnTo>
                        <a:lnTo>
                          <a:pt x="30873" y="17511"/>
                        </a:lnTo>
                        <a:cubicBezTo>
                          <a:pt x="30873" y="14813"/>
                          <a:pt x="30026" y="12654"/>
                          <a:pt x="28391" y="11035"/>
                        </a:cubicBezTo>
                        <a:cubicBezTo>
                          <a:pt x="26757" y="9415"/>
                          <a:pt x="24396" y="8636"/>
                          <a:pt x="21248" y="8636"/>
                        </a:cubicBezTo>
                        <a:cubicBezTo>
                          <a:pt x="19493" y="8636"/>
                          <a:pt x="17919" y="8876"/>
                          <a:pt x="16526" y="9295"/>
                        </a:cubicBezTo>
                        <a:cubicBezTo>
                          <a:pt x="15134" y="9715"/>
                          <a:pt x="13923" y="10315"/>
                          <a:pt x="12834" y="11094"/>
                        </a:cubicBezTo>
                        <a:lnTo>
                          <a:pt x="11744" y="17991"/>
                        </a:lnTo>
                        <a:lnTo>
                          <a:pt x="2906" y="17991"/>
                        </a:lnTo>
                        <a:lnTo>
                          <a:pt x="2785" y="5337"/>
                        </a:lnTo>
                        <a:cubicBezTo>
                          <a:pt x="5327" y="3718"/>
                          <a:pt x="8172" y="2399"/>
                          <a:pt x="11260" y="1439"/>
                        </a:cubicBezTo>
                        <a:cubicBezTo>
                          <a:pt x="14408" y="480"/>
                          <a:pt x="17858" y="0"/>
                          <a:pt x="21672" y="0"/>
                        </a:cubicBezTo>
                        <a:cubicBezTo>
                          <a:pt x="28210" y="0"/>
                          <a:pt x="33416" y="1499"/>
                          <a:pt x="37169" y="4558"/>
                        </a:cubicBezTo>
                        <a:cubicBezTo>
                          <a:pt x="40922" y="7616"/>
                          <a:pt x="42859" y="11934"/>
                          <a:pt x="42859" y="17631"/>
                        </a:cubicBezTo>
                        <a:lnTo>
                          <a:pt x="42859" y="40180"/>
                        </a:lnTo>
                        <a:cubicBezTo>
                          <a:pt x="42859" y="40900"/>
                          <a:pt x="42859" y="41559"/>
                          <a:pt x="42859" y="42219"/>
                        </a:cubicBezTo>
                        <a:cubicBezTo>
                          <a:pt x="42859" y="42879"/>
                          <a:pt x="42859" y="43538"/>
                          <a:pt x="42980" y="44138"/>
                        </a:cubicBezTo>
                        <a:lnTo>
                          <a:pt x="48247" y="44798"/>
                        </a:lnTo>
                        <a:lnTo>
                          <a:pt x="48247" y="52114"/>
                        </a:lnTo>
                        <a:lnTo>
                          <a:pt x="32508" y="52114"/>
                        </a:lnTo>
                        <a:cubicBezTo>
                          <a:pt x="32205" y="51035"/>
                          <a:pt x="31902" y="49955"/>
                          <a:pt x="31600" y="48876"/>
                        </a:cubicBezTo>
                        <a:cubicBezTo>
                          <a:pt x="31297" y="47796"/>
                          <a:pt x="31115" y="46777"/>
                          <a:pt x="30994" y="45757"/>
                        </a:cubicBezTo>
                        <a:cubicBezTo>
                          <a:pt x="29299" y="47916"/>
                          <a:pt x="27180" y="49655"/>
                          <a:pt x="24759" y="51035"/>
                        </a:cubicBezTo>
                        <a:cubicBezTo>
                          <a:pt x="22338" y="52414"/>
                          <a:pt x="19553" y="53074"/>
                          <a:pt x="16526" y="53074"/>
                        </a:cubicBezTo>
                        <a:close/>
                        <a:moveTo>
                          <a:pt x="19432" y="43898"/>
                        </a:moveTo>
                        <a:cubicBezTo>
                          <a:pt x="21853" y="43898"/>
                          <a:pt x="24093" y="43358"/>
                          <a:pt x="26212" y="42219"/>
                        </a:cubicBezTo>
                        <a:cubicBezTo>
                          <a:pt x="28331" y="41080"/>
                          <a:pt x="29905" y="39700"/>
                          <a:pt x="30934" y="37961"/>
                        </a:cubicBezTo>
                        <a:lnTo>
                          <a:pt x="30934" y="29385"/>
                        </a:lnTo>
                        <a:lnTo>
                          <a:pt x="22883" y="29385"/>
                        </a:lnTo>
                        <a:cubicBezTo>
                          <a:pt x="19311" y="29385"/>
                          <a:pt x="16587" y="30225"/>
                          <a:pt x="14710" y="31844"/>
                        </a:cubicBezTo>
                        <a:cubicBezTo>
                          <a:pt x="12834" y="33463"/>
                          <a:pt x="11986" y="35442"/>
                          <a:pt x="11986" y="37661"/>
                        </a:cubicBezTo>
                        <a:cubicBezTo>
                          <a:pt x="11986" y="39640"/>
                          <a:pt x="12652" y="41200"/>
                          <a:pt x="13923" y="42279"/>
                        </a:cubicBezTo>
                        <a:cubicBezTo>
                          <a:pt x="15194" y="43358"/>
                          <a:pt x="17011" y="43898"/>
                          <a:pt x="19432" y="4389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7" name="Freeform 138">
                    <a:extLst>
                      <a:ext uri="{FF2B5EF4-FFF2-40B4-BE49-F238E27FC236}">
                        <a16:creationId xmlns:a16="http://schemas.microsoft.com/office/drawing/2014/main" id="{76FD1CDE-FEB9-63E4-11A9-7CCD5E6D20AE}"/>
                      </a:ext>
                    </a:extLst>
                  </p:cNvPr>
                  <p:cNvSpPr/>
                  <p:nvPr/>
                </p:nvSpPr>
                <p:spPr>
                  <a:xfrm>
                    <a:off x="2460265" y="431110"/>
                    <a:ext cx="31478" cy="64527"/>
                  </a:xfrm>
                  <a:custGeom>
                    <a:avLst/>
                    <a:gdLst>
                      <a:gd name="connsiteX0" fmla="*/ 21551 w 31478"/>
                      <a:gd name="connsiteY0" fmla="*/ 64528 h 64527"/>
                      <a:gd name="connsiteX1" fmla="*/ 11260 w 31478"/>
                      <a:gd name="connsiteY1" fmla="*/ 60870 h 64527"/>
                      <a:gd name="connsiteX2" fmla="*/ 7567 w 31478"/>
                      <a:gd name="connsiteY2" fmla="*/ 49176 h 64527"/>
                      <a:gd name="connsiteX3" fmla="*/ 7567 w 31478"/>
                      <a:gd name="connsiteY3" fmla="*/ 20990 h 64527"/>
                      <a:gd name="connsiteX4" fmla="*/ 0 w 31478"/>
                      <a:gd name="connsiteY4" fmla="*/ 20990 h 64527"/>
                      <a:gd name="connsiteX5" fmla="*/ 0 w 31478"/>
                      <a:gd name="connsiteY5" fmla="*/ 12474 h 64527"/>
                      <a:gd name="connsiteX6" fmla="*/ 7567 w 31478"/>
                      <a:gd name="connsiteY6" fmla="*/ 12474 h 64527"/>
                      <a:gd name="connsiteX7" fmla="*/ 7567 w 31478"/>
                      <a:gd name="connsiteY7" fmla="*/ 0 h 64527"/>
                      <a:gd name="connsiteX8" fmla="*/ 19553 w 31478"/>
                      <a:gd name="connsiteY8" fmla="*/ 0 h 64527"/>
                      <a:gd name="connsiteX9" fmla="*/ 19553 w 31478"/>
                      <a:gd name="connsiteY9" fmla="*/ 12474 h 64527"/>
                      <a:gd name="connsiteX10" fmla="*/ 29784 w 31478"/>
                      <a:gd name="connsiteY10" fmla="*/ 12474 h 64527"/>
                      <a:gd name="connsiteX11" fmla="*/ 29784 w 31478"/>
                      <a:gd name="connsiteY11" fmla="*/ 20990 h 64527"/>
                      <a:gd name="connsiteX12" fmla="*/ 19553 w 31478"/>
                      <a:gd name="connsiteY12" fmla="*/ 20990 h 64527"/>
                      <a:gd name="connsiteX13" fmla="*/ 19553 w 31478"/>
                      <a:gd name="connsiteY13" fmla="*/ 49176 h 64527"/>
                      <a:gd name="connsiteX14" fmla="*/ 20885 w 31478"/>
                      <a:gd name="connsiteY14" fmla="*/ 53913 h 64527"/>
                      <a:gd name="connsiteX15" fmla="*/ 24578 w 31478"/>
                      <a:gd name="connsiteY15" fmla="*/ 55412 h 64527"/>
                      <a:gd name="connsiteX16" fmla="*/ 27544 w 31478"/>
                      <a:gd name="connsiteY16" fmla="*/ 55173 h 64527"/>
                      <a:gd name="connsiteX17" fmla="*/ 30207 w 31478"/>
                      <a:gd name="connsiteY17" fmla="*/ 54693 h 64527"/>
                      <a:gd name="connsiteX18" fmla="*/ 31479 w 31478"/>
                      <a:gd name="connsiteY18" fmla="*/ 63089 h 64527"/>
                      <a:gd name="connsiteX19" fmla="*/ 26696 w 31478"/>
                      <a:gd name="connsiteY19" fmla="*/ 64108 h 64527"/>
                      <a:gd name="connsiteX20" fmla="*/ 21490 w 31478"/>
                      <a:gd name="connsiteY20" fmla="*/ 64528 h 645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1478" h="64527">
                        <a:moveTo>
                          <a:pt x="21551" y="64528"/>
                        </a:moveTo>
                        <a:cubicBezTo>
                          <a:pt x="17132" y="64528"/>
                          <a:pt x="13742" y="63329"/>
                          <a:pt x="11260" y="60870"/>
                        </a:cubicBezTo>
                        <a:cubicBezTo>
                          <a:pt x="8778" y="58411"/>
                          <a:pt x="7567" y="54513"/>
                          <a:pt x="7567" y="49176"/>
                        </a:cubicBezTo>
                        <a:lnTo>
                          <a:pt x="7567" y="20990"/>
                        </a:lnTo>
                        <a:lnTo>
                          <a:pt x="0" y="20990"/>
                        </a:lnTo>
                        <a:lnTo>
                          <a:pt x="0" y="12474"/>
                        </a:lnTo>
                        <a:lnTo>
                          <a:pt x="7567" y="12474"/>
                        </a:lnTo>
                        <a:lnTo>
                          <a:pt x="7567" y="0"/>
                        </a:lnTo>
                        <a:lnTo>
                          <a:pt x="19553" y="0"/>
                        </a:lnTo>
                        <a:lnTo>
                          <a:pt x="19553" y="12474"/>
                        </a:lnTo>
                        <a:lnTo>
                          <a:pt x="29784" y="12474"/>
                        </a:lnTo>
                        <a:lnTo>
                          <a:pt x="29784" y="20990"/>
                        </a:lnTo>
                        <a:lnTo>
                          <a:pt x="19553" y="20990"/>
                        </a:lnTo>
                        <a:lnTo>
                          <a:pt x="19553" y="49176"/>
                        </a:lnTo>
                        <a:cubicBezTo>
                          <a:pt x="19553" y="51334"/>
                          <a:pt x="19977" y="52954"/>
                          <a:pt x="20885" y="53913"/>
                        </a:cubicBezTo>
                        <a:cubicBezTo>
                          <a:pt x="21793" y="54933"/>
                          <a:pt x="23004" y="55412"/>
                          <a:pt x="24578" y="55412"/>
                        </a:cubicBezTo>
                        <a:cubicBezTo>
                          <a:pt x="25486" y="55412"/>
                          <a:pt x="26454" y="55352"/>
                          <a:pt x="27544" y="55173"/>
                        </a:cubicBezTo>
                        <a:cubicBezTo>
                          <a:pt x="28633" y="54993"/>
                          <a:pt x="29541" y="54873"/>
                          <a:pt x="30207" y="54693"/>
                        </a:cubicBezTo>
                        <a:lnTo>
                          <a:pt x="31479" y="63089"/>
                        </a:lnTo>
                        <a:cubicBezTo>
                          <a:pt x="30086" y="63508"/>
                          <a:pt x="28452" y="63868"/>
                          <a:pt x="26696" y="64108"/>
                        </a:cubicBezTo>
                        <a:cubicBezTo>
                          <a:pt x="24880" y="64408"/>
                          <a:pt x="23185" y="64528"/>
                          <a:pt x="21490" y="6452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8" name="Freeform 139">
                    <a:extLst>
                      <a:ext uri="{FF2B5EF4-FFF2-40B4-BE49-F238E27FC236}">
                        <a16:creationId xmlns:a16="http://schemas.microsoft.com/office/drawing/2014/main" id="{5355E58D-98C6-3448-4841-B59C3DABA472}"/>
                      </a:ext>
                    </a:extLst>
                  </p:cNvPr>
                  <p:cNvSpPr/>
                  <p:nvPr/>
                </p:nvSpPr>
                <p:spPr>
                  <a:xfrm>
                    <a:off x="2496465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591 w 44191"/>
                      <a:gd name="connsiteY22" fmla="*/ 21589 h 53193"/>
                      <a:gd name="connsiteX23" fmla="*/ 32629 w 44191"/>
                      <a:gd name="connsiteY23" fmla="*/ 21589 h 53193"/>
                      <a:gd name="connsiteX24" fmla="*/ 32629 w 44191"/>
                      <a:gd name="connsiteY24" fmla="*/ 20330 h 53193"/>
                      <a:gd name="connsiteX25" fmla="*/ 31600 w 44191"/>
                      <a:gd name="connsiteY25" fmla="*/ 14453 h 53193"/>
                      <a:gd name="connsiteX26" fmla="*/ 28391 w 44191"/>
                      <a:gd name="connsiteY26" fmla="*/ 10495 h 53193"/>
                      <a:gd name="connsiteX27" fmla="*/ 22883 w 44191"/>
                      <a:gd name="connsiteY27" fmla="*/ 9056 h 53193"/>
                      <a:gd name="connsiteX28" fmla="*/ 17798 w 44191"/>
                      <a:gd name="connsiteY28" fmla="*/ 10675 h 53193"/>
                      <a:gd name="connsiteX29" fmla="*/ 14286 w 44191"/>
                      <a:gd name="connsiteY29" fmla="*/ 15053 h 53193"/>
                      <a:gd name="connsiteX30" fmla="*/ 12470 w 44191"/>
                      <a:gd name="connsiteY30" fmla="*/ 21349 h 53193"/>
                      <a:gd name="connsiteX31" fmla="*/ 12591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591" y="21589"/>
                        </a:moveTo>
                        <a:lnTo>
                          <a:pt x="32629" y="21589"/>
                        </a:lnTo>
                        <a:lnTo>
                          <a:pt x="32629" y="20330"/>
                        </a:lnTo>
                        <a:cubicBezTo>
                          <a:pt x="32629" y="18111"/>
                          <a:pt x="32265" y="16132"/>
                          <a:pt x="31600" y="14453"/>
                        </a:cubicBezTo>
                        <a:cubicBezTo>
                          <a:pt x="30934" y="12774"/>
                          <a:pt x="29844" y="11454"/>
                          <a:pt x="28391" y="10495"/>
                        </a:cubicBezTo>
                        <a:cubicBezTo>
                          <a:pt x="26938" y="9535"/>
                          <a:pt x="25122" y="9056"/>
                          <a:pt x="22883" y="9056"/>
                        </a:cubicBezTo>
                        <a:cubicBezTo>
                          <a:pt x="20945" y="9056"/>
                          <a:pt x="19250" y="9595"/>
                          <a:pt x="17798" y="10675"/>
                        </a:cubicBezTo>
                        <a:cubicBezTo>
                          <a:pt x="16345" y="11754"/>
                          <a:pt x="15134" y="13193"/>
                          <a:pt x="14286" y="15053"/>
                        </a:cubicBezTo>
                        <a:cubicBezTo>
                          <a:pt x="13439" y="16912"/>
                          <a:pt x="12834" y="19011"/>
                          <a:pt x="12470" y="21349"/>
                        </a:cubicBezTo>
                        <a:lnTo>
                          <a:pt x="12591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9" name="Freeform 140">
                    <a:extLst>
                      <a:ext uri="{FF2B5EF4-FFF2-40B4-BE49-F238E27FC236}">
                        <a16:creationId xmlns:a16="http://schemas.microsoft.com/office/drawing/2014/main" id="{27505816-7942-07BF-8CE1-5DC0D01BEBEB}"/>
                      </a:ext>
                    </a:extLst>
                  </p:cNvPr>
                  <p:cNvSpPr/>
                  <p:nvPr/>
                </p:nvSpPr>
                <p:spPr>
                  <a:xfrm>
                    <a:off x="2571408" y="425773"/>
                    <a:ext cx="54179" cy="68965"/>
                  </a:xfrm>
                  <a:custGeom>
                    <a:avLst/>
                    <a:gdLst>
                      <a:gd name="connsiteX0" fmla="*/ 60 w 54179"/>
                      <a:gd name="connsiteY0" fmla="*/ 68966 h 68965"/>
                      <a:gd name="connsiteX1" fmla="*/ 60 w 54179"/>
                      <a:gd name="connsiteY1" fmla="*/ 61649 h 68965"/>
                      <a:gd name="connsiteX2" fmla="*/ 7627 w 54179"/>
                      <a:gd name="connsiteY2" fmla="*/ 60210 h 68965"/>
                      <a:gd name="connsiteX3" fmla="*/ 7627 w 54179"/>
                      <a:gd name="connsiteY3" fmla="*/ 8756 h 68965"/>
                      <a:gd name="connsiteX4" fmla="*/ 60 w 54179"/>
                      <a:gd name="connsiteY4" fmla="*/ 7316 h 68965"/>
                      <a:gd name="connsiteX5" fmla="*/ 60 w 54179"/>
                      <a:gd name="connsiteY5" fmla="*/ 0 h 68965"/>
                      <a:gd name="connsiteX6" fmla="*/ 53029 w 54179"/>
                      <a:gd name="connsiteY6" fmla="*/ 0 h 68965"/>
                      <a:gd name="connsiteX7" fmla="*/ 53029 w 54179"/>
                      <a:gd name="connsiteY7" fmla="*/ 17751 h 68965"/>
                      <a:gd name="connsiteX8" fmla="*/ 43646 w 54179"/>
                      <a:gd name="connsiteY8" fmla="*/ 17751 h 68965"/>
                      <a:gd name="connsiteX9" fmla="*/ 42859 w 54179"/>
                      <a:gd name="connsiteY9" fmla="*/ 9175 h 68965"/>
                      <a:gd name="connsiteX10" fmla="*/ 19674 w 54179"/>
                      <a:gd name="connsiteY10" fmla="*/ 9175 h 68965"/>
                      <a:gd name="connsiteX11" fmla="*/ 19674 w 54179"/>
                      <a:gd name="connsiteY11" fmla="*/ 28666 h 68965"/>
                      <a:gd name="connsiteX12" fmla="*/ 44070 w 54179"/>
                      <a:gd name="connsiteY12" fmla="*/ 28666 h 68965"/>
                      <a:gd name="connsiteX13" fmla="*/ 44070 w 54179"/>
                      <a:gd name="connsiteY13" fmla="*/ 37901 h 68965"/>
                      <a:gd name="connsiteX14" fmla="*/ 19674 w 54179"/>
                      <a:gd name="connsiteY14" fmla="*/ 37901 h 68965"/>
                      <a:gd name="connsiteX15" fmla="*/ 19674 w 54179"/>
                      <a:gd name="connsiteY15" fmla="*/ 59790 h 68965"/>
                      <a:gd name="connsiteX16" fmla="*/ 44131 w 54179"/>
                      <a:gd name="connsiteY16" fmla="*/ 59790 h 68965"/>
                      <a:gd name="connsiteX17" fmla="*/ 44917 w 54179"/>
                      <a:gd name="connsiteY17" fmla="*/ 51035 h 68965"/>
                      <a:gd name="connsiteX18" fmla="*/ 54179 w 54179"/>
                      <a:gd name="connsiteY18" fmla="*/ 51035 h 68965"/>
                      <a:gd name="connsiteX19" fmla="*/ 54179 w 54179"/>
                      <a:gd name="connsiteY19" fmla="*/ 68846 h 68965"/>
                      <a:gd name="connsiteX20" fmla="*/ 0 w 54179"/>
                      <a:gd name="connsiteY20" fmla="*/ 6884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4179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53029" y="0"/>
                        </a:lnTo>
                        <a:lnTo>
                          <a:pt x="53029" y="17751"/>
                        </a:lnTo>
                        <a:lnTo>
                          <a:pt x="43646" y="17751"/>
                        </a:lnTo>
                        <a:lnTo>
                          <a:pt x="42859" y="9175"/>
                        </a:lnTo>
                        <a:lnTo>
                          <a:pt x="19674" y="9175"/>
                        </a:lnTo>
                        <a:lnTo>
                          <a:pt x="19674" y="28666"/>
                        </a:lnTo>
                        <a:lnTo>
                          <a:pt x="44070" y="28666"/>
                        </a:lnTo>
                        <a:lnTo>
                          <a:pt x="44070" y="37901"/>
                        </a:lnTo>
                        <a:lnTo>
                          <a:pt x="19674" y="37901"/>
                        </a:lnTo>
                        <a:lnTo>
                          <a:pt x="19674" y="59790"/>
                        </a:lnTo>
                        <a:lnTo>
                          <a:pt x="44131" y="59790"/>
                        </a:lnTo>
                        <a:lnTo>
                          <a:pt x="44917" y="51035"/>
                        </a:lnTo>
                        <a:lnTo>
                          <a:pt x="54179" y="51035"/>
                        </a:lnTo>
                        <a:lnTo>
                          <a:pt x="54179" y="68846"/>
                        </a:lnTo>
                        <a:lnTo>
                          <a:pt x="0" y="6884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" name="Freeform 141">
                    <a:extLst>
                      <a:ext uri="{FF2B5EF4-FFF2-40B4-BE49-F238E27FC236}">
                        <a16:creationId xmlns:a16="http://schemas.microsoft.com/office/drawing/2014/main" id="{D2AB06EA-BF42-E691-46CE-041E13151538}"/>
                      </a:ext>
                    </a:extLst>
                  </p:cNvPr>
                  <p:cNvSpPr/>
                  <p:nvPr/>
                </p:nvSpPr>
                <p:spPr>
                  <a:xfrm>
                    <a:off x="2632368" y="443524"/>
                    <a:ext cx="57448" cy="51274"/>
                  </a:xfrm>
                  <a:custGeom>
                    <a:avLst/>
                    <a:gdLst>
                      <a:gd name="connsiteX0" fmla="*/ 0 w 57448"/>
                      <a:gd name="connsiteY0" fmla="*/ 51215 h 51274"/>
                      <a:gd name="connsiteX1" fmla="*/ 0 w 57448"/>
                      <a:gd name="connsiteY1" fmla="*/ 43898 h 51274"/>
                      <a:gd name="connsiteX2" fmla="*/ 6235 w 57448"/>
                      <a:gd name="connsiteY2" fmla="*/ 42939 h 51274"/>
                      <a:gd name="connsiteX3" fmla="*/ 21309 w 57448"/>
                      <a:gd name="connsiteY3" fmla="*/ 25427 h 51274"/>
                      <a:gd name="connsiteX4" fmla="*/ 6901 w 57448"/>
                      <a:gd name="connsiteY4" fmla="*/ 8276 h 51274"/>
                      <a:gd name="connsiteX5" fmla="*/ 1150 w 57448"/>
                      <a:gd name="connsiteY5" fmla="*/ 7316 h 51274"/>
                      <a:gd name="connsiteX6" fmla="*/ 1150 w 57448"/>
                      <a:gd name="connsiteY6" fmla="*/ 0 h 51274"/>
                      <a:gd name="connsiteX7" fmla="*/ 24517 w 57448"/>
                      <a:gd name="connsiteY7" fmla="*/ 0 h 51274"/>
                      <a:gd name="connsiteX8" fmla="*/ 24517 w 57448"/>
                      <a:gd name="connsiteY8" fmla="*/ 7136 h 51274"/>
                      <a:gd name="connsiteX9" fmla="*/ 20037 w 57448"/>
                      <a:gd name="connsiteY9" fmla="*/ 7676 h 51274"/>
                      <a:gd name="connsiteX10" fmla="*/ 28815 w 57448"/>
                      <a:gd name="connsiteY10" fmla="*/ 18831 h 51274"/>
                      <a:gd name="connsiteX11" fmla="*/ 37532 w 57448"/>
                      <a:gd name="connsiteY11" fmla="*/ 7676 h 51274"/>
                      <a:gd name="connsiteX12" fmla="*/ 32629 w 57448"/>
                      <a:gd name="connsiteY12" fmla="*/ 7136 h 51274"/>
                      <a:gd name="connsiteX13" fmla="*/ 32629 w 57448"/>
                      <a:gd name="connsiteY13" fmla="*/ 0 h 51274"/>
                      <a:gd name="connsiteX14" fmla="*/ 55330 w 57448"/>
                      <a:gd name="connsiteY14" fmla="*/ 0 h 51274"/>
                      <a:gd name="connsiteX15" fmla="*/ 55330 w 57448"/>
                      <a:gd name="connsiteY15" fmla="*/ 7316 h 51274"/>
                      <a:gd name="connsiteX16" fmla="*/ 49760 w 57448"/>
                      <a:gd name="connsiteY16" fmla="*/ 8276 h 51274"/>
                      <a:gd name="connsiteX17" fmla="*/ 36200 w 57448"/>
                      <a:gd name="connsiteY17" fmla="*/ 25068 h 51274"/>
                      <a:gd name="connsiteX18" fmla="*/ 51516 w 57448"/>
                      <a:gd name="connsiteY18" fmla="*/ 42939 h 51274"/>
                      <a:gd name="connsiteX19" fmla="*/ 57448 w 57448"/>
                      <a:gd name="connsiteY19" fmla="*/ 43898 h 51274"/>
                      <a:gd name="connsiteX20" fmla="*/ 57448 w 57448"/>
                      <a:gd name="connsiteY20" fmla="*/ 51215 h 51274"/>
                      <a:gd name="connsiteX21" fmla="*/ 32871 w 57448"/>
                      <a:gd name="connsiteY21" fmla="*/ 51215 h 51274"/>
                      <a:gd name="connsiteX22" fmla="*/ 32871 w 57448"/>
                      <a:gd name="connsiteY22" fmla="*/ 44138 h 51274"/>
                      <a:gd name="connsiteX23" fmla="*/ 38077 w 57448"/>
                      <a:gd name="connsiteY23" fmla="*/ 43598 h 51274"/>
                      <a:gd name="connsiteX24" fmla="*/ 28694 w 57448"/>
                      <a:gd name="connsiteY24" fmla="*/ 32204 h 51274"/>
                      <a:gd name="connsiteX25" fmla="*/ 19553 w 57448"/>
                      <a:gd name="connsiteY25" fmla="*/ 43658 h 51274"/>
                      <a:gd name="connsiteX26" fmla="*/ 24396 w 57448"/>
                      <a:gd name="connsiteY26" fmla="*/ 44198 h 51274"/>
                      <a:gd name="connsiteX27" fmla="*/ 24396 w 57448"/>
                      <a:gd name="connsiteY27" fmla="*/ 51275 h 51274"/>
                      <a:gd name="connsiteX28" fmla="*/ 60 w 57448"/>
                      <a:gd name="connsiteY28" fmla="*/ 51275 h 512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57448" h="51274">
                        <a:moveTo>
                          <a:pt x="0" y="51215"/>
                        </a:moveTo>
                        <a:lnTo>
                          <a:pt x="0" y="43898"/>
                        </a:lnTo>
                        <a:lnTo>
                          <a:pt x="6235" y="42939"/>
                        </a:lnTo>
                        <a:lnTo>
                          <a:pt x="21309" y="25427"/>
                        </a:lnTo>
                        <a:lnTo>
                          <a:pt x="6901" y="8276"/>
                        </a:lnTo>
                        <a:lnTo>
                          <a:pt x="1150" y="7316"/>
                        </a:lnTo>
                        <a:lnTo>
                          <a:pt x="1150" y="0"/>
                        </a:lnTo>
                        <a:lnTo>
                          <a:pt x="24517" y="0"/>
                        </a:lnTo>
                        <a:lnTo>
                          <a:pt x="24517" y="7136"/>
                        </a:lnTo>
                        <a:lnTo>
                          <a:pt x="20037" y="7676"/>
                        </a:lnTo>
                        <a:lnTo>
                          <a:pt x="28815" y="18831"/>
                        </a:lnTo>
                        <a:lnTo>
                          <a:pt x="37532" y="7676"/>
                        </a:lnTo>
                        <a:lnTo>
                          <a:pt x="32629" y="7136"/>
                        </a:lnTo>
                        <a:lnTo>
                          <a:pt x="32629" y="0"/>
                        </a:lnTo>
                        <a:lnTo>
                          <a:pt x="55330" y="0"/>
                        </a:lnTo>
                        <a:lnTo>
                          <a:pt x="55330" y="7316"/>
                        </a:lnTo>
                        <a:lnTo>
                          <a:pt x="49760" y="8276"/>
                        </a:lnTo>
                        <a:lnTo>
                          <a:pt x="36200" y="25068"/>
                        </a:lnTo>
                        <a:lnTo>
                          <a:pt x="51516" y="42939"/>
                        </a:lnTo>
                        <a:lnTo>
                          <a:pt x="57448" y="43898"/>
                        </a:lnTo>
                        <a:lnTo>
                          <a:pt x="57448" y="51215"/>
                        </a:lnTo>
                        <a:lnTo>
                          <a:pt x="32871" y="51215"/>
                        </a:lnTo>
                        <a:lnTo>
                          <a:pt x="32871" y="44138"/>
                        </a:lnTo>
                        <a:lnTo>
                          <a:pt x="38077" y="43598"/>
                        </a:lnTo>
                        <a:lnTo>
                          <a:pt x="28694" y="32204"/>
                        </a:lnTo>
                        <a:lnTo>
                          <a:pt x="19553" y="43658"/>
                        </a:lnTo>
                        <a:lnTo>
                          <a:pt x="24396" y="44198"/>
                        </a:lnTo>
                        <a:lnTo>
                          <a:pt x="24396" y="51275"/>
                        </a:lnTo>
                        <a:lnTo>
                          <a:pt x="60" y="51275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1" name="Freeform 142">
                    <a:extLst>
                      <a:ext uri="{FF2B5EF4-FFF2-40B4-BE49-F238E27FC236}">
                        <a16:creationId xmlns:a16="http://schemas.microsoft.com/office/drawing/2014/main" id="{31D9D047-6D56-4F4D-D433-90F541F14D72}"/>
                      </a:ext>
                    </a:extLst>
                  </p:cNvPr>
                  <p:cNvSpPr/>
                  <p:nvPr/>
                </p:nvSpPr>
                <p:spPr>
                  <a:xfrm>
                    <a:off x="2693812" y="442504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8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8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6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2" name="Freeform 143">
                    <a:extLst>
                      <a:ext uri="{FF2B5EF4-FFF2-40B4-BE49-F238E27FC236}">
                        <a16:creationId xmlns:a16="http://schemas.microsoft.com/office/drawing/2014/main" id="{6CC53339-8409-C6C2-ED83-8690BCD4847E}"/>
                      </a:ext>
                    </a:extLst>
                  </p:cNvPr>
                  <p:cNvSpPr/>
                  <p:nvPr/>
                </p:nvSpPr>
                <p:spPr>
                  <a:xfrm>
                    <a:off x="2745630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499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3" name="Freeform 144">
                    <a:extLst>
                      <a:ext uri="{FF2B5EF4-FFF2-40B4-BE49-F238E27FC236}">
                        <a16:creationId xmlns:a16="http://schemas.microsoft.com/office/drawing/2014/main" id="{A87067E5-37C4-3137-72B4-314614E94567}"/>
                      </a:ext>
                    </a:extLst>
                  </p:cNvPr>
                  <p:cNvSpPr/>
                  <p:nvPr/>
                </p:nvSpPr>
                <p:spPr>
                  <a:xfrm>
                    <a:off x="2795572" y="420855"/>
                    <a:ext cx="26817" cy="73883"/>
                  </a:xfrm>
                  <a:custGeom>
                    <a:avLst/>
                    <a:gdLst>
                      <a:gd name="connsiteX0" fmla="*/ 424 w 26817"/>
                      <a:gd name="connsiteY0" fmla="*/ 73883 h 73883"/>
                      <a:gd name="connsiteX1" fmla="*/ 424 w 26817"/>
                      <a:gd name="connsiteY1" fmla="*/ 66567 h 73883"/>
                      <a:gd name="connsiteX2" fmla="*/ 7628 w 26817"/>
                      <a:gd name="connsiteY2" fmla="*/ 65128 h 73883"/>
                      <a:gd name="connsiteX3" fmla="*/ 7628 w 26817"/>
                      <a:gd name="connsiteY3" fmla="*/ 8756 h 73883"/>
                      <a:gd name="connsiteX4" fmla="*/ 0 w 26817"/>
                      <a:gd name="connsiteY4" fmla="*/ 7316 h 73883"/>
                      <a:gd name="connsiteX5" fmla="*/ 0 w 26817"/>
                      <a:gd name="connsiteY5" fmla="*/ 0 h 73883"/>
                      <a:gd name="connsiteX6" fmla="*/ 19614 w 26817"/>
                      <a:gd name="connsiteY6" fmla="*/ 0 h 73883"/>
                      <a:gd name="connsiteX7" fmla="*/ 19614 w 26817"/>
                      <a:gd name="connsiteY7" fmla="*/ 65128 h 73883"/>
                      <a:gd name="connsiteX8" fmla="*/ 26817 w 26817"/>
                      <a:gd name="connsiteY8" fmla="*/ 66567 h 73883"/>
                      <a:gd name="connsiteX9" fmla="*/ 26817 w 26817"/>
                      <a:gd name="connsiteY9" fmla="*/ 73883 h 73883"/>
                      <a:gd name="connsiteX10" fmla="*/ 424 w 26817"/>
                      <a:gd name="connsiteY10" fmla="*/ 73883 h 73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817" h="73883">
                        <a:moveTo>
                          <a:pt x="424" y="73883"/>
                        </a:moveTo>
                        <a:lnTo>
                          <a:pt x="424" y="66567"/>
                        </a:lnTo>
                        <a:lnTo>
                          <a:pt x="7628" y="65128"/>
                        </a:lnTo>
                        <a:lnTo>
                          <a:pt x="7628" y="87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19614" y="0"/>
                        </a:lnTo>
                        <a:lnTo>
                          <a:pt x="19614" y="65128"/>
                        </a:lnTo>
                        <a:lnTo>
                          <a:pt x="26817" y="66567"/>
                        </a:lnTo>
                        <a:lnTo>
                          <a:pt x="26817" y="73883"/>
                        </a:lnTo>
                        <a:lnTo>
                          <a:pt x="424" y="738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4" name="Freeform 145">
                    <a:extLst>
                      <a:ext uri="{FF2B5EF4-FFF2-40B4-BE49-F238E27FC236}">
                        <a16:creationId xmlns:a16="http://schemas.microsoft.com/office/drawing/2014/main" id="{01841BE2-C055-6EB6-9B1F-0310F40EDFE9}"/>
                      </a:ext>
                    </a:extLst>
                  </p:cNvPr>
                  <p:cNvSpPr/>
                  <p:nvPr/>
                </p:nvSpPr>
                <p:spPr>
                  <a:xfrm>
                    <a:off x="2826748" y="420855"/>
                    <a:ext cx="26817" cy="73883"/>
                  </a:xfrm>
                  <a:custGeom>
                    <a:avLst/>
                    <a:gdLst>
                      <a:gd name="connsiteX0" fmla="*/ 424 w 26817"/>
                      <a:gd name="connsiteY0" fmla="*/ 73883 h 73883"/>
                      <a:gd name="connsiteX1" fmla="*/ 424 w 26817"/>
                      <a:gd name="connsiteY1" fmla="*/ 66567 h 73883"/>
                      <a:gd name="connsiteX2" fmla="*/ 7628 w 26817"/>
                      <a:gd name="connsiteY2" fmla="*/ 65128 h 73883"/>
                      <a:gd name="connsiteX3" fmla="*/ 7628 w 26817"/>
                      <a:gd name="connsiteY3" fmla="*/ 8756 h 73883"/>
                      <a:gd name="connsiteX4" fmla="*/ 0 w 26817"/>
                      <a:gd name="connsiteY4" fmla="*/ 7316 h 73883"/>
                      <a:gd name="connsiteX5" fmla="*/ 0 w 26817"/>
                      <a:gd name="connsiteY5" fmla="*/ 0 h 73883"/>
                      <a:gd name="connsiteX6" fmla="*/ 19614 w 26817"/>
                      <a:gd name="connsiteY6" fmla="*/ 0 h 73883"/>
                      <a:gd name="connsiteX7" fmla="*/ 19614 w 26817"/>
                      <a:gd name="connsiteY7" fmla="*/ 65128 h 73883"/>
                      <a:gd name="connsiteX8" fmla="*/ 26817 w 26817"/>
                      <a:gd name="connsiteY8" fmla="*/ 66567 h 73883"/>
                      <a:gd name="connsiteX9" fmla="*/ 26817 w 26817"/>
                      <a:gd name="connsiteY9" fmla="*/ 73883 h 73883"/>
                      <a:gd name="connsiteX10" fmla="*/ 424 w 26817"/>
                      <a:gd name="connsiteY10" fmla="*/ 73883 h 73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817" h="73883">
                        <a:moveTo>
                          <a:pt x="424" y="73883"/>
                        </a:moveTo>
                        <a:lnTo>
                          <a:pt x="424" y="66567"/>
                        </a:lnTo>
                        <a:lnTo>
                          <a:pt x="7628" y="65128"/>
                        </a:lnTo>
                        <a:lnTo>
                          <a:pt x="7628" y="87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19614" y="0"/>
                        </a:lnTo>
                        <a:lnTo>
                          <a:pt x="19614" y="65128"/>
                        </a:lnTo>
                        <a:lnTo>
                          <a:pt x="26817" y="66567"/>
                        </a:lnTo>
                        <a:lnTo>
                          <a:pt x="26817" y="73883"/>
                        </a:lnTo>
                        <a:lnTo>
                          <a:pt x="424" y="738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5" name="Freeform 146">
                    <a:extLst>
                      <a:ext uri="{FF2B5EF4-FFF2-40B4-BE49-F238E27FC236}">
                        <a16:creationId xmlns:a16="http://schemas.microsoft.com/office/drawing/2014/main" id="{27C723B0-1514-1CC9-25D9-2A9CF5570A2C}"/>
                      </a:ext>
                    </a:extLst>
                  </p:cNvPr>
                  <p:cNvSpPr/>
                  <p:nvPr/>
                </p:nvSpPr>
                <p:spPr>
                  <a:xfrm>
                    <a:off x="2858166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500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6" name="Freeform 147">
                    <a:extLst>
                      <a:ext uri="{FF2B5EF4-FFF2-40B4-BE49-F238E27FC236}">
                        <a16:creationId xmlns:a16="http://schemas.microsoft.com/office/drawing/2014/main" id="{E5981B56-0B71-7CA1-6303-C815D7392D67}"/>
                      </a:ext>
                    </a:extLst>
                  </p:cNvPr>
                  <p:cNvSpPr/>
                  <p:nvPr/>
                </p:nvSpPr>
                <p:spPr>
                  <a:xfrm>
                    <a:off x="2908411" y="442504"/>
                    <a:ext cx="58356" cy="52234"/>
                  </a:xfrm>
                  <a:custGeom>
                    <a:avLst/>
                    <a:gdLst>
                      <a:gd name="connsiteX0" fmla="*/ 424 w 58356"/>
                      <a:gd name="connsiteY0" fmla="*/ 52234 h 52234"/>
                      <a:gd name="connsiteX1" fmla="*/ 424 w 58356"/>
                      <a:gd name="connsiteY1" fmla="*/ 44918 h 52234"/>
                      <a:gd name="connsiteX2" fmla="*/ 7567 w 58356"/>
                      <a:gd name="connsiteY2" fmla="*/ 43478 h 52234"/>
                      <a:gd name="connsiteX3" fmla="*/ 7567 w 58356"/>
                      <a:gd name="connsiteY3" fmla="*/ 9715 h 52234"/>
                      <a:gd name="connsiteX4" fmla="*/ 0 w 58356"/>
                      <a:gd name="connsiteY4" fmla="*/ 8276 h 52234"/>
                      <a:gd name="connsiteX5" fmla="*/ 0 w 58356"/>
                      <a:gd name="connsiteY5" fmla="*/ 960 h 52234"/>
                      <a:gd name="connsiteX6" fmla="*/ 18645 w 58356"/>
                      <a:gd name="connsiteY6" fmla="*/ 960 h 52234"/>
                      <a:gd name="connsiteX7" fmla="*/ 19251 w 58356"/>
                      <a:gd name="connsiteY7" fmla="*/ 8396 h 52234"/>
                      <a:gd name="connsiteX8" fmla="*/ 25667 w 58356"/>
                      <a:gd name="connsiteY8" fmla="*/ 2219 h 52234"/>
                      <a:gd name="connsiteX9" fmla="*/ 34384 w 58356"/>
                      <a:gd name="connsiteY9" fmla="*/ 0 h 52234"/>
                      <a:gd name="connsiteX10" fmla="*/ 46794 w 58356"/>
                      <a:gd name="connsiteY10" fmla="*/ 4858 h 52234"/>
                      <a:gd name="connsiteX11" fmla="*/ 51213 w 58356"/>
                      <a:gd name="connsiteY11" fmla="*/ 20030 h 52234"/>
                      <a:gd name="connsiteX12" fmla="*/ 51213 w 58356"/>
                      <a:gd name="connsiteY12" fmla="*/ 43478 h 52234"/>
                      <a:gd name="connsiteX13" fmla="*/ 58357 w 58356"/>
                      <a:gd name="connsiteY13" fmla="*/ 44918 h 52234"/>
                      <a:gd name="connsiteX14" fmla="*/ 58357 w 58356"/>
                      <a:gd name="connsiteY14" fmla="*/ 52234 h 52234"/>
                      <a:gd name="connsiteX15" fmla="*/ 32447 w 58356"/>
                      <a:gd name="connsiteY15" fmla="*/ 52234 h 52234"/>
                      <a:gd name="connsiteX16" fmla="*/ 32447 w 58356"/>
                      <a:gd name="connsiteY16" fmla="*/ 44918 h 52234"/>
                      <a:gd name="connsiteX17" fmla="*/ 39167 w 58356"/>
                      <a:gd name="connsiteY17" fmla="*/ 43478 h 52234"/>
                      <a:gd name="connsiteX18" fmla="*/ 39167 w 58356"/>
                      <a:gd name="connsiteY18" fmla="*/ 20150 h 52234"/>
                      <a:gd name="connsiteX19" fmla="*/ 36806 w 58356"/>
                      <a:gd name="connsiteY19" fmla="*/ 11874 h 52234"/>
                      <a:gd name="connsiteX20" fmla="*/ 29844 w 58356"/>
                      <a:gd name="connsiteY20" fmla="*/ 9415 h 52234"/>
                      <a:gd name="connsiteX21" fmla="*/ 23730 w 58356"/>
                      <a:gd name="connsiteY21" fmla="*/ 10975 h 52234"/>
                      <a:gd name="connsiteX22" fmla="*/ 19493 w 58356"/>
                      <a:gd name="connsiteY22" fmla="*/ 15232 h 52234"/>
                      <a:gd name="connsiteX23" fmla="*/ 19493 w 58356"/>
                      <a:gd name="connsiteY23" fmla="*/ 43418 h 52234"/>
                      <a:gd name="connsiteX24" fmla="*/ 26030 w 58356"/>
                      <a:gd name="connsiteY24" fmla="*/ 44858 h 52234"/>
                      <a:gd name="connsiteX25" fmla="*/ 26030 w 58356"/>
                      <a:gd name="connsiteY25" fmla="*/ 52174 h 52234"/>
                      <a:gd name="connsiteX26" fmla="*/ 303 w 58356"/>
                      <a:gd name="connsiteY26" fmla="*/ 5217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58356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1" y="8396"/>
                        </a:lnTo>
                        <a:cubicBezTo>
                          <a:pt x="20946" y="5757"/>
                          <a:pt x="23125" y="3658"/>
                          <a:pt x="25667" y="2219"/>
                        </a:cubicBezTo>
                        <a:cubicBezTo>
                          <a:pt x="28210" y="780"/>
                          <a:pt x="31115" y="0"/>
                          <a:pt x="34384" y="0"/>
                        </a:cubicBezTo>
                        <a:cubicBezTo>
                          <a:pt x="39711" y="0"/>
                          <a:pt x="43828" y="1619"/>
                          <a:pt x="46794" y="4858"/>
                        </a:cubicBezTo>
                        <a:cubicBezTo>
                          <a:pt x="49760" y="8096"/>
                          <a:pt x="51213" y="13133"/>
                          <a:pt x="51213" y="20030"/>
                        </a:cubicBezTo>
                        <a:lnTo>
                          <a:pt x="51213" y="43478"/>
                        </a:lnTo>
                        <a:lnTo>
                          <a:pt x="58357" y="44918"/>
                        </a:lnTo>
                        <a:lnTo>
                          <a:pt x="58357" y="52234"/>
                        </a:lnTo>
                        <a:lnTo>
                          <a:pt x="32447" y="52234"/>
                        </a:lnTo>
                        <a:lnTo>
                          <a:pt x="32447" y="44918"/>
                        </a:lnTo>
                        <a:lnTo>
                          <a:pt x="39167" y="43478"/>
                        </a:lnTo>
                        <a:lnTo>
                          <a:pt x="39167" y="20150"/>
                        </a:lnTo>
                        <a:cubicBezTo>
                          <a:pt x="39167" y="16252"/>
                          <a:pt x="38380" y="13493"/>
                          <a:pt x="36806" y="11874"/>
                        </a:cubicBezTo>
                        <a:cubicBezTo>
                          <a:pt x="35232" y="10255"/>
                          <a:pt x="32931" y="9415"/>
                          <a:pt x="29844" y="9415"/>
                        </a:cubicBezTo>
                        <a:cubicBezTo>
                          <a:pt x="27544" y="9415"/>
                          <a:pt x="25486" y="9955"/>
                          <a:pt x="23730" y="10975"/>
                        </a:cubicBezTo>
                        <a:cubicBezTo>
                          <a:pt x="21975" y="11994"/>
                          <a:pt x="20582" y="13433"/>
                          <a:pt x="19493" y="15232"/>
                        </a:cubicBezTo>
                        <a:lnTo>
                          <a:pt x="19493" y="43418"/>
                        </a:lnTo>
                        <a:lnTo>
                          <a:pt x="26030" y="44858"/>
                        </a:lnTo>
                        <a:lnTo>
                          <a:pt x="26030" y="52174"/>
                        </a:lnTo>
                        <a:lnTo>
                          <a:pt x="303" y="5217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7" name="Freeform 148">
                    <a:extLst>
                      <a:ext uri="{FF2B5EF4-FFF2-40B4-BE49-F238E27FC236}">
                        <a16:creationId xmlns:a16="http://schemas.microsoft.com/office/drawing/2014/main" id="{92C3ADA3-0079-FCD8-ED2C-DEC1DB4D65CF}"/>
                      </a:ext>
                    </a:extLst>
                  </p:cNvPr>
                  <p:cNvSpPr/>
                  <p:nvPr/>
                </p:nvSpPr>
                <p:spPr>
                  <a:xfrm>
                    <a:off x="2971913" y="442504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7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7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6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8" name="Freeform 149">
                    <a:extLst>
                      <a:ext uri="{FF2B5EF4-FFF2-40B4-BE49-F238E27FC236}">
                        <a16:creationId xmlns:a16="http://schemas.microsoft.com/office/drawing/2014/main" id="{DFCAD123-5F01-A0C2-746B-7A1CE51CFD0D}"/>
                      </a:ext>
                    </a:extLst>
                  </p:cNvPr>
                  <p:cNvSpPr/>
                  <p:nvPr/>
                </p:nvSpPr>
                <p:spPr>
                  <a:xfrm>
                    <a:off x="3023792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1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592 w 44191"/>
                      <a:gd name="connsiteY22" fmla="*/ 21589 h 53193"/>
                      <a:gd name="connsiteX23" fmla="*/ 32629 w 44191"/>
                      <a:gd name="connsiteY23" fmla="*/ 21589 h 53193"/>
                      <a:gd name="connsiteX24" fmla="*/ 32629 w 44191"/>
                      <a:gd name="connsiteY24" fmla="*/ 20330 h 53193"/>
                      <a:gd name="connsiteX25" fmla="*/ 31600 w 44191"/>
                      <a:gd name="connsiteY25" fmla="*/ 14453 h 53193"/>
                      <a:gd name="connsiteX26" fmla="*/ 28391 w 44191"/>
                      <a:gd name="connsiteY26" fmla="*/ 10495 h 53193"/>
                      <a:gd name="connsiteX27" fmla="*/ 22883 w 44191"/>
                      <a:gd name="connsiteY27" fmla="*/ 9056 h 53193"/>
                      <a:gd name="connsiteX28" fmla="*/ 17798 w 44191"/>
                      <a:gd name="connsiteY28" fmla="*/ 10675 h 53193"/>
                      <a:gd name="connsiteX29" fmla="*/ 14287 w 44191"/>
                      <a:gd name="connsiteY29" fmla="*/ 15053 h 53193"/>
                      <a:gd name="connsiteX30" fmla="*/ 12471 w 44191"/>
                      <a:gd name="connsiteY30" fmla="*/ 21349 h 53193"/>
                      <a:gd name="connsiteX31" fmla="*/ 1259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1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4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4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1" y="29925"/>
                        </a:lnTo>
                        <a:lnTo>
                          <a:pt x="12349" y="30165"/>
                        </a:lnTo>
                        <a:cubicBezTo>
                          <a:pt x="12471" y="32864"/>
                          <a:pt x="13015" y="35203"/>
                          <a:pt x="14044" y="37301"/>
                        </a:cubicBezTo>
                        <a:cubicBezTo>
                          <a:pt x="15074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592" y="21589"/>
                        </a:moveTo>
                        <a:lnTo>
                          <a:pt x="32629" y="21589"/>
                        </a:lnTo>
                        <a:lnTo>
                          <a:pt x="32629" y="20330"/>
                        </a:lnTo>
                        <a:cubicBezTo>
                          <a:pt x="32629" y="18111"/>
                          <a:pt x="32266" y="16132"/>
                          <a:pt x="31600" y="14453"/>
                        </a:cubicBezTo>
                        <a:cubicBezTo>
                          <a:pt x="30934" y="12774"/>
                          <a:pt x="29844" y="11454"/>
                          <a:pt x="28391" y="10495"/>
                        </a:cubicBezTo>
                        <a:cubicBezTo>
                          <a:pt x="26938" y="9535"/>
                          <a:pt x="25122" y="9056"/>
                          <a:pt x="22883" y="9056"/>
                        </a:cubicBezTo>
                        <a:cubicBezTo>
                          <a:pt x="20946" y="9056"/>
                          <a:pt x="19251" y="9595"/>
                          <a:pt x="17798" y="10675"/>
                        </a:cubicBezTo>
                        <a:cubicBezTo>
                          <a:pt x="16345" y="11754"/>
                          <a:pt x="15134" y="13193"/>
                          <a:pt x="14287" y="15053"/>
                        </a:cubicBezTo>
                        <a:cubicBezTo>
                          <a:pt x="13439" y="16912"/>
                          <a:pt x="12834" y="19011"/>
                          <a:pt x="12471" y="21349"/>
                        </a:cubicBezTo>
                        <a:lnTo>
                          <a:pt x="1259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27BA394D-3045-2446-684A-44D4D927BC04}"/>
              </a:ext>
            </a:extLst>
          </p:cNvPr>
          <p:cNvSpPr txBox="1">
            <a:spLocks/>
          </p:cNvSpPr>
          <p:nvPr/>
        </p:nvSpPr>
        <p:spPr>
          <a:xfrm>
            <a:off x="211870" y="1026717"/>
            <a:ext cx="8149524" cy="4670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9875">
              <a:lnSpc>
                <a:spcPct val="100000"/>
              </a:lnSpc>
              <a:spcBef>
                <a:spcPts val="1025"/>
              </a:spcBef>
            </a:pPr>
            <a: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Slab" pitchFamily="2" charset="0"/>
                <a:ea typeface="Roboto Slab" pitchFamily="2" charset="0"/>
                <a:cs typeface="+mn-cs"/>
              </a:rPr>
              <a:t>Verifying Hyper-V Installation</a:t>
            </a:r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  <a:latin typeface="Roboto Slab" pitchFamily="2" charset="0"/>
              <a:ea typeface="Roboto Slab" pitchFamily="2" charset="0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F60617-39AB-1AF9-3652-563024096079}"/>
              </a:ext>
            </a:extLst>
          </p:cNvPr>
          <p:cNvSpPr txBox="1"/>
          <p:nvPr/>
        </p:nvSpPr>
        <p:spPr>
          <a:xfrm>
            <a:off x="485396" y="1517577"/>
            <a:ext cx="10735926" cy="702180"/>
          </a:xfrm>
          <a:prstGeom prst="rect">
            <a:avLst/>
          </a:prstGeom>
          <a:solidFill>
            <a:srgbClr val="F0F0F0"/>
          </a:solidFill>
          <a:ln>
            <a:solidFill>
              <a:srgbClr val="FF6600"/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400" b="1">
                <a:latin typeface="Roboto Slab" pitchFamily="2" charset="0"/>
                <a:ea typeface="Roboto Slab" pitchFamily="2" charset="0"/>
              </a:rPr>
              <a:t>Verification Checkpoint: </a:t>
            </a:r>
            <a:r>
              <a:rPr lang="en-US" sz="1400">
                <a:latin typeface="Roboto Slab" pitchFamily="2" charset="0"/>
                <a:ea typeface="Roboto Slab" pitchFamily="2" charset="0"/>
              </a:rPr>
              <a:t>Conﬁrming Hyper-V installation prevents 78% of common VM startup failures caused by incomplete setup (Microsoft Support, 2025)</a:t>
            </a:r>
            <a:endParaRPr lang="en-IN" sz="1400" dirty="0">
              <a:latin typeface="Roboto Slab" pitchFamily="2" charset="0"/>
              <a:ea typeface="Roboto Slab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4078FF4-E550-7D04-3F18-117FBDA12C85}"/>
              </a:ext>
            </a:extLst>
          </p:cNvPr>
          <p:cNvGrpSpPr/>
          <p:nvPr/>
        </p:nvGrpSpPr>
        <p:grpSpPr>
          <a:xfrm>
            <a:off x="1059899" y="2331611"/>
            <a:ext cx="9348302" cy="4267231"/>
            <a:chOff x="530225" y="1408352"/>
            <a:chExt cx="11311446" cy="5163350"/>
          </a:xfrm>
        </p:grpSpPr>
        <p:grpSp>
          <p:nvGrpSpPr>
            <p:cNvPr id="14" name="object 6">
              <a:extLst>
                <a:ext uri="{FF2B5EF4-FFF2-40B4-BE49-F238E27FC236}">
                  <a16:creationId xmlns:a16="http://schemas.microsoft.com/office/drawing/2014/main" id="{F1F9280F-5520-D64C-E326-3FF238C44553}"/>
                </a:ext>
              </a:extLst>
            </p:cNvPr>
            <p:cNvGrpSpPr/>
            <p:nvPr/>
          </p:nvGrpSpPr>
          <p:grpSpPr>
            <a:xfrm>
              <a:off x="542925" y="3530983"/>
              <a:ext cx="11127740" cy="1889760"/>
              <a:chOff x="542925" y="3530983"/>
              <a:chExt cx="11127740" cy="1889760"/>
            </a:xfrm>
          </p:grpSpPr>
          <p:sp>
            <p:nvSpPr>
              <p:cNvPr id="271" name="object 7">
                <a:extLst>
                  <a:ext uri="{FF2B5EF4-FFF2-40B4-BE49-F238E27FC236}">
                    <a16:creationId xmlns:a16="http://schemas.microsoft.com/office/drawing/2014/main" id="{09398BC1-1C78-25FA-8320-679819C7EEA3}"/>
                  </a:ext>
                </a:extLst>
              </p:cNvPr>
              <p:cNvSpPr/>
              <p:nvPr/>
            </p:nvSpPr>
            <p:spPr>
              <a:xfrm>
                <a:off x="546944" y="3535003"/>
                <a:ext cx="11119485" cy="1881505"/>
              </a:xfrm>
              <a:custGeom>
                <a:avLst/>
                <a:gdLst/>
                <a:ahLst/>
                <a:cxnLst/>
                <a:rect l="l" t="t" r="r" b="b"/>
                <a:pathLst>
                  <a:path w="11119485" h="1881504">
                    <a:moveTo>
                      <a:pt x="11047761" y="1881327"/>
                    </a:moveTo>
                    <a:lnTo>
                      <a:pt x="71363" y="1881327"/>
                    </a:lnTo>
                    <a:lnTo>
                      <a:pt x="66396" y="1880837"/>
                    </a:lnTo>
                    <a:lnTo>
                      <a:pt x="29775" y="1865667"/>
                    </a:lnTo>
                    <a:lnTo>
                      <a:pt x="3894" y="1829543"/>
                    </a:lnTo>
                    <a:lnTo>
                      <a:pt x="0" y="1809963"/>
                    </a:lnTo>
                    <a:lnTo>
                      <a:pt x="0" y="1804948"/>
                    </a:lnTo>
                    <a:lnTo>
                      <a:pt x="0" y="71363"/>
                    </a:lnTo>
                    <a:lnTo>
                      <a:pt x="15658" y="29774"/>
                    </a:lnTo>
                    <a:lnTo>
                      <a:pt x="51783" y="3894"/>
                    </a:lnTo>
                    <a:lnTo>
                      <a:pt x="71363" y="0"/>
                    </a:lnTo>
                    <a:lnTo>
                      <a:pt x="11047761" y="0"/>
                    </a:lnTo>
                    <a:lnTo>
                      <a:pt x="11089349" y="15657"/>
                    </a:lnTo>
                    <a:lnTo>
                      <a:pt x="11115228" y="51782"/>
                    </a:lnTo>
                    <a:lnTo>
                      <a:pt x="11119125" y="71363"/>
                    </a:lnTo>
                    <a:lnTo>
                      <a:pt x="11119125" y="1809963"/>
                    </a:lnTo>
                    <a:lnTo>
                      <a:pt x="11103465" y="1851551"/>
                    </a:lnTo>
                    <a:lnTo>
                      <a:pt x="11067340" y="1877431"/>
                    </a:lnTo>
                    <a:lnTo>
                      <a:pt x="11052728" y="1880837"/>
                    </a:lnTo>
                    <a:lnTo>
                      <a:pt x="11047761" y="1881327"/>
                    </a:lnTo>
                    <a:close/>
                  </a:path>
                </a:pathLst>
              </a:custGeom>
              <a:solidFill>
                <a:srgbClr val="F7FAFB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72" name="object 8">
                <a:extLst>
                  <a:ext uri="{FF2B5EF4-FFF2-40B4-BE49-F238E27FC236}">
                    <a16:creationId xmlns:a16="http://schemas.microsoft.com/office/drawing/2014/main" id="{B78AE0C5-2760-154A-C5F3-862EFC60AD26}"/>
                  </a:ext>
                </a:extLst>
              </p:cNvPr>
              <p:cNvSpPr/>
              <p:nvPr/>
            </p:nvSpPr>
            <p:spPr>
              <a:xfrm>
                <a:off x="546944" y="3535003"/>
                <a:ext cx="11119485" cy="1881505"/>
              </a:xfrm>
              <a:custGeom>
                <a:avLst/>
                <a:gdLst/>
                <a:ahLst/>
                <a:cxnLst/>
                <a:rect l="l" t="t" r="r" b="b"/>
                <a:pathLst>
                  <a:path w="11119485" h="1881504">
                    <a:moveTo>
                      <a:pt x="0" y="1804948"/>
                    </a:moveTo>
                    <a:lnTo>
                      <a:pt x="0" y="76378"/>
                    </a:lnTo>
                    <a:lnTo>
                      <a:pt x="0" y="71363"/>
                    </a:lnTo>
                    <a:lnTo>
                      <a:pt x="489" y="66396"/>
                    </a:lnTo>
                    <a:lnTo>
                      <a:pt x="12872" y="33944"/>
                    </a:lnTo>
                    <a:lnTo>
                      <a:pt x="15658" y="29774"/>
                    </a:lnTo>
                    <a:lnTo>
                      <a:pt x="33944" y="12871"/>
                    </a:lnTo>
                    <a:lnTo>
                      <a:pt x="38114" y="10085"/>
                    </a:lnTo>
                    <a:lnTo>
                      <a:pt x="71363" y="0"/>
                    </a:lnTo>
                    <a:lnTo>
                      <a:pt x="76378" y="0"/>
                    </a:lnTo>
                    <a:lnTo>
                      <a:pt x="11042746" y="0"/>
                    </a:lnTo>
                    <a:lnTo>
                      <a:pt x="11047761" y="0"/>
                    </a:lnTo>
                    <a:lnTo>
                      <a:pt x="11052728" y="489"/>
                    </a:lnTo>
                    <a:lnTo>
                      <a:pt x="11085179" y="12871"/>
                    </a:lnTo>
                    <a:lnTo>
                      <a:pt x="11089349" y="15657"/>
                    </a:lnTo>
                    <a:lnTo>
                      <a:pt x="11106251" y="33944"/>
                    </a:lnTo>
                    <a:lnTo>
                      <a:pt x="11109037" y="38113"/>
                    </a:lnTo>
                    <a:lnTo>
                      <a:pt x="11119125" y="71363"/>
                    </a:lnTo>
                    <a:lnTo>
                      <a:pt x="11119125" y="76378"/>
                    </a:lnTo>
                    <a:lnTo>
                      <a:pt x="11119125" y="1804948"/>
                    </a:lnTo>
                    <a:lnTo>
                      <a:pt x="11119125" y="1809963"/>
                    </a:lnTo>
                    <a:lnTo>
                      <a:pt x="11118635" y="1814930"/>
                    </a:lnTo>
                    <a:lnTo>
                      <a:pt x="11103465" y="1851551"/>
                    </a:lnTo>
                    <a:lnTo>
                      <a:pt x="11085179" y="1868454"/>
                    </a:lnTo>
                    <a:lnTo>
                      <a:pt x="11081008" y="1871240"/>
                    </a:lnTo>
                    <a:lnTo>
                      <a:pt x="11076607" y="1873593"/>
                    </a:lnTo>
                    <a:lnTo>
                      <a:pt x="11071973" y="1875512"/>
                    </a:lnTo>
                    <a:lnTo>
                      <a:pt x="11067340" y="1877431"/>
                    </a:lnTo>
                    <a:lnTo>
                      <a:pt x="11062564" y="1878880"/>
                    </a:lnTo>
                    <a:lnTo>
                      <a:pt x="11057646" y="1879858"/>
                    </a:lnTo>
                    <a:lnTo>
                      <a:pt x="11052728" y="1880837"/>
                    </a:lnTo>
                    <a:lnTo>
                      <a:pt x="11047761" y="1881327"/>
                    </a:lnTo>
                    <a:lnTo>
                      <a:pt x="11042746" y="1881327"/>
                    </a:lnTo>
                    <a:lnTo>
                      <a:pt x="76378" y="1881327"/>
                    </a:lnTo>
                    <a:lnTo>
                      <a:pt x="71363" y="1881327"/>
                    </a:lnTo>
                    <a:lnTo>
                      <a:pt x="66396" y="1880837"/>
                    </a:lnTo>
                    <a:lnTo>
                      <a:pt x="61477" y="1879858"/>
                    </a:lnTo>
                    <a:lnTo>
                      <a:pt x="56559" y="1878880"/>
                    </a:lnTo>
                    <a:lnTo>
                      <a:pt x="51783" y="1877431"/>
                    </a:lnTo>
                    <a:lnTo>
                      <a:pt x="47149" y="1875512"/>
                    </a:lnTo>
                    <a:lnTo>
                      <a:pt x="42516" y="1873593"/>
                    </a:lnTo>
                    <a:lnTo>
                      <a:pt x="38114" y="1871240"/>
                    </a:lnTo>
                    <a:lnTo>
                      <a:pt x="33944" y="1868454"/>
                    </a:lnTo>
                    <a:lnTo>
                      <a:pt x="29775" y="1865667"/>
                    </a:lnTo>
                    <a:lnTo>
                      <a:pt x="5813" y="1834176"/>
                    </a:lnTo>
                    <a:lnTo>
                      <a:pt x="1467" y="1819848"/>
                    </a:lnTo>
                    <a:lnTo>
                      <a:pt x="489" y="1814930"/>
                    </a:lnTo>
                    <a:lnTo>
                      <a:pt x="0" y="1809963"/>
                    </a:lnTo>
                    <a:lnTo>
                      <a:pt x="0" y="1804948"/>
                    </a:lnTo>
                    <a:close/>
                  </a:path>
                </a:pathLst>
              </a:custGeom>
              <a:ln w="8039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73" name="object 9">
                <a:extLst>
                  <a:ext uri="{FF2B5EF4-FFF2-40B4-BE49-F238E27FC236}">
                    <a16:creationId xmlns:a16="http://schemas.microsoft.com/office/drawing/2014/main" id="{DB58761B-A848-8E5D-FFB1-93CD9538332D}"/>
                  </a:ext>
                </a:extLst>
              </p:cNvPr>
              <p:cNvSpPr/>
              <p:nvPr/>
            </p:nvSpPr>
            <p:spPr>
              <a:xfrm>
                <a:off x="679602" y="3908856"/>
                <a:ext cx="10854055" cy="273685"/>
              </a:xfrm>
              <a:custGeom>
                <a:avLst/>
                <a:gdLst/>
                <a:ahLst/>
                <a:cxnLst/>
                <a:rect l="l" t="t" r="r" b="b"/>
                <a:pathLst>
                  <a:path w="10854055" h="273685">
                    <a:moveTo>
                      <a:pt x="10853801" y="48247"/>
                    </a:moveTo>
                    <a:lnTo>
                      <a:pt x="10832249" y="7950"/>
                    </a:lnTo>
                    <a:lnTo>
                      <a:pt x="10805566" y="0"/>
                    </a:lnTo>
                    <a:lnTo>
                      <a:pt x="7766494" y="0"/>
                    </a:lnTo>
                    <a:lnTo>
                      <a:pt x="4799787" y="12"/>
                    </a:lnTo>
                    <a:lnTo>
                      <a:pt x="2122513" y="12"/>
                    </a:lnTo>
                    <a:lnTo>
                      <a:pt x="48234" y="0"/>
                    </a:lnTo>
                    <a:lnTo>
                      <a:pt x="7937" y="21564"/>
                    </a:lnTo>
                    <a:lnTo>
                      <a:pt x="0" y="48247"/>
                    </a:lnTo>
                    <a:lnTo>
                      <a:pt x="0" y="273367"/>
                    </a:lnTo>
                    <a:lnTo>
                      <a:pt x="2122513" y="273367"/>
                    </a:lnTo>
                    <a:lnTo>
                      <a:pt x="4799787" y="273367"/>
                    </a:lnTo>
                    <a:lnTo>
                      <a:pt x="7766494" y="273367"/>
                    </a:lnTo>
                    <a:lnTo>
                      <a:pt x="10853801" y="273367"/>
                    </a:lnTo>
                    <a:lnTo>
                      <a:pt x="10853801" y="48247"/>
                    </a:lnTo>
                    <a:close/>
                  </a:path>
                </a:pathLst>
              </a:custGeom>
              <a:solidFill>
                <a:srgbClr val="1D293B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74" name="object 10">
                <a:extLst>
                  <a:ext uri="{FF2B5EF4-FFF2-40B4-BE49-F238E27FC236}">
                    <a16:creationId xmlns:a16="http://schemas.microsoft.com/office/drawing/2014/main" id="{C93B2412-4A65-DE25-666A-851405FA407B}"/>
                  </a:ext>
                </a:extLst>
              </p:cNvPr>
              <p:cNvSpPr/>
              <p:nvPr/>
            </p:nvSpPr>
            <p:spPr>
              <a:xfrm>
                <a:off x="679602" y="4182223"/>
                <a:ext cx="10854055" cy="273685"/>
              </a:xfrm>
              <a:custGeom>
                <a:avLst/>
                <a:gdLst/>
                <a:ahLst/>
                <a:cxnLst/>
                <a:rect l="l" t="t" r="r" b="b"/>
                <a:pathLst>
                  <a:path w="10854055" h="273685">
                    <a:moveTo>
                      <a:pt x="10853801" y="0"/>
                    </a:moveTo>
                    <a:lnTo>
                      <a:pt x="7766494" y="0"/>
                    </a:lnTo>
                    <a:lnTo>
                      <a:pt x="4799787" y="0"/>
                    </a:lnTo>
                    <a:lnTo>
                      <a:pt x="2122513" y="0"/>
                    </a:lnTo>
                    <a:lnTo>
                      <a:pt x="0" y="0"/>
                    </a:lnTo>
                    <a:lnTo>
                      <a:pt x="0" y="273354"/>
                    </a:lnTo>
                    <a:lnTo>
                      <a:pt x="2122513" y="273354"/>
                    </a:lnTo>
                    <a:lnTo>
                      <a:pt x="4799787" y="273354"/>
                    </a:lnTo>
                    <a:lnTo>
                      <a:pt x="7766494" y="273354"/>
                    </a:lnTo>
                    <a:lnTo>
                      <a:pt x="10853801" y="273354"/>
                    </a:lnTo>
                    <a:lnTo>
                      <a:pt x="10853801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75" name="object 11">
                <a:extLst>
                  <a:ext uri="{FF2B5EF4-FFF2-40B4-BE49-F238E27FC236}">
                    <a16:creationId xmlns:a16="http://schemas.microsoft.com/office/drawing/2014/main" id="{3C7009E5-073C-DCC6-556B-C127147D571B}"/>
                  </a:ext>
                </a:extLst>
              </p:cNvPr>
              <p:cNvSpPr/>
              <p:nvPr/>
            </p:nvSpPr>
            <p:spPr>
              <a:xfrm>
                <a:off x="679602" y="4455578"/>
                <a:ext cx="10854055" cy="273685"/>
              </a:xfrm>
              <a:custGeom>
                <a:avLst/>
                <a:gdLst/>
                <a:ahLst/>
                <a:cxnLst/>
                <a:rect l="l" t="t" r="r" b="b"/>
                <a:pathLst>
                  <a:path w="10854055" h="273685">
                    <a:moveTo>
                      <a:pt x="10853801" y="0"/>
                    </a:moveTo>
                    <a:lnTo>
                      <a:pt x="7766494" y="0"/>
                    </a:lnTo>
                    <a:lnTo>
                      <a:pt x="4799787" y="0"/>
                    </a:lnTo>
                    <a:lnTo>
                      <a:pt x="2122513" y="0"/>
                    </a:lnTo>
                    <a:lnTo>
                      <a:pt x="0" y="0"/>
                    </a:lnTo>
                    <a:lnTo>
                      <a:pt x="0" y="273354"/>
                    </a:lnTo>
                    <a:lnTo>
                      <a:pt x="2122513" y="273354"/>
                    </a:lnTo>
                    <a:lnTo>
                      <a:pt x="4799787" y="273354"/>
                    </a:lnTo>
                    <a:lnTo>
                      <a:pt x="7766494" y="273354"/>
                    </a:lnTo>
                    <a:lnTo>
                      <a:pt x="10853801" y="273354"/>
                    </a:lnTo>
                    <a:lnTo>
                      <a:pt x="10853801" y="0"/>
                    </a:lnTo>
                    <a:close/>
                  </a:path>
                </a:pathLst>
              </a:custGeom>
              <a:solidFill>
                <a:srgbClr val="F7FAFB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76" name="object 12">
                <a:extLst>
                  <a:ext uri="{FF2B5EF4-FFF2-40B4-BE49-F238E27FC236}">
                    <a16:creationId xmlns:a16="http://schemas.microsoft.com/office/drawing/2014/main" id="{D4A7CE3A-6BC4-9B6A-8772-A5B5F82DF0E8}"/>
                  </a:ext>
                </a:extLst>
              </p:cNvPr>
              <p:cNvSpPr/>
              <p:nvPr/>
            </p:nvSpPr>
            <p:spPr>
              <a:xfrm>
                <a:off x="679602" y="4728933"/>
                <a:ext cx="10854055" cy="281940"/>
              </a:xfrm>
              <a:custGeom>
                <a:avLst/>
                <a:gdLst/>
                <a:ahLst/>
                <a:cxnLst/>
                <a:rect l="l" t="t" r="r" b="b"/>
                <a:pathLst>
                  <a:path w="10854055" h="281939">
                    <a:moveTo>
                      <a:pt x="10853801" y="0"/>
                    </a:moveTo>
                    <a:lnTo>
                      <a:pt x="7766494" y="0"/>
                    </a:lnTo>
                    <a:lnTo>
                      <a:pt x="4799787" y="0"/>
                    </a:lnTo>
                    <a:lnTo>
                      <a:pt x="2122513" y="0"/>
                    </a:lnTo>
                    <a:lnTo>
                      <a:pt x="0" y="0"/>
                    </a:lnTo>
                    <a:lnTo>
                      <a:pt x="0" y="281393"/>
                    </a:lnTo>
                    <a:lnTo>
                      <a:pt x="2122513" y="281393"/>
                    </a:lnTo>
                    <a:lnTo>
                      <a:pt x="4799787" y="281393"/>
                    </a:lnTo>
                    <a:lnTo>
                      <a:pt x="7766494" y="281393"/>
                    </a:lnTo>
                    <a:lnTo>
                      <a:pt x="10853801" y="281393"/>
                    </a:lnTo>
                    <a:lnTo>
                      <a:pt x="10853801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77" name="object 13">
                <a:extLst>
                  <a:ext uri="{FF2B5EF4-FFF2-40B4-BE49-F238E27FC236}">
                    <a16:creationId xmlns:a16="http://schemas.microsoft.com/office/drawing/2014/main" id="{AB66B020-2A4E-D4A6-EF7F-39797A687075}"/>
                  </a:ext>
                </a:extLst>
              </p:cNvPr>
              <p:cNvSpPr/>
              <p:nvPr/>
            </p:nvSpPr>
            <p:spPr>
              <a:xfrm>
                <a:off x="679602" y="5010327"/>
                <a:ext cx="10854055" cy="273685"/>
              </a:xfrm>
              <a:custGeom>
                <a:avLst/>
                <a:gdLst/>
                <a:ahLst/>
                <a:cxnLst/>
                <a:rect l="l" t="t" r="r" b="b"/>
                <a:pathLst>
                  <a:path w="10854055" h="273685">
                    <a:moveTo>
                      <a:pt x="10853801" y="0"/>
                    </a:moveTo>
                    <a:lnTo>
                      <a:pt x="7766494" y="0"/>
                    </a:lnTo>
                    <a:lnTo>
                      <a:pt x="4799787" y="0"/>
                    </a:lnTo>
                    <a:lnTo>
                      <a:pt x="2122513" y="0"/>
                    </a:lnTo>
                    <a:lnTo>
                      <a:pt x="0" y="0"/>
                    </a:lnTo>
                    <a:lnTo>
                      <a:pt x="0" y="273354"/>
                    </a:lnTo>
                    <a:lnTo>
                      <a:pt x="2122513" y="273354"/>
                    </a:lnTo>
                    <a:lnTo>
                      <a:pt x="4799787" y="273354"/>
                    </a:lnTo>
                    <a:lnTo>
                      <a:pt x="7766494" y="273354"/>
                    </a:lnTo>
                    <a:lnTo>
                      <a:pt x="10853801" y="273354"/>
                    </a:lnTo>
                    <a:lnTo>
                      <a:pt x="10853801" y="0"/>
                    </a:lnTo>
                    <a:close/>
                  </a:path>
                </a:pathLst>
              </a:custGeom>
              <a:solidFill>
                <a:srgbClr val="F7FAFB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78" name="object 14">
                <a:extLst>
                  <a:ext uri="{FF2B5EF4-FFF2-40B4-BE49-F238E27FC236}">
                    <a16:creationId xmlns:a16="http://schemas.microsoft.com/office/drawing/2014/main" id="{A7128B07-A93B-6288-BAAB-BF8EB96E8A85}"/>
                  </a:ext>
                </a:extLst>
              </p:cNvPr>
              <p:cNvSpPr/>
              <p:nvPr/>
            </p:nvSpPr>
            <p:spPr>
              <a:xfrm>
                <a:off x="679602" y="4447539"/>
                <a:ext cx="10854055" cy="563245"/>
              </a:xfrm>
              <a:custGeom>
                <a:avLst/>
                <a:gdLst/>
                <a:ahLst/>
                <a:cxnLst/>
                <a:rect l="l" t="t" r="r" b="b"/>
                <a:pathLst>
                  <a:path w="10854055" h="563245">
                    <a:moveTo>
                      <a:pt x="10853801" y="554748"/>
                    </a:moveTo>
                    <a:lnTo>
                      <a:pt x="7766494" y="554748"/>
                    </a:lnTo>
                    <a:lnTo>
                      <a:pt x="4799787" y="554748"/>
                    </a:lnTo>
                    <a:lnTo>
                      <a:pt x="2122513" y="554748"/>
                    </a:lnTo>
                    <a:lnTo>
                      <a:pt x="0" y="554748"/>
                    </a:lnTo>
                    <a:lnTo>
                      <a:pt x="0" y="562787"/>
                    </a:lnTo>
                    <a:lnTo>
                      <a:pt x="2122513" y="562787"/>
                    </a:lnTo>
                    <a:lnTo>
                      <a:pt x="4799787" y="562787"/>
                    </a:lnTo>
                    <a:lnTo>
                      <a:pt x="7766494" y="562787"/>
                    </a:lnTo>
                    <a:lnTo>
                      <a:pt x="10853801" y="562787"/>
                    </a:lnTo>
                    <a:lnTo>
                      <a:pt x="10853801" y="554748"/>
                    </a:lnTo>
                    <a:close/>
                  </a:path>
                  <a:path w="10854055" h="563245">
                    <a:moveTo>
                      <a:pt x="10853801" y="281393"/>
                    </a:moveTo>
                    <a:lnTo>
                      <a:pt x="7766494" y="281393"/>
                    </a:lnTo>
                    <a:lnTo>
                      <a:pt x="4799787" y="281393"/>
                    </a:lnTo>
                    <a:lnTo>
                      <a:pt x="2122513" y="281393"/>
                    </a:lnTo>
                    <a:lnTo>
                      <a:pt x="0" y="281393"/>
                    </a:lnTo>
                    <a:lnTo>
                      <a:pt x="0" y="289433"/>
                    </a:lnTo>
                    <a:lnTo>
                      <a:pt x="2122513" y="289433"/>
                    </a:lnTo>
                    <a:lnTo>
                      <a:pt x="4799787" y="289433"/>
                    </a:lnTo>
                    <a:lnTo>
                      <a:pt x="7766494" y="289433"/>
                    </a:lnTo>
                    <a:lnTo>
                      <a:pt x="10853801" y="289433"/>
                    </a:lnTo>
                    <a:lnTo>
                      <a:pt x="10853801" y="281393"/>
                    </a:lnTo>
                    <a:close/>
                  </a:path>
                  <a:path w="10854055" h="563245">
                    <a:moveTo>
                      <a:pt x="10853801" y="0"/>
                    </a:moveTo>
                    <a:lnTo>
                      <a:pt x="7766494" y="0"/>
                    </a:lnTo>
                    <a:lnTo>
                      <a:pt x="4799787" y="0"/>
                    </a:lnTo>
                    <a:lnTo>
                      <a:pt x="2122513" y="0"/>
                    </a:lnTo>
                    <a:lnTo>
                      <a:pt x="0" y="0"/>
                    </a:lnTo>
                    <a:lnTo>
                      <a:pt x="0" y="8039"/>
                    </a:lnTo>
                    <a:lnTo>
                      <a:pt x="2122513" y="8039"/>
                    </a:lnTo>
                    <a:lnTo>
                      <a:pt x="4799787" y="8039"/>
                    </a:lnTo>
                    <a:lnTo>
                      <a:pt x="7766494" y="8039"/>
                    </a:lnTo>
                    <a:lnTo>
                      <a:pt x="10853801" y="8039"/>
                    </a:lnTo>
                    <a:lnTo>
                      <a:pt x="10853801" y="0"/>
                    </a:lnTo>
                    <a:close/>
                  </a:path>
                </a:pathLst>
              </a:custGeom>
              <a:solidFill>
                <a:srgbClr val="F1F5F9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126" name="object 15">
              <a:extLst>
                <a:ext uri="{FF2B5EF4-FFF2-40B4-BE49-F238E27FC236}">
                  <a16:creationId xmlns:a16="http://schemas.microsoft.com/office/drawing/2014/main" id="{63C23D23-D0F3-5883-133D-ED6F53C3272B}"/>
                </a:ext>
              </a:extLst>
            </p:cNvPr>
            <p:cNvSpPr/>
            <p:nvPr/>
          </p:nvSpPr>
          <p:spPr>
            <a:xfrm>
              <a:off x="542925" y="6248455"/>
              <a:ext cx="11127740" cy="8255"/>
            </a:xfrm>
            <a:custGeom>
              <a:avLst/>
              <a:gdLst/>
              <a:ahLst/>
              <a:cxnLst/>
              <a:rect l="l" t="t" r="r" b="b"/>
              <a:pathLst>
                <a:path w="11127740" h="8254">
                  <a:moveTo>
                    <a:pt x="11127165" y="8039"/>
                  </a:moveTo>
                  <a:lnTo>
                    <a:pt x="0" y="8039"/>
                  </a:lnTo>
                  <a:lnTo>
                    <a:pt x="0" y="0"/>
                  </a:lnTo>
                  <a:lnTo>
                    <a:pt x="11127165" y="0"/>
                  </a:lnTo>
                  <a:lnTo>
                    <a:pt x="11127165" y="8039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pic>
          <p:nvPicPr>
            <p:cNvPr id="127" name="object 22">
              <a:extLst>
                <a:ext uri="{FF2B5EF4-FFF2-40B4-BE49-F238E27FC236}">
                  <a16:creationId xmlns:a16="http://schemas.microsoft.com/office/drawing/2014/main" id="{EE5750D3-E00D-A1A1-EB91-CA71D55427A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4342" y="3687760"/>
              <a:ext cx="99158" cy="120597"/>
            </a:xfrm>
            <a:prstGeom prst="rect">
              <a:avLst/>
            </a:prstGeom>
          </p:spPr>
        </p:pic>
        <p:sp>
          <p:nvSpPr>
            <p:cNvPr id="133" name="object 23">
              <a:extLst>
                <a:ext uri="{FF2B5EF4-FFF2-40B4-BE49-F238E27FC236}">
                  <a16:creationId xmlns:a16="http://schemas.microsoft.com/office/drawing/2014/main" id="{F23A682C-A809-A16B-EA91-A82E580078EF}"/>
                </a:ext>
              </a:extLst>
            </p:cNvPr>
            <p:cNvSpPr txBox="1"/>
            <p:nvPr/>
          </p:nvSpPr>
          <p:spPr>
            <a:xfrm>
              <a:off x="859859" y="3647324"/>
              <a:ext cx="2195831" cy="19163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5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Veri</a:t>
              </a:r>
              <a:r>
                <a:rPr sz="80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ﬁ</a:t>
              </a:r>
              <a:r>
                <a:rPr sz="95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cation</a:t>
              </a:r>
              <a:r>
                <a:rPr sz="950" b="1" spc="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b="1" spc="-6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Status</a:t>
              </a:r>
              <a:r>
                <a:rPr sz="95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b="1" spc="-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Reference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34" name="object 24">
              <a:extLst>
                <a:ext uri="{FF2B5EF4-FFF2-40B4-BE49-F238E27FC236}">
                  <a16:creationId xmlns:a16="http://schemas.microsoft.com/office/drawing/2014/main" id="{781387CE-47BD-8FE7-06D9-161F011F40D1}"/>
                </a:ext>
              </a:extLst>
            </p:cNvPr>
            <p:cNvSpPr txBox="1"/>
            <p:nvPr/>
          </p:nvSpPr>
          <p:spPr>
            <a:xfrm>
              <a:off x="763380" y="3954043"/>
              <a:ext cx="1442209" cy="17689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850" b="1" spc="-8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CHECK</a:t>
              </a:r>
              <a:r>
                <a:rPr sz="850" b="1" spc="25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b="1" spc="-1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POINT</a:t>
              </a:r>
              <a:endParaRPr sz="8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35" name="object 25">
              <a:extLst>
                <a:ext uri="{FF2B5EF4-FFF2-40B4-BE49-F238E27FC236}">
                  <a16:creationId xmlns:a16="http://schemas.microsoft.com/office/drawing/2014/main" id="{23855B91-EC10-F533-A9C9-4A696F781AAD}"/>
                </a:ext>
              </a:extLst>
            </p:cNvPr>
            <p:cNvSpPr txBox="1"/>
            <p:nvPr/>
          </p:nvSpPr>
          <p:spPr>
            <a:xfrm>
              <a:off x="2883767" y="3954045"/>
              <a:ext cx="1914867" cy="17689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44145" indent="-131445">
                <a:lnSpc>
                  <a:spcPct val="100000"/>
                </a:lnSpc>
                <a:spcBef>
                  <a:spcPts val="120"/>
                </a:spcBef>
                <a:buFont typeface="BIZ UDPGothic"/>
                <a:buChar char="✓"/>
                <a:tabLst>
                  <a:tab pos="144145" algn="l"/>
                </a:tabLst>
              </a:pPr>
              <a:r>
                <a:rPr sz="850" b="1" spc="-8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EXPECTED</a:t>
              </a:r>
              <a:r>
                <a:rPr sz="850" b="1" spc="65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b="1" spc="-6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RESULT</a:t>
              </a:r>
              <a:endParaRPr sz="8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87" name="object 26">
              <a:extLst>
                <a:ext uri="{FF2B5EF4-FFF2-40B4-BE49-F238E27FC236}">
                  <a16:creationId xmlns:a16="http://schemas.microsoft.com/office/drawing/2014/main" id="{79557B16-A578-53D6-AFAC-338532693B3E}"/>
                </a:ext>
              </a:extLst>
            </p:cNvPr>
            <p:cNvSpPr txBox="1"/>
            <p:nvPr/>
          </p:nvSpPr>
          <p:spPr>
            <a:xfrm>
              <a:off x="5659439" y="3954043"/>
              <a:ext cx="2282955" cy="17689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850" b="1" spc="-5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ISSUE</a:t>
              </a:r>
              <a:r>
                <a:rPr sz="850" b="1" spc="-1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INDICATOR</a:t>
              </a:r>
              <a:endParaRPr sz="8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88" name="object 27">
              <a:extLst>
                <a:ext uri="{FF2B5EF4-FFF2-40B4-BE49-F238E27FC236}">
                  <a16:creationId xmlns:a16="http://schemas.microsoft.com/office/drawing/2014/main" id="{03AE4A75-4835-FADB-4365-382DC5E4A502}"/>
                </a:ext>
              </a:extLst>
            </p:cNvPr>
            <p:cNvSpPr txBox="1"/>
            <p:nvPr/>
          </p:nvSpPr>
          <p:spPr>
            <a:xfrm>
              <a:off x="8531392" y="3954043"/>
              <a:ext cx="1106170" cy="17689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850" b="1" spc="-2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QUICK</a:t>
              </a:r>
              <a:r>
                <a:rPr sz="850" b="1" spc="-25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FIX</a:t>
              </a:r>
              <a:endParaRPr sz="8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89" name="object 28">
              <a:extLst>
                <a:ext uri="{FF2B5EF4-FFF2-40B4-BE49-F238E27FC236}">
                  <a16:creationId xmlns:a16="http://schemas.microsoft.com/office/drawing/2014/main" id="{CCFA368B-2095-90C4-3F82-B46FB1800A0A}"/>
                </a:ext>
              </a:extLst>
            </p:cNvPr>
            <p:cNvSpPr txBox="1"/>
            <p:nvPr/>
          </p:nvSpPr>
          <p:spPr>
            <a:xfrm>
              <a:off x="763380" y="4218153"/>
              <a:ext cx="1739098" cy="19163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50" b="1" spc="-9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Hyper-</a:t>
              </a:r>
              <a:r>
                <a:rPr sz="950" b="1" spc="-10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V</a:t>
              </a:r>
              <a:r>
                <a:rPr sz="950" b="1" spc="-1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950" b="1" spc="-8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Manager</a:t>
              </a:r>
              <a:endParaRPr sz="950" dirty="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sp>
          <p:nvSpPr>
            <p:cNvPr id="190" name="object 29">
              <a:extLst>
                <a:ext uri="{FF2B5EF4-FFF2-40B4-BE49-F238E27FC236}">
                  <a16:creationId xmlns:a16="http://schemas.microsoft.com/office/drawing/2014/main" id="{1EFA86E2-2D61-D761-DBA3-DFA6EA31579B}"/>
                </a:ext>
              </a:extLst>
            </p:cNvPr>
            <p:cNvSpPr txBox="1"/>
            <p:nvPr/>
          </p:nvSpPr>
          <p:spPr>
            <a:xfrm>
              <a:off x="2883767" y="4218154"/>
              <a:ext cx="1750039" cy="19163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50" spc="-7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Launches</a:t>
              </a:r>
              <a:r>
                <a:rPr sz="950" spc="-1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3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successfully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91" name="object 30">
              <a:extLst>
                <a:ext uri="{FF2B5EF4-FFF2-40B4-BE49-F238E27FC236}">
                  <a16:creationId xmlns:a16="http://schemas.microsoft.com/office/drawing/2014/main" id="{30454DF7-95A5-CEBA-56B7-66D0EF65AEFD}"/>
                </a:ext>
              </a:extLst>
            </p:cNvPr>
            <p:cNvSpPr txBox="1"/>
            <p:nvPr/>
          </p:nvSpPr>
          <p:spPr>
            <a:xfrm>
              <a:off x="5566819" y="4218154"/>
              <a:ext cx="1914866" cy="19163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50" spc="-3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Not</a:t>
              </a:r>
              <a:r>
                <a:rPr sz="950" spc="-55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3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found</a:t>
              </a:r>
              <a:r>
                <a:rPr sz="950" spc="-1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3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</a:t>
              </a:r>
              <a:r>
                <a:rPr sz="950" spc="-15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4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Start</a:t>
              </a:r>
              <a:r>
                <a:rPr sz="950" spc="-55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2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Menu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92" name="object 31">
              <a:extLst>
                <a:ext uri="{FF2B5EF4-FFF2-40B4-BE49-F238E27FC236}">
                  <a16:creationId xmlns:a16="http://schemas.microsoft.com/office/drawing/2014/main" id="{8AFB2959-9D03-2EA0-F946-3E9429D5238C}"/>
                </a:ext>
              </a:extLst>
            </p:cNvPr>
            <p:cNvSpPr txBox="1"/>
            <p:nvPr/>
          </p:nvSpPr>
          <p:spPr>
            <a:xfrm>
              <a:off x="8531392" y="4237850"/>
              <a:ext cx="1832655" cy="14974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700" spc="-7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Re-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enable</a:t>
              </a:r>
              <a:r>
                <a:rPr sz="700" spc="-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via</a:t>
              </a:r>
              <a:r>
                <a:rPr sz="700" spc="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Features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93" name="object 32">
              <a:extLst>
                <a:ext uri="{FF2B5EF4-FFF2-40B4-BE49-F238E27FC236}">
                  <a16:creationId xmlns:a16="http://schemas.microsoft.com/office/drawing/2014/main" id="{FF5583B7-0264-0284-6712-2A3218B94785}"/>
                </a:ext>
              </a:extLst>
            </p:cNvPr>
            <p:cNvSpPr txBox="1"/>
            <p:nvPr/>
          </p:nvSpPr>
          <p:spPr>
            <a:xfrm>
              <a:off x="763379" y="4491509"/>
              <a:ext cx="1521334" cy="19163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50" b="1" spc="-1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systeminfo</a:t>
              </a:r>
              <a:r>
                <a:rPr sz="950" b="1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950" b="1" spc="-8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Output</a:t>
              </a:r>
              <a:endParaRPr sz="950" dirty="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sp>
          <p:nvSpPr>
            <p:cNvPr id="194" name="object 33">
              <a:extLst>
                <a:ext uri="{FF2B5EF4-FFF2-40B4-BE49-F238E27FC236}">
                  <a16:creationId xmlns:a16="http://schemas.microsoft.com/office/drawing/2014/main" id="{8B33CB79-15D2-AC61-DAF8-C66CD3F1A7DF}"/>
                </a:ext>
              </a:extLst>
            </p:cNvPr>
            <p:cNvSpPr txBox="1"/>
            <p:nvPr/>
          </p:nvSpPr>
          <p:spPr>
            <a:xfrm>
              <a:off x="2883768" y="4491510"/>
              <a:ext cx="1914866" cy="19163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50" spc="-5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All</a:t>
              </a:r>
              <a:r>
                <a:rPr sz="950" spc="3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4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4</a:t>
              </a:r>
              <a:r>
                <a:rPr sz="950" spc="-6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4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requirements</a:t>
              </a:r>
              <a:r>
                <a:rPr sz="950" spc="-2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=</a:t>
              </a:r>
              <a:r>
                <a:rPr sz="950" spc="-2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4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"Yes"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95" name="object 34">
              <a:extLst>
                <a:ext uri="{FF2B5EF4-FFF2-40B4-BE49-F238E27FC236}">
                  <a16:creationId xmlns:a16="http://schemas.microsoft.com/office/drawing/2014/main" id="{3C328898-29B1-2F85-21B1-833B93748F9A}"/>
                </a:ext>
              </a:extLst>
            </p:cNvPr>
            <p:cNvSpPr txBox="1"/>
            <p:nvPr/>
          </p:nvSpPr>
          <p:spPr>
            <a:xfrm>
              <a:off x="5566817" y="4491510"/>
              <a:ext cx="2019987" cy="19163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50" spc="-65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Any </a:t>
              </a:r>
              <a:r>
                <a:rPr sz="950" spc="-35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requirement</a:t>
              </a:r>
              <a:r>
                <a:rPr sz="950" spc="-1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65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shows</a:t>
              </a:r>
              <a:r>
                <a:rPr sz="950" spc="15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2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"No"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96" name="object 35">
              <a:extLst>
                <a:ext uri="{FF2B5EF4-FFF2-40B4-BE49-F238E27FC236}">
                  <a16:creationId xmlns:a16="http://schemas.microsoft.com/office/drawing/2014/main" id="{0693844A-7133-DDAE-0AE0-29674681883D}"/>
                </a:ext>
              </a:extLst>
            </p:cNvPr>
            <p:cNvSpPr txBox="1"/>
            <p:nvPr/>
          </p:nvSpPr>
          <p:spPr>
            <a:xfrm>
              <a:off x="8531392" y="4511206"/>
              <a:ext cx="1725274" cy="14974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700" spc="-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Check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BIOS/UEFI</a:t>
              </a:r>
              <a:r>
                <a:rPr sz="700" spc="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settings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97" name="object 36">
              <a:extLst>
                <a:ext uri="{FF2B5EF4-FFF2-40B4-BE49-F238E27FC236}">
                  <a16:creationId xmlns:a16="http://schemas.microsoft.com/office/drawing/2014/main" id="{EA935BA3-DFDC-25ED-CB28-DA16C01124E9}"/>
                </a:ext>
              </a:extLst>
            </p:cNvPr>
            <p:cNvSpPr txBox="1"/>
            <p:nvPr/>
          </p:nvSpPr>
          <p:spPr>
            <a:xfrm>
              <a:off x="763379" y="4772904"/>
              <a:ext cx="1653028" cy="19163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50" b="1" spc="-1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HvHost</a:t>
              </a:r>
              <a:r>
                <a:rPr sz="950" b="1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950" b="1" spc="-8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Service</a:t>
              </a:r>
              <a:endParaRPr sz="950" dirty="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sp>
          <p:nvSpPr>
            <p:cNvPr id="198" name="object 37">
              <a:extLst>
                <a:ext uri="{FF2B5EF4-FFF2-40B4-BE49-F238E27FC236}">
                  <a16:creationId xmlns:a16="http://schemas.microsoft.com/office/drawing/2014/main" id="{F78DFDBB-01B7-44DB-A2A9-05446A16DD33}"/>
                </a:ext>
              </a:extLst>
            </p:cNvPr>
            <p:cNvSpPr txBox="1"/>
            <p:nvPr/>
          </p:nvSpPr>
          <p:spPr>
            <a:xfrm>
              <a:off x="2883768" y="4772903"/>
              <a:ext cx="1649552" cy="19163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50" spc="-5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Running</a:t>
              </a:r>
              <a:r>
                <a:rPr sz="950" spc="-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3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(Automatic)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99" name="object 38">
              <a:extLst>
                <a:ext uri="{FF2B5EF4-FFF2-40B4-BE49-F238E27FC236}">
                  <a16:creationId xmlns:a16="http://schemas.microsoft.com/office/drawing/2014/main" id="{D0D2075A-0BFE-46B9-52AF-10ECD7F7E1D1}"/>
                </a:ext>
              </a:extLst>
            </p:cNvPr>
            <p:cNvSpPr txBox="1"/>
            <p:nvPr/>
          </p:nvSpPr>
          <p:spPr>
            <a:xfrm>
              <a:off x="5566817" y="4772904"/>
              <a:ext cx="1822365" cy="19163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50" spc="-6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Stopped</a:t>
              </a:r>
              <a:r>
                <a:rPr sz="950" spc="-5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or</a:t>
              </a:r>
              <a:r>
                <a:rPr sz="950" spc="-5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25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Missing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200" name="object 39">
              <a:extLst>
                <a:ext uri="{FF2B5EF4-FFF2-40B4-BE49-F238E27FC236}">
                  <a16:creationId xmlns:a16="http://schemas.microsoft.com/office/drawing/2014/main" id="{C5472478-1654-EF21-0D02-D163DAFA4206}"/>
                </a:ext>
              </a:extLst>
            </p:cNvPr>
            <p:cNvSpPr txBox="1"/>
            <p:nvPr/>
          </p:nvSpPr>
          <p:spPr>
            <a:xfrm>
              <a:off x="8531392" y="4792600"/>
              <a:ext cx="1822365" cy="14974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Start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service</a:t>
              </a:r>
              <a:r>
                <a:rPr sz="700" spc="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manually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or</a:t>
              </a:r>
              <a:r>
                <a:rPr sz="700" spc="-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reinstall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201" name="object 40">
              <a:extLst>
                <a:ext uri="{FF2B5EF4-FFF2-40B4-BE49-F238E27FC236}">
                  <a16:creationId xmlns:a16="http://schemas.microsoft.com/office/drawing/2014/main" id="{97193B7E-7D93-224A-2201-36CCD6600421}"/>
                </a:ext>
              </a:extLst>
            </p:cNvPr>
            <p:cNvSpPr txBox="1"/>
            <p:nvPr/>
          </p:nvSpPr>
          <p:spPr>
            <a:xfrm>
              <a:off x="763380" y="5046258"/>
              <a:ext cx="1521333" cy="19163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50" b="1" spc="-1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Windows</a:t>
              </a:r>
              <a:r>
                <a:rPr sz="950" b="1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950" b="1" spc="-9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Features</a:t>
              </a:r>
              <a:endParaRPr sz="950" dirty="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sp>
          <p:nvSpPr>
            <p:cNvPr id="202" name="object 41">
              <a:extLst>
                <a:ext uri="{FF2B5EF4-FFF2-40B4-BE49-F238E27FC236}">
                  <a16:creationId xmlns:a16="http://schemas.microsoft.com/office/drawing/2014/main" id="{38906F2C-8816-4885-B5DB-76953C93DFAD}"/>
                </a:ext>
              </a:extLst>
            </p:cNvPr>
            <p:cNvSpPr txBox="1"/>
            <p:nvPr/>
          </p:nvSpPr>
          <p:spPr>
            <a:xfrm>
              <a:off x="2883768" y="5046258"/>
              <a:ext cx="1750038" cy="19163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50" spc="-5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Both</a:t>
              </a:r>
              <a:r>
                <a:rPr sz="950" spc="3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7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checkboxes</a:t>
              </a:r>
              <a:r>
                <a:rPr sz="950" spc="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2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enabled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203" name="object 42">
              <a:extLst>
                <a:ext uri="{FF2B5EF4-FFF2-40B4-BE49-F238E27FC236}">
                  <a16:creationId xmlns:a16="http://schemas.microsoft.com/office/drawing/2014/main" id="{1B375EA1-7892-82FF-868F-7513FBB401E0}"/>
                </a:ext>
              </a:extLst>
            </p:cNvPr>
            <p:cNvSpPr txBox="1"/>
            <p:nvPr/>
          </p:nvSpPr>
          <p:spPr>
            <a:xfrm>
              <a:off x="5566819" y="5046260"/>
              <a:ext cx="1914866" cy="19163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50" spc="-7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Greyed</a:t>
              </a:r>
              <a:r>
                <a:rPr sz="950" spc="-5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2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out</a:t>
              </a:r>
              <a:r>
                <a:rPr sz="950" spc="-45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or</a:t>
              </a:r>
              <a:r>
                <a:rPr sz="950" spc="-5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35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unchecked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204" name="object 43">
              <a:extLst>
                <a:ext uri="{FF2B5EF4-FFF2-40B4-BE49-F238E27FC236}">
                  <a16:creationId xmlns:a16="http://schemas.microsoft.com/office/drawing/2014/main" id="{554E4AA5-DA32-336A-9764-DDD7FAF8CFB9}"/>
                </a:ext>
              </a:extLst>
            </p:cNvPr>
            <p:cNvSpPr txBox="1"/>
            <p:nvPr/>
          </p:nvSpPr>
          <p:spPr>
            <a:xfrm>
              <a:off x="8531392" y="5065956"/>
              <a:ext cx="2398348" cy="14974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Verify</a:t>
              </a:r>
              <a:r>
                <a:rPr sz="700" spc="-4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700" spc="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edition</a:t>
              </a:r>
              <a:r>
                <a:rPr sz="700" spc="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(Pro/Enterprise)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205" name="object 44">
              <a:extLst>
                <a:ext uri="{FF2B5EF4-FFF2-40B4-BE49-F238E27FC236}">
                  <a16:creationId xmlns:a16="http://schemas.microsoft.com/office/drawing/2014/main" id="{8E0EA58C-3FE8-BFAB-E01C-D7EC641169B6}"/>
                </a:ext>
              </a:extLst>
            </p:cNvPr>
            <p:cNvGrpSpPr/>
            <p:nvPr/>
          </p:nvGrpSpPr>
          <p:grpSpPr>
            <a:xfrm>
              <a:off x="542924" y="5548988"/>
              <a:ext cx="2396490" cy="570865"/>
              <a:chOff x="542924" y="5548988"/>
              <a:chExt cx="2396490" cy="570865"/>
            </a:xfrm>
          </p:grpSpPr>
          <p:pic>
            <p:nvPicPr>
              <p:cNvPr id="269" name="object 45">
                <a:extLst>
                  <a:ext uri="{FF2B5EF4-FFF2-40B4-BE49-F238E27FC236}">
                    <a16:creationId xmlns:a16="http://schemas.microsoft.com/office/drawing/2014/main" id="{6AA94DD5-9E46-3CE6-04D0-872B63310A91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42924" y="5548988"/>
                <a:ext cx="2395878" cy="570829"/>
              </a:xfrm>
              <a:prstGeom prst="rect">
                <a:avLst/>
              </a:prstGeom>
            </p:spPr>
          </p:pic>
          <p:sp>
            <p:nvSpPr>
              <p:cNvPr id="270" name="object 46">
                <a:extLst>
                  <a:ext uri="{FF2B5EF4-FFF2-40B4-BE49-F238E27FC236}">
                    <a16:creationId xmlns:a16="http://schemas.microsoft.com/office/drawing/2014/main" id="{32EAEB3A-F9A6-6493-02EA-CACE34FA67BC}"/>
                  </a:ext>
                </a:extLst>
              </p:cNvPr>
              <p:cNvSpPr/>
              <p:nvPr/>
            </p:nvSpPr>
            <p:spPr>
              <a:xfrm>
                <a:off x="542924" y="5548988"/>
                <a:ext cx="2396490" cy="570865"/>
              </a:xfrm>
              <a:custGeom>
                <a:avLst/>
                <a:gdLst/>
                <a:ahLst/>
                <a:cxnLst/>
                <a:rect l="l" t="t" r="r" b="b"/>
                <a:pathLst>
                  <a:path w="2396490" h="570864">
                    <a:moveTo>
                      <a:pt x="2340088" y="570829"/>
                    </a:moveTo>
                    <a:lnTo>
                      <a:pt x="55789" y="570829"/>
                    </a:lnTo>
                    <a:lnTo>
                      <a:pt x="47586" y="569197"/>
                    </a:lnTo>
                    <a:lnTo>
                      <a:pt x="12807" y="545959"/>
                    </a:lnTo>
                    <a:lnTo>
                      <a:pt x="0" y="515039"/>
                    </a:lnTo>
                    <a:lnTo>
                      <a:pt x="0" y="55789"/>
                    </a:lnTo>
                    <a:lnTo>
                      <a:pt x="24869" y="12807"/>
                    </a:lnTo>
                    <a:lnTo>
                      <a:pt x="55789" y="0"/>
                    </a:lnTo>
                    <a:lnTo>
                      <a:pt x="2340088" y="0"/>
                    </a:lnTo>
                    <a:lnTo>
                      <a:pt x="2348292" y="1631"/>
                    </a:lnTo>
                    <a:lnTo>
                      <a:pt x="2363763" y="8039"/>
                    </a:lnTo>
                    <a:lnTo>
                      <a:pt x="60623" y="8039"/>
                    </a:lnTo>
                    <a:lnTo>
                      <a:pt x="56963" y="8400"/>
                    </a:lnTo>
                    <a:lnTo>
                      <a:pt x="21910" y="27136"/>
                    </a:lnTo>
                    <a:lnTo>
                      <a:pt x="8039" y="60623"/>
                    </a:lnTo>
                    <a:lnTo>
                      <a:pt x="8039" y="510206"/>
                    </a:lnTo>
                    <a:lnTo>
                      <a:pt x="27136" y="548919"/>
                    </a:lnTo>
                    <a:lnTo>
                      <a:pt x="59398" y="562669"/>
                    </a:lnTo>
                    <a:lnTo>
                      <a:pt x="2364052" y="562669"/>
                    </a:lnTo>
                    <a:lnTo>
                      <a:pt x="2348292" y="569197"/>
                    </a:lnTo>
                    <a:lnTo>
                      <a:pt x="2340088" y="570829"/>
                    </a:lnTo>
                    <a:close/>
                  </a:path>
                  <a:path w="2396490" h="570864">
                    <a:moveTo>
                      <a:pt x="2364052" y="562669"/>
                    </a:moveTo>
                    <a:lnTo>
                      <a:pt x="2336480" y="562669"/>
                    </a:lnTo>
                    <a:lnTo>
                      <a:pt x="2338914" y="562429"/>
                    </a:lnTo>
                    <a:lnTo>
                      <a:pt x="2346162" y="560987"/>
                    </a:lnTo>
                    <a:lnTo>
                      <a:pt x="2380406" y="534705"/>
                    </a:lnTo>
                    <a:lnTo>
                      <a:pt x="2387838" y="510206"/>
                    </a:lnTo>
                    <a:lnTo>
                      <a:pt x="2387838" y="60623"/>
                    </a:lnTo>
                    <a:lnTo>
                      <a:pt x="2368741" y="21910"/>
                    </a:lnTo>
                    <a:lnTo>
                      <a:pt x="2335254" y="8039"/>
                    </a:lnTo>
                    <a:lnTo>
                      <a:pt x="2363873" y="8039"/>
                    </a:lnTo>
                    <a:lnTo>
                      <a:pt x="2394245" y="47584"/>
                    </a:lnTo>
                    <a:lnTo>
                      <a:pt x="2395877" y="55789"/>
                    </a:lnTo>
                    <a:lnTo>
                      <a:pt x="2395877" y="515039"/>
                    </a:lnTo>
                    <a:lnTo>
                      <a:pt x="2394245" y="523243"/>
                    </a:lnTo>
                    <a:lnTo>
                      <a:pt x="2387717" y="539003"/>
                    </a:lnTo>
                    <a:lnTo>
                      <a:pt x="2383070" y="545959"/>
                    </a:lnTo>
                    <a:lnTo>
                      <a:pt x="2371008" y="558021"/>
                    </a:lnTo>
                    <a:lnTo>
                      <a:pt x="2364052" y="562669"/>
                    </a:lnTo>
                    <a:close/>
                  </a:path>
                </a:pathLst>
              </a:custGeom>
              <a:solidFill>
                <a:srgbClr val="0FB981">
                  <a:alpha val="1999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206" name="object 47">
              <a:extLst>
                <a:ext uri="{FF2B5EF4-FFF2-40B4-BE49-F238E27FC236}">
                  <a16:creationId xmlns:a16="http://schemas.microsoft.com/office/drawing/2014/main" id="{45CD79A7-3F82-CC2B-3D7E-33A8F08D8117}"/>
                </a:ext>
              </a:extLst>
            </p:cNvPr>
            <p:cNvSpPr txBox="1"/>
            <p:nvPr/>
          </p:nvSpPr>
          <p:spPr>
            <a:xfrm>
              <a:off x="1052816" y="5569770"/>
              <a:ext cx="1338259" cy="508184"/>
            </a:xfrm>
            <a:prstGeom prst="rect">
              <a:avLst/>
            </a:prstGeom>
          </p:spPr>
          <p:txBody>
            <a:bodyPr vert="horz" wrap="square" lIns="0" tIns="27305" rIns="0" bIns="0" rtlCol="0">
              <a:spAutoFit/>
            </a:bodyPr>
            <a:lstStyle/>
            <a:p>
              <a:pPr marL="13970" algn="ctr">
                <a:lnSpc>
                  <a:spcPct val="100000"/>
                </a:lnSpc>
                <a:spcBef>
                  <a:spcPts val="215"/>
                </a:spcBef>
              </a:pPr>
              <a:r>
                <a:rPr sz="1900" b="1" spc="-2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92%</a:t>
              </a:r>
              <a:endParaRPr sz="19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algn="ctr">
                <a:lnSpc>
                  <a:spcPct val="100000"/>
                </a:lnSpc>
                <a:spcBef>
                  <a:spcPts val="45"/>
                </a:spcBef>
              </a:pPr>
              <a:r>
                <a:rPr sz="650" b="1" spc="-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SUCCESSFUL</a:t>
              </a:r>
              <a:r>
                <a:rPr sz="650" b="1" spc="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4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VERIFICATIONS</a:t>
              </a:r>
              <a:endParaRPr sz="650" dirty="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grpSp>
          <p:nvGrpSpPr>
            <p:cNvPr id="207" name="object 48">
              <a:extLst>
                <a:ext uri="{FF2B5EF4-FFF2-40B4-BE49-F238E27FC236}">
                  <a16:creationId xmlns:a16="http://schemas.microsoft.com/office/drawing/2014/main" id="{831F3E38-D43B-1633-3041-DF1A227A30BE}"/>
                </a:ext>
              </a:extLst>
            </p:cNvPr>
            <p:cNvGrpSpPr/>
            <p:nvPr/>
          </p:nvGrpSpPr>
          <p:grpSpPr>
            <a:xfrm>
              <a:off x="3019201" y="5548988"/>
              <a:ext cx="2388235" cy="570865"/>
              <a:chOff x="3019201" y="5548988"/>
              <a:chExt cx="2388235" cy="570865"/>
            </a:xfrm>
          </p:grpSpPr>
          <p:pic>
            <p:nvPicPr>
              <p:cNvPr id="267" name="object 49">
                <a:extLst>
                  <a:ext uri="{FF2B5EF4-FFF2-40B4-BE49-F238E27FC236}">
                    <a16:creationId xmlns:a16="http://schemas.microsoft.com/office/drawing/2014/main" id="{5BC78BCB-D35E-A39B-3377-2373E720CDF2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019201" y="5548988"/>
                <a:ext cx="2387837" cy="570829"/>
              </a:xfrm>
              <a:prstGeom prst="rect">
                <a:avLst/>
              </a:prstGeom>
            </p:spPr>
          </p:pic>
          <p:sp>
            <p:nvSpPr>
              <p:cNvPr id="268" name="object 50">
                <a:extLst>
                  <a:ext uri="{FF2B5EF4-FFF2-40B4-BE49-F238E27FC236}">
                    <a16:creationId xmlns:a16="http://schemas.microsoft.com/office/drawing/2014/main" id="{2574B641-0392-A71B-77ED-25ABEEE5B4B5}"/>
                  </a:ext>
                </a:extLst>
              </p:cNvPr>
              <p:cNvSpPr/>
              <p:nvPr/>
            </p:nvSpPr>
            <p:spPr>
              <a:xfrm>
                <a:off x="3019201" y="5548988"/>
                <a:ext cx="2388235" cy="570865"/>
              </a:xfrm>
              <a:custGeom>
                <a:avLst/>
                <a:gdLst/>
                <a:ahLst/>
                <a:cxnLst/>
                <a:rect l="l" t="t" r="r" b="b"/>
                <a:pathLst>
                  <a:path w="2388235" h="570864">
                    <a:moveTo>
                      <a:pt x="2332048" y="570829"/>
                    </a:moveTo>
                    <a:lnTo>
                      <a:pt x="55789" y="570829"/>
                    </a:lnTo>
                    <a:lnTo>
                      <a:pt x="47586" y="569197"/>
                    </a:lnTo>
                    <a:lnTo>
                      <a:pt x="12807" y="545959"/>
                    </a:lnTo>
                    <a:lnTo>
                      <a:pt x="0" y="515039"/>
                    </a:lnTo>
                    <a:lnTo>
                      <a:pt x="0" y="55789"/>
                    </a:lnTo>
                    <a:lnTo>
                      <a:pt x="24869" y="12807"/>
                    </a:lnTo>
                    <a:lnTo>
                      <a:pt x="55789" y="0"/>
                    </a:lnTo>
                    <a:lnTo>
                      <a:pt x="2332048" y="0"/>
                    </a:lnTo>
                    <a:lnTo>
                      <a:pt x="2340252" y="1631"/>
                    </a:lnTo>
                    <a:lnTo>
                      <a:pt x="2355723" y="8039"/>
                    </a:lnTo>
                    <a:lnTo>
                      <a:pt x="60623" y="8039"/>
                    </a:lnTo>
                    <a:lnTo>
                      <a:pt x="56963" y="8400"/>
                    </a:lnTo>
                    <a:lnTo>
                      <a:pt x="21910" y="27136"/>
                    </a:lnTo>
                    <a:lnTo>
                      <a:pt x="8039" y="60623"/>
                    </a:lnTo>
                    <a:lnTo>
                      <a:pt x="8039" y="510206"/>
                    </a:lnTo>
                    <a:lnTo>
                      <a:pt x="27136" y="548919"/>
                    </a:lnTo>
                    <a:lnTo>
                      <a:pt x="59398" y="562669"/>
                    </a:lnTo>
                    <a:lnTo>
                      <a:pt x="2356012" y="562669"/>
                    </a:lnTo>
                    <a:lnTo>
                      <a:pt x="2340252" y="569197"/>
                    </a:lnTo>
                    <a:lnTo>
                      <a:pt x="2332048" y="570829"/>
                    </a:lnTo>
                    <a:close/>
                  </a:path>
                  <a:path w="2388235" h="570864">
                    <a:moveTo>
                      <a:pt x="2356012" y="562669"/>
                    </a:moveTo>
                    <a:lnTo>
                      <a:pt x="2328440" y="562669"/>
                    </a:lnTo>
                    <a:lnTo>
                      <a:pt x="2330875" y="562429"/>
                    </a:lnTo>
                    <a:lnTo>
                      <a:pt x="2338123" y="560987"/>
                    </a:lnTo>
                    <a:lnTo>
                      <a:pt x="2372366" y="534705"/>
                    </a:lnTo>
                    <a:lnTo>
                      <a:pt x="2379798" y="510206"/>
                    </a:lnTo>
                    <a:lnTo>
                      <a:pt x="2379798" y="60623"/>
                    </a:lnTo>
                    <a:lnTo>
                      <a:pt x="2360701" y="21910"/>
                    </a:lnTo>
                    <a:lnTo>
                      <a:pt x="2327214" y="8039"/>
                    </a:lnTo>
                    <a:lnTo>
                      <a:pt x="2355833" y="8039"/>
                    </a:lnTo>
                    <a:lnTo>
                      <a:pt x="2386205" y="47584"/>
                    </a:lnTo>
                    <a:lnTo>
                      <a:pt x="2387837" y="55789"/>
                    </a:lnTo>
                    <a:lnTo>
                      <a:pt x="2387837" y="515039"/>
                    </a:lnTo>
                    <a:lnTo>
                      <a:pt x="2386205" y="523243"/>
                    </a:lnTo>
                    <a:lnTo>
                      <a:pt x="2379677" y="539003"/>
                    </a:lnTo>
                    <a:lnTo>
                      <a:pt x="2375030" y="545959"/>
                    </a:lnTo>
                    <a:lnTo>
                      <a:pt x="2362968" y="558021"/>
                    </a:lnTo>
                    <a:lnTo>
                      <a:pt x="2356012" y="562669"/>
                    </a:lnTo>
                    <a:close/>
                  </a:path>
                </a:pathLst>
              </a:custGeom>
              <a:solidFill>
                <a:srgbClr val="0078D4">
                  <a:alpha val="1999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208" name="object 51">
              <a:extLst>
                <a:ext uri="{FF2B5EF4-FFF2-40B4-BE49-F238E27FC236}">
                  <a16:creationId xmlns:a16="http://schemas.microsoft.com/office/drawing/2014/main" id="{3BF41E69-A649-0051-FAD7-F0DDED254CA5}"/>
                </a:ext>
              </a:extLst>
            </p:cNvPr>
            <p:cNvSpPr txBox="1"/>
            <p:nvPr/>
          </p:nvSpPr>
          <p:spPr>
            <a:xfrm>
              <a:off x="3593278" y="5569770"/>
              <a:ext cx="1236506" cy="983007"/>
            </a:xfrm>
            <a:prstGeom prst="rect">
              <a:avLst/>
            </a:prstGeom>
          </p:spPr>
          <p:txBody>
            <a:bodyPr vert="horz" wrap="square" lIns="0" tIns="2730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215"/>
                </a:spcBef>
              </a:pPr>
              <a:r>
                <a:rPr sz="190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&lt;2min</a:t>
              </a:r>
              <a:endParaRPr sz="19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algn="ctr">
                <a:lnSpc>
                  <a:spcPct val="100000"/>
                </a:lnSpc>
                <a:spcBef>
                  <a:spcPts val="45"/>
                </a:spcBef>
              </a:pPr>
              <a:r>
                <a:rPr sz="650" b="1" spc="-7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AVERAGE</a:t>
              </a:r>
              <a:r>
                <a:rPr sz="650" b="1" spc="1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7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CHECK</a:t>
              </a:r>
              <a:r>
                <a:rPr sz="650" b="1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TIME</a:t>
              </a:r>
              <a:endParaRPr sz="650" dirty="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grpSp>
          <p:nvGrpSpPr>
            <p:cNvPr id="209" name="object 52">
              <a:extLst>
                <a:ext uri="{FF2B5EF4-FFF2-40B4-BE49-F238E27FC236}">
                  <a16:creationId xmlns:a16="http://schemas.microsoft.com/office/drawing/2014/main" id="{2DE65724-0675-E6F7-BCF0-E21D180F6352}"/>
                </a:ext>
              </a:extLst>
            </p:cNvPr>
            <p:cNvGrpSpPr/>
            <p:nvPr/>
          </p:nvGrpSpPr>
          <p:grpSpPr>
            <a:xfrm>
              <a:off x="5487437" y="5548988"/>
              <a:ext cx="2396490" cy="570865"/>
              <a:chOff x="5487437" y="5548988"/>
              <a:chExt cx="2396490" cy="570865"/>
            </a:xfrm>
          </p:grpSpPr>
          <p:pic>
            <p:nvPicPr>
              <p:cNvPr id="265" name="object 53">
                <a:extLst>
                  <a:ext uri="{FF2B5EF4-FFF2-40B4-BE49-F238E27FC236}">
                    <a16:creationId xmlns:a16="http://schemas.microsoft.com/office/drawing/2014/main" id="{7C803329-69D0-D8C2-0189-4A2897084AF5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5487438" y="5548988"/>
                <a:ext cx="2395878" cy="570829"/>
              </a:xfrm>
              <a:prstGeom prst="rect">
                <a:avLst/>
              </a:prstGeom>
            </p:spPr>
          </p:pic>
          <p:sp>
            <p:nvSpPr>
              <p:cNvPr id="266" name="object 54">
                <a:extLst>
                  <a:ext uri="{FF2B5EF4-FFF2-40B4-BE49-F238E27FC236}">
                    <a16:creationId xmlns:a16="http://schemas.microsoft.com/office/drawing/2014/main" id="{393E4BEE-388B-52CD-B759-72F95994F615}"/>
                  </a:ext>
                </a:extLst>
              </p:cNvPr>
              <p:cNvSpPr/>
              <p:nvPr/>
            </p:nvSpPr>
            <p:spPr>
              <a:xfrm>
                <a:off x="5487437" y="5548988"/>
                <a:ext cx="2396490" cy="570865"/>
              </a:xfrm>
              <a:custGeom>
                <a:avLst/>
                <a:gdLst/>
                <a:ahLst/>
                <a:cxnLst/>
                <a:rect l="l" t="t" r="r" b="b"/>
                <a:pathLst>
                  <a:path w="2396490" h="570864">
                    <a:moveTo>
                      <a:pt x="2340088" y="570829"/>
                    </a:moveTo>
                    <a:lnTo>
                      <a:pt x="55789" y="570829"/>
                    </a:lnTo>
                    <a:lnTo>
                      <a:pt x="47586" y="569197"/>
                    </a:lnTo>
                    <a:lnTo>
                      <a:pt x="12807" y="545959"/>
                    </a:lnTo>
                    <a:lnTo>
                      <a:pt x="0" y="515039"/>
                    </a:lnTo>
                    <a:lnTo>
                      <a:pt x="0" y="55789"/>
                    </a:lnTo>
                    <a:lnTo>
                      <a:pt x="24869" y="12807"/>
                    </a:lnTo>
                    <a:lnTo>
                      <a:pt x="55789" y="0"/>
                    </a:lnTo>
                    <a:lnTo>
                      <a:pt x="2340088" y="0"/>
                    </a:lnTo>
                    <a:lnTo>
                      <a:pt x="2348292" y="1631"/>
                    </a:lnTo>
                    <a:lnTo>
                      <a:pt x="2363763" y="8039"/>
                    </a:lnTo>
                    <a:lnTo>
                      <a:pt x="60623" y="8039"/>
                    </a:lnTo>
                    <a:lnTo>
                      <a:pt x="56964" y="8400"/>
                    </a:lnTo>
                    <a:lnTo>
                      <a:pt x="21910" y="27136"/>
                    </a:lnTo>
                    <a:lnTo>
                      <a:pt x="8040" y="60623"/>
                    </a:lnTo>
                    <a:lnTo>
                      <a:pt x="8040" y="510206"/>
                    </a:lnTo>
                    <a:lnTo>
                      <a:pt x="27136" y="548919"/>
                    </a:lnTo>
                    <a:lnTo>
                      <a:pt x="59398" y="562669"/>
                    </a:lnTo>
                    <a:lnTo>
                      <a:pt x="2364051" y="562669"/>
                    </a:lnTo>
                    <a:lnTo>
                      <a:pt x="2348292" y="569197"/>
                    </a:lnTo>
                    <a:lnTo>
                      <a:pt x="2340088" y="570829"/>
                    </a:lnTo>
                    <a:close/>
                  </a:path>
                  <a:path w="2396490" h="570864">
                    <a:moveTo>
                      <a:pt x="2364051" y="562669"/>
                    </a:moveTo>
                    <a:lnTo>
                      <a:pt x="2336480" y="562669"/>
                    </a:lnTo>
                    <a:lnTo>
                      <a:pt x="2338915" y="562429"/>
                    </a:lnTo>
                    <a:lnTo>
                      <a:pt x="2346163" y="560987"/>
                    </a:lnTo>
                    <a:lnTo>
                      <a:pt x="2380406" y="534705"/>
                    </a:lnTo>
                    <a:lnTo>
                      <a:pt x="2387838" y="510206"/>
                    </a:lnTo>
                    <a:lnTo>
                      <a:pt x="2387838" y="60623"/>
                    </a:lnTo>
                    <a:lnTo>
                      <a:pt x="2368741" y="21910"/>
                    </a:lnTo>
                    <a:lnTo>
                      <a:pt x="2335254" y="8039"/>
                    </a:lnTo>
                    <a:lnTo>
                      <a:pt x="2363872" y="8039"/>
                    </a:lnTo>
                    <a:lnTo>
                      <a:pt x="2394246" y="47584"/>
                    </a:lnTo>
                    <a:lnTo>
                      <a:pt x="2395878" y="55789"/>
                    </a:lnTo>
                    <a:lnTo>
                      <a:pt x="2395878" y="515039"/>
                    </a:lnTo>
                    <a:lnTo>
                      <a:pt x="2394246" y="523243"/>
                    </a:lnTo>
                    <a:lnTo>
                      <a:pt x="2387717" y="539003"/>
                    </a:lnTo>
                    <a:lnTo>
                      <a:pt x="2383069" y="545959"/>
                    </a:lnTo>
                    <a:lnTo>
                      <a:pt x="2371008" y="558021"/>
                    </a:lnTo>
                    <a:lnTo>
                      <a:pt x="2364051" y="562669"/>
                    </a:lnTo>
                    <a:close/>
                  </a:path>
                </a:pathLst>
              </a:custGeom>
              <a:solidFill>
                <a:srgbClr val="FFB900">
                  <a:alpha val="1999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210" name="object 55">
              <a:extLst>
                <a:ext uri="{FF2B5EF4-FFF2-40B4-BE49-F238E27FC236}">
                  <a16:creationId xmlns:a16="http://schemas.microsoft.com/office/drawing/2014/main" id="{6EFA2F46-FB7D-0159-27A1-7FCFC9D4D8A7}"/>
                </a:ext>
              </a:extLst>
            </p:cNvPr>
            <p:cNvSpPr txBox="1"/>
            <p:nvPr/>
          </p:nvSpPr>
          <p:spPr>
            <a:xfrm>
              <a:off x="6171118" y="5569770"/>
              <a:ext cx="1199751" cy="508184"/>
            </a:xfrm>
            <a:prstGeom prst="rect">
              <a:avLst/>
            </a:prstGeom>
          </p:spPr>
          <p:txBody>
            <a:bodyPr vert="horz" wrap="square" lIns="0" tIns="27305" rIns="0" bIns="0" rtlCol="0">
              <a:spAutoFit/>
            </a:bodyPr>
            <a:lstStyle/>
            <a:p>
              <a:pPr marL="5080" algn="ctr">
                <a:lnSpc>
                  <a:spcPct val="100000"/>
                </a:lnSpc>
                <a:spcBef>
                  <a:spcPts val="215"/>
                </a:spcBef>
              </a:pPr>
              <a:r>
                <a:rPr sz="1900" b="1" spc="-50" dirty="0">
                  <a:solidFill>
                    <a:srgbClr val="FFB900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3</a:t>
              </a:r>
              <a:endParaRPr sz="19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algn="ctr">
                <a:lnSpc>
                  <a:spcPct val="100000"/>
                </a:lnSpc>
                <a:spcBef>
                  <a:spcPts val="45"/>
                </a:spcBef>
              </a:pPr>
              <a:r>
                <a:rPr sz="650" b="1" spc="-5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VERIFICATION</a:t>
              </a:r>
              <a:r>
                <a:rPr sz="650" b="1" spc="6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4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METHODS</a:t>
              </a:r>
              <a:endParaRPr sz="650" dirty="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grpSp>
          <p:nvGrpSpPr>
            <p:cNvPr id="211" name="object 56">
              <a:extLst>
                <a:ext uri="{FF2B5EF4-FFF2-40B4-BE49-F238E27FC236}">
                  <a16:creationId xmlns:a16="http://schemas.microsoft.com/office/drawing/2014/main" id="{70830920-58D0-6665-1817-B9E3BBE68DC6}"/>
                </a:ext>
              </a:extLst>
            </p:cNvPr>
            <p:cNvGrpSpPr/>
            <p:nvPr/>
          </p:nvGrpSpPr>
          <p:grpSpPr>
            <a:xfrm>
              <a:off x="7995874" y="5548988"/>
              <a:ext cx="3674745" cy="570865"/>
              <a:chOff x="7995874" y="5548988"/>
              <a:chExt cx="3674745" cy="570865"/>
            </a:xfrm>
          </p:grpSpPr>
          <p:pic>
            <p:nvPicPr>
              <p:cNvPr id="261" name="object 57">
                <a:extLst>
                  <a:ext uri="{FF2B5EF4-FFF2-40B4-BE49-F238E27FC236}">
                    <a16:creationId xmlns:a16="http://schemas.microsoft.com/office/drawing/2014/main" id="{24EF02C1-CAF4-6261-AA62-8150208214DC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7995875" y="5548988"/>
                <a:ext cx="3674214" cy="570829"/>
              </a:xfrm>
              <a:prstGeom prst="rect">
                <a:avLst/>
              </a:prstGeom>
            </p:spPr>
          </p:pic>
          <p:sp>
            <p:nvSpPr>
              <p:cNvPr id="262" name="object 58">
                <a:extLst>
                  <a:ext uri="{FF2B5EF4-FFF2-40B4-BE49-F238E27FC236}">
                    <a16:creationId xmlns:a16="http://schemas.microsoft.com/office/drawing/2014/main" id="{D529D143-9EFC-5AC7-386A-49B182493889}"/>
                  </a:ext>
                </a:extLst>
              </p:cNvPr>
              <p:cNvSpPr/>
              <p:nvPr/>
            </p:nvSpPr>
            <p:spPr>
              <a:xfrm>
                <a:off x="7995874" y="5548988"/>
                <a:ext cx="3674745" cy="570865"/>
              </a:xfrm>
              <a:custGeom>
                <a:avLst/>
                <a:gdLst/>
                <a:ahLst/>
                <a:cxnLst/>
                <a:rect l="l" t="t" r="r" b="b"/>
                <a:pathLst>
                  <a:path w="3674745" h="570864">
                    <a:moveTo>
                      <a:pt x="3618424" y="570829"/>
                    </a:moveTo>
                    <a:lnTo>
                      <a:pt x="55789" y="570829"/>
                    </a:lnTo>
                    <a:lnTo>
                      <a:pt x="47586" y="569197"/>
                    </a:lnTo>
                    <a:lnTo>
                      <a:pt x="12806" y="545959"/>
                    </a:lnTo>
                    <a:lnTo>
                      <a:pt x="0" y="515039"/>
                    </a:lnTo>
                    <a:lnTo>
                      <a:pt x="0" y="55789"/>
                    </a:lnTo>
                    <a:lnTo>
                      <a:pt x="24869" y="12807"/>
                    </a:lnTo>
                    <a:lnTo>
                      <a:pt x="55789" y="0"/>
                    </a:lnTo>
                    <a:lnTo>
                      <a:pt x="3618424" y="0"/>
                    </a:lnTo>
                    <a:lnTo>
                      <a:pt x="3626628" y="1631"/>
                    </a:lnTo>
                    <a:lnTo>
                      <a:pt x="3642100" y="8039"/>
                    </a:lnTo>
                    <a:lnTo>
                      <a:pt x="60622" y="8039"/>
                    </a:lnTo>
                    <a:lnTo>
                      <a:pt x="56963" y="8400"/>
                    </a:lnTo>
                    <a:lnTo>
                      <a:pt x="21910" y="27136"/>
                    </a:lnTo>
                    <a:lnTo>
                      <a:pt x="8039" y="60623"/>
                    </a:lnTo>
                    <a:lnTo>
                      <a:pt x="8039" y="510206"/>
                    </a:lnTo>
                    <a:lnTo>
                      <a:pt x="27136" y="548919"/>
                    </a:lnTo>
                    <a:lnTo>
                      <a:pt x="59397" y="562669"/>
                    </a:lnTo>
                    <a:lnTo>
                      <a:pt x="3642388" y="562669"/>
                    </a:lnTo>
                    <a:lnTo>
                      <a:pt x="3626628" y="569197"/>
                    </a:lnTo>
                    <a:lnTo>
                      <a:pt x="3618424" y="570829"/>
                    </a:lnTo>
                    <a:close/>
                  </a:path>
                  <a:path w="3674745" h="570864">
                    <a:moveTo>
                      <a:pt x="3642388" y="562669"/>
                    </a:moveTo>
                    <a:lnTo>
                      <a:pt x="3614817" y="562669"/>
                    </a:lnTo>
                    <a:lnTo>
                      <a:pt x="3617251" y="562429"/>
                    </a:lnTo>
                    <a:lnTo>
                      <a:pt x="3624500" y="560987"/>
                    </a:lnTo>
                    <a:lnTo>
                      <a:pt x="3658743" y="534705"/>
                    </a:lnTo>
                    <a:lnTo>
                      <a:pt x="3666174" y="510206"/>
                    </a:lnTo>
                    <a:lnTo>
                      <a:pt x="3666174" y="60623"/>
                    </a:lnTo>
                    <a:lnTo>
                      <a:pt x="3647078" y="21910"/>
                    </a:lnTo>
                    <a:lnTo>
                      <a:pt x="3613591" y="8039"/>
                    </a:lnTo>
                    <a:lnTo>
                      <a:pt x="3642209" y="8039"/>
                    </a:lnTo>
                    <a:lnTo>
                      <a:pt x="3672581" y="47584"/>
                    </a:lnTo>
                    <a:lnTo>
                      <a:pt x="3674214" y="55789"/>
                    </a:lnTo>
                    <a:lnTo>
                      <a:pt x="3674214" y="515039"/>
                    </a:lnTo>
                    <a:lnTo>
                      <a:pt x="3672582" y="523243"/>
                    </a:lnTo>
                    <a:lnTo>
                      <a:pt x="3666054" y="539003"/>
                    </a:lnTo>
                    <a:lnTo>
                      <a:pt x="3661406" y="545959"/>
                    </a:lnTo>
                    <a:lnTo>
                      <a:pt x="3649344" y="558021"/>
                    </a:lnTo>
                    <a:lnTo>
                      <a:pt x="3642388" y="562669"/>
                    </a:lnTo>
                    <a:close/>
                  </a:path>
                </a:pathLst>
              </a:custGeom>
              <a:solidFill>
                <a:srgbClr val="8B5CF5">
                  <a:alpha val="1999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63" name="object 59">
                <a:extLst>
                  <a:ext uri="{FF2B5EF4-FFF2-40B4-BE49-F238E27FC236}">
                    <a16:creationId xmlns:a16="http://schemas.microsoft.com/office/drawing/2014/main" id="{80A2E441-5D2B-F4CF-AF33-6F06EC7AD92E}"/>
                  </a:ext>
                </a:extLst>
              </p:cNvPr>
              <p:cNvSpPr/>
              <p:nvPr/>
            </p:nvSpPr>
            <p:spPr>
              <a:xfrm>
                <a:off x="8116472" y="5701745"/>
                <a:ext cx="257810" cy="257810"/>
              </a:xfrm>
              <a:custGeom>
                <a:avLst/>
                <a:gdLst/>
                <a:ahLst/>
                <a:cxnLst/>
                <a:rect l="l" t="t" r="r" b="b"/>
                <a:pathLst>
                  <a:path w="257809" h="257810">
                    <a:moveTo>
                      <a:pt x="215432" y="257275"/>
                    </a:moveTo>
                    <a:lnTo>
                      <a:pt x="41842" y="257275"/>
                    </a:lnTo>
                    <a:lnTo>
                      <a:pt x="35688" y="256051"/>
                    </a:lnTo>
                    <a:lnTo>
                      <a:pt x="1223" y="221585"/>
                    </a:lnTo>
                    <a:lnTo>
                      <a:pt x="0" y="215432"/>
                    </a:lnTo>
                    <a:lnTo>
                      <a:pt x="0" y="209036"/>
                    </a:lnTo>
                    <a:lnTo>
                      <a:pt x="0" y="41841"/>
                    </a:lnTo>
                    <a:lnTo>
                      <a:pt x="23868" y="6119"/>
                    </a:lnTo>
                    <a:lnTo>
                      <a:pt x="41842" y="0"/>
                    </a:lnTo>
                    <a:lnTo>
                      <a:pt x="215432" y="0"/>
                    </a:lnTo>
                    <a:lnTo>
                      <a:pt x="251154" y="23867"/>
                    </a:lnTo>
                    <a:lnTo>
                      <a:pt x="257275" y="41841"/>
                    </a:lnTo>
                    <a:lnTo>
                      <a:pt x="257275" y="215432"/>
                    </a:lnTo>
                    <a:lnTo>
                      <a:pt x="233405" y="251154"/>
                    </a:lnTo>
                    <a:lnTo>
                      <a:pt x="221585" y="256050"/>
                    </a:lnTo>
                    <a:lnTo>
                      <a:pt x="215432" y="257275"/>
                    </a:lnTo>
                    <a:close/>
                  </a:path>
                </a:pathLst>
              </a:custGeom>
              <a:solidFill>
                <a:srgbClr val="8B5CF5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264" name="object 60">
                <a:extLst>
                  <a:ext uri="{FF2B5EF4-FFF2-40B4-BE49-F238E27FC236}">
                    <a16:creationId xmlns:a16="http://schemas.microsoft.com/office/drawing/2014/main" id="{0D7527BD-8C96-0848-8424-8DBB62277527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177273" y="5762547"/>
                <a:ext cx="135672" cy="135672"/>
              </a:xfrm>
              <a:prstGeom prst="rect">
                <a:avLst/>
              </a:prstGeom>
            </p:spPr>
          </p:pic>
        </p:grpSp>
        <p:sp>
          <p:nvSpPr>
            <p:cNvPr id="212" name="object 61">
              <a:extLst>
                <a:ext uri="{FF2B5EF4-FFF2-40B4-BE49-F238E27FC236}">
                  <a16:creationId xmlns:a16="http://schemas.microsoft.com/office/drawing/2014/main" id="{CEDA2C8B-C914-CAF5-E871-9DAABD5EAEDE}"/>
                </a:ext>
              </a:extLst>
            </p:cNvPr>
            <p:cNvSpPr txBox="1"/>
            <p:nvPr/>
          </p:nvSpPr>
          <p:spPr>
            <a:xfrm>
              <a:off x="8442702" y="5611058"/>
              <a:ext cx="2889885" cy="481184"/>
            </a:xfrm>
            <a:prstGeom prst="rect">
              <a:avLst/>
            </a:prstGeom>
          </p:spPr>
          <p:txBody>
            <a:bodyPr vert="horz" wrap="square" lIns="0" tIns="419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30"/>
                </a:spcBef>
              </a:pPr>
              <a:r>
                <a:rPr sz="700" b="1" spc="-40" dirty="0">
                  <a:solidFill>
                    <a:srgbClr val="8B5CF5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ACCESSIBILITY</a:t>
              </a:r>
              <a:r>
                <a:rPr sz="700" b="1" spc="50" dirty="0">
                  <a:solidFill>
                    <a:srgbClr val="8B5CF5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b="1" spc="-25" dirty="0">
                  <a:solidFill>
                    <a:srgbClr val="8B5CF5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TIP</a:t>
              </a:r>
              <a:endParaRPr sz="70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 marR="5080">
                <a:lnSpc>
                  <a:spcPct val="105500"/>
                </a:lnSpc>
                <a:spcBef>
                  <a:spcPts val="190"/>
                </a:spcBef>
              </a:pPr>
              <a:r>
                <a:rPr sz="700" spc="-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Use</a:t>
              </a:r>
              <a:r>
                <a:rPr sz="700" spc="-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b="1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Narrator</a:t>
              </a:r>
              <a:r>
                <a:rPr sz="700" b="1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(Win+Ctrl+Enter)</a:t>
              </a:r>
              <a:r>
                <a:rPr sz="700" spc="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</a:t>
              </a:r>
              <a:r>
                <a:rPr sz="700" spc="-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navigate</a:t>
              </a:r>
              <a:r>
                <a:rPr sz="700" spc="-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services.msc</a:t>
              </a:r>
              <a:r>
                <a:rPr sz="7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with</a:t>
              </a:r>
              <a:r>
                <a:rPr sz="700" spc="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screen</a:t>
              </a:r>
              <a:r>
                <a:rPr sz="700" spc="1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reading</a:t>
              </a:r>
              <a:r>
                <a:rPr sz="700" spc="50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support</a:t>
              </a:r>
              <a:endParaRPr sz="7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213" name="object 62">
              <a:extLst>
                <a:ext uri="{FF2B5EF4-FFF2-40B4-BE49-F238E27FC236}">
                  <a16:creationId xmlns:a16="http://schemas.microsoft.com/office/drawing/2014/main" id="{AFB58DD4-71DE-ED81-3B60-6E8BEFD38FE0}"/>
                </a:ext>
              </a:extLst>
            </p:cNvPr>
            <p:cNvSpPr txBox="1"/>
            <p:nvPr/>
          </p:nvSpPr>
          <p:spPr>
            <a:xfrm>
              <a:off x="530225" y="6346705"/>
              <a:ext cx="3703954" cy="224997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550" spc="-25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Source:</a:t>
              </a:r>
              <a:r>
                <a:rPr sz="550" spc="30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550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Microsoft</a:t>
              </a:r>
              <a:r>
                <a:rPr sz="550" spc="-10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Learn</a:t>
              </a:r>
              <a:r>
                <a:rPr sz="550" spc="15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550" spc="-10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Documentation</a:t>
              </a:r>
              <a:r>
                <a:rPr sz="550" spc="20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550" spc="-25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(2026),</a:t>
              </a:r>
              <a:r>
                <a:rPr sz="550" spc="30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550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Microsoft</a:t>
              </a:r>
              <a:r>
                <a:rPr sz="550" spc="-10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550" spc="-40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Tech</a:t>
              </a:r>
              <a:r>
                <a:rPr sz="550" spc="20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550" spc="-10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Community,</a:t>
              </a:r>
              <a:r>
                <a:rPr sz="550" spc="30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550" spc="-35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TechRadar</a:t>
              </a:r>
              <a:r>
                <a:rPr sz="550" spc="-10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550" spc="-20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Pro</a:t>
              </a:r>
              <a:r>
                <a:rPr sz="550" spc="5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550" spc="-10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Enterprise</a:t>
              </a:r>
              <a:r>
                <a:rPr sz="550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550" spc="-10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Virtualization</a:t>
              </a:r>
              <a:r>
                <a:rPr sz="550" spc="20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550" spc="-10" dirty="0">
                  <a:solidFill>
                    <a:srgbClr val="94A2B8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Trends</a:t>
              </a:r>
              <a:endParaRPr sz="5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214" name="object 63">
              <a:extLst>
                <a:ext uri="{FF2B5EF4-FFF2-40B4-BE49-F238E27FC236}">
                  <a16:creationId xmlns:a16="http://schemas.microsoft.com/office/drawing/2014/main" id="{0D1F9BFB-13A5-A539-D702-56928D6B2339}"/>
                </a:ext>
              </a:extLst>
            </p:cNvPr>
            <p:cNvSpPr/>
            <p:nvPr/>
          </p:nvSpPr>
          <p:spPr>
            <a:xfrm>
              <a:off x="11155538" y="6336894"/>
              <a:ext cx="514984" cy="144780"/>
            </a:xfrm>
            <a:custGeom>
              <a:avLst/>
              <a:gdLst/>
              <a:ahLst/>
              <a:cxnLst/>
              <a:rect l="l" t="t" r="r" b="b"/>
              <a:pathLst>
                <a:path w="514984" h="144779">
                  <a:moveTo>
                    <a:pt x="486655" y="144716"/>
                  </a:moveTo>
                  <a:lnTo>
                    <a:pt x="27894" y="144716"/>
                  </a:lnTo>
                  <a:lnTo>
                    <a:pt x="23791" y="143900"/>
                  </a:lnTo>
                  <a:lnTo>
                    <a:pt x="0" y="116822"/>
                  </a:lnTo>
                  <a:lnTo>
                    <a:pt x="0" y="112558"/>
                  </a:lnTo>
                  <a:lnTo>
                    <a:pt x="0" y="27894"/>
                  </a:lnTo>
                  <a:lnTo>
                    <a:pt x="27894" y="0"/>
                  </a:lnTo>
                  <a:lnTo>
                    <a:pt x="486655" y="0"/>
                  </a:lnTo>
                  <a:lnTo>
                    <a:pt x="514551" y="27894"/>
                  </a:lnTo>
                  <a:lnTo>
                    <a:pt x="514551" y="116822"/>
                  </a:lnTo>
                  <a:lnTo>
                    <a:pt x="490757" y="143900"/>
                  </a:lnTo>
                  <a:lnTo>
                    <a:pt x="486655" y="144716"/>
                  </a:lnTo>
                  <a:close/>
                </a:path>
              </a:pathLst>
            </a:custGeom>
            <a:solidFill>
              <a:srgbClr val="0078D4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215" name="object 64">
              <a:extLst>
                <a:ext uri="{FF2B5EF4-FFF2-40B4-BE49-F238E27FC236}">
                  <a16:creationId xmlns:a16="http://schemas.microsoft.com/office/drawing/2014/main" id="{E23C02CC-F094-ED67-1880-232954CACA86}"/>
                </a:ext>
              </a:extLst>
            </p:cNvPr>
            <p:cNvSpPr txBox="1"/>
            <p:nvPr/>
          </p:nvSpPr>
          <p:spPr>
            <a:xfrm>
              <a:off x="11155538" y="6336894"/>
              <a:ext cx="686133" cy="122585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550" b="1" spc="-5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SLIDE</a:t>
              </a:r>
              <a:r>
                <a:rPr sz="550" b="1" spc="-2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550" b="1" spc="-7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5</a:t>
              </a:r>
              <a:r>
                <a:rPr sz="550" b="1" spc="-3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550" b="1" spc="-5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OF</a:t>
              </a:r>
              <a:r>
                <a:rPr sz="550" b="1" spc="-2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550" b="1" spc="-5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9</a:t>
              </a:r>
              <a:endParaRPr sz="550" dirty="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grpSp>
          <p:nvGrpSpPr>
            <p:cNvPr id="216" name="object 65">
              <a:extLst>
                <a:ext uri="{FF2B5EF4-FFF2-40B4-BE49-F238E27FC236}">
                  <a16:creationId xmlns:a16="http://schemas.microsoft.com/office/drawing/2014/main" id="{0F2D65E1-D0D1-D431-D9A4-DDE05BB3ED57}"/>
                </a:ext>
              </a:extLst>
            </p:cNvPr>
            <p:cNvGrpSpPr/>
            <p:nvPr/>
          </p:nvGrpSpPr>
          <p:grpSpPr>
            <a:xfrm>
              <a:off x="542817" y="1408352"/>
              <a:ext cx="3634740" cy="1978025"/>
              <a:chOff x="542817" y="1408352"/>
              <a:chExt cx="3634740" cy="1978025"/>
            </a:xfrm>
          </p:grpSpPr>
          <p:sp>
            <p:nvSpPr>
              <p:cNvPr id="255" name="object 66">
                <a:extLst>
                  <a:ext uri="{FF2B5EF4-FFF2-40B4-BE49-F238E27FC236}">
                    <a16:creationId xmlns:a16="http://schemas.microsoft.com/office/drawing/2014/main" id="{931E8787-A0D1-63A2-351C-BCDEEEFB965C}"/>
                  </a:ext>
                </a:extLst>
              </p:cNvPr>
              <p:cNvSpPr/>
              <p:nvPr/>
            </p:nvSpPr>
            <p:spPr>
              <a:xfrm>
                <a:off x="546944" y="1412480"/>
                <a:ext cx="3626485" cy="1969770"/>
              </a:xfrm>
              <a:custGeom>
                <a:avLst/>
                <a:gdLst/>
                <a:ahLst/>
                <a:cxnLst/>
                <a:rect l="l" t="t" r="r" b="b"/>
                <a:pathLst>
                  <a:path w="3626485" h="1969770">
                    <a:moveTo>
                      <a:pt x="0" y="1893386"/>
                    </a:moveTo>
                    <a:lnTo>
                      <a:pt x="0" y="76378"/>
                    </a:lnTo>
                    <a:lnTo>
                      <a:pt x="0" y="71363"/>
                    </a:lnTo>
                    <a:lnTo>
                      <a:pt x="489" y="66396"/>
                    </a:lnTo>
                    <a:lnTo>
                      <a:pt x="1467" y="61477"/>
                    </a:lnTo>
                    <a:lnTo>
                      <a:pt x="2445" y="56559"/>
                    </a:lnTo>
                    <a:lnTo>
                      <a:pt x="3894" y="51783"/>
                    </a:lnTo>
                    <a:lnTo>
                      <a:pt x="5813" y="47149"/>
                    </a:lnTo>
                    <a:lnTo>
                      <a:pt x="7733" y="42516"/>
                    </a:lnTo>
                    <a:lnTo>
                      <a:pt x="10085" y="38114"/>
                    </a:lnTo>
                    <a:lnTo>
                      <a:pt x="12872" y="33944"/>
                    </a:lnTo>
                    <a:lnTo>
                      <a:pt x="15658" y="29774"/>
                    </a:lnTo>
                    <a:lnTo>
                      <a:pt x="18824" y="25916"/>
                    </a:lnTo>
                    <a:lnTo>
                      <a:pt x="22370" y="22370"/>
                    </a:lnTo>
                    <a:lnTo>
                      <a:pt x="25916" y="18824"/>
                    </a:lnTo>
                    <a:lnTo>
                      <a:pt x="29775" y="15658"/>
                    </a:lnTo>
                    <a:lnTo>
                      <a:pt x="33944" y="12872"/>
                    </a:lnTo>
                    <a:lnTo>
                      <a:pt x="38114" y="10085"/>
                    </a:lnTo>
                    <a:lnTo>
                      <a:pt x="71363" y="0"/>
                    </a:lnTo>
                    <a:lnTo>
                      <a:pt x="76378" y="0"/>
                    </a:lnTo>
                    <a:lnTo>
                      <a:pt x="3549597" y="0"/>
                    </a:lnTo>
                    <a:lnTo>
                      <a:pt x="3554612" y="0"/>
                    </a:lnTo>
                    <a:lnTo>
                      <a:pt x="3559579" y="489"/>
                    </a:lnTo>
                    <a:lnTo>
                      <a:pt x="3564498" y="1467"/>
                    </a:lnTo>
                    <a:lnTo>
                      <a:pt x="3569416" y="2445"/>
                    </a:lnTo>
                    <a:lnTo>
                      <a:pt x="3592031" y="12872"/>
                    </a:lnTo>
                    <a:lnTo>
                      <a:pt x="3596201" y="15658"/>
                    </a:lnTo>
                    <a:lnTo>
                      <a:pt x="3600059" y="18824"/>
                    </a:lnTo>
                    <a:lnTo>
                      <a:pt x="3603605" y="22370"/>
                    </a:lnTo>
                    <a:lnTo>
                      <a:pt x="3607151" y="25916"/>
                    </a:lnTo>
                    <a:lnTo>
                      <a:pt x="3610317" y="29774"/>
                    </a:lnTo>
                    <a:lnTo>
                      <a:pt x="3613103" y="33944"/>
                    </a:lnTo>
                    <a:lnTo>
                      <a:pt x="3615889" y="38114"/>
                    </a:lnTo>
                    <a:lnTo>
                      <a:pt x="3625976" y="76378"/>
                    </a:lnTo>
                    <a:lnTo>
                      <a:pt x="3625976" y="1893386"/>
                    </a:lnTo>
                    <a:lnTo>
                      <a:pt x="3615890" y="1931650"/>
                    </a:lnTo>
                    <a:lnTo>
                      <a:pt x="3613103" y="1935820"/>
                    </a:lnTo>
                    <a:lnTo>
                      <a:pt x="3610317" y="1939990"/>
                    </a:lnTo>
                    <a:lnTo>
                      <a:pt x="3592030" y="1956893"/>
                    </a:lnTo>
                    <a:lnTo>
                      <a:pt x="3587861" y="1959679"/>
                    </a:lnTo>
                    <a:lnTo>
                      <a:pt x="3549597" y="1969765"/>
                    </a:lnTo>
                    <a:lnTo>
                      <a:pt x="76378" y="1969765"/>
                    </a:lnTo>
                    <a:lnTo>
                      <a:pt x="38114" y="1959679"/>
                    </a:lnTo>
                    <a:lnTo>
                      <a:pt x="33944" y="1956893"/>
                    </a:lnTo>
                    <a:lnTo>
                      <a:pt x="29775" y="1954107"/>
                    </a:lnTo>
                    <a:lnTo>
                      <a:pt x="5813" y="1922615"/>
                    </a:lnTo>
                    <a:lnTo>
                      <a:pt x="1467" y="1908287"/>
                    </a:lnTo>
                    <a:lnTo>
                      <a:pt x="489" y="1903368"/>
                    </a:lnTo>
                    <a:lnTo>
                      <a:pt x="0" y="1898401"/>
                    </a:lnTo>
                    <a:lnTo>
                      <a:pt x="0" y="1893386"/>
                    </a:lnTo>
                    <a:close/>
                  </a:path>
                </a:pathLst>
              </a:custGeom>
              <a:ln w="8039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56" name="object 67">
                <a:extLst>
                  <a:ext uri="{FF2B5EF4-FFF2-40B4-BE49-F238E27FC236}">
                    <a16:creationId xmlns:a16="http://schemas.microsoft.com/office/drawing/2014/main" id="{4F0ED374-DEA7-A7C0-3A9F-F22E8B08089F}"/>
                  </a:ext>
                </a:extLst>
              </p:cNvPr>
              <p:cNvSpPr/>
              <p:nvPr/>
            </p:nvSpPr>
            <p:spPr>
              <a:xfrm>
                <a:off x="707742" y="1947131"/>
                <a:ext cx="3316604" cy="691515"/>
              </a:xfrm>
              <a:custGeom>
                <a:avLst/>
                <a:gdLst/>
                <a:ahLst/>
                <a:cxnLst/>
                <a:rect l="l" t="t" r="r" b="b"/>
                <a:pathLst>
                  <a:path w="3316604" h="691514">
                    <a:moveTo>
                      <a:pt x="3274599" y="691427"/>
                    </a:moveTo>
                    <a:lnTo>
                      <a:pt x="31381" y="691427"/>
                    </a:lnTo>
                    <a:lnTo>
                      <a:pt x="26766" y="690203"/>
                    </a:lnTo>
                    <a:lnTo>
                      <a:pt x="917" y="655738"/>
                    </a:lnTo>
                    <a:lnTo>
                      <a:pt x="0" y="649585"/>
                    </a:lnTo>
                    <a:lnTo>
                      <a:pt x="0" y="643188"/>
                    </a:lnTo>
                    <a:lnTo>
                      <a:pt x="0" y="41842"/>
                    </a:lnTo>
                    <a:lnTo>
                      <a:pt x="17901" y="6119"/>
                    </a:lnTo>
                    <a:lnTo>
                      <a:pt x="31381" y="0"/>
                    </a:lnTo>
                    <a:lnTo>
                      <a:pt x="3274599" y="0"/>
                    </a:lnTo>
                    <a:lnTo>
                      <a:pt x="3310321" y="23868"/>
                    </a:lnTo>
                    <a:lnTo>
                      <a:pt x="3316441" y="41842"/>
                    </a:lnTo>
                    <a:lnTo>
                      <a:pt x="3316441" y="649585"/>
                    </a:lnTo>
                    <a:lnTo>
                      <a:pt x="3292572" y="685307"/>
                    </a:lnTo>
                    <a:lnTo>
                      <a:pt x="3280752" y="690203"/>
                    </a:lnTo>
                    <a:lnTo>
                      <a:pt x="3274599" y="691427"/>
                    </a:lnTo>
                    <a:close/>
                  </a:path>
                </a:pathLst>
              </a:custGeom>
              <a:solidFill>
                <a:srgbClr val="0078D4">
                  <a:alpha val="391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57" name="object 68">
                <a:extLst>
                  <a:ext uri="{FF2B5EF4-FFF2-40B4-BE49-F238E27FC236}">
                    <a16:creationId xmlns:a16="http://schemas.microsoft.com/office/drawing/2014/main" id="{EF3F00AC-1DAD-BEA7-6FA3-EB8F70A7A690}"/>
                  </a:ext>
                </a:extLst>
              </p:cNvPr>
              <p:cNvSpPr/>
              <p:nvPr/>
            </p:nvSpPr>
            <p:spPr>
              <a:xfrm>
                <a:off x="695682" y="1947818"/>
                <a:ext cx="41275" cy="69024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690244">
                    <a:moveTo>
                      <a:pt x="40749" y="690053"/>
                    </a:moveTo>
                    <a:lnTo>
                      <a:pt x="7947" y="669181"/>
                    </a:lnTo>
                    <a:lnTo>
                      <a:pt x="0" y="642501"/>
                    </a:lnTo>
                    <a:lnTo>
                      <a:pt x="0" y="47551"/>
                    </a:lnTo>
                    <a:lnTo>
                      <a:pt x="21558" y="7260"/>
                    </a:lnTo>
                    <a:lnTo>
                      <a:pt x="40749" y="0"/>
                    </a:lnTo>
                    <a:lnTo>
                      <a:pt x="35893" y="4022"/>
                    </a:lnTo>
                    <a:lnTo>
                      <a:pt x="31184" y="13441"/>
                    </a:lnTo>
                    <a:lnTo>
                      <a:pt x="28093" y="20871"/>
                    </a:lnTo>
                    <a:lnTo>
                      <a:pt x="25885" y="29033"/>
                    </a:lnTo>
                    <a:lnTo>
                      <a:pt x="24561" y="37927"/>
                    </a:lnTo>
                    <a:lnTo>
                      <a:pt x="24119" y="47551"/>
                    </a:lnTo>
                    <a:lnTo>
                      <a:pt x="24119" y="642501"/>
                    </a:lnTo>
                    <a:lnTo>
                      <a:pt x="35893" y="686030"/>
                    </a:lnTo>
                    <a:lnTo>
                      <a:pt x="40749" y="690053"/>
                    </a:lnTo>
                    <a:close/>
                  </a:path>
                </a:pathLst>
              </a:custGeom>
              <a:solidFill>
                <a:srgbClr val="0078D4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58" name="object 69">
                <a:extLst>
                  <a:ext uri="{FF2B5EF4-FFF2-40B4-BE49-F238E27FC236}">
                    <a16:creationId xmlns:a16="http://schemas.microsoft.com/office/drawing/2014/main" id="{1D07AB70-2EAA-58B1-37E0-EAED2E5B7A55}"/>
                  </a:ext>
                </a:extLst>
              </p:cNvPr>
              <p:cNvSpPr/>
              <p:nvPr/>
            </p:nvSpPr>
            <p:spPr>
              <a:xfrm>
                <a:off x="800200" y="2196366"/>
                <a:ext cx="3143885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3143885" h="361950">
                    <a:moveTo>
                      <a:pt x="3115690" y="361793"/>
                    </a:moveTo>
                    <a:lnTo>
                      <a:pt x="27894" y="361793"/>
                    </a:lnTo>
                    <a:lnTo>
                      <a:pt x="23792" y="360977"/>
                    </a:lnTo>
                    <a:lnTo>
                      <a:pt x="0" y="333898"/>
                    </a:lnTo>
                    <a:lnTo>
                      <a:pt x="0" y="329634"/>
                    </a:lnTo>
                    <a:lnTo>
                      <a:pt x="0" y="27894"/>
                    </a:lnTo>
                    <a:lnTo>
                      <a:pt x="27894" y="0"/>
                    </a:lnTo>
                    <a:lnTo>
                      <a:pt x="3115690" y="0"/>
                    </a:lnTo>
                    <a:lnTo>
                      <a:pt x="3143584" y="27894"/>
                    </a:lnTo>
                    <a:lnTo>
                      <a:pt x="3143584" y="333898"/>
                    </a:lnTo>
                    <a:lnTo>
                      <a:pt x="3119792" y="360977"/>
                    </a:lnTo>
                    <a:lnTo>
                      <a:pt x="3115690" y="361793"/>
                    </a:lnTo>
                    <a:close/>
                  </a:path>
                </a:pathLst>
              </a:custGeom>
              <a:solidFill>
                <a:srgbClr val="F7FAFB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259" name="object 70">
                <a:extLst>
                  <a:ext uri="{FF2B5EF4-FFF2-40B4-BE49-F238E27FC236}">
                    <a16:creationId xmlns:a16="http://schemas.microsoft.com/office/drawing/2014/main" id="{8E8EFB82-8AF9-80CE-C43C-4626284AC571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95682" y="1561217"/>
                <a:ext cx="289434" cy="289434"/>
              </a:xfrm>
              <a:prstGeom prst="rect">
                <a:avLst/>
              </a:prstGeom>
            </p:spPr>
          </p:pic>
          <p:sp>
            <p:nvSpPr>
              <p:cNvPr id="260" name="object 71">
                <a:extLst>
                  <a:ext uri="{FF2B5EF4-FFF2-40B4-BE49-F238E27FC236}">
                    <a16:creationId xmlns:a16="http://schemas.microsoft.com/office/drawing/2014/main" id="{C1E76CA7-C204-6E5E-7C95-07533F54DDBA}"/>
                  </a:ext>
                </a:extLst>
              </p:cNvPr>
              <p:cNvSpPr/>
              <p:nvPr/>
            </p:nvSpPr>
            <p:spPr>
              <a:xfrm>
                <a:off x="780100" y="1645636"/>
                <a:ext cx="120650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120650">
                    <a:moveTo>
                      <a:pt x="0" y="0"/>
                    </a:moveTo>
                    <a:lnTo>
                      <a:pt x="46899" y="0"/>
                    </a:lnTo>
                    <a:lnTo>
                      <a:pt x="46899" y="46899"/>
                    </a:lnTo>
                    <a:lnTo>
                      <a:pt x="0" y="46899"/>
                    </a:lnTo>
                    <a:lnTo>
                      <a:pt x="0" y="0"/>
                    </a:lnTo>
                    <a:close/>
                  </a:path>
                  <a:path w="120650" h="120650">
                    <a:moveTo>
                      <a:pt x="73698" y="0"/>
                    </a:moveTo>
                    <a:lnTo>
                      <a:pt x="120597" y="0"/>
                    </a:lnTo>
                    <a:lnTo>
                      <a:pt x="120597" y="46899"/>
                    </a:lnTo>
                    <a:lnTo>
                      <a:pt x="73698" y="46899"/>
                    </a:lnTo>
                    <a:lnTo>
                      <a:pt x="73698" y="0"/>
                    </a:lnTo>
                    <a:close/>
                  </a:path>
                  <a:path w="120650" h="120650">
                    <a:moveTo>
                      <a:pt x="73698" y="73698"/>
                    </a:moveTo>
                    <a:lnTo>
                      <a:pt x="120597" y="73698"/>
                    </a:lnTo>
                    <a:lnTo>
                      <a:pt x="120597" y="120597"/>
                    </a:lnTo>
                    <a:lnTo>
                      <a:pt x="73698" y="120597"/>
                    </a:lnTo>
                    <a:lnTo>
                      <a:pt x="73698" y="73698"/>
                    </a:lnTo>
                    <a:close/>
                  </a:path>
                  <a:path w="120650" h="120650">
                    <a:moveTo>
                      <a:pt x="0" y="73698"/>
                    </a:moveTo>
                    <a:lnTo>
                      <a:pt x="46899" y="73698"/>
                    </a:lnTo>
                    <a:lnTo>
                      <a:pt x="46899" y="120597"/>
                    </a:lnTo>
                    <a:lnTo>
                      <a:pt x="0" y="120597"/>
                    </a:lnTo>
                    <a:lnTo>
                      <a:pt x="0" y="73698"/>
                    </a:lnTo>
                    <a:close/>
                  </a:path>
                </a:pathLst>
              </a:custGeom>
              <a:ln w="1674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217" name="object 72">
              <a:extLst>
                <a:ext uri="{FF2B5EF4-FFF2-40B4-BE49-F238E27FC236}">
                  <a16:creationId xmlns:a16="http://schemas.microsoft.com/office/drawing/2014/main" id="{FDFC5465-781C-17AC-EF19-486DBE21717E}"/>
                </a:ext>
              </a:extLst>
            </p:cNvPr>
            <p:cNvSpPr txBox="1"/>
            <p:nvPr/>
          </p:nvSpPr>
          <p:spPr>
            <a:xfrm>
              <a:off x="1052816" y="1537869"/>
              <a:ext cx="1449662" cy="363099"/>
            </a:xfrm>
            <a:prstGeom prst="rect">
              <a:avLst/>
            </a:prstGeom>
          </p:spPr>
          <p:txBody>
            <a:bodyPr vert="horz" wrap="square" lIns="0" tIns="3302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260"/>
                </a:spcBef>
              </a:pPr>
              <a:r>
                <a:rPr sz="1000" b="1" spc="-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100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1000" b="1" spc="-6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Manager</a:t>
              </a:r>
              <a:endParaRPr sz="10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650" b="1" spc="-4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GUI</a:t>
              </a:r>
              <a:r>
                <a:rPr sz="650" b="1" spc="-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METHOD</a:t>
              </a:r>
              <a:endParaRPr sz="650" dirty="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sp>
          <p:nvSpPr>
            <p:cNvPr id="218" name="object 73">
              <a:extLst>
                <a:ext uri="{FF2B5EF4-FFF2-40B4-BE49-F238E27FC236}">
                  <a16:creationId xmlns:a16="http://schemas.microsoft.com/office/drawing/2014/main" id="{71CB0B6A-3070-89FD-8C09-FF01E5A4B745}"/>
                </a:ext>
              </a:extLst>
            </p:cNvPr>
            <p:cNvSpPr txBox="1"/>
            <p:nvPr/>
          </p:nvSpPr>
          <p:spPr>
            <a:xfrm>
              <a:off x="787500" y="2010809"/>
              <a:ext cx="1616045" cy="14974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700" b="1" spc="-7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Access</a:t>
              </a:r>
              <a:r>
                <a:rPr sz="700" b="1" spc="-1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Path: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219" name="object 74">
              <a:extLst>
                <a:ext uri="{FF2B5EF4-FFF2-40B4-BE49-F238E27FC236}">
                  <a16:creationId xmlns:a16="http://schemas.microsoft.com/office/drawing/2014/main" id="{D4343895-1C9C-F70B-8FA1-D2A17F139F26}"/>
                </a:ext>
              </a:extLst>
            </p:cNvPr>
            <p:cNvSpPr txBox="1"/>
            <p:nvPr/>
          </p:nvSpPr>
          <p:spPr>
            <a:xfrm>
              <a:off x="851819" y="2201353"/>
              <a:ext cx="2732405" cy="33423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28099"/>
                </a:lnSpc>
                <a:spcBef>
                  <a:spcPts val="100"/>
                </a:spcBef>
              </a:pPr>
              <a:r>
                <a:rPr sz="7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Start</a:t>
              </a:r>
              <a:r>
                <a:rPr sz="70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7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Menu</a:t>
              </a:r>
              <a:r>
                <a:rPr sz="70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7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→</a:t>
              </a:r>
              <a:r>
                <a:rPr sz="70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7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Windows</a:t>
              </a:r>
              <a:r>
                <a:rPr sz="70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70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Administrative</a:t>
              </a:r>
              <a:r>
                <a:rPr sz="70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7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Tools</a:t>
              </a:r>
              <a:r>
                <a:rPr sz="70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7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→</a:t>
              </a:r>
              <a:r>
                <a:rPr sz="70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70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Hyper-</a:t>
              </a:r>
              <a:r>
                <a:rPr sz="70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V </a:t>
              </a:r>
              <a:r>
                <a:rPr sz="70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Manager</a:t>
              </a:r>
              <a:endParaRPr sz="700">
                <a:latin typeface="Roboto Slab" pitchFamily="2" charset="0"/>
                <a:ea typeface="Roboto Slab" pitchFamily="2" charset="0"/>
                <a:cs typeface="Liberation Mono"/>
              </a:endParaRPr>
            </a:p>
          </p:txBody>
        </p:sp>
        <p:sp>
          <p:nvSpPr>
            <p:cNvPr id="220" name="object 75">
              <a:extLst>
                <a:ext uri="{FF2B5EF4-FFF2-40B4-BE49-F238E27FC236}">
                  <a16:creationId xmlns:a16="http://schemas.microsoft.com/office/drawing/2014/main" id="{A9B8CA32-5806-7875-7A39-0E8E135087E9}"/>
                </a:ext>
              </a:extLst>
            </p:cNvPr>
            <p:cNvSpPr txBox="1"/>
            <p:nvPr/>
          </p:nvSpPr>
          <p:spPr>
            <a:xfrm>
              <a:off x="682981" y="2692589"/>
              <a:ext cx="3285490" cy="317557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20600"/>
                </a:lnSpc>
                <a:spcBef>
                  <a:spcPts val="95"/>
                </a:spcBef>
              </a:pPr>
              <a:r>
                <a:rPr sz="700" b="1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Veri</a:t>
              </a:r>
              <a:r>
                <a:rPr sz="650" b="1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ﬁ</a:t>
              </a:r>
              <a:r>
                <a:rPr sz="700" b="1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cation:</a:t>
              </a:r>
              <a:r>
                <a:rPr sz="700" b="1" spc="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If</a:t>
              </a:r>
              <a:r>
                <a:rPr sz="700" spc="-6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700" spc="-6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700" spc="-4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Manager</a:t>
              </a:r>
              <a:r>
                <a:rPr sz="70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launches</a:t>
              </a:r>
              <a:r>
                <a:rPr sz="70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successfully,</a:t>
              </a:r>
              <a:r>
                <a:rPr sz="700" spc="4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installation</a:t>
              </a:r>
              <a:r>
                <a:rPr sz="700" spc="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is</a:t>
              </a:r>
              <a:r>
                <a:rPr sz="70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con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ﬁ</a:t>
              </a:r>
              <a:r>
                <a:rPr sz="7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rmed.</a:t>
              </a:r>
              <a:r>
                <a:rPr sz="700" spc="4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You'll</a:t>
              </a:r>
              <a:r>
                <a:rPr sz="700" spc="50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5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see</a:t>
              </a:r>
              <a:r>
                <a:rPr sz="70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the</a:t>
              </a:r>
              <a:r>
                <a:rPr sz="70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main</a:t>
              </a:r>
              <a:r>
                <a:rPr sz="700" spc="-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console</a:t>
              </a:r>
              <a:r>
                <a:rPr sz="70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interface.</a:t>
              </a:r>
              <a:endParaRPr sz="7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221" name="object 76">
              <a:extLst>
                <a:ext uri="{FF2B5EF4-FFF2-40B4-BE49-F238E27FC236}">
                  <a16:creationId xmlns:a16="http://schemas.microsoft.com/office/drawing/2014/main" id="{B629211F-2D84-F37A-DA43-3529467E28E4}"/>
                </a:ext>
              </a:extLst>
            </p:cNvPr>
            <p:cNvGrpSpPr/>
            <p:nvPr/>
          </p:nvGrpSpPr>
          <p:grpSpPr>
            <a:xfrm>
              <a:off x="695682" y="3056631"/>
              <a:ext cx="989083" cy="187681"/>
              <a:chOff x="695682" y="3056631"/>
              <a:chExt cx="989083" cy="187681"/>
            </a:xfrm>
          </p:grpSpPr>
          <p:sp>
            <p:nvSpPr>
              <p:cNvPr id="253" name="object 77">
                <a:extLst>
                  <a:ext uri="{FF2B5EF4-FFF2-40B4-BE49-F238E27FC236}">
                    <a16:creationId xmlns:a16="http://schemas.microsoft.com/office/drawing/2014/main" id="{22AC6FF4-9768-CD43-4BDB-544D38F4A7F8}"/>
                  </a:ext>
                </a:extLst>
              </p:cNvPr>
              <p:cNvSpPr/>
              <p:nvPr/>
            </p:nvSpPr>
            <p:spPr>
              <a:xfrm>
                <a:off x="695682" y="3056631"/>
                <a:ext cx="989083" cy="187681"/>
              </a:xfrm>
              <a:custGeom>
                <a:avLst/>
                <a:gdLst/>
                <a:ahLst/>
                <a:cxnLst/>
                <a:rect l="l" t="t" r="r" b="b"/>
                <a:pathLst>
                  <a:path w="844550" h="177164">
                    <a:moveTo>
                      <a:pt x="761553" y="176876"/>
                    </a:moveTo>
                    <a:lnTo>
                      <a:pt x="82631" y="176876"/>
                    </a:lnTo>
                    <a:lnTo>
                      <a:pt x="76880" y="176310"/>
                    </a:lnTo>
                    <a:lnTo>
                      <a:pt x="34476" y="158745"/>
                    </a:lnTo>
                    <a:lnTo>
                      <a:pt x="8954" y="127646"/>
                    </a:lnTo>
                    <a:lnTo>
                      <a:pt x="0" y="94245"/>
                    </a:lnTo>
                    <a:lnTo>
                      <a:pt x="0" y="88438"/>
                    </a:lnTo>
                    <a:lnTo>
                      <a:pt x="0" y="82631"/>
                    </a:lnTo>
                    <a:lnTo>
                      <a:pt x="11678" y="44132"/>
                    </a:lnTo>
                    <a:lnTo>
                      <a:pt x="44132" y="11677"/>
                    </a:lnTo>
                    <a:lnTo>
                      <a:pt x="82631" y="0"/>
                    </a:lnTo>
                    <a:lnTo>
                      <a:pt x="761553" y="0"/>
                    </a:lnTo>
                    <a:lnTo>
                      <a:pt x="800052" y="11678"/>
                    </a:lnTo>
                    <a:lnTo>
                      <a:pt x="832506" y="44132"/>
                    </a:lnTo>
                    <a:lnTo>
                      <a:pt x="844185" y="82631"/>
                    </a:lnTo>
                    <a:lnTo>
                      <a:pt x="844185" y="94245"/>
                    </a:lnTo>
                    <a:lnTo>
                      <a:pt x="832506" y="132743"/>
                    </a:lnTo>
                    <a:lnTo>
                      <a:pt x="800052" y="165198"/>
                    </a:lnTo>
                    <a:lnTo>
                      <a:pt x="767304" y="176310"/>
                    </a:lnTo>
                    <a:lnTo>
                      <a:pt x="761553" y="176876"/>
                    </a:lnTo>
                    <a:close/>
                  </a:path>
                </a:pathLst>
              </a:custGeom>
              <a:solidFill>
                <a:srgbClr val="0FB98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54" name="object 78">
                <a:extLst>
                  <a:ext uri="{FF2B5EF4-FFF2-40B4-BE49-F238E27FC236}">
                    <a16:creationId xmlns:a16="http://schemas.microsoft.com/office/drawing/2014/main" id="{DE9892BC-BADB-D1FA-F823-41FBBA969515}"/>
                  </a:ext>
                </a:extLst>
              </p:cNvPr>
              <p:cNvSpPr/>
              <p:nvPr/>
            </p:nvSpPr>
            <p:spPr>
              <a:xfrm>
                <a:off x="789480" y="3124970"/>
                <a:ext cx="53975" cy="3746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37464">
                    <a:moveTo>
                      <a:pt x="53599" y="0"/>
                    </a:moveTo>
                    <a:lnTo>
                      <a:pt x="16749" y="36849"/>
                    </a:lnTo>
                    <a:lnTo>
                      <a:pt x="0" y="20099"/>
                    </a:lnTo>
                  </a:path>
                </a:pathLst>
              </a:custGeom>
              <a:ln w="1004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222" name="object 79">
              <a:extLst>
                <a:ext uri="{FF2B5EF4-FFF2-40B4-BE49-F238E27FC236}">
                  <a16:creationId xmlns:a16="http://schemas.microsoft.com/office/drawing/2014/main" id="{8F0C913E-0BF0-E6E4-D8D4-425CBD05BDC3}"/>
                </a:ext>
              </a:extLst>
            </p:cNvPr>
            <p:cNvSpPr txBox="1"/>
            <p:nvPr/>
          </p:nvSpPr>
          <p:spPr>
            <a:xfrm>
              <a:off x="875938" y="3073276"/>
              <a:ext cx="1104774" cy="137327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650" b="1" spc="-7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RECOMMENDED</a:t>
              </a:r>
              <a:endParaRPr sz="6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223" name="object 80">
              <a:extLst>
                <a:ext uri="{FF2B5EF4-FFF2-40B4-BE49-F238E27FC236}">
                  <a16:creationId xmlns:a16="http://schemas.microsoft.com/office/drawing/2014/main" id="{1C40A01F-7957-F376-83A2-4DC0CC2F88B2}"/>
                </a:ext>
              </a:extLst>
            </p:cNvPr>
            <p:cNvGrpSpPr/>
            <p:nvPr/>
          </p:nvGrpSpPr>
          <p:grpSpPr>
            <a:xfrm>
              <a:off x="4289391" y="1408352"/>
              <a:ext cx="3634740" cy="1978025"/>
              <a:chOff x="4289391" y="1408352"/>
              <a:chExt cx="3634740" cy="1978025"/>
            </a:xfrm>
          </p:grpSpPr>
          <p:sp>
            <p:nvSpPr>
              <p:cNvPr id="247" name="object 81">
                <a:extLst>
                  <a:ext uri="{FF2B5EF4-FFF2-40B4-BE49-F238E27FC236}">
                    <a16:creationId xmlns:a16="http://schemas.microsoft.com/office/drawing/2014/main" id="{C4074365-B3B9-65A1-E5FB-A4EDA9E4AC5F}"/>
                  </a:ext>
                </a:extLst>
              </p:cNvPr>
              <p:cNvSpPr/>
              <p:nvPr/>
            </p:nvSpPr>
            <p:spPr>
              <a:xfrm>
                <a:off x="4293519" y="1412480"/>
                <a:ext cx="3626485" cy="1969770"/>
              </a:xfrm>
              <a:custGeom>
                <a:avLst/>
                <a:gdLst/>
                <a:ahLst/>
                <a:cxnLst/>
                <a:rect l="l" t="t" r="r" b="b"/>
                <a:pathLst>
                  <a:path w="3626484" h="1969770">
                    <a:moveTo>
                      <a:pt x="0" y="1893386"/>
                    </a:moveTo>
                    <a:lnTo>
                      <a:pt x="0" y="76378"/>
                    </a:lnTo>
                    <a:lnTo>
                      <a:pt x="0" y="71363"/>
                    </a:lnTo>
                    <a:lnTo>
                      <a:pt x="488" y="66396"/>
                    </a:lnTo>
                    <a:lnTo>
                      <a:pt x="1467" y="61477"/>
                    </a:lnTo>
                    <a:lnTo>
                      <a:pt x="2445" y="56559"/>
                    </a:lnTo>
                    <a:lnTo>
                      <a:pt x="3894" y="51783"/>
                    </a:lnTo>
                    <a:lnTo>
                      <a:pt x="22370" y="22370"/>
                    </a:lnTo>
                    <a:lnTo>
                      <a:pt x="25916" y="18824"/>
                    </a:lnTo>
                    <a:lnTo>
                      <a:pt x="29775" y="15658"/>
                    </a:lnTo>
                    <a:lnTo>
                      <a:pt x="33944" y="12872"/>
                    </a:lnTo>
                    <a:lnTo>
                      <a:pt x="38114" y="10085"/>
                    </a:lnTo>
                    <a:lnTo>
                      <a:pt x="61477" y="1467"/>
                    </a:lnTo>
                    <a:lnTo>
                      <a:pt x="66396" y="489"/>
                    </a:lnTo>
                    <a:lnTo>
                      <a:pt x="71363" y="0"/>
                    </a:lnTo>
                    <a:lnTo>
                      <a:pt x="76378" y="0"/>
                    </a:lnTo>
                    <a:lnTo>
                      <a:pt x="3549598" y="0"/>
                    </a:lnTo>
                    <a:lnTo>
                      <a:pt x="3554612" y="0"/>
                    </a:lnTo>
                    <a:lnTo>
                      <a:pt x="3559579" y="489"/>
                    </a:lnTo>
                    <a:lnTo>
                      <a:pt x="3564497" y="1467"/>
                    </a:lnTo>
                    <a:lnTo>
                      <a:pt x="3569416" y="2445"/>
                    </a:lnTo>
                    <a:lnTo>
                      <a:pt x="3574192" y="3894"/>
                    </a:lnTo>
                    <a:lnTo>
                      <a:pt x="3578826" y="5813"/>
                    </a:lnTo>
                    <a:lnTo>
                      <a:pt x="3583459" y="7733"/>
                    </a:lnTo>
                    <a:lnTo>
                      <a:pt x="3587861" y="10085"/>
                    </a:lnTo>
                    <a:lnTo>
                      <a:pt x="3592031" y="12872"/>
                    </a:lnTo>
                    <a:lnTo>
                      <a:pt x="3596200" y="15658"/>
                    </a:lnTo>
                    <a:lnTo>
                      <a:pt x="3600059" y="18824"/>
                    </a:lnTo>
                    <a:lnTo>
                      <a:pt x="3603605" y="22370"/>
                    </a:lnTo>
                    <a:lnTo>
                      <a:pt x="3607152" y="25916"/>
                    </a:lnTo>
                    <a:lnTo>
                      <a:pt x="3610318" y="29774"/>
                    </a:lnTo>
                    <a:lnTo>
                      <a:pt x="3613103" y="33944"/>
                    </a:lnTo>
                    <a:lnTo>
                      <a:pt x="3615889" y="38114"/>
                    </a:lnTo>
                    <a:lnTo>
                      <a:pt x="3624508" y="61477"/>
                    </a:lnTo>
                    <a:lnTo>
                      <a:pt x="3625487" y="66396"/>
                    </a:lnTo>
                    <a:lnTo>
                      <a:pt x="3625976" y="71363"/>
                    </a:lnTo>
                    <a:lnTo>
                      <a:pt x="3625976" y="76378"/>
                    </a:lnTo>
                    <a:lnTo>
                      <a:pt x="3625976" y="1893386"/>
                    </a:lnTo>
                    <a:lnTo>
                      <a:pt x="3625976" y="1898401"/>
                    </a:lnTo>
                    <a:lnTo>
                      <a:pt x="3625487" y="1903368"/>
                    </a:lnTo>
                    <a:lnTo>
                      <a:pt x="3624508" y="1908287"/>
                    </a:lnTo>
                    <a:lnTo>
                      <a:pt x="3623530" y="1913206"/>
                    </a:lnTo>
                    <a:lnTo>
                      <a:pt x="3603605" y="1947394"/>
                    </a:lnTo>
                    <a:lnTo>
                      <a:pt x="3592031" y="1956893"/>
                    </a:lnTo>
                    <a:lnTo>
                      <a:pt x="3587861" y="1959679"/>
                    </a:lnTo>
                    <a:lnTo>
                      <a:pt x="3583459" y="1962032"/>
                    </a:lnTo>
                    <a:lnTo>
                      <a:pt x="3578826" y="1963951"/>
                    </a:lnTo>
                    <a:lnTo>
                      <a:pt x="3574192" y="1965870"/>
                    </a:lnTo>
                    <a:lnTo>
                      <a:pt x="3549598" y="1969765"/>
                    </a:lnTo>
                    <a:lnTo>
                      <a:pt x="76378" y="1969765"/>
                    </a:lnTo>
                    <a:lnTo>
                      <a:pt x="38114" y="1959679"/>
                    </a:lnTo>
                    <a:lnTo>
                      <a:pt x="33944" y="1956893"/>
                    </a:lnTo>
                    <a:lnTo>
                      <a:pt x="29775" y="1954107"/>
                    </a:lnTo>
                    <a:lnTo>
                      <a:pt x="25916" y="1950940"/>
                    </a:lnTo>
                    <a:lnTo>
                      <a:pt x="22370" y="1947394"/>
                    </a:lnTo>
                    <a:lnTo>
                      <a:pt x="18824" y="1943848"/>
                    </a:lnTo>
                    <a:lnTo>
                      <a:pt x="1467" y="1908287"/>
                    </a:lnTo>
                    <a:lnTo>
                      <a:pt x="488" y="1903368"/>
                    </a:lnTo>
                    <a:lnTo>
                      <a:pt x="0" y="1898401"/>
                    </a:lnTo>
                    <a:lnTo>
                      <a:pt x="0" y="1893386"/>
                    </a:lnTo>
                    <a:close/>
                  </a:path>
                </a:pathLst>
              </a:custGeom>
              <a:ln w="8039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48" name="object 82">
                <a:extLst>
                  <a:ext uri="{FF2B5EF4-FFF2-40B4-BE49-F238E27FC236}">
                    <a16:creationId xmlns:a16="http://schemas.microsoft.com/office/drawing/2014/main" id="{461D776A-4FB7-158A-44D7-645B27DCAF81}"/>
                  </a:ext>
                </a:extLst>
              </p:cNvPr>
              <p:cNvSpPr/>
              <p:nvPr/>
            </p:nvSpPr>
            <p:spPr>
              <a:xfrm>
                <a:off x="4454316" y="1947131"/>
                <a:ext cx="3316604" cy="563245"/>
              </a:xfrm>
              <a:custGeom>
                <a:avLst/>
                <a:gdLst/>
                <a:ahLst/>
                <a:cxnLst/>
                <a:rect l="l" t="t" r="r" b="b"/>
                <a:pathLst>
                  <a:path w="3316604" h="563244">
                    <a:moveTo>
                      <a:pt x="3274599" y="562789"/>
                    </a:moveTo>
                    <a:lnTo>
                      <a:pt x="31381" y="562789"/>
                    </a:lnTo>
                    <a:lnTo>
                      <a:pt x="26766" y="561566"/>
                    </a:lnTo>
                    <a:lnTo>
                      <a:pt x="917" y="527101"/>
                    </a:lnTo>
                    <a:lnTo>
                      <a:pt x="0" y="520947"/>
                    </a:lnTo>
                    <a:lnTo>
                      <a:pt x="0" y="514551"/>
                    </a:lnTo>
                    <a:lnTo>
                      <a:pt x="0" y="41842"/>
                    </a:lnTo>
                    <a:lnTo>
                      <a:pt x="17901" y="6119"/>
                    </a:lnTo>
                    <a:lnTo>
                      <a:pt x="31381" y="0"/>
                    </a:lnTo>
                    <a:lnTo>
                      <a:pt x="3274599" y="0"/>
                    </a:lnTo>
                    <a:lnTo>
                      <a:pt x="3310321" y="23868"/>
                    </a:lnTo>
                    <a:lnTo>
                      <a:pt x="3316441" y="41842"/>
                    </a:lnTo>
                    <a:lnTo>
                      <a:pt x="3316441" y="520947"/>
                    </a:lnTo>
                    <a:lnTo>
                      <a:pt x="3292572" y="556669"/>
                    </a:lnTo>
                    <a:lnTo>
                      <a:pt x="3280752" y="561566"/>
                    </a:lnTo>
                    <a:lnTo>
                      <a:pt x="3274599" y="562789"/>
                    </a:lnTo>
                    <a:close/>
                  </a:path>
                </a:pathLst>
              </a:custGeom>
              <a:solidFill>
                <a:srgbClr val="4F4F4F">
                  <a:alpha val="391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49" name="object 83">
                <a:extLst>
                  <a:ext uri="{FF2B5EF4-FFF2-40B4-BE49-F238E27FC236}">
                    <a16:creationId xmlns:a16="http://schemas.microsoft.com/office/drawing/2014/main" id="{D3741B6C-629B-D1D0-56F5-D7E7AE6C1AAA}"/>
                  </a:ext>
                </a:extLst>
              </p:cNvPr>
              <p:cNvSpPr/>
              <p:nvPr/>
            </p:nvSpPr>
            <p:spPr>
              <a:xfrm>
                <a:off x="4442256" y="1947818"/>
                <a:ext cx="41275" cy="5619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561975">
                    <a:moveTo>
                      <a:pt x="40748" y="561415"/>
                    </a:moveTo>
                    <a:lnTo>
                      <a:pt x="7947" y="540543"/>
                    </a:lnTo>
                    <a:lnTo>
                      <a:pt x="0" y="513863"/>
                    </a:lnTo>
                    <a:lnTo>
                      <a:pt x="0" y="47551"/>
                    </a:lnTo>
                    <a:lnTo>
                      <a:pt x="21558" y="7260"/>
                    </a:lnTo>
                    <a:lnTo>
                      <a:pt x="40748" y="0"/>
                    </a:lnTo>
                    <a:lnTo>
                      <a:pt x="35893" y="4022"/>
                    </a:lnTo>
                    <a:lnTo>
                      <a:pt x="31183" y="13441"/>
                    </a:lnTo>
                    <a:lnTo>
                      <a:pt x="28092" y="20871"/>
                    </a:lnTo>
                    <a:lnTo>
                      <a:pt x="25885" y="29033"/>
                    </a:lnTo>
                    <a:lnTo>
                      <a:pt x="24560" y="37927"/>
                    </a:lnTo>
                    <a:lnTo>
                      <a:pt x="24119" y="47551"/>
                    </a:lnTo>
                    <a:lnTo>
                      <a:pt x="24119" y="513863"/>
                    </a:lnTo>
                    <a:lnTo>
                      <a:pt x="35893" y="557393"/>
                    </a:lnTo>
                    <a:lnTo>
                      <a:pt x="40748" y="561415"/>
                    </a:lnTo>
                    <a:close/>
                  </a:path>
                </a:pathLst>
              </a:custGeom>
              <a:solidFill>
                <a:srgbClr val="4F4F4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50" name="object 84">
                <a:extLst>
                  <a:ext uri="{FF2B5EF4-FFF2-40B4-BE49-F238E27FC236}">
                    <a16:creationId xmlns:a16="http://schemas.microsoft.com/office/drawing/2014/main" id="{5A730B29-E42C-E7EA-9266-821E010E70FB}"/>
                  </a:ext>
                </a:extLst>
              </p:cNvPr>
              <p:cNvSpPr/>
              <p:nvPr/>
            </p:nvSpPr>
            <p:spPr>
              <a:xfrm>
                <a:off x="4546774" y="2196366"/>
                <a:ext cx="3143885" cy="233679"/>
              </a:xfrm>
              <a:custGeom>
                <a:avLst/>
                <a:gdLst/>
                <a:ahLst/>
                <a:cxnLst/>
                <a:rect l="l" t="t" r="r" b="b"/>
                <a:pathLst>
                  <a:path w="3143884" h="233680">
                    <a:moveTo>
                      <a:pt x="3115689" y="233155"/>
                    </a:moveTo>
                    <a:lnTo>
                      <a:pt x="27894" y="233155"/>
                    </a:lnTo>
                    <a:lnTo>
                      <a:pt x="23792" y="232339"/>
                    </a:lnTo>
                    <a:lnTo>
                      <a:pt x="0" y="205261"/>
                    </a:lnTo>
                    <a:lnTo>
                      <a:pt x="0" y="200996"/>
                    </a:lnTo>
                    <a:lnTo>
                      <a:pt x="0" y="27894"/>
                    </a:lnTo>
                    <a:lnTo>
                      <a:pt x="27894" y="0"/>
                    </a:lnTo>
                    <a:lnTo>
                      <a:pt x="3115689" y="0"/>
                    </a:lnTo>
                    <a:lnTo>
                      <a:pt x="3143584" y="27894"/>
                    </a:lnTo>
                    <a:lnTo>
                      <a:pt x="3143584" y="205261"/>
                    </a:lnTo>
                    <a:lnTo>
                      <a:pt x="3119792" y="232339"/>
                    </a:lnTo>
                    <a:lnTo>
                      <a:pt x="3115689" y="233155"/>
                    </a:lnTo>
                    <a:close/>
                  </a:path>
                </a:pathLst>
              </a:custGeom>
              <a:solidFill>
                <a:srgbClr val="1D293B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251" name="object 85">
                <a:extLst>
                  <a:ext uri="{FF2B5EF4-FFF2-40B4-BE49-F238E27FC236}">
                    <a16:creationId xmlns:a16="http://schemas.microsoft.com/office/drawing/2014/main" id="{1D185531-5706-01BC-F36F-D05DF7CB74DD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4442256" y="1561217"/>
                <a:ext cx="289434" cy="289434"/>
              </a:xfrm>
              <a:prstGeom prst="rect">
                <a:avLst/>
              </a:prstGeom>
            </p:spPr>
          </p:pic>
          <p:sp>
            <p:nvSpPr>
              <p:cNvPr id="252" name="object 86">
                <a:extLst>
                  <a:ext uri="{FF2B5EF4-FFF2-40B4-BE49-F238E27FC236}">
                    <a16:creationId xmlns:a16="http://schemas.microsoft.com/office/drawing/2014/main" id="{053AFC3C-A238-1D5A-E97E-4FB91473ABE6}"/>
                  </a:ext>
                </a:extLst>
              </p:cNvPr>
              <p:cNvSpPr/>
              <p:nvPr/>
            </p:nvSpPr>
            <p:spPr>
              <a:xfrm>
                <a:off x="4533375" y="1659035"/>
                <a:ext cx="107314" cy="93980"/>
              </a:xfrm>
              <a:custGeom>
                <a:avLst/>
                <a:gdLst/>
                <a:ahLst/>
                <a:cxnLst/>
                <a:rect l="l" t="t" r="r" b="b"/>
                <a:pathLst>
                  <a:path w="107314" h="93980">
                    <a:moveTo>
                      <a:pt x="0" y="80398"/>
                    </a:moveTo>
                    <a:lnTo>
                      <a:pt x="40199" y="40199"/>
                    </a:lnTo>
                    <a:lnTo>
                      <a:pt x="0" y="0"/>
                    </a:lnTo>
                  </a:path>
                  <a:path w="107314" h="93980">
                    <a:moveTo>
                      <a:pt x="53599" y="93798"/>
                    </a:moveTo>
                    <a:lnTo>
                      <a:pt x="107198" y="93798"/>
                    </a:lnTo>
                  </a:path>
                </a:pathLst>
              </a:custGeom>
              <a:ln w="16749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224" name="object 87">
              <a:extLst>
                <a:ext uri="{FF2B5EF4-FFF2-40B4-BE49-F238E27FC236}">
                  <a16:creationId xmlns:a16="http://schemas.microsoft.com/office/drawing/2014/main" id="{23B18040-BD4D-3E28-8F26-A64E040539BC}"/>
                </a:ext>
              </a:extLst>
            </p:cNvPr>
            <p:cNvSpPr txBox="1"/>
            <p:nvPr/>
          </p:nvSpPr>
          <p:spPr>
            <a:xfrm>
              <a:off x="4798636" y="1537869"/>
              <a:ext cx="1449662" cy="363099"/>
            </a:xfrm>
            <a:prstGeom prst="rect">
              <a:avLst/>
            </a:prstGeom>
          </p:spPr>
          <p:txBody>
            <a:bodyPr vert="horz" wrap="square" lIns="0" tIns="3302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260"/>
                </a:spcBef>
              </a:pPr>
              <a:r>
                <a:rPr sz="1000" b="1" spc="-6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Command</a:t>
              </a:r>
              <a:r>
                <a:rPr sz="100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0" b="1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Prompt</a:t>
              </a:r>
              <a:endParaRPr sz="10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650" b="1" spc="-6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CLI</a:t>
              </a:r>
              <a:r>
                <a:rPr sz="650" b="1" spc="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METHOD</a:t>
              </a:r>
              <a:endParaRPr sz="650" dirty="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sp>
          <p:nvSpPr>
            <p:cNvPr id="225" name="object 88">
              <a:extLst>
                <a:ext uri="{FF2B5EF4-FFF2-40B4-BE49-F238E27FC236}">
                  <a16:creationId xmlns:a16="http://schemas.microsoft.com/office/drawing/2014/main" id="{E2351ADC-1714-2B54-A81C-650CBD73BA24}"/>
                </a:ext>
              </a:extLst>
            </p:cNvPr>
            <p:cNvSpPr txBox="1"/>
            <p:nvPr/>
          </p:nvSpPr>
          <p:spPr>
            <a:xfrm>
              <a:off x="4533320" y="2010809"/>
              <a:ext cx="456564" cy="28008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700" b="1" spc="-35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Command:</a:t>
              </a:r>
              <a:endParaRPr sz="7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226" name="object 89">
              <a:extLst>
                <a:ext uri="{FF2B5EF4-FFF2-40B4-BE49-F238E27FC236}">
                  <a16:creationId xmlns:a16="http://schemas.microsoft.com/office/drawing/2014/main" id="{0F26D239-9B2D-E8C9-0496-6BFEA21AD584}"/>
                </a:ext>
              </a:extLst>
            </p:cNvPr>
            <p:cNvSpPr txBox="1"/>
            <p:nvPr/>
          </p:nvSpPr>
          <p:spPr>
            <a:xfrm>
              <a:off x="4597639" y="2231905"/>
              <a:ext cx="1205671" cy="14508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spc="-10" dirty="0">
                  <a:solidFill>
                    <a:srgbClr val="21C45D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systeminfo</a:t>
              </a:r>
              <a:endParaRPr sz="700" dirty="0">
                <a:latin typeface="Roboto Slab" pitchFamily="2" charset="0"/>
                <a:ea typeface="Roboto Slab" pitchFamily="2" charset="0"/>
                <a:cs typeface="Liberation Mono"/>
              </a:endParaRPr>
            </a:p>
          </p:txBody>
        </p:sp>
        <p:sp>
          <p:nvSpPr>
            <p:cNvPr id="227" name="object 90">
              <a:extLst>
                <a:ext uri="{FF2B5EF4-FFF2-40B4-BE49-F238E27FC236}">
                  <a16:creationId xmlns:a16="http://schemas.microsoft.com/office/drawing/2014/main" id="{2A90B966-D228-030E-3D55-B37FE46BFEB7}"/>
                </a:ext>
              </a:extLst>
            </p:cNvPr>
            <p:cNvSpPr txBox="1"/>
            <p:nvPr/>
          </p:nvSpPr>
          <p:spPr>
            <a:xfrm>
              <a:off x="4428800" y="2563951"/>
              <a:ext cx="3513594" cy="317557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20600"/>
                </a:lnSpc>
                <a:spcBef>
                  <a:spcPts val="95"/>
                </a:spcBef>
              </a:pPr>
              <a:r>
                <a:rPr sz="700" b="1" spc="-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Look</a:t>
              </a:r>
              <a:r>
                <a:rPr sz="700" b="1" spc="-5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For:</a:t>
              </a:r>
              <a:r>
                <a:rPr sz="700" b="1" spc="1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Scroll</a:t>
              </a:r>
              <a:r>
                <a:rPr sz="700" spc="4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</a:t>
              </a:r>
              <a:r>
                <a:rPr sz="700" spc="-1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"Hyper-</a:t>
              </a:r>
              <a:r>
                <a:rPr sz="700" spc="-6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700" spc="-5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Requirements"</a:t>
              </a:r>
              <a:r>
                <a:rPr sz="700" spc="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section.</a:t>
              </a:r>
              <a:r>
                <a:rPr sz="700" spc="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All</a:t>
              </a:r>
              <a:r>
                <a:rPr sz="700" spc="3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4</a:t>
              </a:r>
              <a:r>
                <a:rPr sz="700" spc="-4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items</a:t>
              </a:r>
              <a:r>
                <a:rPr sz="700" spc="-1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should</a:t>
              </a:r>
              <a:r>
                <a:rPr sz="700" spc="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show</a:t>
              </a:r>
              <a:r>
                <a:rPr sz="700" spc="-6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"Yes"</a:t>
              </a:r>
              <a:r>
                <a:rPr sz="700" spc="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(VM</a:t>
              </a:r>
              <a:r>
                <a:rPr sz="700" spc="50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Monitor</a:t>
              </a:r>
              <a:r>
                <a:rPr sz="70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Mode,</a:t>
              </a:r>
              <a:r>
                <a:rPr sz="700" spc="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SLAT,</a:t>
              </a:r>
              <a:r>
                <a:rPr sz="700" spc="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Virtualization</a:t>
              </a:r>
              <a:r>
                <a:rPr sz="700" spc="1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Enabled,</a:t>
              </a:r>
              <a:r>
                <a:rPr sz="700" spc="3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DEP).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228" name="object 91">
              <a:extLst>
                <a:ext uri="{FF2B5EF4-FFF2-40B4-BE49-F238E27FC236}">
                  <a16:creationId xmlns:a16="http://schemas.microsoft.com/office/drawing/2014/main" id="{ED1B868C-E2D7-24DD-BDE0-126EC71EB2FE}"/>
                </a:ext>
              </a:extLst>
            </p:cNvPr>
            <p:cNvGrpSpPr/>
            <p:nvPr/>
          </p:nvGrpSpPr>
          <p:grpSpPr>
            <a:xfrm>
              <a:off x="4442255" y="2927993"/>
              <a:ext cx="862762" cy="196565"/>
              <a:chOff x="4442255" y="2927993"/>
              <a:chExt cx="862762" cy="196565"/>
            </a:xfrm>
          </p:grpSpPr>
          <p:sp>
            <p:nvSpPr>
              <p:cNvPr id="245" name="object 92">
                <a:extLst>
                  <a:ext uri="{FF2B5EF4-FFF2-40B4-BE49-F238E27FC236}">
                    <a16:creationId xmlns:a16="http://schemas.microsoft.com/office/drawing/2014/main" id="{93450525-F3B7-10A7-3BFA-52DDFF6CB769}"/>
                  </a:ext>
                </a:extLst>
              </p:cNvPr>
              <p:cNvSpPr/>
              <p:nvPr/>
            </p:nvSpPr>
            <p:spPr>
              <a:xfrm>
                <a:off x="4442255" y="2927993"/>
                <a:ext cx="862762" cy="196565"/>
              </a:xfrm>
              <a:custGeom>
                <a:avLst/>
                <a:gdLst/>
                <a:ahLst/>
                <a:cxnLst/>
                <a:rect l="l" t="t" r="r" b="b"/>
                <a:pathLst>
                  <a:path w="667385" h="168910">
                    <a:moveTo>
                      <a:pt x="588432" y="168836"/>
                    </a:moveTo>
                    <a:lnTo>
                      <a:pt x="78875" y="168836"/>
                    </a:lnTo>
                    <a:lnTo>
                      <a:pt x="73385" y="168295"/>
                    </a:lnTo>
                    <a:lnTo>
                      <a:pt x="32909" y="151530"/>
                    </a:lnTo>
                    <a:lnTo>
                      <a:pt x="8547" y="121844"/>
                    </a:lnTo>
                    <a:lnTo>
                      <a:pt x="0" y="89961"/>
                    </a:lnTo>
                    <a:lnTo>
                      <a:pt x="0" y="84418"/>
                    </a:lnTo>
                    <a:lnTo>
                      <a:pt x="0" y="78875"/>
                    </a:lnTo>
                    <a:lnTo>
                      <a:pt x="11147" y="42126"/>
                    </a:lnTo>
                    <a:lnTo>
                      <a:pt x="42126" y="11147"/>
                    </a:lnTo>
                    <a:lnTo>
                      <a:pt x="78875" y="0"/>
                    </a:lnTo>
                    <a:lnTo>
                      <a:pt x="588432" y="0"/>
                    </a:lnTo>
                    <a:lnTo>
                      <a:pt x="625180" y="11147"/>
                    </a:lnTo>
                    <a:lnTo>
                      <a:pt x="656160" y="42126"/>
                    </a:lnTo>
                    <a:lnTo>
                      <a:pt x="667308" y="78875"/>
                    </a:lnTo>
                    <a:lnTo>
                      <a:pt x="667308" y="89961"/>
                    </a:lnTo>
                    <a:lnTo>
                      <a:pt x="656160" y="126709"/>
                    </a:lnTo>
                    <a:lnTo>
                      <a:pt x="625180" y="157688"/>
                    </a:lnTo>
                    <a:lnTo>
                      <a:pt x="593922" y="168295"/>
                    </a:lnTo>
                    <a:lnTo>
                      <a:pt x="588432" y="168836"/>
                    </a:lnTo>
                    <a:close/>
                  </a:path>
                </a:pathLst>
              </a:custGeom>
              <a:solidFill>
                <a:srgbClr val="64738B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246" name="object 93">
                <a:extLst>
                  <a:ext uri="{FF2B5EF4-FFF2-40B4-BE49-F238E27FC236}">
                    <a16:creationId xmlns:a16="http://schemas.microsoft.com/office/drawing/2014/main" id="{DD3C2FC3-BA12-A786-2AE6-63D3985878B9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4524329" y="2977908"/>
                <a:ext cx="77048" cy="77048"/>
              </a:xfrm>
              <a:prstGeom prst="rect">
                <a:avLst/>
              </a:prstGeom>
            </p:spPr>
          </p:pic>
        </p:grpSp>
        <p:sp>
          <p:nvSpPr>
            <p:cNvPr id="229" name="object 94">
              <a:extLst>
                <a:ext uri="{FF2B5EF4-FFF2-40B4-BE49-F238E27FC236}">
                  <a16:creationId xmlns:a16="http://schemas.microsoft.com/office/drawing/2014/main" id="{DEDBFF23-61F2-B19F-7C26-489B17E55356}"/>
                </a:ext>
              </a:extLst>
            </p:cNvPr>
            <p:cNvSpPr txBox="1"/>
            <p:nvPr/>
          </p:nvSpPr>
          <p:spPr>
            <a:xfrm>
              <a:off x="4621759" y="2944640"/>
              <a:ext cx="600678" cy="137327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650" b="1" spc="-75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ADVANCED</a:t>
              </a:r>
              <a:endParaRPr sz="6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230" name="object 95">
              <a:extLst>
                <a:ext uri="{FF2B5EF4-FFF2-40B4-BE49-F238E27FC236}">
                  <a16:creationId xmlns:a16="http://schemas.microsoft.com/office/drawing/2014/main" id="{282B43A9-46C6-B984-D7BE-D2FFF53EC611}"/>
                </a:ext>
              </a:extLst>
            </p:cNvPr>
            <p:cNvGrpSpPr/>
            <p:nvPr/>
          </p:nvGrpSpPr>
          <p:grpSpPr>
            <a:xfrm>
              <a:off x="8035966" y="1408352"/>
              <a:ext cx="3634740" cy="1978025"/>
              <a:chOff x="8035966" y="1408352"/>
              <a:chExt cx="3634740" cy="1978025"/>
            </a:xfrm>
          </p:grpSpPr>
          <p:sp>
            <p:nvSpPr>
              <p:cNvPr id="239" name="object 96">
                <a:extLst>
                  <a:ext uri="{FF2B5EF4-FFF2-40B4-BE49-F238E27FC236}">
                    <a16:creationId xmlns:a16="http://schemas.microsoft.com/office/drawing/2014/main" id="{F767EF71-82E5-6F4A-0AF1-05ADC0B8C9AF}"/>
                  </a:ext>
                </a:extLst>
              </p:cNvPr>
              <p:cNvSpPr/>
              <p:nvPr/>
            </p:nvSpPr>
            <p:spPr>
              <a:xfrm>
                <a:off x="8040093" y="1412480"/>
                <a:ext cx="3626485" cy="1969770"/>
              </a:xfrm>
              <a:custGeom>
                <a:avLst/>
                <a:gdLst/>
                <a:ahLst/>
                <a:cxnLst/>
                <a:rect l="l" t="t" r="r" b="b"/>
                <a:pathLst>
                  <a:path w="3626484" h="1969770">
                    <a:moveTo>
                      <a:pt x="0" y="1893386"/>
                    </a:moveTo>
                    <a:lnTo>
                      <a:pt x="0" y="76378"/>
                    </a:lnTo>
                    <a:lnTo>
                      <a:pt x="0" y="71363"/>
                    </a:lnTo>
                    <a:lnTo>
                      <a:pt x="488" y="66396"/>
                    </a:lnTo>
                    <a:lnTo>
                      <a:pt x="12871" y="33944"/>
                    </a:lnTo>
                    <a:lnTo>
                      <a:pt x="15658" y="29774"/>
                    </a:lnTo>
                    <a:lnTo>
                      <a:pt x="18824" y="25916"/>
                    </a:lnTo>
                    <a:lnTo>
                      <a:pt x="22370" y="22370"/>
                    </a:lnTo>
                    <a:lnTo>
                      <a:pt x="25916" y="18824"/>
                    </a:lnTo>
                    <a:lnTo>
                      <a:pt x="29774" y="15658"/>
                    </a:lnTo>
                    <a:lnTo>
                      <a:pt x="33944" y="12872"/>
                    </a:lnTo>
                    <a:lnTo>
                      <a:pt x="38114" y="10085"/>
                    </a:lnTo>
                    <a:lnTo>
                      <a:pt x="71364" y="0"/>
                    </a:lnTo>
                    <a:lnTo>
                      <a:pt x="76379" y="0"/>
                    </a:lnTo>
                    <a:lnTo>
                      <a:pt x="3549598" y="0"/>
                    </a:lnTo>
                    <a:lnTo>
                      <a:pt x="3554612" y="0"/>
                    </a:lnTo>
                    <a:lnTo>
                      <a:pt x="3559579" y="489"/>
                    </a:lnTo>
                    <a:lnTo>
                      <a:pt x="3592030" y="12872"/>
                    </a:lnTo>
                    <a:lnTo>
                      <a:pt x="3596200" y="15658"/>
                    </a:lnTo>
                    <a:lnTo>
                      <a:pt x="3613102" y="33944"/>
                    </a:lnTo>
                    <a:lnTo>
                      <a:pt x="3615889" y="38114"/>
                    </a:lnTo>
                    <a:lnTo>
                      <a:pt x="3618242" y="42516"/>
                    </a:lnTo>
                    <a:lnTo>
                      <a:pt x="3620161" y="47149"/>
                    </a:lnTo>
                    <a:lnTo>
                      <a:pt x="3622079" y="51783"/>
                    </a:lnTo>
                    <a:lnTo>
                      <a:pt x="3623529" y="56559"/>
                    </a:lnTo>
                    <a:lnTo>
                      <a:pt x="3624508" y="61477"/>
                    </a:lnTo>
                    <a:lnTo>
                      <a:pt x="3625487" y="66396"/>
                    </a:lnTo>
                    <a:lnTo>
                      <a:pt x="3625977" y="71363"/>
                    </a:lnTo>
                    <a:lnTo>
                      <a:pt x="3625977" y="76378"/>
                    </a:lnTo>
                    <a:lnTo>
                      <a:pt x="3625977" y="1893386"/>
                    </a:lnTo>
                    <a:lnTo>
                      <a:pt x="3625977" y="1898401"/>
                    </a:lnTo>
                    <a:lnTo>
                      <a:pt x="3625487" y="1903368"/>
                    </a:lnTo>
                    <a:lnTo>
                      <a:pt x="3610317" y="1939990"/>
                    </a:lnTo>
                    <a:lnTo>
                      <a:pt x="3592030" y="1956893"/>
                    </a:lnTo>
                    <a:lnTo>
                      <a:pt x="3587860" y="1959679"/>
                    </a:lnTo>
                    <a:lnTo>
                      <a:pt x="3549598" y="1969765"/>
                    </a:lnTo>
                    <a:lnTo>
                      <a:pt x="76379" y="1969765"/>
                    </a:lnTo>
                    <a:lnTo>
                      <a:pt x="38114" y="1959679"/>
                    </a:lnTo>
                    <a:lnTo>
                      <a:pt x="33944" y="1956893"/>
                    </a:lnTo>
                    <a:lnTo>
                      <a:pt x="29774" y="1954107"/>
                    </a:lnTo>
                    <a:lnTo>
                      <a:pt x="25916" y="1950940"/>
                    </a:lnTo>
                    <a:lnTo>
                      <a:pt x="22370" y="1947394"/>
                    </a:lnTo>
                    <a:lnTo>
                      <a:pt x="18824" y="1943848"/>
                    </a:lnTo>
                    <a:lnTo>
                      <a:pt x="15658" y="1939990"/>
                    </a:lnTo>
                    <a:lnTo>
                      <a:pt x="12871" y="1935820"/>
                    </a:lnTo>
                    <a:lnTo>
                      <a:pt x="10085" y="1931650"/>
                    </a:lnTo>
                    <a:lnTo>
                      <a:pt x="0" y="1898401"/>
                    </a:lnTo>
                    <a:lnTo>
                      <a:pt x="0" y="1893386"/>
                    </a:lnTo>
                    <a:close/>
                  </a:path>
                </a:pathLst>
              </a:custGeom>
              <a:ln w="8039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40" name="object 97">
                <a:extLst>
                  <a:ext uri="{FF2B5EF4-FFF2-40B4-BE49-F238E27FC236}">
                    <a16:creationId xmlns:a16="http://schemas.microsoft.com/office/drawing/2014/main" id="{30C09CC3-6D35-35AC-72DC-03C8F54B1DFA}"/>
                  </a:ext>
                </a:extLst>
              </p:cNvPr>
              <p:cNvSpPr/>
              <p:nvPr/>
            </p:nvSpPr>
            <p:spPr>
              <a:xfrm>
                <a:off x="8200891" y="1947131"/>
                <a:ext cx="3316604" cy="563245"/>
              </a:xfrm>
              <a:custGeom>
                <a:avLst/>
                <a:gdLst/>
                <a:ahLst/>
                <a:cxnLst/>
                <a:rect l="l" t="t" r="r" b="b"/>
                <a:pathLst>
                  <a:path w="3316604" h="563244">
                    <a:moveTo>
                      <a:pt x="3274598" y="562789"/>
                    </a:moveTo>
                    <a:lnTo>
                      <a:pt x="31381" y="562789"/>
                    </a:lnTo>
                    <a:lnTo>
                      <a:pt x="26765" y="561566"/>
                    </a:lnTo>
                    <a:lnTo>
                      <a:pt x="917" y="527101"/>
                    </a:lnTo>
                    <a:lnTo>
                      <a:pt x="0" y="520947"/>
                    </a:lnTo>
                    <a:lnTo>
                      <a:pt x="0" y="514551"/>
                    </a:lnTo>
                    <a:lnTo>
                      <a:pt x="0" y="41842"/>
                    </a:lnTo>
                    <a:lnTo>
                      <a:pt x="17900" y="6119"/>
                    </a:lnTo>
                    <a:lnTo>
                      <a:pt x="31381" y="0"/>
                    </a:lnTo>
                    <a:lnTo>
                      <a:pt x="3274598" y="0"/>
                    </a:lnTo>
                    <a:lnTo>
                      <a:pt x="3310319" y="23868"/>
                    </a:lnTo>
                    <a:lnTo>
                      <a:pt x="3316441" y="41842"/>
                    </a:lnTo>
                    <a:lnTo>
                      <a:pt x="3316441" y="520947"/>
                    </a:lnTo>
                    <a:lnTo>
                      <a:pt x="3292571" y="556669"/>
                    </a:lnTo>
                    <a:lnTo>
                      <a:pt x="3280751" y="561566"/>
                    </a:lnTo>
                    <a:lnTo>
                      <a:pt x="3274598" y="562789"/>
                    </a:lnTo>
                    <a:close/>
                  </a:path>
                </a:pathLst>
              </a:custGeom>
              <a:solidFill>
                <a:srgbClr val="FFB900">
                  <a:alpha val="391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41" name="object 98">
                <a:extLst>
                  <a:ext uri="{FF2B5EF4-FFF2-40B4-BE49-F238E27FC236}">
                    <a16:creationId xmlns:a16="http://schemas.microsoft.com/office/drawing/2014/main" id="{B2C8DF8B-8CC6-B507-F6C7-869A642477AB}"/>
                  </a:ext>
                </a:extLst>
              </p:cNvPr>
              <p:cNvSpPr/>
              <p:nvPr/>
            </p:nvSpPr>
            <p:spPr>
              <a:xfrm>
                <a:off x="8188831" y="1947817"/>
                <a:ext cx="41275" cy="5619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561975">
                    <a:moveTo>
                      <a:pt x="40749" y="561415"/>
                    </a:moveTo>
                    <a:lnTo>
                      <a:pt x="7946" y="540543"/>
                    </a:lnTo>
                    <a:lnTo>
                      <a:pt x="0" y="513864"/>
                    </a:lnTo>
                    <a:lnTo>
                      <a:pt x="0" y="47552"/>
                    </a:lnTo>
                    <a:lnTo>
                      <a:pt x="21558" y="7260"/>
                    </a:lnTo>
                    <a:lnTo>
                      <a:pt x="40749" y="0"/>
                    </a:lnTo>
                    <a:lnTo>
                      <a:pt x="35892" y="4022"/>
                    </a:lnTo>
                    <a:lnTo>
                      <a:pt x="31183" y="13441"/>
                    </a:lnTo>
                    <a:lnTo>
                      <a:pt x="28092" y="20871"/>
                    </a:lnTo>
                    <a:lnTo>
                      <a:pt x="25885" y="29033"/>
                    </a:lnTo>
                    <a:lnTo>
                      <a:pt x="24560" y="37927"/>
                    </a:lnTo>
                    <a:lnTo>
                      <a:pt x="24119" y="47552"/>
                    </a:lnTo>
                    <a:lnTo>
                      <a:pt x="24119" y="513864"/>
                    </a:lnTo>
                    <a:lnTo>
                      <a:pt x="35892" y="557393"/>
                    </a:lnTo>
                    <a:lnTo>
                      <a:pt x="40749" y="561415"/>
                    </a:lnTo>
                    <a:close/>
                  </a:path>
                </a:pathLst>
              </a:custGeom>
              <a:solidFill>
                <a:srgbClr val="FFB9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242" name="object 99">
                <a:extLst>
                  <a:ext uri="{FF2B5EF4-FFF2-40B4-BE49-F238E27FC236}">
                    <a16:creationId xmlns:a16="http://schemas.microsoft.com/office/drawing/2014/main" id="{FE2E264C-4589-ACE6-A773-47CDB235DB0F}"/>
                  </a:ext>
                </a:extLst>
              </p:cNvPr>
              <p:cNvSpPr/>
              <p:nvPr/>
            </p:nvSpPr>
            <p:spPr>
              <a:xfrm>
                <a:off x="8293349" y="2196366"/>
                <a:ext cx="3143885" cy="233679"/>
              </a:xfrm>
              <a:custGeom>
                <a:avLst/>
                <a:gdLst/>
                <a:ahLst/>
                <a:cxnLst/>
                <a:rect l="l" t="t" r="r" b="b"/>
                <a:pathLst>
                  <a:path w="3143884" h="233680">
                    <a:moveTo>
                      <a:pt x="3115690" y="233155"/>
                    </a:moveTo>
                    <a:lnTo>
                      <a:pt x="27895" y="233155"/>
                    </a:lnTo>
                    <a:lnTo>
                      <a:pt x="23792" y="232339"/>
                    </a:lnTo>
                    <a:lnTo>
                      <a:pt x="0" y="205261"/>
                    </a:lnTo>
                    <a:lnTo>
                      <a:pt x="0" y="200996"/>
                    </a:lnTo>
                    <a:lnTo>
                      <a:pt x="0" y="27894"/>
                    </a:lnTo>
                    <a:lnTo>
                      <a:pt x="27895" y="0"/>
                    </a:lnTo>
                    <a:lnTo>
                      <a:pt x="3115690" y="0"/>
                    </a:lnTo>
                    <a:lnTo>
                      <a:pt x="3143584" y="27894"/>
                    </a:lnTo>
                    <a:lnTo>
                      <a:pt x="3143584" y="205261"/>
                    </a:lnTo>
                    <a:lnTo>
                      <a:pt x="3119791" y="232339"/>
                    </a:lnTo>
                    <a:lnTo>
                      <a:pt x="3115690" y="233155"/>
                    </a:lnTo>
                    <a:close/>
                  </a:path>
                </a:pathLst>
              </a:custGeom>
              <a:solidFill>
                <a:srgbClr val="F7FAFB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243" name="object 100">
                <a:extLst>
                  <a:ext uri="{FF2B5EF4-FFF2-40B4-BE49-F238E27FC236}">
                    <a16:creationId xmlns:a16="http://schemas.microsoft.com/office/drawing/2014/main" id="{380D1D2B-2E2A-FFC5-F18A-B25F6F44195E}"/>
                  </a:ext>
                </a:extLst>
              </p:cNvPr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8188831" y="1561217"/>
                <a:ext cx="289435" cy="289434"/>
              </a:xfrm>
              <a:prstGeom prst="rect">
                <a:avLst/>
              </a:prstGeom>
            </p:spPr>
          </p:pic>
          <p:pic>
            <p:nvPicPr>
              <p:cNvPr id="244" name="object 101">
                <a:extLst>
                  <a:ext uri="{FF2B5EF4-FFF2-40B4-BE49-F238E27FC236}">
                    <a16:creationId xmlns:a16="http://schemas.microsoft.com/office/drawing/2014/main" id="{03B201BF-49EC-1AF3-A9E3-5E26AFDFAFCE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8259850" y="1632236"/>
                <a:ext cx="147397" cy="140094"/>
              </a:xfrm>
              <a:prstGeom prst="rect">
                <a:avLst/>
              </a:prstGeom>
            </p:spPr>
          </p:pic>
        </p:grpSp>
        <p:sp>
          <p:nvSpPr>
            <p:cNvPr id="231" name="object 102">
              <a:extLst>
                <a:ext uri="{FF2B5EF4-FFF2-40B4-BE49-F238E27FC236}">
                  <a16:creationId xmlns:a16="http://schemas.microsoft.com/office/drawing/2014/main" id="{F5124ECE-4A29-0081-7314-36B21515C1D2}"/>
                </a:ext>
              </a:extLst>
            </p:cNvPr>
            <p:cNvSpPr txBox="1"/>
            <p:nvPr/>
          </p:nvSpPr>
          <p:spPr>
            <a:xfrm>
              <a:off x="8544583" y="1537869"/>
              <a:ext cx="1712083" cy="363099"/>
            </a:xfrm>
            <a:prstGeom prst="rect">
              <a:avLst/>
            </a:prstGeom>
          </p:spPr>
          <p:txBody>
            <a:bodyPr vert="horz" wrap="square" lIns="0" tIns="3302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260"/>
                </a:spcBef>
              </a:pPr>
              <a:r>
                <a:rPr sz="1000" b="1" spc="-7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Services</a:t>
              </a:r>
              <a:r>
                <a:rPr sz="1000" b="1" spc="-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0" b="1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Check</a:t>
              </a:r>
              <a:endParaRPr sz="10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650" b="1" spc="-6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SERVICE</a:t>
              </a:r>
              <a:r>
                <a:rPr sz="650" b="1" spc="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STATUS</a:t>
              </a:r>
              <a:endParaRPr sz="650" dirty="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sp>
          <p:nvSpPr>
            <p:cNvPr id="232" name="object 103">
              <a:extLst>
                <a:ext uri="{FF2B5EF4-FFF2-40B4-BE49-F238E27FC236}">
                  <a16:creationId xmlns:a16="http://schemas.microsoft.com/office/drawing/2014/main" id="{98AD19C3-9E98-ADB3-62A8-2B25929F46D1}"/>
                </a:ext>
              </a:extLst>
            </p:cNvPr>
            <p:cNvSpPr txBox="1"/>
            <p:nvPr/>
          </p:nvSpPr>
          <p:spPr>
            <a:xfrm>
              <a:off x="8279267" y="2010809"/>
              <a:ext cx="1085767" cy="149740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700" b="1" spc="-70" dirty="0">
                  <a:solidFill>
                    <a:srgbClr val="FFB900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Access</a:t>
              </a:r>
              <a:r>
                <a:rPr sz="700" b="1" spc="-15" dirty="0">
                  <a:solidFill>
                    <a:srgbClr val="FFB900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b="1" spc="-10" dirty="0">
                  <a:solidFill>
                    <a:srgbClr val="FFB900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Path: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233" name="object 104">
              <a:extLst>
                <a:ext uri="{FF2B5EF4-FFF2-40B4-BE49-F238E27FC236}">
                  <a16:creationId xmlns:a16="http://schemas.microsoft.com/office/drawing/2014/main" id="{7A28E995-FE62-BEDD-1F15-F1BDE59EE5B8}"/>
                </a:ext>
              </a:extLst>
            </p:cNvPr>
            <p:cNvSpPr txBox="1"/>
            <p:nvPr/>
          </p:nvSpPr>
          <p:spPr>
            <a:xfrm>
              <a:off x="8343586" y="2231906"/>
              <a:ext cx="1913080" cy="14508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7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Win+R</a:t>
              </a:r>
              <a:r>
                <a:rPr sz="70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7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→</a:t>
              </a:r>
              <a:r>
                <a:rPr sz="700" spc="-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70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services.msc</a:t>
              </a:r>
              <a:r>
                <a:rPr sz="700" spc="-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7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→</a:t>
              </a:r>
              <a:r>
                <a:rPr sz="700" spc="-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70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Enter</a:t>
              </a:r>
              <a:endParaRPr sz="700" dirty="0">
                <a:latin typeface="Roboto Slab" pitchFamily="2" charset="0"/>
                <a:ea typeface="Roboto Slab" pitchFamily="2" charset="0"/>
                <a:cs typeface="Liberation Mono"/>
              </a:endParaRPr>
            </a:p>
          </p:txBody>
        </p:sp>
        <p:sp>
          <p:nvSpPr>
            <p:cNvPr id="234" name="object 105">
              <a:extLst>
                <a:ext uri="{FF2B5EF4-FFF2-40B4-BE49-F238E27FC236}">
                  <a16:creationId xmlns:a16="http://schemas.microsoft.com/office/drawing/2014/main" id="{7D352CEA-5836-4E37-EEAF-61353B150CCA}"/>
                </a:ext>
              </a:extLst>
            </p:cNvPr>
            <p:cNvSpPr txBox="1"/>
            <p:nvPr/>
          </p:nvSpPr>
          <p:spPr>
            <a:xfrm>
              <a:off x="8174749" y="2563951"/>
              <a:ext cx="3161029" cy="317557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20600"/>
                </a:lnSpc>
                <a:spcBef>
                  <a:spcPts val="95"/>
                </a:spcBef>
              </a:pPr>
              <a:r>
                <a:rPr sz="700" b="1" spc="-4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Service</a:t>
              </a:r>
              <a:r>
                <a:rPr sz="70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b="1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Name:</a:t>
              </a:r>
              <a:r>
                <a:rPr sz="700" b="1" spc="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4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Find</a:t>
              </a:r>
              <a:r>
                <a:rPr sz="700" spc="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"Hyper-</a:t>
              </a:r>
              <a:r>
                <a:rPr sz="700" spc="-6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700" spc="-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Host</a:t>
              </a:r>
              <a:r>
                <a:rPr sz="700" spc="-1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Compute</a:t>
              </a:r>
              <a:r>
                <a:rPr sz="700" spc="-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4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Service"</a:t>
              </a:r>
              <a:r>
                <a:rPr sz="700" spc="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or</a:t>
              </a:r>
              <a:r>
                <a:rPr sz="70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"HvHost".</a:t>
              </a:r>
              <a:r>
                <a:rPr sz="700" spc="4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Status</a:t>
              </a:r>
              <a:r>
                <a:rPr sz="700" spc="-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should</a:t>
              </a:r>
              <a:r>
                <a:rPr sz="700" spc="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be</a:t>
              </a:r>
              <a:r>
                <a:rPr sz="700" spc="50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"Running"</a:t>
              </a:r>
              <a:r>
                <a:rPr sz="700" spc="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with</a:t>
              </a:r>
              <a:r>
                <a:rPr sz="700" spc="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Startup</a:t>
              </a:r>
              <a:r>
                <a:rPr sz="700" spc="-1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4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Type</a:t>
              </a:r>
              <a:r>
                <a:rPr sz="700" spc="-1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"Automatic".</a:t>
              </a:r>
              <a:endParaRPr sz="7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235" name="object 106">
              <a:extLst>
                <a:ext uri="{FF2B5EF4-FFF2-40B4-BE49-F238E27FC236}">
                  <a16:creationId xmlns:a16="http://schemas.microsoft.com/office/drawing/2014/main" id="{7BE720E8-6185-D01C-2B59-192C43D6056B}"/>
                </a:ext>
              </a:extLst>
            </p:cNvPr>
            <p:cNvGrpSpPr/>
            <p:nvPr/>
          </p:nvGrpSpPr>
          <p:grpSpPr>
            <a:xfrm>
              <a:off x="8188829" y="2927994"/>
              <a:ext cx="905807" cy="196071"/>
              <a:chOff x="8188829" y="2927994"/>
              <a:chExt cx="905807" cy="196071"/>
            </a:xfrm>
          </p:grpSpPr>
          <p:sp>
            <p:nvSpPr>
              <p:cNvPr id="237" name="object 107">
                <a:extLst>
                  <a:ext uri="{FF2B5EF4-FFF2-40B4-BE49-F238E27FC236}">
                    <a16:creationId xmlns:a16="http://schemas.microsoft.com/office/drawing/2014/main" id="{2C94A030-ABDC-1051-8440-4EF63117704F}"/>
                  </a:ext>
                </a:extLst>
              </p:cNvPr>
              <p:cNvSpPr/>
              <p:nvPr/>
            </p:nvSpPr>
            <p:spPr>
              <a:xfrm>
                <a:off x="8188829" y="2927994"/>
                <a:ext cx="905807" cy="196071"/>
              </a:xfrm>
              <a:custGeom>
                <a:avLst/>
                <a:gdLst/>
                <a:ahLst/>
                <a:cxnLst/>
                <a:rect l="l" t="t" r="r" b="b"/>
                <a:pathLst>
                  <a:path w="723900" h="168910">
                    <a:moveTo>
                      <a:pt x="644711" y="168836"/>
                    </a:moveTo>
                    <a:lnTo>
                      <a:pt x="78875" y="168836"/>
                    </a:lnTo>
                    <a:lnTo>
                      <a:pt x="73385" y="168295"/>
                    </a:lnTo>
                    <a:lnTo>
                      <a:pt x="32909" y="151530"/>
                    </a:lnTo>
                    <a:lnTo>
                      <a:pt x="8547" y="121844"/>
                    </a:lnTo>
                    <a:lnTo>
                      <a:pt x="0" y="89961"/>
                    </a:lnTo>
                    <a:lnTo>
                      <a:pt x="0" y="84418"/>
                    </a:lnTo>
                    <a:lnTo>
                      <a:pt x="0" y="78875"/>
                    </a:lnTo>
                    <a:lnTo>
                      <a:pt x="11147" y="42126"/>
                    </a:lnTo>
                    <a:lnTo>
                      <a:pt x="42126" y="11147"/>
                    </a:lnTo>
                    <a:lnTo>
                      <a:pt x="78875" y="0"/>
                    </a:lnTo>
                    <a:lnTo>
                      <a:pt x="644711" y="0"/>
                    </a:lnTo>
                    <a:lnTo>
                      <a:pt x="681460" y="11147"/>
                    </a:lnTo>
                    <a:lnTo>
                      <a:pt x="712438" y="42126"/>
                    </a:lnTo>
                    <a:lnTo>
                      <a:pt x="723586" y="78875"/>
                    </a:lnTo>
                    <a:lnTo>
                      <a:pt x="723586" y="89961"/>
                    </a:lnTo>
                    <a:lnTo>
                      <a:pt x="712438" y="126709"/>
                    </a:lnTo>
                    <a:lnTo>
                      <a:pt x="681460" y="157688"/>
                    </a:lnTo>
                    <a:lnTo>
                      <a:pt x="650201" y="168295"/>
                    </a:lnTo>
                    <a:lnTo>
                      <a:pt x="644711" y="168836"/>
                    </a:lnTo>
                    <a:close/>
                  </a:path>
                </a:pathLst>
              </a:custGeom>
              <a:solidFill>
                <a:srgbClr val="F59D0A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238" name="object 108">
                <a:extLst>
                  <a:ext uri="{FF2B5EF4-FFF2-40B4-BE49-F238E27FC236}">
                    <a16:creationId xmlns:a16="http://schemas.microsoft.com/office/drawing/2014/main" id="{EC26BCDF-87FC-C08C-DF91-C1067F4A1F58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8269400" y="2980913"/>
                <a:ext cx="80056" cy="70692"/>
              </a:xfrm>
              <a:prstGeom prst="rect">
                <a:avLst/>
              </a:prstGeom>
            </p:spPr>
          </p:pic>
        </p:grpSp>
        <p:sp>
          <p:nvSpPr>
            <p:cNvPr id="236" name="object 109">
              <a:extLst>
                <a:ext uri="{FF2B5EF4-FFF2-40B4-BE49-F238E27FC236}">
                  <a16:creationId xmlns:a16="http://schemas.microsoft.com/office/drawing/2014/main" id="{F94E6510-F993-366A-5C6C-67867469311A}"/>
                </a:ext>
              </a:extLst>
            </p:cNvPr>
            <p:cNvSpPr txBox="1"/>
            <p:nvPr/>
          </p:nvSpPr>
          <p:spPr>
            <a:xfrm>
              <a:off x="8367706" y="2944640"/>
              <a:ext cx="600678" cy="137327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650" b="1" spc="-5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DIAGNOSTIC</a:t>
              </a:r>
              <a:endParaRPr sz="6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5314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00D3D-0400-0D3F-EEC5-2ECA91304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9EA4CAD-4321-6D5B-C6DE-2B31605634F5}"/>
              </a:ext>
            </a:extLst>
          </p:cNvPr>
          <p:cNvGrpSpPr/>
          <p:nvPr/>
        </p:nvGrpSpPr>
        <p:grpSpPr>
          <a:xfrm>
            <a:off x="231304" y="205261"/>
            <a:ext cx="11721956" cy="641092"/>
            <a:chOff x="231304" y="205261"/>
            <a:chExt cx="11721956" cy="641092"/>
          </a:xfrm>
        </p:grpSpPr>
        <p:grpSp>
          <p:nvGrpSpPr>
            <p:cNvPr id="7" name="Graphic 6">
              <a:extLst>
                <a:ext uri="{FF2B5EF4-FFF2-40B4-BE49-F238E27FC236}">
                  <a16:creationId xmlns:a16="http://schemas.microsoft.com/office/drawing/2014/main" id="{4E859BCE-6C04-D38B-7D15-2FCFC5F57147}"/>
                </a:ext>
              </a:extLst>
            </p:cNvPr>
            <p:cNvGrpSpPr/>
            <p:nvPr/>
          </p:nvGrpSpPr>
          <p:grpSpPr>
            <a:xfrm>
              <a:off x="9664040" y="214747"/>
              <a:ext cx="2289220" cy="631606"/>
              <a:chOff x="8823238" y="98156"/>
              <a:chExt cx="2289220" cy="631606"/>
            </a:xfrm>
          </p:grpSpPr>
          <p:sp>
            <p:nvSpPr>
              <p:cNvPr id="101" name="Freeform 212">
                <a:extLst>
                  <a:ext uri="{FF2B5EF4-FFF2-40B4-BE49-F238E27FC236}">
                    <a16:creationId xmlns:a16="http://schemas.microsoft.com/office/drawing/2014/main" id="{FF13E8F0-A480-A9CC-8756-25F9E4C8A083}"/>
                  </a:ext>
                </a:extLst>
              </p:cNvPr>
              <p:cNvSpPr/>
              <p:nvPr/>
            </p:nvSpPr>
            <p:spPr>
              <a:xfrm>
                <a:off x="10380520" y="639207"/>
                <a:ext cx="722373" cy="90554"/>
              </a:xfrm>
              <a:custGeom>
                <a:avLst/>
                <a:gdLst>
                  <a:gd name="connsiteX0" fmla="*/ 29179 w 722373"/>
                  <a:gd name="connsiteY0" fmla="*/ 4738 h 90554"/>
                  <a:gd name="connsiteX1" fmla="*/ 45523 w 722373"/>
                  <a:gd name="connsiteY1" fmla="*/ 9175 h 90554"/>
                  <a:gd name="connsiteX2" fmla="*/ 51395 w 722373"/>
                  <a:gd name="connsiteY2" fmla="*/ 22549 h 90554"/>
                  <a:gd name="connsiteX3" fmla="*/ 48610 w 722373"/>
                  <a:gd name="connsiteY3" fmla="*/ 30405 h 90554"/>
                  <a:gd name="connsiteX4" fmla="*/ 41165 w 722373"/>
                  <a:gd name="connsiteY4" fmla="*/ 35562 h 90554"/>
                  <a:gd name="connsiteX5" fmla="*/ 50608 w 722373"/>
                  <a:gd name="connsiteY5" fmla="*/ 41379 h 90554"/>
                  <a:gd name="connsiteX6" fmla="*/ 54059 w 722373"/>
                  <a:gd name="connsiteY6" fmla="*/ 52054 h 90554"/>
                  <a:gd name="connsiteX7" fmla="*/ 48126 w 722373"/>
                  <a:gd name="connsiteY7" fmla="*/ 65907 h 90554"/>
                  <a:gd name="connsiteX8" fmla="*/ 32024 w 722373"/>
                  <a:gd name="connsiteY8" fmla="*/ 70705 h 90554"/>
                  <a:gd name="connsiteX9" fmla="*/ 0 w 722373"/>
                  <a:gd name="connsiteY9" fmla="*/ 70705 h 90554"/>
                  <a:gd name="connsiteX10" fmla="*/ 0 w 722373"/>
                  <a:gd name="connsiteY10" fmla="*/ 65008 h 90554"/>
                  <a:gd name="connsiteX11" fmla="*/ 7446 w 722373"/>
                  <a:gd name="connsiteY11" fmla="*/ 63748 h 90554"/>
                  <a:gd name="connsiteX12" fmla="*/ 7446 w 722373"/>
                  <a:gd name="connsiteY12" fmla="*/ 11754 h 90554"/>
                  <a:gd name="connsiteX13" fmla="*/ 0 w 722373"/>
                  <a:gd name="connsiteY13" fmla="*/ 10495 h 90554"/>
                  <a:gd name="connsiteX14" fmla="*/ 0 w 722373"/>
                  <a:gd name="connsiteY14" fmla="*/ 4738 h 90554"/>
                  <a:gd name="connsiteX15" fmla="*/ 29179 w 722373"/>
                  <a:gd name="connsiteY15" fmla="*/ 4738 h 90554"/>
                  <a:gd name="connsiteX16" fmla="*/ 16466 w 722373"/>
                  <a:gd name="connsiteY16" fmla="*/ 39760 h 90554"/>
                  <a:gd name="connsiteX17" fmla="*/ 16466 w 722373"/>
                  <a:gd name="connsiteY17" fmla="*/ 63748 h 90554"/>
                  <a:gd name="connsiteX18" fmla="*/ 32024 w 722373"/>
                  <a:gd name="connsiteY18" fmla="*/ 63748 h 90554"/>
                  <a:gd name="connsiteX19" fmla="*/ 41588 w 722373"/>
                  <a:gd name="connsiteY19" fmla="*/ 60750 h 90554"/>
                  <a:gd name="connsiteX20" fmla="*/ 44978 w 722373"/>
                  <a:gd name="connsiteY20" fmla="*/ 52174 h 90554"/>
                  <a:gd name="connsiteX21" fmla="*/ 42133 w 722373"/>
                  <a:gd name="connsiteY21" fmla="*/ 43059 h 90554"/>
                  <a:gd name="connsiteX22" fmla="*/ 33355 w 722373"/>
                  <a:gd name="connsiteY22" fmla="*/ 39760 h 90554"/>
                  <a:gd name="connsiteX23" fmla="*/ 16406 w 722373"/>
                  <a:gd name="connsiteY23" fmla="*/ 39760 h 90554"/>
                  <a:gd name="connsiteX24" fmla="*/ 16466 w 722373"/>
                  <a:gd name="connsiteY24" fmla="*/ 32804 h 90554"/>
                  <a:gd name="connsiteX25" fmla="*/ 31540 w 722373"/>
                  <a:gd name="connsiteY25" fmla="*/ 32804 h 90554"/>
                  <a:gd name="connsiteX26" fmla="*/ 39348 w 722373"/>
                  <a:gd name="connsiteY26" fmla="*/ 29925 h 90554"/>
                  <a:gd name="connsiteX27" fmla="*/ 42314 w 722373"/>
                  <a:gd name="connsiteY27" fmla="*/ 22429 h 90554"/>
                  <a:gd name="connsiteX28" fmla="*/ 38925 w 722373"/>
                  <a:gd name="connsiteY28" fmla="*/ 14453 h 90554"/>
                  <a:gd name="connsiteX29" fmla="*/ 29118 w 722373"/>
                  <a:gd name="connsiteY29" fmla="*/ 11814 h 90554"/>
                  <a:gd name="connsiteX30" fmla="*/ 16406 w 722373"/>
                  <a:gd name="connsiteY30" fmla="*/ 11814 h 90554"/>
                  <a:gd name="connsiteX31" fmla="*/ 16406 w 722373"/>
                  <a:gd name="connsiteY31" fmla="*/ 32864 h 90554"/>
                  <a:gd name="connsiteX32" fmla="*/ 16406 w 722373"/>
                  <a:gd name="connsiteY32" fmla="*/ 32864 h 90554"/>
                  <a:gd name="connsiteX33" fmla="*/ 469637 w 722373"/>
                  <a:gd name="connsiteY33" fmla="*/ 67466 h 90554"/>
                  <a:gd name="connsiteX34" fmla="*/ 467397 w 722373"/>
                  <a:gd name="connsiteY34" fmla="*/ 76762 h 90554"/>
                  <a:gd name="connsiteX35" fmla="*/ 461403 w 722373"/>
                  <a:gd name="connsiteY35" fmla="*/ 84798 h 90554"/>
                  <a:gd name="connsiteX36" fmla="*/ 456319 w 722373"/>
                  <a:gd name="connsiteY36" fmla="*/ 81440 h 90554"/>
                  <a:gd name="connsiteX37" fmla="*/ 459588 w 722373"/>
                  <a:gd name="connsiteY37" fmla="*/ 74783 h 90554"/>
                  <a:gd name="connsiteX38" fmla="*/ 460677 w 722373"/>
                  <a:gd name="connsiteY38" fmla="*/ 67586 h 90554"/>
                  <a:gd name="connsiteX39" fmla="*/ 460677 w 722373"/>
                  <a:gd name="connsiteY39" fmla="*/ 60690 h 90554"/>
                  <a:gd name="connsiteX40" fmla="*/ 469697 w 722373"/>
                  <a:gd name="connsiteY40" fmla="*/ 60690 h 90554"/>
                  <a:gd name="connsiteX41" fmla="*/ 469697 w 722373"/>
                  <a:gd name="connsiteY41" fmla="*/ 67466 h 90554"/>
                  <a:gd name="connsiteX42" fmla="*/ 469697 w 722373"/>
                  <a:gd name="connsiteY42" fmla="*/ 67466 h 90554"/>
                  <a:gd name="connsiteX43" fmla="*/ 500207 w 722373"/>
                  <a:gd name="connsiteY43" fmla="*/ 10495 h 90554"/>
                  <a:gd name="connsiteX44" fmla="*/ 500207 w 722373"/>
                  <a:gd name="connsiteY44" fmla="*/ 4738 h 90554"/>
                  <a:gd name="connsiteX45" fmla="*/ 524119 w 722373"/>
                  <a:gd name="connsiteY45" fmla="*/ 4738 h 90554"/>
                  <a:gd name="connsiteX46" fmla="*/ 524119 w 722373"/>
                  <a:gd name="connsiteY46" fmla="*/ 10495 h 90554"/>
                  <a:gd name="connsiteX47" fmla="*/ 516673 w 722373"/>
                  <a:gd name="connsiteY47" fmla="*/ 11754 h 90554"/>
                  <a:gd name="connsiteX48" fmla="*/ 516673 w 722373"/>
                  <a:gd name="connsiteY48" fmla="*/ 63748 h 90554"/>
                  <a:gd name="connsiteX49" fmla="*/ 524119 w 722373"/>
                  <a:gd name="connsiteY49" fmla="*/ 65008 h 90554"/>
                  <a:gd name="connsiteX50" fmla="*/ 524119 w 722373"/>
                  <a:gd name="connsiteY50" fmla="*/ 70705 h 90554"/>
                  <a:gd name="connsiteX51" fmla="*/ 500207 w 722373"/>
                  <a:gd name="connsiteY51" fmla="*/ 70705 h 90554"/>
                  <a:gd name="connsiteX52" fmla="*/ 500207 w 722373"/>
                  <a:gd name="connsiteY52" fmla="*/ 65008 h 90554"/>
                  <a:gd name="connsiteX53" fmla="*/ 507713 w 722373"/>
                  <a:gd name="connsiteY53" fmla="*/ 63748 h 90554"/>
                  <a:gd name="connsiteX54" fmla="*/ 507713 w 722373"/>
                  <a:gd name="connsiteY54" fmla="*/ 11754 h 90554"/>
                  <a:gd name="connsiteX55" fmla="*/ 500207 w 722373"/>
                  <a:gd name="connsiteY55" fmla="*/ 10495 h 90554"/>
                  <a:gd name="connsiteX56" fmla="*/ 500207 w 722373"/>
                  <a:gd name="connsiteY56" fmla="*/ 10495 h 90554"/>
                  <a:gd name="connsiteX57" fmla="*/ 530051 w 722373"/>
                  <a:gd name="connsiteY57" fmla="*/ 65008 h 90554"/>
                  <a:gd name="connsiteX58" fmla="*/ 537497 w 722373"/>
                  <a:gd name="connsiteY58" fmla="*/ 63748 h 90554"/>
                  <a:gd name="connsiteX59" fmla="*/ 537497 w 722373"/>
                  <a:gd name="connsiteY59" fmla="*/ 28726 h 90554"/>
                  <a:gd name="connsiteX60" fmla="*/ 530051 w 722373"/>
                  <a:gd name="connsiteY60" fmla="*/ 27466 h 90554"/>
                  <a:gd name="connsiteX61" fmla="*/ 530051 w 722373"/>
                  <a:gd name="connsiteY61" fmla="*/ 21709 h 90554"/>
                  <a:gd name="connsiteX62" fmla="*/ 545548 w 722373"/>
                  <a:gd name="connsiteY62" fmla="*/ 21709 h 90554"/>
                  <a:gd name="connsiteX63" fmla="*/ 546214 w 722373"/>
                  <a:gd name="connsiteY63" fmla="*/ 29026 h 90554"/>
                  <a:gd name="connsiteX64" fmla="*/ 552449 w 722373"/>
                  <a:gd name="connsiteY64" fmla="*/ 22969 h 90554"/>
                  <a:gd name="connsiteX65" fmla="*/ 560925 w 722373"/>
                  <a:gd name="connsiteY65" fmla="*/ 20810 h 90554"/>
                  <a:gd name="connsiteX66" fmla="*/ 573335 w 722373"/>
                  <a:gd name="connsiteY66" fmla="*/ 25487 h 90554"/>
                  <a:gd name="connsiteX67" fmla="*/ 577754 w 722373"/>
                  <a:gd name="connsiteY67" fmla="*/ 39820 h 90554"/>
                  <a:gd name="connsiteX68" fmla="*/ 577754 w 722373"/>
                  <a:gd name="connsiteY68" fmla="*/ 63808 h 90554"/>
                  <a:gd name="connsiteX69" fmla="*/ 585199 w 722373"/>
                  <a:gd name="connsiteY69" fmla="*/ 65068 h 90554"/>
                  <a:gd name="connsiteX70" fmla="*/ 585199 w 722373"/>
                  <a:gd name="connsiteY70" fmla="*/ 70765 h 90554"/>
                  <a:gd name="connsiteX71" fmla="*/ 561287 w 722373"/>
                  <a:gd name="connsiteY71" fmla="*/ 70765 h 90554"/>
                  <a:gd name="connsiteX72" fmla="*/ 561287 w 722373"/>
                  <a:gd name="connsiteY72" fmla="*/ 65068 h 90554"/>
                  <a:gd name="connsiteX73" fmla="*/ 568734 w 722373"/>
                  <a:gd name="connsiteY73" fmla="*/ 63808 h 90554"/>
                  <a:gd name="connsiteX74" fmla="*/ 568734 w 722373"/>
                  <a:gd name="connsiteY74" fmla="*/ 40000 h 90554"/>
                  <a:gd name="connsiteX75" fmla="*/ 566131 w 722373"/>
                  <a:gd name="connsiteY75" fmla="*/ 30825 h 90554"/>
                  <a:gd name="connsiteX76" fmla="*/ 558261 w 722373"/>
                  <a:gd name="connsiteY76" fmla="*/ 28126 h 90554"/>
                  <a:gd name="connsiteX77" fmla="*/ 551360 w 722373"/>
                  <a:gd name="connsiteY77" fmla="*/ 29985 h 90554"/>
                  <a:gd name="connsiteX78" fmla="*/ 546578 w 722373"/>
                  <a:gd name="connsiteY78" fmla="*/ 35083 h 90554"/>
                  <a:gd name="connsiteX79" fmla="*/ 546578 w 722373"/>
                  <a:gd name="connsiteY79" fmla="*/ 63868 h 90554"/>
                  <a:gd name="connsiteX80" fmla="*/ 554023 w 722373"/>
                  <a:gd name="connsiteY80" fmla="*/ 65128 h 90554"/>
                  <a:gd name="connsiteX81" fmla="*/ 554023 w 722373"/>
                  <a:gd name="connsiteY81" fmla="*/ 70825 h 90554"/>
                  <a:gd name="connsiteX82" fmla="*/ 530112 w 722373"/>
                  <a:gd name="connsiteY82" fmla="*/ 70825 h 90554"/>
                  <a:gd name="connsiteX83" fmla="*/ 530112 w 722373"/>
                  <a:gd name="connsiteY83" fmla="*/ 65128 h 90554"/>
                  <a:gd name="connsiteX84" fmla="*/ 530112 w 722373"/>
                  <a:gd name="connsiteY84" fmla="*/ 65128 h 90554"/>
                  <a:gd name="connsiteX85" fmla="*/ 624548 w 722373"/>
                  <a:gd name="connsiteY85" fmla="*/ 64888 h 90554"/>
                  <a:gd name="connsiteX86" fmla="*/ 618615 w 722373"/>
                  <a:gd name="connsiteY86" fmla="*/ 69925 h 90554"/>
                  <a:gd name="connsiteX87" fmla="*/ 610503 w 722373"/>
                  <a:gd name="connsiteY87" fmla="*/ 71664 h 90554"/>
                  <a:gd name="connsiteX88" fmla="*/ 596338 w 722373"/>
                  <a:gd name="connsiteY88" fmla="*/ 65128 h 90554"/>
                  <a:gd name="connsiteX89" fmla="*/ 591253 w 722373"/>
                  <a:gd name="connsiteY89" fmla="*/ 48036 h 90554"/>
                  <a:gd name="connsiteX90" fmla="*/ 591253 w 722373"/>
                  <a:gd name="connsiteY90" fmla="*/ 47077 h 90554"/>
                  <a:gd name="connsiteX91" fmla="*/ 596338 w 722373"/>
                  <a:gd name="connsiteY91" fmla="*/ 28006 h 90554"/>
                  <a:gd name="connsiteX92" fmla="*/ 610564 w 722373"/>
                  <a:gd name="connsiteY92" fmla="*/ 20750 h 90554"/>
                  <a:gd name="connsiteX93" fmla="*/ 618312 w 722373"/>
                  <a:gd name="connsiteY93" fmla="*/ 22369 h 90554"/>
                  <a:gd name="connsiteX94" fmla="*/ 624003 w 722373"/>
                  <a:gd name="connsiteY94" fmla="*/ 27047 h 90554"/>
                  <a:gd name="connsiteX95" fmla="*/ 624003 w 722373"/>
                  <a:gd name="connsiteY95" fmla="*/ 7017 h 90554"/>
                  <a:gd name="connsiteX96" fmla="*/ 616557 w 722373"/>
                  <a:gd name="connsiteY96" fmla="*/ 5757 h 90554"/>
                  <a:gd name="connsiteX97" fmla="*/ 616557 w 722373"/>
                  <a:gd name="connsiteY97" fmla="*/ 0 h 90554"/>
                  <a:gd name="connsiteX98" fmla="*/ 633023 w 722373"/>
                  <a:gd name="connsiteY98" fmla="*/ 0 h 90554"/>
                  <a:gd name="connsiteX99" fmla="*/ 633023 w 722373"/>
                  <a:gd name="connsiteY99" fmla="*/ 63748 h 90554"/>
                  <a:gd name="connsiteX100" fmla="*/ 640469 w 722373"/>
                  <a:gd name="connsiteY100" fmla="*/ 65008 h 90554"/>
                  <a:gd name="connsiteX101" fmla="*/ 640469 w 722373"/>
                  <a:gd name="connsiteY101" fmla="*/ 70705 h 90554"/>
                  <a:gd name="connsiteX102" fmla="*/ 625153 w 722373"/>
                  <a:gd name="connsiteY102" fmla="*/ 70705 h 90554"/>
                  <a:gd name="connsiteX103" fmla="*/ 624426 w 722373"/>
                  <a:gd name="connsiteY103" fmla="*/ 64828 h 90554"/>
                  <a:gd name="connsiteX104" fmla="*/ 624426 w 722373"/>
                  <a:gd name="connsiteY104" fmla="*/ 64828 h 90554"/>
                  <a:gd name="connsiteX105" fmla="*/ 600212 w 722373"/>
                  <a:gd name="connsiteY105" fmla="*/ 48036 h 90554"/>
                  <a:gd name="connsiteX106" fmla="*/ 603239 w 722373"/>
                  <a:gd name="connsiteY106" fmla="*/ 59910 h 90554"/>
                  <a:gd name="connsiteX107" fmla="*/ 612743 w 722373"/>
                  <a:gd name="connsiteY107" fmla="*/ 64408 h 90554"/>
                  <a:gd name="connsiteX108" fmla="*/ 619523 w 722373"/>
                  <a:gd name="connsiteY108" fmla="*/ 62609 h 90554"/>
                  <a:gd name="connsiteX109" fmla="*/ 624063 w 722373"/>
                  <a:gd name="connsiteY109" fmla="*/ 57511 h 90554"/>
                  <a:gd name="connsiteX110" fmla="*/ 624063 w 722373"/>
                  <a:gd name="connsiteY110" fmla="*/ 34783 h 90554"/>
                  <a:gd name="connsiteX111" fmla="*/ 619523 w 722373"/>
                  <a:gd name="connsiteY111" fmla="*/ 29865 h 90554"/>
                  <a:gd name="connsiteX112" fmla="*/ 612864 w 722373"/>
                  <a:gd name="connsiteY112" fmla="*/ 28066 h 90554"/>
                  <a:gd name="connsiteX113" fmla="*/ 603360 w 722373"/>
                  <a:gd name="connsiteY113" fmla="*/ 33343 h 90554"/>
                  <a:gd name="connsiteX114" fmla="*/ 600273 w 722373"/>
                  <a:gd name="connsiteY114" fmla="*/ 47137 h 90554"/>
                  <a:gd name="connsiteX115" fmla="*/ 600273 w 722373"/>
                  <a:gd name="connsiteY115" fmla="*/ 48096 h 90554"/>
                  <a:gd name="connsiteX116" fmla="*/ 600273 w 722373"/>
                  <a:gd name="connsiteY116" fmla="*/ 48096 h 90554"/>
                  <a:gd name="connsiteX117" fmla="*/ 647370 w 722373"/>
                  <a:gd name="connsiteY117" fmla="*/ 65008 h 90554"/>
                  <a:gd name="connsiteX118" fmla="*/ 654816 w 722373"/>
                  <a:gd name="connsiteY118" fmla="*/ 63748 h 90554"/>
                  <a:gd name="connsiteX119" fmla="*/ 654816 w 722373"/>
                  <a:gd name="connsiteY119" fmla="*/ 28726 h 90554"/>
                  <a:gd name="connsiteX120" fmla="*/ 647370 w 722373"/>
                  <a:gd name="connsiteY120" fmla="*/ 27466 h 90554"/>
                  <a:gd name="connsiteX121" fmla="*/ 647370 w 722373"/>
                  <a:gd name="connsiteY121" fmla="*/ 21709 h 90554"/>
                  <a:gd name="connsiteX122" fmla="*/ 663835 w 722373"/>
                  <a:gd name="connsiteY122" fmla="*/ 21709 h 90554"/>
                  <a:gd name="connsiteX123" fmla="*/ 663835 w 722373"/>
                  <a:gd name="connsiteY123" fmla="*/ 63748 h 90554"/>
                  <a:gd name="connsiteX124" fmla="*/ 671281 w 722373"/>
                  <a:gd name="connsiteY124" fmla="*/ 65008 h 90554"/>
                  <a:gd name="connsiteX125" fmla="*/ 671281 w 722373"/>
                  <a:gd name="connsiteY125" fmla="*/ 70705 h 90554"/>
                  <a:gd name="connsiteX126" fmla="*/ 647370 w 722373"/>
                  <a:gd name="connsiteY126" fmla="*/ 70705 h 90554"/>
                  <a:gd name="connsiteX127" fmla="*/ 647370 w 722373"/>
                  <a:gd name="connsiteY127" fmla="*/ 65008 h 90554"/>
                  <a:gd name="connsiteX128" fmla="*/ 647370 w 722373"/>
                  <a:gd name="connsiteY128" fmla="*/ 65008 h 90554"/>
                  <a:gd name="connsiteX129" fmla="*/ 663835 w 722373"/>
                  <a:gd name="connsiteY129" fmla="*/ 9115 h 90554"/>
                  <a:gd name="connsiteX130" fmla="*/ 654816 w 722373"/>
                  <a:gd name="connsiteY130" fmla="*/ 9115 h 90554"/>
                  <a:gd name="connsiteX131" fmla="*/ 654816 w 722373"/>
                  <a:gd name="connsiteY131" fmla="*/ 0 h 90554"/>
                  <a:gd name="connsiteX132" fmla="*/ 663835 w 722373"/>
                  <a:gd name="connsiteY132" fmla="*/ 0 h 90554"/>
                  <a:gd name="connsiteX133" fmla="*/ 663835 w 722373"/>
                  <a:gd name="connsiteY133" fmla="*/ 9115 h 90554"/>
                  <a:gd name="connsiteX134" fmla="*/ 663835 w 722373"/>
                  <a:gd name="connsiteY134" fmla="*/ 9115 h 90554"/>
                  <a:gd name="connsiteX135" fmla="*/ 710508 w 722373"/>
                  <a:gd name="connsiteY135" fmla="*/ 70705 h 90554"/>
                  <a:gd name="connsiteX136" fmla="*/ 709903 w 722373"/>
                  <a:gd name="connsiteY136" fmla="*/ 67107 h 90554"/>
                  <a:gd name="connsiteX137" fmla="*/ 709600 w 722373"/>
                  <a:gd name="connsiteY137" fmla="*/ 63928 h 90554"/>
                  <a:gd name="connsiteX138" fmla="*/ 703062 w 722373"/>
                  <a:gd name="connsiteY138" fmla="*/ 69445 h 90554"/>
                  <a:gd name="connsiteX139" fmla="*/ 694708 w 722373"/>
                  <a:gd name="connsiteY139" fmla="*/ 71664 h 90554"/>
                  <a:gd name="connsiteX140" fmla="*/ 682965 w 722373"/>
                  <a:gd name="connsiteY140" fmla="*/ 67946 h 90554"/>
                  <a:gd name="connsiteX141" fmla="*/ 678909 w 722373"/>
                  <a:gd name="connsiteY141" fmla="*/ 57391 h 90554"/>
                  <a:gd name="connsiteX142" fmla="*/ 684599 w 722373"/>
                  <a:gd name="connsiteY142" fmla="*/ 46657 h 90554"/>
                  <a:gd name="connsiteX143" fmla="*/ 700217 w 722373"/>
                  <a:gd name="connsiteY143" fmla="*/ 42879 h 90554"/>
                  <a:gd name="connsiteX144" fmla="*/ 709540 w 722373"/>
                  <a:gd name="connsiteY144" fmla="*/ 42879 h 90554"/>
                  <a:gd name="connsiteX145" fmla="*/ 709540 w 722373"/>
                  <a:gd name="connsiteY145" fmla="*/ 37182 h 90554"/>
                  <a:gd name="connsiteX146" fmla="*/ 706816 w 722373"/>
                  <a:gd name="connsiteY146" fmla="*/ 30345 h 90554"/>
                  <a:gd name="connsiteX147" fmla="*/ 699188 w 722373"/>
                  <a:gd name="connsiteY147" fmla="*/ 27826 h 90554"/>
                  <a:gd name="connsiteX148" fmla="*/ 693195 w 722373"/>
                  <a:gd name="connsiteY148" fmla="*/ 28666 h 90554"/>
                  <a:gd name="connsiteX149" fmla="*/ 689018 w 722373"/>
                  <a:gd name="connsiteY149" fmla="*/ 31005 h 90554"/>
                  <a:gd name="connsiteX150" fmla="*/ 688110 w 722373"/>
                  <a:gd name="connsiteY150" fmla="*/ 36162 h 90554"/>
                  <a:gd name="connsiteX151" fmla="*/ 681148 w 722373"/>
                  <a:gd name="connsiteY151" fmla="*/ 36162 h 90554"/>
                  <a:gd name="connsiteX152" fmla="*/ 681148 w 722373"/>
                  <a:gd name="connsiteY152" fmla="*/ 26627 h 90554"/>
                  <a:gd name="connsiteX153" fmla="*/ 689381 w 722373"/>
                  <a:gd name="connsiteY153" fmla="*/ 22309 h 90554"/>
                  <a:gd name="connsiteX154" fmla="*/ 699793 w 722373"/>
                  <a:gd name="connsiteY154" fmla="*/ 20690 h 90554"/>
                  <a:gd name="connsiteX155" fmla="*/ 713414 w 722373"/>
                  <a:gd name="connsiteY155" fmla="*/ 24948 h 90554"/>
                  <a:gd name="connsiteX156" fmla="*/ 718620 w 722373"/>
                  <a:gd name="connsiteY156" fmla="*/ 37122 h 90554"/>
                  <a:gd name="connsiteX157" fmla="*/ 718620 w 722373"/>
                  <a:gd name="connsiteY157" fmla="*/ 62549 h 90554"/>
                  <a:gd name="connsiteX158" fmla="*/ 718741 w 722373"/>
                  <a:gd name="connsiteY158" fmla="*/ 64348 h 90554"/>
                  <a:gd name="connsiteX159" fmla="*/ 722374 w 722373"/>
                  <a:gd name="connsiteY159" fmla="*/ 64888 h 90554"/>
                  <a:gd name="connsiteX160" fmla="*/ 722374 w 722373"/>
                  <a:gd name="connsiteY160" fmla="*/ 70585 h 90554"/>
                  <a:gd name="connsiteX161" fmla="*/ 710569 w 722373"/>
                  <a:gd name="connsiteY161" fmla="*/ 70585 h 90554"/>
                  <a:gd name="connsiteX162" fmla="*/ 695979 w 722373"/>
                  <a:gd name="connsiteY162" fmla="*/ 64228 h 90554"/>
                  <a:gd name="connsiteX163" fmla="*/ 704213 w 722373"/>
                  <a:gd name="connsiteY163" fmla="*/ 62069 h 90554"/>
                  <a:gd name="connsiteX164" fmla="*/ 709540 w 722373"/>
                  <a:gd name="connsiteY164" fmla="*/ 56972 h 90554"/>
                  <a:gd name="connsiteX165" fmla="*/ 709540 w 722373"/>
                  <a:gd name="connsiteY165" fmla="*/ 48936 h 90554"/>
                  <a:gd name="connsiteX166" fmla="*/ 699914 w 722373"/>
                  <a:gd name="connsiteY166" fmla="*/ 48936 h 90554"/>
                  <a:gd name="connsiteX167" fmla="*/ 691137 w 722373"/>
                  <a:gd name="connsiteY167" fmla="*/ 51454 h 90554"/>
                  <a:gd name="connsiteX168" fmla="*/ 687928 w 722373"/>
                  <a:gd name="connsiteY168" fmla="*/ 57571 h 90554"/>
                  <a:gd name="connsiteX169" fmla="*/ 689926 w 722373"/>
                  <a:gd name="connsiteY169" fmla="*/ 62489 h 90554"/>
                  <a:gd name="connsiteX170" fmla="*/ 695979 w 722373"/>
                  <a:gd name="connsiteY170" fmla="*/ 64228 h 90554"/>
                  <a:gd name="connsiteX171" fmla="*/ 695979 w 722373"/>
                  <a:gd name="connsiteY171" fmla="*/ 64228 h 90554"/>
                  <a:gd name="connsiteX172" fmla="*/ 84932 w 722373"/>
                  <a:gd name="connsiteY172" fmla="*/ 71664 h 90554"/>
                  <a:gd name="connsiteX173" fmla="*/ 68527 w 722373"/>
                  <a:gd name="connsiteY173" fmla="*/ 64828 h 90554"/>
                  <a:gd name="connsiteX174" fmla="*/ 62413 w 722373"/>
                  <a:gd name="connsiteY174" fmla="*/ 47137 h 90554"/>
                  <a:gd name="connsiteX175" fmla="*/ 62413 w 722373"/>
                  <a:gd name="connsiteY175" fmla="*/ 45158 h 90554"/>
                  <a:gd name="connsiteX176" fmla="*/ 68708 w 722373"/>
                  <a:gd name="connsiteY176" fmla="*/ 27706 h 90554"/>
                  <a:gd name="connsiteX177" fmla="*/ 83600 w 722373"/>
                  <a:gd name="connsiteY177" fmla="*/ 20750 h 90554"/>
                  <a:gd name="connsiteX178" fmla="*/ 98734 w 722373"/>
                  <a:gd name="connsiteY178" fmla="*/ 26747 h 90554"/>
                  <a:gd name="connsiteX179" fmla="*/ 103880 w 722373"/>
                  <a:gd name="connsiteY179" fmla="*/ 42699 h 90554"/>
                  <a:gd name="connsiteX180" fmla="*/ 103880 w 722373"/>
                  <a:gd name="connsiteY180" fmla="*/ 48276 h 90554"/>
                  <a:gd name="connsiteX181" fmla="*/ 71735 w 722373"/>
                  <a:gd name="connsiteY181" fmla="*/ 48276 h 90554"/>
                  <a:gd name="connsiteX182" fmla="*/ 71614 w 722373"/>
                  <a:gd name="connsiteY182" fmla="*/ 48516 h 90554"/>
                  <a:gd name="connsiteX183" fmla="*/ 75246 w 722373"/>
                  <a:gd name="connsiteY183" fmla="*/ 60150 h 90554"/>
                  <a:gd name="connsiteX184" fmla="*/ 84992 w 722373"/>
                  <a:gd name="connsiteY184" fmla="*/ 64708 h 90554"/>
                  <a:gd name="connsiteX185" fmla="*/ 93043 w 722373"/>
                  <a:gd name="connsiteY185" fmla="*/ 63388 h 90554"/>
                  <a:gd name="connsiteX186" fmla="*/ 98976 w 722373"/>
                  <a:gd name="connsiteY186" fmla="*/ 59850 h 90554"/>
                  <a:gd name="connsiteX187" fmla="*/ 102487 w 722373"/>
                  <a:gd name="connsiteY187" fmla="*/ 65667 h 90554"/>
                  <a:gd name="connsiteX188" fmla="*/ 95465 w 722373"/>
                  <a:gd name="connsiteY188" fmla="*/ 69985 h 90554"/>
                  <a:gd name="connsiteX189" fmla="*/ 84992 w 722373"/>
                  <a:gd name="connsiteY189" fmla="*/ 71724 h 90554"/>
                  <a:gd name="connsiteX190" fmla="*/ 84992 w 722373"/>
                  <a:gd name="connsiteY190" fmla="*/ 71724 h 90554"/>
                  <a:gd name="connsiteX191" fmla="*/ 83600 w 722373"/>
                  <a:gd name="connsiteY191" fmla="*/ 27826 h 90554"/>
                  <a:gd name="connsiteX192" fmla="*/ 75851 w 722373"/>
                  <a:gd name="connsiteY192" fmla="*/ 31604 h 90554"/>
                  <a:gd name="connsiteX193" fmla="*/ 71917 w 722373"/>
                  <a:gd name="connsiteY193" fmla="*/ 41080 h 90554"/>
                  <a:gd name="connsiteX194" fmla="*/ 72038 w 722373"/>
                  <a:gd name="connsiteY194" fmla="*/ 41319 h 90554"/>
                  <a:gd name="connsiteX195" fmla="*/ 94860 w 722373"/>
                  <a:gd name="connsiteY195" fmla="*/ 41319 h 90554"/>
                  <a:gd name="connsiteX196" fmla="*/ 94860 w 722373"/>
                  <a:gd name="connsiteY196" fmla="*/ 40120 h 90554"/>
                  <a:gd name="connsiteX197" fmla="*/ 92015 w 722373"/>
                  <a:gd name="connsiteY197" fmla="*/ 31304 h 90554"/>
                  <a:gd name="connsiteX198" fmla="*/ 83600 w 722373"/>
                  <a:gd name="connsiteY198" fmla="*/ 27766 h 90554"/>
                  <a:gd name="connsiteX199" fmla="*/ 83600 w 722373"/>
                  <a:gd name="connsiteY199" fmla="*/ 27766 h 90554"/>
                  <a:gd name="connsiteX200" fmla="*/ 111386 w 722373"/>
                  <a:gd name="connsiteY200" fmla="*/ 65008 h 90554"/>
                  <a:gd name="connsiteX201" fmla="*/ 118832 w 722373"/>
                  <a:gd name="connsiteY201" fmla="*/ 63748 h 90554"/>
                  <a:gd name="connsiteX202" fmla="*/ 118832 w 722373"/>
                  <a:gd name="connsiteY202" fmla="*/ 28726 h 90554"/>
                  <a:gd name="connsiteX203" fmla="*/ 111386 w 722373"/>
                  <a:gd name="connsiteY203" fmla="*/ 27466 h 90554"/>
                  <a:gd name="connsiteX204" fmla="*/ 111386 w 722373"/>
                  <a:gd name="connsiteY204" fmla="*/ 21709 h 90554"/>
                  <a:gd name="connsiteX205" fmla="*/ 126883 w 722373"/>
                  <a:gd name="connsiteY205" fmla="*/ 21709 h 90554"/>
                  <a:gd name="connsiteX206" fmla="*/ 127549 w 722373"/>
                  <a:gd name="connsiteY206" fmla="*/ 29026 h 90554"/>
                  <a:gd name="connsiteX207" fmla="*/ 133784 w 722373"/>
                  <a:gd name="connsiteY207" fmla="*/ 22969 h 90554"/>
                  <a:gd name="connsiteX208" fmla="*/ 142259 w 722373"/>
                  <a:gd name="connsiteY208" fmla="*/ 20810 h 90554"/>
                  <a:gd name="connsiteX209" fmla="*/ 154669 w 722373"/>
                  <a:gd name="connsiteY209" fmla="*/ 25487 h 90554"/>
                  <a:gd name="connsiteX210" fmla="*/ 159088 w 722373"/>
                  <a:gd name="connsiteY210" fmla="*/ 39820 h 90554"/>
                  <a:gd name="connsiteX211" fmla="*/ 159088 w 722373"/>
                  <a:gd name="connsiteY211" fmla="*/ 63808 h 90554"/>
                  <a:gd name="connsiteX212" fmla="*/ 166534 w 722373"/>
                  <a:gd name="connsiteY212" fmla="*/ 65068 h 90554"/>
                  <a:gd name="connsiteX213" fmla="*/ 166534 w 722373"/>
                  <a:gd name="connsiteY213" fmla="*/ 70765 h 90554"/>
                  <a:gd name="connsiteX214" fmla="*/ 142623 w 722373"/>
                  <a:gd name="connsiteY214" fmla="*/ 70765 h 90554"/>
                  <a:gd name="connsiteX215" fmla="*/ 142623 w 722373"/>
                  <a:gd name="connsiteY215" fmla="*/ 65068 h 90554"/>
                  <a:gd name="connsiteX216" fmla="*/ 150068 w 722373"/>
                  <a:gd name="connsiteY216" fmla="*/ 63808 h 90554"/>
                  <a:gd name="connsiteX217" fmla="*/ 150068 w 722373"/>
                  <a:gd name="connsiteY217" fmla="*/ 40000 h 90554"/>
                  <a:gd name="connsiteX218" fmla="*/ 147465 w 722373"/>
                  <a:gd name="connsiteY218" fmla="*/ 30825 h 90554"/>
                  <a:gd name="connsiteX219" fmla="*/ 139596 w 722373"/>
                  <a:gd name="connsiteY219" fmla="*/ 28126 h 90554"/>
                  <a:gd name="connsiteX220" fmla="*/ 132695 w 722373"/>
                  <a:gd name="connsiteY220" fmla="*/ 29985 h 90554"/>
                  <a:gd name="connsiteX221" fmla="*/ 127912 w 722373"/>
                  <a:gd name="connsiteY221" fmla="*/ 35083 h 90554"/>
                  <a:gd name="connsiteX222" fmla="*/ 127912 w 722373"/>
                  <a:gd name="connsiteY222" fmla="*/ 63868 h 90554"/>
                  <a:gd name="connsiteX223" fmla="*/ 135358 w 722373"/>
                  <a:gd name="connsiteY223" fmla="*/ 65128 h 90554"/>
                  <a:gd name="connsiteX224" fmla="*/ 135358 w 722373"/>
                  <a:gd name="connsiteY224" fmla="*/ 70825 h 90554"/>
                  <a:gd name="connsiteX225" fmla="*/ 111447 w 722373"/>
                  <a:gd name="connsiteY225" fmla="*/ 70825 h 90554"/>
                  <a:gd name="connsiteX226" fmla="*/ 111447 w 722373"/>
                  <a:gd name="connsiteY226" fmla="*/ 65128 h 90554"/>
                  <a:gd name="connsiteX227" fmla="*/ 111447 w 722373"/>
                  <a:gd name="connsiteY227" fmla="*/ 65128 h 90554"/>
                  <a:gd name="connsiteX228" fmla="*/ 172588 w 722373"/>
                  <a:gd name="connsiteY228" fmla="*/ 47137 h 90554"/>
                  <a:gd name="connsiteX229" fmla="*/ 177793 w 722373"/>
                  <a:gd name="connsiteY229" fmla="*/ 28066 h 90554"/>
                  <a:gd name="connsiteX230" fmla="*/ 192201 w 722373"/>
                  <a:gd name="connsiteY230" fmla="*/ 20810 h 90554"/>
                  <a:gd name="connsiteX231" fmla="*/ 200373 w 722373"/>
                  <a:gd name="connsiteY231" fmla="*/ 22609 h 90554"/>
                  <a:gd name="connsiteX232" fmla="*/ 206246 w 722373"/>
                  <a:gd name="connsiteY232" fmla="*/ 27886 h 90554"/>
                  <a:gd name="connsiteX233" fmla="*/ 207093 w 722373"/>
                  <a:gd name="connsiteY233" fmla="*/ 21709 h 90554"/>
                  <a:gd name="connsiteX234" fmla="*/ 214720 w 722373"/>
                  <a:gd name="connsiteY234" fmla="*/ 21709 h 90554"/>
                  <a:gd name="connsiteX235" fmla="*/ 214720 w 722373"/>
                  <a:gd name="connsiteY235" fmla="*/ 70105 h 90554"/>
                  <a:gd name="connsiteX236" fmla="*/ 209333 w 722373"/>
                  <a:gd name="connsiteY236" fmla="*/ 85098 h 90554"/>
                  <a:gd name="connsiteX237" fmla="*/ 194078 w 722373"/>
                  <a:gd name="connsiteY237" fmla="*/ 90555 h 90554"/>
                  <a:gd name="connsiteX238" fmla="*/ 186329 w 722373"/>
                  <a:gd name="connsiteY238" fmla="*/ 89595 h 90554"/>
                  <a:gd name="connsiteX239" fmla="*/ 179005 w 722373"/>
                  <a:gd name="connsiteY239" fmla="*/ 86957 h 90554"/>
                  <a:gd name="connsiteX240" fmla="*/ 181366 w 722373"/>
                  <a:gd name="connsiteY240" fmla="*/ 80000 h 90554"/>
                  <a:gd name="connsiteX241" fmla="*/ 187298 w 722373"/>
                  <a:gd name="connsiteY241" fmla="*/ 82159 h 90554"/>
                  <a:gd name="connsiteX242" fmla="*/ 193957 w 722373"/>
                  <a:gd name="connsiteY242" fmla="*/ 82999 h 90554"/>
                  <a:gd name="connsiteX243" fmla="*/ 202795 w 722373"/>
                  <a:gd name="connsiteY243" fmla="*/ 79640 h 90554"/>
                  <a:gd name="connsiteX244" fmla="*/ 205640 w 722373"/>
                  <a:gd name="connsiteY244" fmla="*/ 70105 h 90554"/>
                  <a:gd name="connsiteX245" fmla="*/ 205640 w 722373"/>
                  <a:gd name="connsiteY245" fmla="*/ 65427 h 90554"/>
                  <a:gd name="connsiteX246" fmla="*/ 199829 w 722373"/>
                  <a:gd name="connsiteY246" fmla="*/ 70105 h 90554"/>
                  <a:gd name="connsiteX247" fmla="*/ 192080 w 722373"/>
                  <a:gd name="connsiteY247" fmla="*/ 71664 h 90554"/>
                  <a:gd name="connsiteX248" fmla="*/ 177733 w 722373"/>
                  <a:gd name="connsiteY248" fmla="*/ 65128 h 90554"/>
                  <a:gd name="connsiteX249" fmla="*/ 172527 w 722373"/>
                  <a:gd name="connsiteY249" fmla="*/ 48036 h 90554"/>
                  <a:gd name="connsiteX250" fmla="*/ 172527 w 722373"/>
                  <a:gd name="connsiteY250" fmla="*/ 47077 h 90554"/>
                  <a:gd name="connsiteX251" fmla="*/ 172527 w 722373"/>
                  <a:gd name="connsiteY251" fmla="*/ 47077 h 90554"/>
                  <a:gd name="connsiteX252" fmla="*/ 181607 w 722373"/>
                  <a:gd name="connsiteY252" fmla="*/ 48036 h 90554"/>
                  <a:gd name="connsiteX253" fmla="*/ 184755 w 722373"/>
                  <a:gd name="connsiteY253" fmla="*/ 59910 h 90554"/>
                  <a:gd name="connsiteX254" fmla="*/ 194380 w 722373"/>
                  <a:gd name="connsiteY254" fmla="*/ 64408 h 90554"/>
                  <a:gd name="connsiteX255" fmla="*/ 201221 w 722373"/>
                  <a:gd name="connsiteY255" fmla="*/ 62549 h 90554"/>
                  <a:gd name="connsiteX256" fmla="*/ 205761 w 722373"/>
                  <a:gd name="connsiteY256" fmla="*/ 57391 h 90554"/>
                  <a:gd name="connsiteX257" fmla="*/ 205761 w 722373"/>
                  <a:gd name="connsiteY257" fmla="*/ 34843 h 90554"/>
                  <a:gd name="connsiteX258" fmla="*/ 201221 w 722373"/>
                  <a:gd name="connsiteY258" fmla="*/ 29865 h 90554"/>
                  <a:gd name="connsiteX259" fmla="*/ 194501 w 722373"/>
                  <a:gd name="connsiteY259" fmla="*/ 28006 h 90554"/>
                  <a:gd name="connsiteX260" fmla="*/ 184876 w 722373"/>
                  <a:gd name="connsiteY260" fmla="*/ 33343 h 90554"/>
                  <a:gd name="connsiteX261" fmla="*/ 181668 w 722373"/>
                  <a:gd name="connsiteY261" fmla="*/ 47077 h 90554"/>
                  <a:gd name="connsiteX262" fmla="*/ 181668 w 722373"/>
                  <a:gd name="connsiteY262" fmla="*/ 48036 h 90554"/>
                  <a:gd name="connsiteX263" fmla="*/ 181668 w 722373"/>
                  <a:gd name="connsiteY263" fmla="*/ 48036 h 90554"/>
                  <a:gd name="connsiteX264" fmla="*/ 257882 w 722373"/>
                  <a:gd name="connsiteY264" fmla="*/ 70705 h 90554"/>
                  <a:gd name="connsiteX265" fmla="*/ 257216 w 722373"/>
                  <a:gd name="connsiteY265" fmla="*/ 67107 h 90554"/>
                  <a:gd name="connsiteX266" fmla="*/ 256914 w 722373"/>
                  <a:gd name="connsiteY266" fmla="*/ 63928 h 90554"/>
                  <a:gd name="connsiteX267" fmla="*/ 250376 w 722373"/>
                  <a:gd name="connsiteY267" fmla="*/ 69445 h 90554"/>
                  <a:gd name="connsiteX268" fmla="*/ 242022 w 722373"/>
                  <a:gd name="connsiteY268" fmla="*/ 71664 h 90554"/>
                  <a:gd name="connsiteX269" fmla="*/ 230278 w 722373"/>
                  <a:gd name="connsiteY269" fmla="*/ 67946 h 90554"/>
                  <a:gd name="connsiteX270" fmla="*/ 226222 w 722373"/>
                  <a:gd name="connsiteY270" fmla="*/ 57391 h 90554"/>
                  <a:gd name="connsiteX271" fmla="*/ 231913 w 722373"/>
                  <a:gd name="connsiteY271" fmla="*/ 46657 h 90554"/>
                  <a:gd name="connsiteX272" fmla="*/ 247531 w 722373"/>
                  <a:gd name="connsiteY272" fmla="*/ 42879 h 90554"/>
                  <a:gd name="connsiteX273" fmla="*/ 256793 w 722373"/>
                  <a:gd name="connsiteY273" fmla="*/ 42879 h 90554"/>
                  <a:gd name="connsiteX274" fmla="*/ 256793 w 722373"/>
                  <a:gd name="connsiteY274" fmla="*/ 37182 h 90554"/>
                  <a:gd name="connsiteX275" fmla="*/ 254068 w 722373"/>
                  <a:gd name="connsiteY275" fmla="*/ 30345 h 90554"/>
                  <a:gd name="connsiteX276" fmla="*/ 246442 w 722373"/>
                  <a:gd name="connsiteY276" fmla="*/ 27826 h 90554"/>
                  <a:gd name="connsiteX277" fmla="*/ 240448 w 722373"/>
                  <a:gd name="connsiteY277" fmla="*/ 28666 h 90554"/>
                  <a:gd name="connsiteX278" fmla="*/ 236271 w 722373"/>
                  <a:gd name="connsiteY278" fmla="*/ 31005 h 90554"/>
                  <a:gd name="connsiteX279" fmla="*/ 235302 w 722373"/>
                  <a:gd name="connsiteY279" fmla="*/ 36162 h 90554"/>
                  <a:gd name="connsiteX280" fmla="*/ 228341 w 722373"/>
                  <a:gd name="connsiteY280" fmla="*/ 36162 h 90554"/>
                  <a:gd name="connsiteX281" fmla="*/ 228341 w 722373"/>
                  <a:gd name="connsiteY281" fmla="*/ 26627 h 90554"/>
                  <a:gd name="connsiteX282" fmla="*/ 236514 w 722373"/>
                  <a:gd name="connsiteY282" fmla="*/ 22309 h 90554"/>
                  <a:gd name="connsiteX283" fmla="*/ 246926 w 722373"/>
                  <a:gd name="connsiteY283" fmla="*/ 20690 h 90554"/>
                  <a:gd name="connsiteX284" fmla="*/ 260546 w 722373"/>
                  <a:gd name="connsiteY284" fmla="*/ 24948 h 90554"/>
                  <a:gd name="connsiteX285" fmla="*/ 265752 w 722373"/>
                  <a:gd name="connsiteY285" fmla="*/ 37122 h 90554"/>
                  <a:gd name="connsiteX286" fmla="*/ 265752 w 722373"/>
                  <a:gd name="connsiteY286" fmla="*/ 60750 h 90554"/>
                  <a:gd name="connsiteX287" fmla="*/ 265752 w 722373"/>
                  <a:gd name="connsiteY287" fmla="*/ 62609 h 90554"/>
                  <a:gd name="connsiteX288" fmla="*/ 265873 w 722373"/>
                  <a:gd name="connsiteY288" fmla="*/ 64408 h 90554"/>
                  <a:gd name="connsiteX289" fmla="*/ 269505 w 722373"/>
                  <a:gd name="connsiteY289" fmla="*/ 64948 h 90554"/>
                  <a:gd name="connsiteX290" fmla="*/ 269505 w 722373"/>
                  <a:gd name="connsiteY290" fmla="*/ 70645 h 90554"/>
                  <a:gd name="connsiteX291" fmla="*/ 257701 w 722373"/>
                  <a:gd name="connsiteY291" fmla="*/ 70645 h 90554"/>
                  <a:gd name="connsiteX292" fmla="*/ 243415 w 722373"/>
                  <a:gd name="connsiteY292" fmla="*/ 64228 h 90554"/>
                  <a:gd name="connsiteX293" fmla="*/ 251587 w 722373"/>
                  <a:gd name="connsiteY293" fmla="*/ 62069 h 90554"/>
                  <a:gd name="connsiteX294" fmla="*/ 256914 w 722373"/>
                  <a:gd name="connsiteY294" fmla="*/ 56972 h 90554"/>
                  <a:gd name="connsiteX295" fmla="*/ 256914 w 722373"/>
                  <a:gd name="connsiteY295" fmla="*/ 48936 h 90554"/>
                  <a:gd name="connsiteX296" fmla="*/ 247288 w 722373"/>
                  <a:gd name="connsiteY296" fmla="*/ 48936 h 90554"/>
                  <a:gd name="connsiteX297" fmla="*/ 238511 w 722373"/>
                  <a:gd name="connsiteY297" fmla="*/ 51454 h 90554"/>
                  <a:gd name="connsiteX298" fmla="*/ 235302 w 722373"/>
                  <a:gd name="connsiteY298" fmla="*/ 57571 h 90554"/>
                  <a:gd name="connsiteX299" fmla="*/ 237301 w 722373"/>
                  <a:gd name="connsiteY299" fmla="*/ 62489 h 90554"/>
                  <a:gd name="connsiteX300" fmla="*/ 243354 w 722373"/>
                  <a:gd name="connsiteY300" fmla="*/ 64228 h 90554"/>
                  <a:gd name="connsiteX301" fmla="*/ 243354 w 722373"/>
                  <a:gd name="connsiteY301" fmla="*/ 64228 h 90554"/>
                  <a:gd name="connsiteX302" fmla="*/ 275982 w 722373"/>
                  <a:gd name="connsiteY302" fmla="*/ 5757 h 90554"/>
                  <a:gd name="connsiteX303" fmla="*/ 275982 w 722373"/>
                  <a:gd name="connsiteY303" fmla="*/ 0 h 90554"/>
                  <a:gd name="connsiteX304" fmla="*/ 292449 w 722373"/>
                  <a:gd name="connsiteY304" fmla="*/ 0 h 90554"/>
                  <a:gd name="connsiteX305" fmla="*/ 292449 w 722373"/>
                  <a:gd name="connsiteY305" fmla="*/ 63748 h 90554"/>
                  <a:gd name="connsiteX306" fmla="*/ 299894 w 722373"/>
                  <a:gd name="connsiteY306" fmla="*/ 65008 h 90554"/>
                  <a:gd name="connsiteX307" fmla="*/ 299894 w 722373"/>
                  <a:gd name="connsiteY307" fmla="*/ 70705 h 90554"/>
                  <a:gd name="connsiteX308" fmla="*/ 275982 w 722373"/>
                  <a:gd name="connsiteY308" fmla="*/ 70705 h 90554"/>
                  <a:gd name="connsiteX309" fmla="*/ 275982 w 722373"/>
                  <a:gd name="connsiteY309" fmla="*/ 65008 h 90554"/>
                  <a:gd name="connsiteX310" fmla="*/ 283429 w 722373"/>
                  <a:gd name="connsiteY310" fmla="*/ 63748 h 90554"/>
                  <a:gd name="connsiteX311" fmla="*/ 283429 w 722373"/>
                  <a:gd name="connsiteY311" fmla="*/ 7076 h 90554"/>
                  <a:gd name="connsiteX312" fmla="*/ 275982 w 722373"/>
                  <a:gd name="connsiteY312" fmla="*/ 5817 h 90554"/>
                  <a:gd name="connsiteX313" fmla="*/ 275982 w 722373"/>
                  <a:gd name="connsiteY313" fmla="*/ 5817 h 90554"/>
                  <a:gd name="connsiteX314" fmla="*/ 342088 w 722373"/>
                  <a:gd name="connsiteY314" fmla="*/ 63448 h 90554"/>
                  <a:gd name="connsiteX315" fmla="*/ 336095 w 722373"/>
                  <a:gd name="connsiteY315" fmla="*/ 69505 h 90554"/>
                  <a:gd name="connsiteX316" fmla="*/ 327619 w 722373"/>
                  <a:gd name="connsiteY316" fmla="*/ 71664 h 90554"/>
                  <a:gd name="connsiteX317" fmla="*/ 315028 w 722373"/>
                  <a:gd name="connsiteY317" fmla="*/ 66507 h 90554"/>
                  <a:gd name="connsiteX318" fmla="*/ 310488 w 722373"/>
                  <a:gd name="connsiteY318" fmla="*/ 50555 h 90554"/>
                  <a:gd name="connsiteX319" fmla="*/ 310488 w 722373"/>
                  <a:gd name="connsiteY319" fmla="*/ 28666 h 90554"/>
                  <a:gd name="connsiteX320" fmla="*/ 304797 w 722373"/>
                  <a:gd name="connsiteY320" fmla="*/ 27406 h 90554"/>
                  <a:gd name="connsiteX321" fmla="*/ 304797 w 722373"/>
                  <a:gd name="connsiteY321" fmla="*/ 21649 h 90554"/>
                  <a:gd name="connsiteX322" fmla="*/ 319508 w 722373"/>
                  <a:gd name="connsiteY322" fmla="*/ 21649 h 90554"/>
                  <a:gd name="connsiteX323" fmla="*/ 319508 w 722373"/>
                  <a:gd name="connsiteY323" fmla="*/ 50675 h 90554"/>
                  <a:gd name="connsiteX324" fmla="*/ 321808 w 722373"/>
                  <a:gd name="connsiteY324" fmla="*/ 61469 h 90554"/>
                  <a:gd name="connsiteX325" fmla="*/ 329072 w 722373"/>
                  <a:gd name="connsiteY325" fmla="*/ 64408 h 90554"/>
                  <a:gd name="connsiteX326" fmla="*/ 337003 w 722373"/>
                  <a:gd name="connsiteY326" fmla="*/ 62489 h 90554"/>
                  <a:gd name="connsiteX327" fmla="*/ 341725 w 722373"/>
                  <a:gd name="connsiteY327" fmla="*/ 57032 h 90554"/>
                  <a:gd name="connsiteX328" fmla="*/ 341725 w 722373"/>
                  <a:gd name="connsiteY328" fmla="*/ 28726 h 90554"/>
                  <a:gd name="connsiteX329" fmla="*/ 335065 w 722373"/>
                  <a:gd name="connsiteY329" fmla="*/ 27466 h 90554"/>
                  <a:gd name="connsiteX330" fmla="*/ 335065 w 722373"/>
                  <a:gd name="connsiteY330" fmla="*/ 21709 h 90554"/>
                  <a:gd name="connsiteX331" fmla="*/ 350684 w 722373"/>
                  <a:gd name="connsiteY331" fmla="*/ 21709 h 90554"/>
                  <a:gd name="connsiteX332" fmla="*/ 350684 w 722373"/>
                  <a:gd name="connsiteY332" fmla="*/ 63748 h 90554"/>
                  <a:gd name="connsiteX333" fmla="*/ 356374 w 722373"/>
                  <a:gd name="connsiteY333" fmla="*/ 65008 h 90554"/>
                  <a:gd name="connsiteX334" fmla="*/ 356374 w 722373"/>
                  <a:gd name="connsiteY334" fmla="*/ 70705 h 90554"/>
                  <a:gd name="connsiteX335" fmla="*/ 342632 w 722373"/>
                  <a:gd name="connsiteY335" fmla="*/ 70705 h 90554"/>
                  <a:gd name="connsiteX336" fmla="*/ 342027 w 722373"/>
                  <a:gd name="connsiteY336" fmla="*/ 63448 h 90554"/>
                  <a:gd name="connsiteX337" fmla="*/ 342027 w 722373"/>
                  <a:gd name="connsiteY337" fmla="*/ 63448 h 90554"/>
                  <a:gd name="connsiteX338" fmla="*/ 363639 w 722373"/>
                  <a:gd name="connsiteY338" fmla="*/ 27466 h 90554"/>
                  <a:gd name="connsiteX339" fmla="*/ 363639 w 722373"/>
                  <a:gd name="connsiteY339" fmla="*/ 21709 h 90554"/>
                  <a:gd name="connsiteX340" fmla="*/ 379135 w 722373"/>
                  <a:gd name="connsiteY340" fmla="*/ 21709 h 90554"/>
                  <a:gd name="connsiteX341" fmla="*/ 379983 w 722373"/>
                  <a:gd name="connsiteY341" fmla="*/ 28846 h 90554"/>
                  <a:gd name="connsiteX342" fmla="*/ 385189 w 722373"/>
                  <a:gd name="connsiteY342" fmla="*/ 22969 h 90554"/>
                  <a:gd name="connsiteX343" fmla="*/ 392272 w 722373"/>
                  <a:gd name="connsiteY343" fmla="*/ 20810 h 90554"/>
                  <a:gd name="connsiteX344" fmla="*/ 394451 w 722373"/>
                  <a:gd name="connsiteY344" fmla="*/ 20990 h 90554"/>
                  <a:gd name="connsiteX345" fmla="*/ 396146 w 722373"/>
                  <a:gd name="connsiteY345" fmla="*/ 21349 h 90554"/>
                  <a:gd name="connsiteX346" fmla="*/ 394935 w 722373"/>
                  <a:gd name="connsiteY346" fmla="*/ 29625 h 90554"/>
                  <a:gd name="connsiteX347" fmla="*/ 389850 w 722373"/>
                  <a:gd name="connsiteY347" fmla="*/ 29325 h 90554"/>
                  <a:gd name="connsiteX348" fmla="*/ 383857 w 722373"/>
                  <a:gd name="connsiteY348" fmla="*/ 31005 h 90554"/>
                  <a:gd name="connsiteX349" fmla="*/ 380104 w 722373"/>
                  <a:gd name="connsiteY349" fmla="*/ 35682 h 90554"/>
                  <a:gd name="connsiteX350" fmla="*/ 380104 w 722373"/>
                  <a:gd name="connsiteY350" fmla="*/ 63808 h 90554"/>
                  <a:gd name="connsiteX351" fmla="*/ 387550 w 722373"/>
                  <a:gd name="connsiteY351" fmla="*/ 65068 h 90554"/>
                  <a:gd name="connsiteX352" fmla="*/ 387550 w 722373"/>
                  <a:gd name="connsiteY352" fmla="*/ 70765 h 90554"/>
                  <a:gd name="connsiteX353" fmla="*/ 363639 w 722373"/>
                  <a:gd name="connsiteY353" fmla="*/ 70765 h 90554"/>
                  <a:gd name="connsiteX354" fmla="*/ 363639 w 722373"/>
                  <a:gd name="connsiteY354" fmla="*/ 65068 h 90554"/>
                  <a:gd name="connsiteX355" fmla="*/ 371084 w 722373"/>
                  <a:gd name="connsiteY355" fmla="*/ 63808 h 90554"/>
                  <a:gd name="connsiteX356" fmla="*/ 371084 w 722373"/>
                  <a:gd name="connsiteY356" fmla="*/ 28786 h 90554"/>
                  <a:gd name="connsiteX357" fmla="*/ 363639 w 722373"/>
                  <a:gd name="connsiteY357" fmla="*/ 27526 h 90554"/>
                  <a:gd name="connsiteX358" fmla="*/ 363639 w 722373"/>
                  <a:gd name="connsiteY358" fmla="*/ 27526 h 90554"/>
                  <a:gd name="connsiteX359" fmla="*/ 437795 w 722373"/>
                  <a:gd name="connsiteY359" fmla="*/ 63448 h 90554"/>
                  <a:gd name="connsiteX360" fmla="*/ 431741 w 722373"/>
                  <a:gd name="connsiteY360" fmla="*/ 69505 h 90554"/>
                  <a:gd name="connsiteX361" fmla="*/ 423266 w 722373"/>
                  <a:gd name="connsiteY361" fmla="*/ 71664 h 90554"/>
                  <a:gd name="connsiteX362" fmla="*/ 410674 w 722373"/>
                  <a:gd name="connsiteY362" fmla="*/ 66507 h 90554"/>
                  <a:gd name="connsiteX363" fmla="*/ 406134 w 722373"/>
                  <a:gd name="connsiteY363" fmla="*/ 50555 h 90554"/>
                  <a:gd name="connsiteX364" fmla="*/ 406134 w 722373"/>
                  <a:gd name="connsiteY364" fmla="*/ 28666 h 90554"/>
                  <a:gd name="connsiteX365" fmla="*/ 400444 w 722373"/>
                  <a:gd name="connsiteY365" fmla="*/ 27406 h 90554"/>
                  <a:gd name="connsiteX366" fmla="*/ 400444 w 722373"/>
                  <a:gd name="connsiteY366" fmla="*/ 21649 h 90554"/>
                  <a:gd name="connsiteX367" fmla="*/ 415155 w 722373"/>
                  <a:gd name="connsiteY367" fmla="*/ 21649 h 90554"/>
                  <a:gd name="connsiteX368" fmla="*/ 415155 w 722373"/>
                  <a:gd name="connsiteY368" fmla="*/ 50675 h 90554"/>
                  <a:gd name="connsiteX369" fmla="*/ 417455 w 722373"/>
                  <a:gd name="connsiteY369" fmla="*/ 61469 h 90554"/>
                  <a:gd name="connsiteX370" fmla="*/ 424719 w 722373"/>
                  <a:gd name="connsiteY370" fmla="*/ 64408 h 90554"/>
                  <a:gd name="connsiteX371" fmla="*/ 432649 w 722373"/>
                  <a:gd name="connsiteY371" fmla="*/ 62489 h 90554"/>
                  <a:gd name="connsiteX372" fmla="*/ 437371 w 722373"/>
                  <a:gd name="connsiteY372" fmla="*/ 57032 h 90554"/>
                  <a:gd name="connsiteX373" fmla="*/ 437371 w 722373"/>
                  <a:gd name="connsiteY373" fmla="*/ 28726 h 90554"/>
                  <a:gd name="connsiteX374" fmla="*/ 430712 w 722373"/>
                  <a:gd name="connsiteY374" fmla="*/ 27466 h 90554"/>
                  <a:gd name="connsiteX375" fmla="*/ 430712 w 722373"/>
                  <a:gd name="connsiteY375" fmla="*/ 21709 h 90554"/>
                  <a:gd name="connsiteX376" fmla="*/ 446330 w 722373"/>
                  <a:gd name="connsiteY376" fmla="*/ 21709 h 90554"/>
                  <a:gd name="connsiteX377" fmla="*/ 446330 w 722373"/>
                  <a:gd name="connsiteY377" fmla="*/ 63748 h 90554"/>
                  <a:gd name="connsiteX378" fmla="*/ 452021 w 722373"/>
                  <a:gd name="connsiteY378" fmla="*/ 65008 h 90554"/>
                  <a:gd name="connsiteX379" fmla="*/ 452021 w 722373"/>
                  <a:gd name="connsiteY379" fmla="*/ 70705 h 90554"/>
                  <a:gd name="connsiteX380" fmla="*/ 438279 w 722373"/>
                  <a:gd name="connsiteY380" fmla="*/ 70705 h 90554"/>
                  <a:gd name="connsiteX381" fmla="*/ 437674 w 722373"/>
                  <a:gd name="connsiteY381" fmla="*/ 63448 h 90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</a:cxnLst>
                <a:rect l="l" t="t" r="r" b="b"/>
                <a:pathLst>
                  <a:path w="722373" h="90554">
                    <a:moveTo>
                      <a:pt x="29179" y="4738"/>
                    </a:moveTo>
                    <a:cubicBezTo>
                      <a:pt x="36140" y="4738"/>
                      <a:pt x="41588" y="6237"/>
                      <a:pt x="45523" y="9175"/>
                    </a:cubicBezTo>
                    <a:cubicBezTo>
                      <a:pt x="49458" y="12174"/>
                      <a:pt x="51395" y="16612"/>
                      <a:pt x="51395" y="22549"/>
                    </a:cubicBezTo>
                    <a:cubicBezTo>
                      <a:pt x="51395" y="25487"/>
                      <a:pt x="50487" y="28126"/>
                      <a:pt x="48610" y="30405"/>
                    </a:cubicBezTo>
                    <a:cubicBezTo>
                      <a:pt x="46733" y="32684"/>
                      <a:pt x="44252" y="34423"/>
                      <a:pt x="41165" y="35562"/>
                    </a:cubicBezTo>
                    <a:cubicBezTo>
                      <a:pt x="45160" y="36402"/>
                      <a:pt x="48307" y="38321"/>
                      <a:pt x="50608" y="41379"/>
                    </a:cubicBezTo>
                    <a:cubicBezTo>
                      <a:pt x="52969" y="44438"/>
                      <a:pt x="54059" y="47976"/>
                      <a:pt x="54059" y="52054"/>
                    </a:cubicBezTo>
                    <a:cubicBezTo>
                      <a:pt x="54059" y="58111"/>
                      <a:pt x="52061" y="62729"/>
                      <a:pt x="48126" y="65907"/>
                    </a:cubicBezTo>
                    <a:cubicBezTo>
                      <a:pt x="44191" y="69086"/>
                      <a:pt x="38804" y="70705"/>
                      <a:pt x="32024" y="70705"/>
                    </a:cubicBezTo>
                    <a:lnTo>
                      <a:pt x="0" y="70705"/>
                    </a:lnTo>
                    <a:lnTo>
                      <a:pt x="0" y="65008"/>
                    </a:lnTo>
                    <a:lnTo>
                      <a:pt x="7446" y="63748"/>
                    </a:lnTo>
                    <a:lnTo>
                      <a:pt x="7446" y="11754"/>
                    </a:lnTo>
                    <a:lnTo>
                      <a:pt x="0" y="10495"/>
                    </a:lnTo>
                    <a:lnTo>
                      <a:pt x="0" y="4738"/>
                    </a:lnTo>
                    <a:lnTo>
                      <a:pt x="29179" y="4738"/>
                    </a:lnTo>
                    <a:close/>
                    <a:moveTo>
                      <a:pt x="16466" y="39760"/>
                    </a:moveTo>
                    <a:lnTo>
                      <a:pt x="16466" y="63748"/>
                    </a:lnTo>
                    <a:lnTo>
                      <a:pt x="32024" y="63748"/>
                    </a:lnTo>
                    <a:cubicBezTo>
                      <a:pt x="36140" y="63748"/>
                      <a:pt x="39348" y="62729"/>
                      <a:pt x="41588" y="60750"/>
                    </a:cubicBezTo>
                    <a:cubicBezTo>
                      <a:pt x="43828" y="58711"/>
                      <a:pt x="44978" y="55892"/>
                      <a:pt x="44978" y="52174"/>
                    </a:cubicBezTo>
                    <a:cubicBezTo>
                      <a:pt x="44978" y="48276"/>
                      <a:pt x="44010" y="45277"/>
                      <a:pt x="42133" y="43059"/>
                    </a:cubicBezTo>
                    <a:cubicBezTo>
                      <a:pt x="40256" y="40840"/>
                      <a:pt x="37290" y="39760"/>
                      <a:pt x="33355" y="39760"/>
                    </a:cubicBezTo>
                    <a:lnTo>
                      <a:pt x="16406" y="39760"/>
                    </a:lnTo>
                    <a:close/>
                    <a:moveTo>
                      <a:pt x="16466" y="32804"/>
                    </a:moveTo>
                    <a:lnTo>
                      <a:pt x="31540" y="32804"/>
                    </a:lnTo>
                    <a:cubicBezTo>
                      <a:pt x="34808" y="32744"/>
                      <a:pt x="37411" y="31724"/>
                      <a:pt x="39348" y="29925"/>
                    </a:cubicBezTo>
                    <a:cubicBezTo>
                      <a:pt x="41346" y="28126"/>
                      <a:pt x="42314" y="25607"/>
                      <a:pt x="42314" y="22429"/>
                    </a:cubicBezTo>
                    <a:cubicBezTo>
                      <a:pt x="42314" y="18891"/>
                      <a:pt x="41165" y="16192"/>
                      <a:pt x="38925" y="14453"/>
                    </a:cubicBezTo>
                    <a:cubicBezTo>
                      <a:pt x="36685" y="12654"/>
                      <a:pt x="33416" y="11814"/>
                      <a:pt x="29118" y="11814"/>
                    </a:cubicBezTo>
                    <a:lnTo>
                      <a:pt x="16406" y="11814"/>
                    </a:lnTo>
                    <a:lnTo>
                      <a:pt x="16406" y="32864"/>
                    </a:lnTo>
                    <a:lnTo>
                      <a:pt x="16406" y="32864"/>
                    </a:lnTo>
                    <a:close/>
                    <a:moveTo>
                      <a:pt x="469637" y="67466"/>
                    </a:moveTo>
                    <a:cubicBezTo>
                      <a:pt x="469637" y="70405"/>
                      <a:pt x="468910" y="73523"/>
                      <a:pt x="467397" y="76762"/>
                    </a:cubicBezTo>
                    <a:cubicBezTo>
                      <a:pt x="465944" y="80000"/>
                      <a:pt x="463886" y="82699"/>
                      <a:pt x="461403" y="84798"/>
                    </a:cubicBezTo>
                    <a:lnTo>
                      <a:pt x="456319" y="81440"/>
                    </a:lnTo>
                    <a:cubicBezTo>
                      <a:pt x="457771" y="79281"/>
                      <a:pt x="458861" y="77062"/>
                      <a:pt x="459588" y="74783"/>
                    </a:cubicBezTo>
                    <a:cubicBezTo>
                      <a:pt x="460314" y="72504"/>
                      <a:pt x="460677" y="70105"/>
                      <a:pt x="460677" y="67586"/>
                    </a:cubicBezTo>
                    <a:lnTo>
                      <a:pt x="460677" y="60690"/>
                    </a:lnTo>
                    <a:lnTo>
                      <a:pt x="469697" y="60690"/>
                    </a:lnTo>
                    <a:lnTo>
                      <a:pt x="469697" y="67466"/>
                    </a:lnTo>
                    <a:lnTo>
                      <a:pt x="469697" y="67466"/>
                    </a:lnTo>
                    <a:close/>
                    <a:moveTo>
                      <a:pt x="500207" y="10495"/>
                    </a:moveTo>
                    <a:lnTo>
                      <a:pt x="500207" y="4738"/>
                    </a:lnTo>
                    <a:lnTo>
                      <a:pt x="524119" y="4738"/>
                    </a:lnTo>
                    <a:lnTo>
                      <a:pt x="524119" y="10495"/>
                    </a:lnTo>
                    <a:lnTo>
                      <a:pt x="516673" y="11754"/>
                    </a:lnTo>
                    <a:lnTo>
                      <a:pt x="516673" y="63748"/>
                    </a:lnTo>
                    <a:lnTo>
                      <a:pt x="524119" y="65008"/>
                    </a:lnTo>
                    <a:lnTo>
                      <a:pt x="524119" y="70705"/>
                    </a:lnTo>
                    <a:lnTo>
                      <a:pt x="500207" y="70705"/>
                    </a:lnTo>
                    <a:lnTo>
                      <a:pt x="500207" y="65008"/>
                    </a:lnTo>
                    <a:lnTo>
                      <a:pt x="507713" y="63748"/>
                    </a:lnTo>
                    <a:lnTo>
                      <a:pt x="507713" y="11754"/>
                    </a:lnTo>
                    <a:lnTo>
                      <a:pt x="500207" y="10495"/>
                    </a:lnTo>
                    <a:lnTo>
                      <a:pt x="500207" y="10495"/>
                    </a:lnTo>
                    <a:close/>
                    <a:moveTo>
                      <a:pt x="530051" y="65008"/>
                    </a:moveTo>
                    <a:lnTo>
                      <a:pt x="537497" y="63748"/>
                    </a:lnTo>
                    <a:lnTo>
                      <a:pt x="537497" y="28726"/>
                    </a:lnTo>
                    <a:lnTo>
                      <a:pt x="530051" y="27466"/>
                    </a:lnTo>
                    <a:lnTo>
                      <a:pt x="530051" y="21709"/>
                    </a:lnTo>
                    <a:lnTo>
                      <a:pt x="545548" y="21709"/>
                    </a:lnTo>
                    <a:lnTo>
                      <a:pt x="546214" y="29026"/>
                    </a:lnTo>
                    <a:cubicBezTo>
                      <a:pt x="547849" y="26447"/>
                      <a:pt x="549907" y="24408"/>
                      <a:pt x="552449" y="22969"/>
                    </a:cubicBezTo>
                    <a:cubicBezTo>
                      <a:pt x="554932" y="21529"/>
                      <a:pt x="557777" y="20810"/>
                      <a:pt x="560925" y="20810"/>
                    </a:cubicBezTo>
                    <a:cubicBezTo>
                      <a:pt x="566312" y="20810"/>
                      <a:pt x="570428" y="22369"/>
                      <a:pt x="573335" y="25487"/>
                    </a:cubicBezTo>
                    <a:cubicBezTo>
                      <a:pt x="576301" y="28606"/>
                      <a:pt x="577754" y="33343"/>
                      <a:pt x="577754" y="39820"/>
                    </a:cubicBezTo>
                    <a:lnTo>
                      <a:pt x="577754" y="63808"/>
                    </a:lnTo>
                    <a:lnTo>
                      <a:pt x="585199" y="65068"/>
                    </a:lnTo>
                    <a:lnTo>
                      <a:pt x="585199" y="70765"/>
                    </a:lnTo>
                    <a:lnTo>
                      <a:pt x="561287" y="70765"/>
                    </a:lnTo>
                    <a:lnTo>
                      <a:pt x="561287" y="65068"/>
                    </a:lnTo>
                    <a:lnTo>
                      <a:pt x="568734" y="63808"/>
                    </a:lnTo>
                    <a:lnTo>
                      <a:pt x="568734" y="40000"/>
                    </a:lnTo>
                    <a:cubicBezTo>
                      <a:pt x="568734" y="35682"/>
                      <a:pt x="567886" y="32624"/>
                      <a:pt x="566131" y="30825"/>
                    </a:cubicBezTo>
                    <a:cubicBezTo>
                      <a:pt x="564435" y="29026"/>
                      <a:pt x="561772" y="28126"/>
                      <a:pt x="558261" y="28126"/>
                    </a:cubicBezTo>
                    <a:cubicBezTo>
                      <a:pt x="555658" y="28126"/>
                      <a:pt x="553358" y="28726"/>
                      <a:pt x="551360" y="29985"/>
                    </a:cubicBezTo>
                    <a:cubicBezTo>
                      <a:pt x="549362" y="31244"/>
                      <a:pt x="547788" y="32924"/>
                      <a:pt x="546578" y="35083"/>
                    </a:cubicBezTo>
                    <a:lnTo>
                      <a:pt x="546578" y="63868"/>
                    </a:lnTo>
                    <a:lnTo>
                      <a:pt x="554023" y="65128"/>
                    </a:lnTo>
                    <a:lnTo>
                      <a:pt x="554023" y="70825"/>
                    </a:lnTo>
                    <a:lnTo>
                      <a:pt x="530112" y="70825"/>
                    </a:lnTo>
                    <a:lnTo>
                      <a:pt x="530112" y="65128"/>
                    </a:lnTo>
                    <a:lnTo>
                      <a:pt x="530112" y="65128"/>
                    </a:lnTo>
                    <a:close/>
                    <a:moveTo>
                      <a:pt x="624548" y="64888"/>
                    </a:moveTo>
                    <a:cubicBezTo>
                      <a:pt x="622913" y="67107"/>
                      <a:pt x="620916" y="68786"/>
                      <a:pt x="618615" y="69925"/>
                    </a:cubicBezTo>
                    <a:cubicBezTo>
                      <a:pt x="616315" y="71065"/>
                      <a:pt x="613590" y="71664"/>
                      <a:pt x="610503" y="71664"/>
                    </a:cubicBezTo>
                    <a:cubicBezTo>
                      <a:pt x="604449" y="71664"/>
                      <a:pt x="599728" y="69505"/>
                      <a:pt x="596338" y="65128"/>
                    </a:cubicBezTo>
                    <a:cubicBezTo>
                      <a:pt x="592948" y="60810"/>
                      <a:pt x="591253" y="55113"/>
                      <a:pt x="591253" y="48036"/>
                    </a:cubicBezTo>
                    <a:lnTo>
                      <a:pt x="591253" y="47077"/>
                    </a:lnTo>
                    <a:cubicBezTo>
                      <a:pt x="591253" y="39161"/>
                      <a:pt x="592948" y="32804"/>
                      <a:pt x="596338" y="28006"/>
                    </a:cubicBezTo>
                    <a:cubicBezTo>
                      <a:pt x="599728" y="23148"/>
                      <a:pt x="604510" y="20750"/>
                      <a:pt x="610564" y="20750"/>
                    </a:cubicBezTo>
                    <a:cubicBezTo>
                      <a:pt x="613469" y="20750"/>
                      <a:pt x="616073" y="21289"/>
                      <a:pt x="618312" y="22369"/>
                    </a:cubicBezTo>
                    <a:cubicBezTo>
                      <a:pt x="620552" y="23448"/>
                      <a:pt x="622429" y="25008"/>
                      <a:pt x="624003" y="27047"/>
                    </a:cubicBezTo>
                    <a:lnTo>
                      <a:pt x="624003" y="7017"/>
                    </a:lnTo>
                    <a:lnTo>
                      <a:pt x="616557" y="5757"/>
                    </a:lnTo>
                    <a:lnTo>
                      <a:pt x="616557" y="0"/>
                    </a:lnTo>
                    <a:lnTo>
                      <a:pt x="633023" y="0"/>
                    </a:lnTo>
                    <a:lnTo>
                      <a:pt x="633023" y="63748"/>
                    </a:lnTo>
                    <a:lnTo>
                      <a:pt x="640469" y="65008"/>
                    </a:lnTo>
                    <a:lnTo>
                      <a:pt x="640469" y="70705"/>
                    </a:lnTo>
                    <a:lnTo>
                      <a:pt x="625153" y="70705"/>
                    </a:lnTo>
                    <a:lnTo>
                      <a:pt x="624426" y="64828"/>
                    </a:lnTo>
                    <a:lnTo>
                      <a:pt x="624426" y="64828"/>
                    </a:lnTo>
                    <a:close/>
                    <a:moveTo>
                      <a:pt x="600212" y="48036"/>
                    </a:moveTo>
                    <a:cubicBezTo>
                      <a:pt x="600212" y="52954"/>
                      <a:pt x="601242" y="56912"/>
                      <a:pt x="603239" y="59910"/>
                    </a:cubicBezTo>
                    <a:cubicBezTo>
                      <a:pt x="605297" y="62909"/>
                      <a:pt x="608445" y="64408"/>
                      <a:pt x="612743" y="64408"/>
                    </a:cubicBezTo>
                    <a:cubicBezTo>
                      <a:pt x="615407" y="64408"/>
                      <a:pt x="617707" y="63808"/>
                      <a:pt x="619523" y="62609"/>
                    </a:cubicBezTo>
                    <a:cubicBezTo>
                      <a:pt x="621339" y="61409"/>
                      <a:pt x="622852" y="59670"/>
                      <a:pt x="624063" y="57511"/>
                    </a:cubicBezTo>
                    <a:lnTo>
                      <a:pt x="624063" y="34783"/>
                    </a:lnTo>
                    <a:cubicBezTo>
                      <a:pt x="622913" y="32744"/>
                      <a:pt x="621400" y="31065"/>
                      <a:pt x="619523" y="29865"/>
                    </a:cubicBezTo>
                    <a:cubicBezTo>
                      <a:pt x="617647" y="28666"/>
                      <a:pt x="615467" y="28066"/>
                      <a:pt x="612864" y="28066"/>
                    </a:cubicBezTo>
                    <a:cubicBezTo>
                      <a:pt x="608566" y="28066"/>
                      <a:pt x="605358" y="29865"/>
                      <a:pt x="603360" y="33343"/>
                    </a:cubicBezTo>
                    <a:cubicBezTo>
                      <a:pt x="601302" y="36882"/>
                      <a:pt x="600273" y="41439"/>
                      <a:pt x="600273" y="47137"/>
                    </a:cubicBezTo>
                    <a:lnTo>
                      <a:pt x="600273" y="48096"/>
                    </a:lnTo>
                    <a:lnTo>
                      <a:pt x="600273" y="48096"/>
                    </a:lnTo>
                    <a:close/>
                    <a:moveTo>
                      <a:pt x="647370" y="65008"/>
                    </a:moveTo>
                    <a:lnTo>
                      <a:pt x="654816" y="63748"/>
                    </a:lnTo>
                    <a:lnTo>
                      <a:pt x="654816" y="28726"/>
                    </a:lnTo>
                    <a:lnTo>
                      <a:pt x="647370" y="27466"/>
                    </a:lnTo>
                    <a:lnTo>
                      <a:pt x="647370" y="21709"/>
                    </a:lnTo>
                    <a:lnTo>
                      <a:pt x="663835" y="21709"/>
                    </a:lnTo>
                    <a:lnTo>
                      <a:pt x="663835" y="63748"/>
                    </a:lnTo>
                    <a:lnTo>
                      <a:pt x="671281" y="65008"/>
                    </a:lnTo>
                    <a:lnTo>
                      <a:pt x="671281" y="70705"/>
                    </a:lnTo>
                    <a:lnTo>
                      <a:pt x="647370" y="70705"/>
                    </a:lnTo>
                    <a:lnTo>
                      <a:pt x="647370" y="65008"/>
                    </a:lnTo>
                    <a:lnTo>
                      <a:pt x="647370" y="65008"/>
                    </a:lnTo>
                    <a:close/>
                    <a:moveTo>
                      <a:pt x="663835" y="9115"/>
                    </a:moveTo>
                    <a:lnTo>
                      <a:pt x="654816" y="9115"/>
                    </a:lnTo>
                    <a:lnTo>
                      <a:pt x="654816" y="0"/>
                    </a:lnTo>
                    <a:lnTo>
                      <a:pt x="663835" y="0"/>
                    </a:lnTo>
                    <a:lnTo>
                      <a:pt x="663835" y="9115"/>
                    </a:lnTo>
                    <a:lnTo>
                      <a:pt x="663835" y="9115"/>
                    </a:lnTo>
                    <a:close/>
                    <a:moveTo>
                      <a:pt x="710508" y="70705"/>
                    </a:moveTo>
                    <a:cubicBezTo>
                      <a:pt x="710267" y="69386"/>
                      <a:pt x="710024" y="68186"/>
                      <a:pt x="709903" y="67107"/>
                    </a:cubicBezTo>
                    <a:cubicBezTo>
                      <a:pt x="709721" y="66027"/>
                      <a:pt x="709661" y="65008"/>
                      <a:pt x="709600" y="63928"/>
                    </a:cubicBezTo>
                    <a:cubicBezTo>
                      <a:pt x="707845" y="66147"/>
                      <a:pt x="705666" y="68006"/>
                      <a:pt x="703062" y="69445"/>
                    </a:cubicBezTo>
                    <a:cubicBezTo>
                      <a:pt x="700460" y="70945"/>
                      <a:pt x="697675" y="71604"/>
                      <a:pt x="694708" y="71664"/>
                    </a:cubicBezTo>
                    <a:cubicBezTo>
                      <a:pt x="689563" y="71664"/>
                      <a:pt x="685628" y="70405"/>
                      <a:pt x="682965" y="67946"/>
                    </a:cubicBezTo>
                    <a:cubicBezTo>
                      <a:pt x="680301" y="65427"/>
                      <a:pt x="678909" y="61949"/>
                      <a:pt x="678909" y="57391"/>
                    </a:cubicBezTo>
                    <a:cubicBezTo>
                      <a:pt x="678909" y="52834"/>
                      <a:pt x="680786" y="49176"/>
                      <a:pt x="684599" y="46657"/>
                    </a:cubicBezTo>
                    <a:cubicBezTo>
                      <a:pt x="688412" y="44138"/>
                      <a:pt x="693619" y="42879"/>
                      <a:pt x="700217" y="42879"/>
                    </a:cubicBezTo>
                    <a:lnTo>
                      <a:pt x="709540" y="42879"/>
                    </a:lnTo>
                    <a:lnTo>
                      <a:pt x="709540" y="37182"/>
                    </a:lnTo>
                    <a:cubicBezTo>
                      <a:pt x="709540" y="34303"/>
                      <a:pt x="708632" y="32024"/>
                      <a:pt x="706816" y="30345"/>
                    </a:cubicBezTo>
                    <a:cubicBezTo>
                      <a:pt x="705000" y="28666"/>
                      <a:pt x="702457" y="27826"/>
                      <a:pt x="699188" y="27826"/>
                    </a:cubicBezTo>
                    <a:cubicBezTo>
                      <a:pt x="696948" y="27826"/>
                      <a:pt x="694951" y="28066"/>
                      <a:pt x="693195" y="28666"/>
                    </a:cubicBezTo>
                    <a:cubicBezTo>
                      <a:pt x="691500" y="29205"/>
                      <a:pt x="690108" y="30045"/>
                      <a:pt x="689018" y="31005"/>
                    </a:cubicBezTo>
                    <a:lnTo>
                      <a:pt x="688110" y="36162"/>
                    </a:lnTo>
                    <a:lnTo>
                      <a:pt x="681148" y="36162"/>
                    </a:lnTo>
                    <a:lnTo>
                      <a:pt x="681148" y="26627"/>
                    </a:lnTo>
                    <a:cubicBezTo>
                      <a:pt x="683388" y="24828"/>
                      <a:pt x="686173" y="23448"/>
                      <a:pt x="689381" y="22309"/>
                    </a:cubicBezTo>
                    <a:cubicBezTo>
                      <a:pt x="692590" y="21229"/>
                      <a:pt x="696040" y="20690"/>
                      <a:pt x="699793" y="20690"/>
                    </a:cubicBezTo>
                    <a:cubicBezTo>
                      <a:pt x="705363" y="20690"/>
                      <a:pt x="709964" y="22129"/>
                      <a:pt x="713414" y="24948"/>
                    </a:cubicBezTo>
                    <a:cubicBezTo>
                      <a:pt x="716865" y="27766"/>
                      <a:pt x="718620" y="31844"/>
                      <a:pt x="718620" y="37122"/>
                    </a:cubicBezTo>
                    <a:lnTo>
                      <a:pt x="718620" y="62549"/>
                    </a:lnTo>
                    <a:cubicBezTo>
                      <a:pt x="718620" y="63149"/>
                      <a:pt x="718680" y="63748"/>
                      <a:pt x="718741" y="64348"/>
                    </a:cubicBezTo>
                    <a:lnTo>
                      <a:pt x="722374" y="64888"/>
                    </a:lnTo>
                    <a:lnTo>
                      <a:pt x="722374" y="70585"/>
                    </a:lnTo>
                    <a:lnTo>
                      <a:pt x="710569" y="70585"/>
                    </a:lnTo>
                    <a:close/>
                    <a:moveTo>
                      <a:pt x="695979" y="64228"/>
                    </a:moveTo>
                    <a:cubicBezTo>
                      <a:pt x="699006" y="64228"/>
                      <a:pt x="701731" y="63508"/>
                      <a:pt x="704213" y="62069"/>
                    </a:cubicBezTo>
                    <a:cubicBezTo>
                      <a:pt x="706694" y="60630"/>
                      <a:pt x="708450" y="58951"/>
                      <a:pt x="709540" y="56972"/>
                    </a:cubicBezTo>
                    <a:lnTo>
                      <a:pt x="709540" y="48936"/>
                    </a:lnTo>
                    <a:lnTo>
                      <a:pt x="699914" y="48936"/>
                    </a:lnTo>
                    <a:cubicBezTo>
                      <a:pt x="696222" y="48936"/>
                      <a:pt x="693316" y="49775"/>
                      <a:pt x="691137" y="51454"/>
                    </a:cubicBezTo>
                    <a:cubicBezTo>
                      <a:pt x="689018" y="53134"/>
                      <a:pt x="687928" y="55173"/>
                      <a:pt x="687928" y="57571"/>
                    </a:cubicBezTo>
                    <a:cubicBezTo>
                      <a:pt x="687928" y="59730"/>
                      <a:pt x="688594" y="61349"/>
                      <a:pt x="689926" y="62489"/>
                    </a:cubicBezTo>
                    <a:cubicBezTo>
                      <a:pt x="691258" y="63628"/>
                      <a:pt x="693316" y="64228"/>
                      <a:pt x="695979" y="64228"/>
                    </a:cubicBezTo>
                    <a:lnTo>
                      <a:pt x="695979" y="64228"/>
                    </a:lnTo>
                    <a:close/>
                    <a:moveTo>
                      <a:pt x="84932" y="71664"/>
                    </a:moveTo>
                    <a:cubicBezTo>
                      <a:pt x="78031" y="71664"/>
                      <a:pt x="72582" y="69386"/>
                      <a:pt x="68527" y="64828"/>
                    </a:cubicBezTo>
                    <a:cubicBezTo>
                      <a:pt x="64471" y="60270"/>
                      <a:pt x="62413" y="54333"/>
                      <a:pt x="62413" y="47137"/>
                    </a:cubicBezTo>
                    <a:lnTo>
                      <a:pt x="62413" y="45158"/>
                    </a:lnTo>
                    <a:cubicBezTo>
                      <a:pt x="62413" y="38141"/>
                      <a:pt x="64471" y="32384"/>
                      <a:pt x="68708" y="27706"/>
                    </a:cubicBezTo>
                    <a:cubicBezTo>
                      <a:pt x="72885" y="23029"/>
                      <a:pt x="77849" y="20750"/>
                      <a:pt x="83600" y="20750"/>
                    </a:cubicBezTo>
                    <a:cubicBezTo>
                      <a:pt x="90259" y="20750"/>
                      <a:pt x="95283" y="22729"/>
                      <a:pt x="98734" y="26747"/>
                    </a:cubicBezTo>
                    <a:cubicBezTo>
                      <a:pt x="102184" y="30765"/>
                      <a:pt x="103880" y="36042"/>
                      <a:pt x="103880" y="42699"/>
                    </a:cubicBezTo>
                    <a:lnTo>
                      <a:pt x="103880" y="48276"/>
                    </a:lnTo>
                    <a:lnTo>
                      <a:pt x="71735" y="48276"/>
                    </a:lnTo>
                    <a:lnTo>
                      <a:pt x="71614" y="48516"/>
                    </a:lnTo>
                    <a:cubicBezTo>
                      <a:pt x="71674" y="53254"/>
                      <a:pt x="72885" y="57092"/>
                      <a:pt x="75246" y="60150"/>
                    </a:cubicBezTo>
                    <a:cubicBezTo>
                      <a:pt x="77547" y="63209"/>
                      <a:pt x="80815" y="64708"/>
                      <a:pt x="84992" y="64708"/>
                    </a:cubicBezTo>
                    <a:cubicBezTo>
                      <a:pt x="88019" y="64708"/>
                      <a:pt x="90743" y="64288"/>
                      <a:pt x="93043" y="63388"/>
                    </a:cubicBezTo>
                    <a:cubicBezTo>
                      <a:pt x="95344" y="62549"/>
                      <a:pt x="97342" y="61349"/>
                      <a:pt x="98976" y="59850"/>
                    </a:cubicBezTo>
                    <a:lnTo>
                      <a:pt x="102487" y="65667"/>
                    </a:lnTo>
                    <a:cubicBezTo>
                      <a:pt x="100732" y="67347"/>
                      <a:pt x="98371" y="68786"/>
                      <a:pt x="95465" y="69985"/>
                    </a:cubicBezTo>
                    <a:cubicBezTo>
                      <a:pt x="92559" y="71125"/>
                      <a:pt x="89049" y="71724"/>
                      <a:pt x="84992" y="71724"/>
                    </a:cubicBezTo>
                    <a:lnTo>
                      <a:pt x="84992" y="71724"/>
                    </a:lnTo>
                    <a:close/>
                    <a:moveTo>
                      <a:pt x="83600" y="27826"/>
                    </a:moveTo>
                    <a:cubicBezTo>
                      <a:pt x="80573" y="27826"/>
                      <a:pt x="78031" y="29086"/>
                      <a:pt x="75851" y="31604"/>
                    </a:cubicBezTo>
                    <a:cubicBezTo>
                      <a:pt x="73733" y="34123"/>
                      <a:pt x="72401" y="37301"/>
                      <a:pt x="71917" y="41080"/>
                    </a:cubicBezTo>
                    <a:lnTo>
                      <a:pt x="72038" y="41319"/>
                    </a:lnTo>
                    <a:lnTo>
                      <a:pt x="94860" y="41319"/>
                    </a:lnTo>
                    <a:lnTo>
                      <a:pt x="94860" y="40120"/>
                    </a:lnTo>
                    <a:cubicBezTo>
                      <a:pt x="94860" y="36642"/>
                      <a:pt x="93891" y="33703"/>
                      <a:pt x="92015" y="31304"/>
                    </a:cubicBezTo>
                    <a:cubicBezTo>
                      <a:pt x="90138" y="28966"/>
                      <a:pt x="87293" y="27766"/>
                      <a:pt x="83600" y="27766"/>
                    </a:cubicBezTo>
                    <a:lnTo>
                      <a:pt x="83600" y="27766"/>
                    </a:lnTo>
                    <a:close/>
                    <a:moveTo>
                      <a:pt x="111386" y="65008"/>
                    </a:moveTo>
                    <a:lnTo>
                      <a:pt x="118832" y="63748"/>
                    </a:lnTo>
                    <a:lnTo>
                      <a:pt x="118832" y="28726"/>
                    </a:lnTo>
                    <a:lnTo>
                      <a:pt x="111386" y="27466"/>
                    </a:lnTo>
                    <a:lnTo>
                      <a:pt x="111386" y="21709"/>
                    </a:lnTo>
                    <a:lnTo>
                      <a:pt x="126883" y="21709"/>
                    </a:lnTo>
                    <a:lnTo>
                      <a:pt x="127549" y="29026"/>
                    </a:lnTo>
                    <a:cubicBezTo>
                      <a:pt x="129183" y="26447"/>
                      <a:pt x="131302" y="24408"/>
                      <a:pt x="133784" y="22969"/>
                    </a:cubicBezTo>
                    <a:cubicBezTo>
                      <a:pt x="136266" y="21529"/>
                      <a:pt x="139111" y="20810"/>
                      <a:pt x="142259" y="20810"/>
                    </a:cubicBezTo>
                    <a:cubicBezTo>
                      <a:pt x="147586" y="20810"/>
                      <a:pt x="151764" y="22369"/>
                      <a:pt x="154669" y="25487"/>
                    </a:cubicBezTo>
                    <a:cubicBezTo>
                      <a:pt x="157575" y="28606"/>
                      <a:pt x="159088" y="33343"/>
                      <a:pt x="159088" y="39820"/>
                    </a:cubicBezTo>
                    <a:lnTo>
                      <a:pt x="159088" y="63808"/>
                    </a:lnTo>
                    <a:lnTo>
                      <a:pt x="166534" y="65068"/>
                    </a:lnTo>
                    <a:lnTo>
                      <a:pt x="166534" y="70765"/>
                    </a:lnTo>
                    <a:lnTo>
                      <a:pt x="142623" y="70765"/>
                    </a:lnTo>
                    <a:lnTo>
                      <a:pt x="142623" y="65068"/>
                    </a:lnTo>
                    <a:lnTo>
                      <a:pt x="150068" y="63808"/>
                    </a:lnTo>
                    <a:lnTo>
                      <a:pt x="150068" y="40000"/>
                    </a:lnTo>
                    <a:cubicBezTo>
                      <a:pt x="150068" y="35682"/>
                      <a:pt x="149221" y="32624"/>
                      <a:pt x="147465" y="30825"/>
                    </a:cubicBezTo>
                    <a:cubicBezTo>
                      <a:pt x="145710" y="29026"/>
                      <a:pt x="143107" y="28126"/>
                      <a:pt x="139596" y="28126"/>
                    </a:cubicBezTo>
                    <a:cubicBezTo>
                      <a:pt x="136992" y="28126"/>
                      <a:pt x="134692" y="28726"/>
                      <a:pt x="132695" y="29985"/>
                    </a:cubicBezTo>
                    <a:cubicBezTo>
                      <a:pt x="130696" y="31244"/>
                      <a:pt x="129123" y="32924"/>
                      <a:pt x="127912" y="35083"/>
                    </a:cubicBezTo>
                    <a:lnTo>
                      <a:pt x="127912" y="63868"/>
                    </a:lnTo>
                    <a:lnTo>
                      <a:pt x="135358" y="65128"/>
                    </a:lnTo>
                    <a:lnTo>
                      <a:pt x="135358" y="70825"/>
                    </a:lnTo>
                    <a:lnTo>
                      <a:pt x="111447" y="70825"/>
                    </a:lnTo>
                    <a:lnTo>
                      <a:pt x="111447" y="65128"/>
                    </a:lnTo>
                    <a:lnTo>
                      <a:pt x="111447" y="65128"/>
                    </a:lnTo>
                    <a:close/>
                    <a:moveTo>
                      <a:pt x="172588" y="47137"/>
                    </a:moveTo>
                    <a:cubicBezTo>
                      <a:pt x="172588" y="39221"/>
                      <a:pt x="174343" y="32864"/>
                      <a:pt x="177793" y="28066"/>
                    </a:cubicBezTo>
                    <a:cubicBezTo>
                      <a:pt x="181244" y="23208"/>
                      <a:pt x="186087" y="20810"/>
                      <a:pt x="192201" y="20810"/>
                    </a:cubicBezTo>
                    <a:cubicBezTo>
                      <a:pt x="195288" y="20810"/>
                      <a:pt x="198013" y="21409"/>
                      <a:pt x="200373" y="22609"/>
                    </a:cubicBezTo>
                    <a:cubicBezTo>
                      <a:pt x="202734" y="23808"/>
                      <a:pt x="204672" y="25547"/>
                      <a:pt x="206246" y="27886"/>
                    </a:cubicBezTo>
                    <a:lnTo>
                      <a:pt x="207093" y="21709"/>
                    </a:lnTo>
                    <a:lnTo>
                      <a:pt x="214720" y="21709"/>
                    </a:lnTo>
                    <a:lnTo>
                      <a:pt x="214720" y="70105"/>
                    </a:lnTo>
                    <a:cubicBezTo>
                      <a:pt x="214720" y="76462"/>
                      <a:pt x="212905" y="81440"/>
                      <a:pt x="209333" y="85098"/>
                    </a:cubicBezTo>
                    <a:cubicBezTo>
                      <a:pt x="205761" y="88756"/>
                      <a:pt x="200676" y="90555"/>
                      <a:pt x="194078" y="90555"/>
                    </a:cubicBezTo>
                    <a:cubicBezTo>
                      <a:pt x="191656" y="90555"/>
                      <a:pt x="189114" y="90255"/>
                      <a:pt x="186329" y="89595"/>
                    </a:cubicBezTo>
                    <a:cubicBezTo>
                      <a:pt x="183545" y="88936"/>
                      <a:pt x="181123" y="88036"/>
                      <a:pt x="179005" y="86957"/>
                    </a:cubicBezTo>
                    <a:lnTo>
                      <a:pt x="181366" y="80000"/>
                    </a:lnTo>
                    <a:cubicBezTo>
                      <a:pt x="183060" y="80900"/>
                      <a:pt x="184998" y="81559"/>
                      <a:pt x="187298" y="82159"/>
                    </a:cubicBezTo>
                    <a:cubicBezTo>
                      <a:pt x="189598" y="82699"/>
                      <a:pt x="191838" y="82999"/>
                      <a:pt x="193957" y="82999"/>
                    </a:cubicBezTo>
                    <a:cubicBezTo>
                      <a:pt x="198013" y="82999"/>
                      <a:pt x="200979" y="81859"/>
                      <a:pt x="202795" y="79640"/>
                    </a:cubicBezTo>
                    <a:cubicBezTo>
                      <a:pt x="204672" y="77421"/>
                      <a:pt x="205640" y="74243"/>
                      <a:pt x="205640" y="70105"/>
                    </a:cubicBezTo>
                    <a:lnTo>
                      <a:pt x="205640" y="65427"/>
                    </a:lnTo>
                    <a:cubicBezTo>
                      <a:pt x="204006" y="67466"/>
                      <a:pt x="202068" y="69026"/>
                      <a:pt x="199829" y="70105"/>
                    </a:cubicBezTo>
                    <a:cubicBezTo>
                      <a:pt x="197589" y="71185"/>
                      <a:pt x="194986" y="71664"/>
                      <a:pt x="192080" y="71664"/>
                    </a:cubicBezTo>
                    <a:cubicBezTo>
                      <a:pt x="186026" y="71664"/>
                      <a:pt x="181244" y="69505"/>
                      <a:pt x="177733" y="65128"/>
                    </a:cubicBezTo>
                    <a:cubicBezTo>
                      <a:pt x="174283" y="60750"/>
                      <a:pt x="172527" y="55053"/>
                      <a:pt x="172527" y="48036"/>
                    </a:cubicBezTo>
                    <a:lnTo>
                      <a:pt x="172527" y="47077"/>
                    </a:lnTo>
                    <a:lnTo>
                      <a:pt x="172527" y="47077"/>
                    </a:lnTo>
                    <a:close/>
                    <a:moveTo>
                      <a:pt x="181607" y="48036"/>
                    </a:moveTo>
                    <a:cubicBezTo>
                      <a:pt x="181607" y="52954"/>
                      <a:pt x="182637" y="56912"/>
                      <a:pt x="184755" y="59910"/>
                    </a:cubicBezTo>
                    <a:cubicBezTo>
                      <a:pt x="186874" y="62909"/>
                      <a:pt x="190082" y="64408"/>
                      <a:pt x="194380" y="64408"/>
                    </a:cubicBezTo>
                    <a:cubicBezTo>
                      <a:pt x="197105" y="64408"/>
                      <a:pt x="199405" y="63808"/>
                      <a:pt x="201221" y="62549"/>
                    </a:cubicBezTo>
                    <a:cubicBezTo>
                      <a:pt x="203037" y="61349"/>
                      <a:pt x="204551" y="59610"/>
                      <a:pt x="205761" y="57391"/>
                    </a:cubicBezTo>
                    <a:lnTo>
                      <a:pt x="205761" y="34843"/>
                    </a:lnTo>
                    <a:cubicBezTo>
                      <a:pt x="204611" y="32744"/>
                      <a:pt x="203098" y="31125"/>
                      <a:pt x="201221" y="29865"/>
                    </a:cubicBezTo>
                    <a:cubicBezTo>
                      <a:pt x="199345" y="28666"/>
                      <a:pt x="197105" y="28006"/>
                      <a:pt x="194501" y="28006"/>
                    </a:cubicBezTo>
                    <a:cubicBezTo>
                      <a:pt x="190204" y="28006"/>
                      <a:pt x="186995" y="29805"/>
                      <a:pt x="184876" y="33343"/>
                    </a:cubicBezTo>
                    <a:cubicBezTo>
                      <a:pt x="182758" y="36882"/>
                      <a:pt x="181668" y="41499"/>
                      <a:pt x="181668" y="47077"/>
                    </a:cubicBezTo>
                    <a:lnTo>
                      <a:pt x="181668" y="48036"/>
                    </a:lnTo>
                    <a:lnTo>
                      <a:pt x="181668" y="48036"/>
                    </a:lnTo>
                    <a:close/>
                    <a:moveTo>
                      <a:pt x="257882" y="70705"/>
                    </a:moveTo>
                    <a:cubicBezTo>
                      <a:pt x="257641" y="69386"/>
                      <a:pt x="257398" y="68186"/>
                      <a:pt x="257216" y="67107"/>
                    </a:cubicBezTo>
                    <a:cubicBezTo>
                      <a:pt x="257095" y="66027"/>
                      <a:pt x="256975" y="65008"/>
                      <a:pt x="256914" y="63928"/>
                    </a:cubicBezTo>
                    <a:cubicBezTo>
                      <a:pt x="255158" y="66147"/>
                      <a:pt x="252979" y="68006"/>
                      <a:pt x="250376" y="69445"/>
                    </a:cubicBezTo>
                    <a:cubicBezTo>
                      <a:pt x="247773" y="70945"/>
                      <a:pt x="244988" y="71604"/>
                      <a:pt x="242022" y="71664"/>
                    </a:cubicBezTo>
                    <a:cubicBezTo>
                      <a:pt x="236876" y="71664"/>
                      <a:pt x="232941" y="70405"/>
                      <a:pt x="230278" y="67946"/>
                    </a:cubicBezTo>
                    <a:cubicBezTo>
                      <a:pt x="227614" y="65427"/>
                      <a:pt x="226222" y="61949"/>
                      <a:pt x="226222" y="57391"/>
                    </a:cubicBezTo>
                    <a:cubicBezTo>
                      <a:pt x="226222" y="52834"/>
                      <a:pt x="228099" y="49176"/>
                      <a:pt x="231913" y="46657"/>
                    </a:cubicBezTo>
                    <a:cubicBezTo>
                      <a:pt x="235727" y="44138"/>
                      <a:pt x="240933" y="42879"/>
                      <a:pt x="247531" y="42879"/>
                    </a:cubicBezTo>
                    <a:lnTo>
                      <a:pt x="256793" y="42879"/>
                    </a:lnTo>
                    <a:lnTo>
                      <a:pt x="256793" y="37182"/>
                    </a:lnTo>
                    <a:cubicBezTo>
                      <a:pt x="256793" y="34303"/>
                      <a:pt x="255885" y="32024"/>
                      <a:pt x="254068" y="30345"/>
                    </a:cubicBezTo>
                    <a:cubicBezTo>
                      <a:pt x="252253" y="28666"/>
                      <a:pt x="249710" y="27826"/>
                      <a:pt x="246442" y="27826"/>
                    </a:cubicBezTo>
                    <a:cubicBezTo>
                      <a:pt x="244201" y="27826"/>
                      <a:pt x="242204" y="28066"/>
                      <a:pt x="240448" y="28666"/>
                    </a:cubicBezTo>
                    <a:cubicBezTo>
                      <a:pt x="238753" y="29205"/>
                      <a:pt x="237361" y="30045"/>
                      <a:pt x="236271" y="31005"/>
                    </a:cubicBezTo>
                    <a:lnTo>
                      <a:pt x="235302" y="36162"/>
                    </a:lnTo>
                    <a:lnTo>
                      <a:pt x="228341" y="36162"/>
                    </a:lnTo>
                    <a:lnTo>
                      <a:pt x="228341" y="26627"/>
                    </a:lnTo>
                    <a:cubicBezTo>
                      <a:pt x="230580" y="24828"/>
                      <a:pt x="233305" y="23448"/>
                      <a:pt x="236514" y="22309"/>
                    </a:cubicBezTo>
                    <a:cubicBezTo>
                      <a:pt x="239721" y="21229"/>
                      <a:pt x="243172" y="20690"/>
                      <a:pt x="246926" y="20690"/>
                    </a:cubicBezTo>
                    <a:cubicBezTo>
                      <a:pt x="252555" y="20690"/>
                      <a:pt x="257095" y="22129"/>
                      <a:pt x="260546" y="24948"/>
                    </a:cubicBezTo>
                    <a:cubicBezTo>
                      <a:pt x="264057" y="27766"/>
                      <a:pt x="265752" y="31844"/>
                      <a:pt x="265752" y="37122"/>
                    </a:cubicBezTo>
                    <a:lnTo>
                      <a:pt x="265752" y="60750"/>
                    </a:lnTo>
                    <a:cubicBezTo>
                      <a:pt x="265752" y="61349"/>
                      <a:pt x="265752" y="62009"/>
                      <a:pt x="265752" y="62609"/>
                    </a:cubicBezTo>
                    <a:cubicBezTo>
                      <a:pt x="265752" y="63209"/>
                      <a:pt x="265752" y="63808"/>
                      <a:pt x="265873" y="64408"/>
                    </a:cubicBezTo>
                    <a:lnTo>
                      <a:pt x="269505" y="64948"/>
                    </a:lnTo>
                    <a:lnTo>
                      <a:pt x="269505" y="70645"/>
                    </a:lnTo>
                    <a:lnTo>
                      <a:pt x="257701" y="70645"/>
                    </a:lnTo>
                    <a:close/>
                    <a:moveTo>
                      <a:pt x="243415" y="64228"/>
                    </a:moveTo>
                    <a:cubicBezTo>
                      <a:pt x="246381" y="64228"/>
                      <a:pt x="249105" y="63508"/>
                      <a:pt x="251587" y="62069"/>
                    </a:cubicBezTo>
                    <a:cubicBezTo>
                      <a:pt x="254068" y="60630"/>
                      <a:pt x="255824" y="58951"/>
                      <a:pt x="256914" y="56972"/>
                    </a:cubicBezTo>
                    <a:lnTo>
                      <a:pt x="256914" y="48936"/>
                    </a:lnTo>
                    <a:lnTo>
                      <a:pt x="247288" y="48936"/>
                    </a:lnTo>
                    <a:cubicBezTo>
                      <a:pt x="243596" y="48936"/>
                      <a:pt x="240690" y="49775"/>
                      <a:pt x="238511" y="51454"/>
                    </a:cubicBezTo>
                    <a:cubicBezTo>
                      <a:pt x="236392" y="53134"/>
                      <a:pt x="235302" y="55173"/>
                      <a:pt x="235302" y="57571"/>
                    </a:cubicBezTo>
                    <a:cubicBezTo>
                      <a:pt x="235302" y="59730"/>
                      <a:pt x="235968" y="61349"/>
                      <a:pt x="237301" y="62489"/>
                    </a:cubicBezTo>
                    <a:cubicBezTo>
                      <a:pt x="238632" y="63628"/>
                      <a:pt x="240690" y="64228"/>
                      <a:pt x="243354" y="64228"/>
                    </a:cubicBezTo>
                    <a:lnTo>
                      <a:pt x="243354" y="64228"/>
                    </a:lnTo>
                    <a:close/>
                    <a:moveTo>
                      <a:pt x="275982" y="5757"/>
                    </a:moveTo>
                    <a:lnTo>
                      <a:pt x="275982" y="0"/>
                    </a:lnTo>
                    <a:lnTo>
                      <a:pt x="292449" y="0"/>
                    </a:lnTo>
                    <a:lnTo>
                      <a:pt x="292449" y="63748"/>
                    </a:lnTo>
                    <a:lnTo>
                      <a:pt x="299894" y="65008"/>
                    </a:lnTo>
                    <a:lnTo>
                      <a:pt x="299894" y="70705"/>
                    </a:lnTo>
                    <a:lnTo>
                      <a:pt x="275982" y="70705"/>
                    </a:lnTo>
                    <a:lnTo>
                      <a:pt x="275982" y="65008"/>
                    </a:lnTo>
                    <a:lnTo>
                      <a:pt x="283429" y="63748"/>
                    </a:lnTo>
                    <a:lnTo>
                      <a:pt x="283429" y="7076"/>
                    </a:lnTo>
                    <a:lnTo>
                      <a:pt x="275982" y="5817"/>
                    </a:lnTo>
                    <a:lnTo>
                      <a:pt x="275982" y="5817"/>
                    </a:lnTo>
                    <a:close/>
                    <a:moveTo>
                      <a:pt x="342088" y="63448"/>
                    </a:moveTo>
                    <a:cubicBezTo>
                      <a:pt x="340574" y="66087"/>
                      <a:pt x="338516" y="68126"/>
                      <a:pt x="336095" y="69505"/>
                    </a:cubicBezTo>
                    <a:cubicBezTo>
                      <a:pt x="333673" y="70945"/>
                      <a:pt x="330828" y="71604"/>
                      <a:pt x="327619" y="71664"/>
                    </a:cubicBezTo>
                    <a:cubicBezTo>
                      <a:pt x="322232" y="71664"/>
                      <a:pt x="318055" y="69925"/>
                      <a:pt x="315028" y="66507"/>
                    </a:cubicBezTo>
                    <a:cubicBezTo>
                      <a:pt x="312002" y="63089"/>
                      <a:pt x="310488" y="57751"/>
                      <a:pt x="310488" y="50555"/>
                    </a:cubicBezTo>
                    <a:lnTo>
                      <a:pt x="310488" y="28666"/>
                    </a:lnTo>
                    <a:lnTo>
                      <a:pt x="304797" y="27406"/>
                    </a:lnTo>
                    <a:lnTo>
                      <a:pt x="304797" y="21649"/>
                    </a:lnTo>
                    <a:lnTo>
                      <a:pt x="319508" y="21649"/>
                    </a:lnTo>
                    <a:lnTo>
                      <a:pt x="319508" y="50675"/>
                    </a:lnTo>
                    <a:cubicBezTo>
                      <a:pt x="319508" y="55892"/>
                      <a:pt x="320295" y="59490"/>
                      <a:pt x="321808" y="61469"/>
                    </a:cubicBezTo>
                    <a:cubicBezTo>
                      <a:pt x="323382" y="63448"/>
                      <a:pt x="325804" y="64408"/>
                      <a:pt x="329072" y="64408"/>
                    </a:cubicBezTo>
                    <a:cubicBezTo>
                      <a:pt x="332341" y="64408"/>
                      <a:pt x="334945" y="63748"/>
                      <a:pt x="337003" y="62489"/>
                    </a:cubicBezTo>
                    <a:cubicBezTo>
                      <a:pt x="339061" y="61230"/>
                      <a:pt x="340635" y="59430"/>
                      <a:pt x="341725" y="57032"/>
                    </a:cubicBezTo>
                    <a:lnTo>
                      <a:pt x="341725" y="28726"/>
                    </a:lnTo>
                    <a:lnTo>
                      <a:pt x="335065" y="27466"/>
                    </a:lnTo>
                    <a:lnTo>
                      <a:pt x="335065" y="21709"/>
                    </a:lnTo>
                    <a:lnTo>
                      <a:pt x="350684" y="21709"/>
                    </a:lnTo>
                    <a:lnTo>
                      <a:pt x="350684" y="63748"/>
                    </a:lnTo>
                    <a:lnTo>
                      <a:pt x="356374" y="65008"/>
                    </a:lnTo>
                    <a:lnTo>
                      <a:pt x="356374" y="70705"/>
                    </a:lnTo>
                    <a:lnTo>
                      <a:pt x="342632" y="70705"/>
                    </a:lnTo>
                    <a:lnTo>
                      <a:pt x="342027" y="63448"/>
                    </a:lnTo>
                    <a:lnTo>
                      <a:pt x="342027" y="63448"/>
                    </a:lnTo>
                    <a:close/>
                    <a:moveTo>
                      <a:pt x="363639" y="27466"/>
                    </a:moveTo>
                    <a:lnTo>
                      <a:pt x="363639" y="21709"/>
                    </a:lnTo>
                    <a:lnTo>
                      <a:pt x="379135" y="21709"/>
                    </a:lnTo>
                    <a:lnTo>
                      <a:pt x="379983" y="28846"/>
                    </a:lnTo>
                    <a:cubicBezTo>
                      <a:pt x="381375" y="26327"/>
                      <a:pt x="383131" y="24348"/>
                      <a:pt x="385189" y="22969"/>
                    </a:cubicBezTo>
                    <a:cubicBezTo>
                      <a:pt x="387247" y="21529"/>
                      <a:pt x="389608" y="20810"/>
                      <a:pt x="392272" y="20810"/>
                    </a:cubicBezTo>
                    <a:cubicBezTo>
                      <a:pt x="392998" y="20810"/>
                      <a:pt x="393664" y="20870"/>
                      <a:pt x="394451" y="20990"/>
                    </a:cubicBezTo>
                    <a:cubicBezTo>
                      <a:pt x="395178" y="21109"/>
                      <a:pt x="395783" y="21229"/>
                      <a:pt x="396146" y="21349"/>
                    </a:cubicBezTo>
                    <a:lnTo>
                      <a:pt x="394935" y="29625"/>
                    </a:lnTo>
                    <a:lnTo>
                      <a:pt x="389850" y="29325"/>
                    </a:lnTo>
                    <a:cubicBezTo>
                      <a:pt x="387489" y="29325"/>
                      <a:pt x="385431" y="29865"/>
                      <a:pt x="383857" y="31005"/>
                    </a:cubicBezTo>
                    <a:cubicBezTo>
                      <a:pt x="382223" y="32084"/>
                      <a:pt x="381012" y="33643"/>
                      <a:pt x="380104" y="35682"/>
                    </a:cubicBezTo>
                    <a:lnTo>
                      <a:pt x="380104" y="63808"/>
                    </a:lnTo>
                    <a:lnTo>
                      <a:pt x="387550" y="65068"/>
                    </a:lnTo>
                    <a:lnTo>
                      <a:pt x="387550" y="70765"/>
                    </a:lnTo>
                    <a:lnTo>
                      <a:pt x="363639" y="70765"/>
                    </a:lnTo>
                    <a:lnTo>
                      <a:pt x="363639" y="65068"/>
                    </a:lnTo>
                    <a:lnTo>
                      <a:pt x="371084" y="63808"/>
                    </a:lnTo>
                    <a:lnTo>
                      <a:pt x="371084" y="28786"/>
                    </a:lnTo>
                    <a:lnTo>
                      <a:pt x="363639" y="27526"/>
                    </a:lnTo>
                    <a:lnTo>
                      <a:pt x="363639" y="27526"/>
                    </a:lnTo>
                    <a:close/>
                    <a:moveTo>
                      <a:pt x="437795" y="63448"/>
                    </a:moveTo>
                    <a:cubicBezTo>
                      <a:pt x="436221" y="66087"/>
                      <a:pt x="434223" y="68126"/>
                      <a:pt x="431741" y="69505"/>
                    </a:cubicBezTo>
                    <a:cubicBezTo>
                      <a:pt x="429320" y="70945"/>
                      <a:pt x="426475" y="71604"/>
                      <a:pt x="423266" y="71664"/>
                    </a:cubicBezTo>
                    <a:cubicBezTo>
                      <a:pt x="417879" y="71664"/>
                      <a:pt x="413701" y="69925"/>
                      <a:pt x="410674" y="66507"/>
                    </a:cubicBezTo>
                    <a:cubicBezTo>
                      <a:pt x="407708" y="63089"/>
                      <a:pt x="406134" y="57751"/>
                      <a:pt x="406134" y="50555"/>
                    </a:cubicBezTo>
                    <a:lnTo>
                      <a:pt x="406134" y="28666"/>
                    </a:lnTo>
                    <a:lnTo>
                      <a:pt x="400444" y="27406"/>
                    </a:lnTo>
                    <a:lnTo>
                      <a:pt x="400444" y="21649"/>
                    </a:lnTo>
                    <a:lnTo>
                      <a:pt x="415155" y="21649"/>
                    </a:lnTo>
                    <a:lnTo>
                      <a:pt x="415155" y="50675"/>
                    </a:lnTo>
                    <a:cubicBezTo>
                      <a:pt x="415155" y="55892"/>
                      <a:pt x="415942" y="59490"/>
                      <a:pt x="417455" y="61469"/>
                    </a:cubicBezTo>
                    <a:cubicBezTo>
                      <a:pt x="419028" y="63448"/>
                      <a:pt x="421450" y="64408"/>
                      <a:pt x="424719" y="64408"/>
                    </a:cubicBezTo>
                    <a:cubicBezTo>
                      <a:pt x="427988" y="64408"/>
                      <a:pt x="430591" y="63748"/>
                      <a:pt x="432649" y="62489"/>
                    </a:cubicBezTo>
                    <a:cubicBezTo>
                      <a:pt x="434708" y="61230"/>
                      <a:pt x="436342" y="59430"/>
                      <a:pt x="437371" y="57032"/>
                    </a:cubicBezTo>
                    <a:lnTo>
                      <a:pt x="437371" y="28726"/>
                    </a:lnTo>
                    <a:lnTo>
                      <a:pt x="430712" y="27466"/>
                    </a:lnTo>
                    <a:lnTo>
                      <a:pt x="430712" y="21709"/>
                    </a:lnTo>
                    <a:lnTo>
                      <a:pt x="446330" y="21709"/>
                    </a:lnTo>
                    <a:lnTo>
                      <a:pt x="446330" y="63748"/>
                    </a:lnTo>
                    <a:lnTo>
                      <a:pt x="452021" y="65008"/>
                    </a:lnTo>
                    <a:lnTo>
                      <a:pt x="452021" y="70705"/>
                    </a:lnTo>
                    <a:lnTo>
                      <a:pt x="438279" y="70705"/>
                    </a:lnTo>
                    <a:lnTo>
                      <a:pt x="437674" y="63448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 213">
                <a:extLst>
                  <a:ext uri="{FF2B5EF4-FFF2-40B4-BE49-F238E27FC236}">
                    <a16:creationId xmlns:a16="http://schemas.microsoft.com/office/drawing/2014/main" id="{5714E421-2328-3524-48CD-A19F7A132FB4}"/>
                  </a:ext>
                </a:extLst>
              </p:cNvPr>
              <p:cNvSpPr/>
              <p:nvPr/>
            </p:nvSpPr>
            <p:spPr>
              <a:xfrm>
                <a:off x="8823238" y="257316"/>
                <a:ext cx="170287" cy="147646"/>
              </a:xfrm>
              <a:custGeom>
                <a:avLst/>
                <a:gdLst>
                  <a:gd name="connsiteX0" fmla="*/ 0 w 170287"/>
                  <a:gd name="connsiteY0" fmla="*/ 73823 h 147646"/>
                  <a:gd name="connsiteX1" fmla="*/ 74459 w 170287"/>
                  <a:gd name="connsiteY1" fmla="*/ 147647 h 147646"/>
                  <a:gd name="connsiteX2" fmla="*/ 170287 w 170287"/>
                  <a:gd name="connsiteY2" fmla="*/ 52774 h 147646"/>
                  <a:gd name="connsiteX3" fmla="*/ 148978 w 170287"/>
                  <a:gd name="connsiteY3" fmla="*/ 31664 h 147646"/>
                  <a:gd name="connsiteX4" fmla="*/ 74459 w 170287"/>
                  <a:gd name="connsiteY4" fmla="*/ 105428 h 147646"/>
                  <a:gd name="connsiteX5" fmla="*/ 42557 w 170287"/>
                  <a:gd name="connsiteY5" fmla="*/ 73823 h 147646"/>
                  <a:gd name="connsiteX6" fmla="*/ 74459 w 170287"/>
                  <a:gd name="connsiteY6" fmla="*/ 42159 h 147646"/>
                  <a:gd name="connsiteX7" fmla="*/ 95768 w 170287"/>
                  <a:gd name="connsiteY7" fmla="*/ 63269 h 147646"/>
                  <a:gd name="connsiteX8" fmla="*/ 117016 w 170287"/>
                  <a:gd name="connsiteY8" fmla="*/ 42159 h 147646"/>
                  <a:gd name="connsiteX9" fmla="*/ 74459 w 170287"/>
                  <a:gd name="connsiteY9" fmla="*/ 0 h 147646"/>
                  <a:gd name="connsiteX10" fmla="*/ 0 w 170287"/>
                  <a:gd name="connsiteY10" fmla="*/ 73823 h 1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0287" h="147646">
                    <a:moveTo>
                      <a:pt x="0" y="73823"/>
                    </a:moveTo>
                    <a:lnTo>
                      <a:pt x="74459" y="147647"/>
                    </a:lnTo>
                    <a:lnTo>
                      <a:pt x="170287" y="52774"/>
                    </a:lnTo>
                    <a:lnTo>
                      <a:pt x="148978" y="31664"/>
                    </a:lnTo>
                    <a:lnTo>
                      <a:pt x="74459" y="105428"/>
                    </a:lnTo>
                    <a:lnTo>
                      <a:pt x="42557" y="73823"/>
                    </a:lnTo>
                    <a:lnTo>
                      <a:pt x="74459" y="42159"/>
                    </a:lnTo>
                    <a:lnTo>
                      <a:pt x="95768" y="63269"/>
                    </a:lnTo>
                    <a:lnTo>
                      <a:pt x="117016" y="42159"/>
                    </a:lnTo>
                    <a:lnTo>
                      <a:pt x="74459" y="0"/>
                    </a:lnTo>
                    <a:lnTo>
                      <a:pt x="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 214">
                <a:extLst>
                  <a:ext uri="{FF2B5EF4-FFF2-40B4-BE49-F238E27FC236}">
                    <a16:creationId xmlns:a16="http://schemas.microsoft.com/office/drawing/2014/main" id="{BD107893-6641-E80B-E18D-152FECC3E197}"/>
                  </a:ext>
                </a:extLst>
              </p:cNvPr>
              <p:cNvSpPr/>
              <p:nvPr/>
            </p:nvSpPr>
            <p:spPr>
              <a:xfrm>
                <a:off x="9121195" y="257436"/>
                <a:ext cx="170287" cy="147586"/>
              </a:xfrm>
              <a:custGeom>
                <a:avLst/>
                <a:gdLst>
                  <a:gd name="connsiteX0" fmla="*/ 170287 w 170287"/>
                  <a:gd name="connsiteY0" fmla="*/ 73763 h 147586"/>
                  <a:gd name="connsiteX1" fmla="*/ 95829 w 170287"/>
                  <a:gd name="connsiteY1" fmla="*/ 147587 h 147586"/>
                  <a:gd name="connsiteX2" fmla="*/ 53211 w 170287"/>
                  <a:gd name="connsiteY2" fmla="*/ 105428 h 147586"/>
                  <a:gd name="connsiteX3" fmla="*/ 74459 w 170287"/>
                  <a:gd name="connsiteY3" fmla="*/ 84378 h 147586"/>
                  <a:gd name="connsiteX4" fmla="*/ 95829 w 170287"/>
                  <a:gd name="connsiteY4" fmla="*/ 105428 h 147586"/>
                  <a:gd name="connsiteX5" fmla="*/ 127731 w 170287"/>
                  <a:gd name="connsiteY5" fmla="*/ 73763 h 147586"/>
                  <a:gd name="connsiteX6" fmla="*/ 95829 w 170287"/>
                  <a:gd name="connsiteY6" fmla="*/ 42159 h 147586"/>
                  <a:gd name="connsiteX7" fmla="*/ 21309 w 170287"/>
                  <a:gd name="connsiteY7" fmla="*/ 115982 h 147586"/>
                  <a:gd name="connsiteX8" fmla="*/ 0 w 170287"/>
                  <a:gd name="connsiteY8" fmla="*/ 94873 h 147586"/>
                  <a:gd name="connsiteX9" fmla="*/ 95829 w 170287"/>
                  <a:gd name="connsiteY9" fmla="*/ 0 h 147586"/>
                  <a:gd name="connsiteX10" fmla="*/ 170287 w 170287"/>
                  <a:gd name="connsiteY10" fmla="*/ 73763 h 147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0287" h="147586">
                    <a:moveTo>
                      <a:pt x="170287" y="73763"/>
                    </a:moveTo>
                    <a:lnTo>
                      <a:pt x="95829" y="147587"/>
                    </a:lnTo>
                    <a:lnTo>
                      <a:pt x="53211" y="105428"/>
                    </a:lnTo>
                    <a:lnTo>
                      <a:pt x="74459" y="84378"/>
                    </a:lnTo>
                    <a:lnTo>
                      <a:pt x="95829" y="105428"/>
                    </a:lnTo>
                    <a:lnTo>
                      <a:pt x="127731" y="73763"/>
                    </a:lnTo>
                    <a:lnTo>
                      <a:pt x="95829" y="42159"/>
                    </a:lnTo>
                    <a:lnTo>
                      <a:pt x="21309" y="115982"/>
                    </a:lnTo>
                    <a:lnTo>
                      <a:pt x="0" y="94873"/>
                    </a:lnTo>
                    <a:lnTo>
                      <a:pt x="95829" y="0"/>
                    </a:lnTo>
                    <a:lnTo>
                      <a:pt x="170287" y="7376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 215">
                <a:extLst>
                  <a:ext uri="{FF2B5EF4-FFF2-40B4-BE49-F238E27FC236}">
                    <a16:creationId xmlns:a16="http://schemas.microsoft.com/office/drawing/2014/main" id="{05B4A012-4209-9F47-217B-F52D2F36DCEA}"/>
                  </a:ext>
                </a:extLst>
              </p:cNvPr>
              <p:cNvSpPr/>
              <p:nvPr/>
            </p:nvSpPr>
            <p:spPr>
              <a:xfrm>
                <a:off x="8929660" y="151889"/>
                <a:ext cx="117075" cy="168696"/>
              </a:xfrm>
              <a:custGeom>
                <a:avLst/>
                <a:gdLst>
                  <a:gd name="connsiteX0" fmla="*/ 0 w 117075"/>
                  <a:gd name="connsiteY0" fmla="*/ 73823 h 168696"/>
                  <a:gd name="connsiteX1" fmla="*/ 74459 w 117075"/>
                  <a:gd name="connsiteY1" fmla="*/ 0 h 168696"/>
                  <a:gd name="connsiteX2" fmla="*/ 117076 w 117075"/>
                  <a:gd name="connsiteY2" fmla="*/ 42219 h 168696"/>
                  <a:gd name="connsiteX3" fmla="*/ 95707 w 117075"/>
                  <a:gd name="connsiteY3" fmla="*/ 63329 h 168696"/>
                  <a:gd name="connsiteX4" fmla="*/ 74459 w 117075"/>
                  <a:gd name="connsiteY4" fmla="*/ 42219 h 168696"/>
                  <a:gd name="connsiteX5" fmla="*/ 42556 w 117075"/>
                  <a:gd name="connsiteY5" fmla="*/ 73823 h 168696"/>
                  <a:gd name="connsiteX6" fmla="*/ 117076 w 117075"/>
                  <a:gd name="connsiteY6" fmla="*/ 147587 h 168696"/>
                  <a:gd name="connsiteX7" fmla="*/ 95707 w 117075"/>
                  <a:gd name="connsiteY7" fmla="*/ 168696 h 168696"/>
                  <a:gd name="connsiteX8" fmla="*/ 0 w 117075"/>
                  <a:gd name="connsiteY8" fmla="*/ 73823 h 168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075" h="168696">
                    <a:moveTo>
                      <a:pt x="0" y="73823"/>
                    </a:moveTo>
                    <a:lnTo>
                      <a:pt x="74459" y="0"/>
                    </a:lnTo>
                    <a:lnTo>
                      <a:pt x="117076" y="42219"/>
                    </a:lnTo>
                    <a:lnTo>
                      <a:pt x="95707" y="63329"/>
                    </a:lnTo>
                    <a:lnTo>
                      <a:pt x="74459" y="42219"/>
                    </a:lnTo>
                    <a:lnTo>
                      <a:pt x="42556" y="73823"/>
                    </a:lnTo>
                    <a:lnTo>
                      <a:pt x="117076" y="147587"/>
                    </a:lnTo>
                    <a:lnTo>
                      <a:pt x="95707" y="168696"/>
                    </a:lnTo>
                    <a:lnTo>
                      <a:pt x="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 216">
                <a:extLst>
                  <a:ext uri="{FF2B5EF4-FFF2-40B4-BE49-F238E27FC236}">
                    <a16:creationId xmlns:a16="http://schemas.microsoft.com/office/drawing/2014/main" id="{DF457415-FB1E-E30F-B2C3-AAD4FC90489D}"/>
                  </a:ext>
                </a:extLst>
              </p:cNvPr>
              <p:cNvSpPr/>
              <p:nvPr/>
            </p:nvSpPr>
            <p:spPr>
              <a:xfrm>
                <a:off x="9067984" y="341694"/>
                <a:ext cx="117075" cy="168636"/>
              </a:xfrm>
              <a:custGeom>
                <a:avLst/>
                <a:gdLst>
                  <a:gd name="connsiteX0" fmla="*/ 117076 w 117075"/>
                  <a:gd name="connsiteY0" fmla="*/ 94873 h 168636"/>
                  <a:gd name="connsiteX1" fmla="*/ 42557 w 117075"/>
                  <a:gd name="connsiteY1" fmla="*/ 168636 h 168636"/>
                  <a:gd name="connsiteX2" fmla="*/ 0 w 117075"/>
                  <a:gd name="connsiteY2" fmla="*/ 126477 h 168636"/>
                  <a:gd name="connsiteX3" fmla="*/ 21248 w 117075"/>
                  <a:gd name="connsiteY3" fmla="*/ 105428 h 168636"/>
                  <a:gd name="connsiteX4" fmla="*/ 42557 w 117075"/>
                  <a:gd name="connsiteY4" fmla="*/ 126477 h 168636"/>
                  <a:gd name="connsiteX5" fmla="*/ 74519 w 117075"/>
                  <a:gd name="connsiteY5" fmla="*/ 94873 h 168636"/>
                  <a:gd name="connsiteX6" fmla="*/ 0 w 117075"/>
                  <a:gd name="connsiteY6" fmla="*/ 21050 h 168636"/>
                  <a:gd name="connsiteX7" fmla="*/ 21248 w 117075"/>
                  <a:gd name="connsiteY7" fmla="*/ 0 h 168636"/>
                  <a:gd name="connsiteX8" fmla="*/ 117076 w 117075"/>
                  <a:gd name="connsiteY8" fmla="*/ 94873 h 16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075" h="168636">
                    <a:moveTo>
                      <a:pt x="117076" y="94873"/>
                    </a:moveTo>
                    <a:lnTo>
                      <a:pt x="42557" y="168636"/>
                    </a:lnTo>
                    <a:lnTo>
                      <a:pt x="0" y="126477"/>
                    </a:lnTo>
                    <a:lnTo>
                      <a:pt x="21248" y="105428"/>
                    </a:lnTo>
                    <a:lnTo>
                      <a:pt x="42557" y="126477"/>
                    </a:lnTo>
                    <a:lnTo>
                      <a:pt x="74519" y="94873"/>
                    </a:lnTo>
                    <a:lnTo>
                      <a:pt x="0" y="21050"/>
                    </a:lnTo>
                    <a:lnTo>
                      <a:pt x="21248" y="0"/>
                    </a:lnTo>
                    <a:lnTo>
                      <a:pt x="117076" y="9487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 217">
                <a:extLst>
                  <a:ext uri="{FF2B5EF4-FFF2-40B4-BE49-F238E27FC236}">
                    <a16:creationId xmlns:a16="http://schemas.microsoft.com/office/drawing/2014/main" id="{0E8E4A24-2EA8-A93C-FD57-F0365A9FFF37}"/>
                  </a:ext>
                </a:extLst>
              </p:cNvPr>
              <p:cNvSpPr/>
              <p:nvPr/>
            </p:nvSpPr>
            <p:spPr>
              <a:xfrm>
                <a:off x="9014773" y="151889"/>
                <a:ext cx="170287" cy="168696"/>
              </a:xfrm>
              <a:custGeom>
                <a:avLst/>
                <a:gdLst>
                  <a:gd name="connsiteX0" fmla="*/ 0 w 170287"/>
                  <a:gd name="connsiteY0" fmla="*/ 94873 h 168696"/>
                  <a:gd name="connsiteX1" fmla="*/ 21309 w 170287"/>
                  <a:gd name="connsiteY1" fmla="*/ 115982 h 168696"/>
                  <a:gd name="connsiteX2" fmla="*/ 42557 w 170287"/>
                  <a:gd name="connsiteY2" fmla="*/ 94873 h 168696"/>
                  <a:gd name="connsiteX3" fmla="*/ 117076 w 170287"/>
                  <a:gd name="connsiteY3" fmla="*/ 168696 h 168696"/>
                  <a:gd name="connsiteX4" fmla="*/ 138263 w 170287"/>
                  <a:gd name="connsiteY4" fmla="*/ 147587 h 168696"/>
                  <a:gd name="connsiteX5" fmla="*/ 63926 w 170287"/>
                  <a:gd name="connsiteY5" fmla="*/ 73823 h 168696"/>
                  <a:gd name="connsiteX6" fmla="*/ 95768 w 170287"/>
                  <a:gd name="connsiteY6" fmla="*/ 42219 h 168696"/>
                  <a:gd name="connsiteX7" fmla="*/ 127730 w 170287"/>
                  <a:gd name="connsiteY7" fmla="*/ 73823 h 168696"/>
                  <a:gd name="connsiteX8" fmla="*/ 106422 w 170287"/>
                  <a:gd name="connsiteY8" fmla="*/ 94873 h 168696"/>
                  <a:gd name="connsiteX9" fmla="*/ 127730 w 170287"/>
                  <a:gd name="connsiteY9" fmla="*/ 115982 h 168696"/>
                  <a:gd name="connsiteX10" fmla="*/ 170287 w 170287"/>
                  <a:gd name="connsiteY10" fmla="*/ 73823 h 168696"/>
                  <a:gd name="connsiteX11" fmla="*/ 95768 w 170287"/>
                  <a:gd name="connsiteY11" fmla="*/ 0 h 168696"/>
                  <a:gd name="connsiteX12" fmla="*/ 0 w 170287"/>
                  <a:gd name="connsiteY12" fmla="*/ 94873 h 168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287" h="168696">
                    <a:moveTo>
                      <a:pt x="0" y="94873"/>
                    </a:moveTo>
                    <a:lnTo>
                      <a:pt x="21309" y="115982"/>
                    </a:lnTo>
                    <a:lnTo>
                      <a:pt x="42557" y="94873"/>
                    </a:lnTo>
                    <a:lnTo>
                      <a:pt x="117076" y="168696"/>
                    </a:lnTo>
                    <a:lnTo>
                      <a:pt x="138263" y="147587"/>
                    </a:lnTo>
                    <a:lnTo>
                      <a:pt x="63926" y="73823"/>
                    </a:lnTo>
                    <a:lnTo>
                      <a:pt x="95768" y="42219"/>
                    </a:lnTo>
                    <a:lnTo>
                      <a:pt x="127730" y="73823"/>
                    </a:lnTo>
                    <a:lnTo>
                      <a:pt x="106422" y="94873"/>
                    </a:lnTo>
                    <a:lnTo>
                      <a:pt x="127730" y="115982"/>
                    </a:lnTo>
                    <a:lnTo>
                      <a:pt x="170287" y="73823"/>
                    </a:lnTo>
                    <a:lnTo>
                      <a:pt x="95768" y="0"/>
                    </a:lnTo>
                    <a:lnTo>
                      <a:pt x="0" y="9487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 218">
                <a:extLst>
                  <a:ext uri="{FF2B5EF4-FFF2-40B4-BE49-F238E27FC236}">
                    <a16:creationId xmlns:a16="http://schemas.microsoft.com/office/drawing/2014/main" id="{D8D76CA5-74D4-E047-D0AC-6E7D54AD7D2F}"/>
                  </a:ext>
                </a:extLst>
              </p:cNvPr>
              <p:cNvSpPr/>
              <p:nvPr/>
            </p:nvSpPr>
            <p:spPr>
              <a:xfrm>
                <a:off x="8929660" y="341694"/>
                <a:ext cx="170226" cy="168636"/>
              </a:xfrm>
              <a:custGeom>
                <a:avLst/>
                <a:gdLst>
                  <a:gd name="connsiteX0" fmla="*/ 127670 w 170226"/>
                  <a:gd name="connsiteY0" fmla="*/ 73823 h 168636"/>
                  <a:gd name="connsiteX1" fmla="*/ 53210 w 170226"/>
                  <a:gd name="connsiteY1" fmla="*/ 0 h 168636"/>
                  <a:gd name="connsiteX2" fmla="*/ 31962 w 170226"/>
                  <a:gd name="connsiteY2" fmla="*/ 20990 h 168636"/>
                  <a:gd name="connsiteX3" fmla="*/ 106422 w 170226"/>
                  <a:gd name="connsiteY3" fmla="*/ 94873 h 168636"/>
                  <a:gd name="connsiteX4" fmla="*/ 74459 w 170226"/>
                  <a:gd name="connsiteY4" fmla="*/ 126477 h 168636"/>
                  <a:gd name="connsiteX5" fmla="*/ 42556 w 170226"/>
                  <a:gd name="connsiteY5" fmla="*/ 94873 h 168636"/>
                  <a:gd name="connsiteX6" fmla="*/ 63804 w 170226"/>
                  <a:gd name="connsiteY6" fmla="*/ 73823 h 168636"/>
                  <a:gd name="connsiteX7" fmla="*/ 42556 w 170226"/>
                  <a:gd name="connsiteY7" fmla="*/ 52714 h 168636"/>
                  <a:gd name="connsiteX8" fmla="*/ 0 w 170226"/>
                  <a:gd name="connsiteY8" fmla="*/ 94873 h 168636"/>
                  <a:gd name="connsiteX9" fmla="*/ 74459 w 170226"/>
                  <a:gd name="connsiteY9" fmla="*/ 168636 h 168636"/>
                  <a:gd name="connsiteX10" fmla="*/ 170227 w 170226"/>
                  <a:gd name="connsiteY10" fmla="*/ 73823 h 168636"/>
                  <a:gd name="connsiteX11" fmla="*/ 148978 w 170226"/>
                  <a:gd name="connsiteY11" fmla="*/ 52714 h 168636"/>
                  <a:gd name="connsiteX12" fmla="*/ 127670 w 170226"/>
                  <a:gd name="connsiteY12" fmla="*/ 73823 h 16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226" h="168636">
                    <a:moveTo>
                      <a:pt x="127670" y="73823"/>
                    </a:moveTo>
                    <a:lnTo>
                      <a:pt x="53210" y="0"/>
                    </a:lnTo>
                    <a:lnTo>
                      <a:pt x="31962" y="20990"/>
                    </a:lnTo>
                    <a:lnTo>
                      <a:pt x="106422" y="94873"/>
                    </a:lnTo>
                    <a:lnTo>
                      <a:pt x="74459" y="126477"/>
                    </a:lnTo>
                    <a:lnTo>
                      <a:pt x="42556" y="94873"/>
                    </a:lnTo>
                    <a:lnTo>
                      <a:pt x="63804" y="73823"/>
                    </a:lnTo>
                    <a:lnTo>
                      <a:pt x="42556" y="52714"/>
                    </a:lnTo>
                    <a:lnTo>
                      <a:pt x="0" y="94873"/>
                    </a:lnTo>
                    <a:lnTo>
                      <a:pt x="74459" y="168636"/>
                    </a:lnTo>
                    <a:lnTo>
                      <a:pt x="170227" y="73823"/>
                    </a:lnTo>
                    <a:lnTo>
                      <a:pt x="148978" y="52714"/>
                    </a:lnTo>
                    <a:lnTo>
                      <a:pt x="12767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 219">
                <a:extLst>
                  <a:ext uri="{FF2B5EF4-FFF2-40B4-BE49-F238E27FC236}">
                    <a16:creationId xmlns:a16="http://schemas.microsoft.com/office/drawing/2014/main" id="{04D492B6-D36E-B703-1221-9224530CF37F}"/>
                  </a:ext>
                </a:extLst>
              </p:cNvPr>
              <p:cNvSpPr/>
              <p:nvPr/>
            </p:nvSpPr>
            <p:spPr>
              <a:xfrm rot="-2698799">
                <a:off x="9011910" y="315847"/>
                <a:ext cx="90319" cy="29805"/>
              </a:xfrm>
              <a:custGeom>
                <a:avLst/>
                <a:gdLst>
                  <a:gd name="connsiteX0" fmla="*/ 0 w 90319"/>
                  <a:gd name="connsiteY0" fmla="*/ 0 h 29805"/>
                  <a:gd name="connsiteX1" fmla="*/ 90319 w 90319"/>
                  <a:gd name="connsiteY1" fmla="*/ 0 h 29805"/>
                  <a:gd name="connsiteX2" fmla="*/ 90319 w 90319"/>
                  <a:gd name="connsiteY2" fmla="*/ 29805 h 29805"/>
                  <a:gd name="connsiteX3" fmla="*/ 0 w 90319"/>
                  <a:gd name="connsiteY3" fmla="*/ 29805 h 29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319" h="29805">
                    <a:moveTo>
                      <a:pt x="0" y="0"/>
                    </a:moveTo>
                    <a:lnTo>
                      <a:pt x="90319" y="0"/>
                    </a:lnTo>
                    <a:lnTo>
                      <a:pt x="90319" y="29805"/>
                    </a:lnTo>
                    <a:lnTo>
                      <a:pt x="0" y="29805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 220">
                <a:extLst>
                  <a:ext uri="{FF2B5EF4-FFF2-40B4-BE49-F238E27FC236}">
                    <a16:creationId xmlns:a16="http://schemas.microsoft.com/office/drawing/2014/main" id="{045F8A65-F532-B280-312B-0F3313FD62A7}"/>
                  </a:ext>
                </a:extLst>
              </p:cNvPr>
              <p:cNvSpPr/>
              <p:nvPr/>
            </p:nvSpPr>
            <p:spPr>
              <a:xfrm rot="-2698799">
                <a:off x="9034776" y="108470"/>
                <a:ext cx="45159" cy="44737"/>
              </a:xfrm>
              <a:custGeom>
                <a:avLst/>
                <a:gdLst>
                  <a:gd name="connsiteX0" fmla="*/ 0 w 45159"/>
                  <a:gd name="connsiteY0" fmla="*/ 0 h 44737"/>
                  <a:gd name="connsiteX1" fmla="*/ 45160 w 45159"/>
                  <a:gd name="connsiteY1" fmla="*/ 0 h 44737"/>
                  <a:gd name="connsiteX2" fmla="*/ 45160 w 45159"/>
                  <a:gd name="connsiteY2" fmla="*/ 44738 h 44737"/>
                  <a:gd name="connsiteX3" fmla="*/ 0 w 45159"/>
                  <a:gd name="connsiteY3" fmla="*/ 44738 h 4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159" h="44737">
                    <a:moveTo>
                      <a:pt x="0" y="0"/>
                    </a:moveTo>
                    <a:lnTo>
                      <a:pt x="45160" y="0"/>
                    </a:lnTo>
                    <a:lnTo>
                      <a:pt x="45160" y="44738"/>
                    </a:lnTo>
                    <a:lnTo>
                      <a:pt x="0" y="44738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 221">
                <a:extLst>
                  <a:ext uri="{FF2B5EF4-FFF2-40B4-BE49-F238E27FC236}">
                    <a16:creationId xmlns:a16="http://schemas.microsoft.com/office/drawing/2014/main" id="{9F2F9C07-A7B8-F809-9A4D-201E391FA4EF}"/>
                  </a:ext>
                </a:extLst>
              </p:cNvPr>
              <p:cNvSpPr/>
              <p:nvPr/>
            </p:nvSpPr>
            <p:spPr>
              <a:xfrm>
                <a:off x="9025428" y="499836"/>
                <a:ext cx="63804" cy="63268"/>
              </a:xfrm>
              <a:custGeom>
                <a:avLst/>
                <a:gdLst>
                  <a:gd name="connsiteX0" fmla="*/ 0 w 63804"/>
                  <a:gd name="connsiteY0" fmla="*/ 31604 h 63268"/>
                  <a:gd name="connsiteX1" fmla="*/ 31902 w 63804"/>
                  <a:gd name="connsiteY1" fmla="*/ 63269 h 63268"/>
                  <a:gd name="connsiteX2" fmla="*/ 63805 w 63804"/>
                  <a:gd name="connsiteY2" fmla="*/ 31604 h 63268"/>
                  <a:gd name="connsiteX3" fmla="*/ 31902 w 63804"/>
                  <a:gd name="connsiteY3" fmla="*/ 0 h 63268"/>
                  <a:gd name="connsiteX4" fmla="*/ 0 w 63804"/>
                  <a:gd name="connsiteY4" fmla="*/ 31604 h 63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804" h="63268">
                    <a:moveTo>
                      <a:pt x="0" y="31604"/>
                    </a:moveTo>
                    <a:lnTo>
                      <a:pt x="31902" y="63269"/>
                    </a:lnTo>
                    <a:lnTo>
                      <a:pt x="63805" y="31604"/>
                    </a:lnTo>
                    <a:lnTo>
                      <a:pt x="31902" y="0"/>
                    </a:lnTo>
                    <a:lnTo>
                      <a:pt x="0" y="31604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 222">
                <a:extLst>
                  <a:ext uri="{FF2B5EF4-FFF2-40B4-BE49-F238E27FC236}">
                    <a16:creationId xmlns:a16="http://schemas.microsoft.com/office/drawing/2014/main" id="{80E3EA2D-4D3B-6FBA-4708-5881FD5D9D53}"/>
                  </a:ext>
                </a:extLst>
              </p:cNvPr>
              <p:cNvSpPr/>
              <p:nvPr/>
            </p:nvSpPr>
            <p:spPr>
              <a:xfrm>
                <a:off x="9455171" y="99235"/>
                <a:ext cx="209877" cy="228846"/>
              </a:xfrm>
              <a:custGeom>
                <a:avLst/>
                <a:gdLst>
                  <a:gd name="connsiteX0" fmla="*/ 183424 w 209877"/>
                  <a:gd name="connsiteY0" fmla="*/ 197182 h 228846"/>
                  <a:gd name="connsiteX1" fmla="*/ 209878 w 209877"/>
                  <a:gd name="connsiteY1" fmla="*/ 197182 h 228846"/>
                  <a:gd name="connsiteX2" fmla="*/ 209878 w 209877"/>
                  <a:gd name="connsiteY2" fmla="*/ 228846 h 228846"/>
                  <a:gd name="connsiteX3" fmla="*/ 176462 w 209877"/>
                  <a:gd name="connsiteY3" fmla="*/ 228846 h 228846"/>
                  <a:gd name="connsiteX4" fmla="*/ 153761 w 209877"/>
                  <a:gd name="connsiteY4" fmla="*/ 222669 h 228846"/>
                  <a:gd name="connsiteX5" fmla="*/ 144862 w 209877"/>
                  <a:gd name="connsiteY5" fmla="*/ 163779 h 228846"/>
                  <a:gd name="connsiteX6" fmla="*/ 137598 w 209877"/>
                  <a:gd name="connsiteY6" fmla="*/ 135293 h 228846"/>
                  <a:gd name="connsiteX7" fmla="*/ 115139 w 209877"/>
                  <a:gd name="connsiteY7" fmla="*/ 129056 h 228846"/>
                  <a:gd name="connsiteX8" fmla="*/ 66286 w 209877"/>
                  <a:gd name="connsiteY8" fmla="*/ 129056 h 228846"/>
                  <a:gd name="connsiteX9" fmla="*/ 66286 w 209877"/>
                  <a:gd name="connsiteY9" fmla="*/ 197782 h 228846"/>
                  <a:gd name="connsiteX10" fmla="*/ 98008 w 209877"/>
                  <a:gd name="connsiteY10" fmla="*/ 197782 h 228846"/>
                  <a:gd name="connsiteX11" fmla="*/ 98008 w 209877"/>
                  <a:gd name="connsiteY11" fmla="*/ 228846 h 228846"/>
                  <a:gd name="connsiteX12" fmla="*/ 0 w 209877"/>
                  <a:gd name="connsiteY12" fmla="*/ 228846 h 228846"/>
                  <a:gd name="connsiteX13" fmla="*/ 0 w 209877"/>
                  <a:gd name="connsiteY13" fmla="*/ 197782 h 228846"/>
                  <a:gd name="connsiteX14" fmla="*/ 30994 w 209877"/>
                  <a:gd name="connsiteY14" fmla="*/ 197782 h 228846"/>
                  <a:gd name="connsiteX15" fmla="*/ 30994 w 209877"/>
                  <a:gd name="connsiteY15" fmla="*/ 31065 h 228846"/>
                  <a:gd name="connsiteX16" fmla="*/ 0 w 209877"/>
                  <a:gd name="connsiteY16" fmla="*/ 31065 h 228846"/>
                  <a:gd name="connsiteX17" fmla="*/ 0 w 209877"/>
                  <a:gd name="connsiteY17" fmla="*/ 0 h 228846"/>
                  <a:gd name="connsiteX18" fmla="*/ 140201 w 209877"/>
                  <a:gd name="connsiteY18" fmla="*/ 0 h 228846"/>
                  <a:gd name="connsiteX19" fmla="*/ 172588 w 209877"/>
                  <a:gd name="connsiteY19" fmla="*/ 9415 h 228846"/>
                  <a:gd name="connsiteX20" fmla="*/ 185118 w 209877"/>
                  <a:gd name="connsiteY20" fmla="*/ 63748 h 228846"/>
                  <a:gd name="connsiteX21" fmla="*/ 149160 w 209877"/>
                  <a:gd name="connsiteY21" fmla="*/ 115682 h 228846"/>
                  <a:gd name="connsiteX22" fmla="*/ 149160 w 209877"/>
                  <a:gd name="connsiteY22" fmla="*/ 116282 h 228846"/>
                  <a:gd name="connsiteX23" fmla="*/ 181850 w 209877"/>
                  <a:gd name="connsiteY23" fmla="*/ 163419 h 228846"/>
                  <a:gd name="connsiteX24" fmla="*/ 183484 w 209877"/>
                  <a:gd name="connsiteY24" fmla="*/ 197122 h 228846"/>
                  <a:gd name="connsiteX25" fmla="*/ 183484 w 209877"/>
                  <a:gd name="connsiteY25" fmla="*/ 197122 h 228846"/>
                  <a:gd name="connsiteX26" fmla="*/ 128760 w 209877"/>
                  <a:gd name="connsiteY26" fmla="*/ 99730 h 228846"/>
                  <a:gd name="connsiteX27" fmla="*/ 143167 w 209877"/>
                  <a:gd name="connsiteY27" fmla="*/ 97152 h 228846"/>
                  <a:gd name="connsiteX28" fmla="*/ 147465 w 209877"/>
                  <a:gd name="connsiteY28" fmla="*/ 65727 h 228846"/>
                  <a:gd name="connsiteX29" fmla="*/ 143167 w 209877"/>
                  <a:gd name="connsiteY29" fmla="*/ 33703 h 228846"/>
                  <a:gd name="connsiteX30" fmla="*/ 128760 w 209877"/>
                  <a:gd name="connsiteY30" fmla="*/ 31065 h 228846"/>
                  <a:gd name="connsiteX31" fmla="*/ 66286 w 209877"/>
                  <a:gd name="connsiteY31" fmla="*/ 31065 h 228846"/>
                  <a:gd name="connsiteX32" fmla="*/ 66286 w 209877"/>
                  <a:gd name="connsiteY32" fmla="*/ 99730 h 228846"/>
                  <a:gd name="connsiteX33" fmla="*/ 128760 w 209877"/>
                  <a:gd name="connsiteY33" fmla="*/ 99730 h 228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09877" h="228846">
                    <a:moveTo>
                      <a:pt x="183424" y="197182"/>
                    </a:moveTo>
                    <a:lnTo>
                      <a:pt x="209878" y="197182"/>
                    </a:lnTo>
                    <a:lnTo>
                      <a:pt x="209878" y="228846"/>
                    </a:lnTo>
                    <a:lnTo>
                      <a:pt x="176462" y="228846"/>
                    </a:lnTo>
                    <a:cubicBezTo>
                      <a:pt x="162660" y="228846"/>
                      <a:pt x="157696" y="226567"/>
                      <a:pt x="153761" y="222669"/>
                    </a:cubicBezTo>
                    <a:cubicBezTo>
                      <a:pt x="148797" y="217752"/>
                      <a:pt x="146194" y="208936"/>
                      <a:pt x="144862" y="163779"/>
                    </a:cubicBezTo>
                    <a:cubicBezTo>
                      <a:pt x="144256" y="145428"/>
                      <a:pt x="141956" y="139551"/>
                      <a:pt x="137598" y="135293"/>
                    </a:cubicBezTo>
                    <a:cubicBezTo>
                      <a:pt x="132270" y="130075"/>
                      <a:pt x="126702" y="129056"/>
                      <a:pt x="115139" y="129056"/>
                    </a:cubicBezTo>
                    <a:lnTo>
                      <a:pt x="66286" y="129056"/>
                    </a:lnTo>
                    <a:lnTo>
                      <a:pt x="66286" y="197782"/>
                    </a:lnTo>
                    <a:lnTo>
                      <a:pt x="98008" y="197782"/>
                    </a:lnTo>
                    <a:lnTo>
                      <a:pt x="98008" y="228846"/>
                    </a:lnTo>
                    <a:lnTo>
                      <a:pt x="0" y="228846"/>
                    </a:lnTo>
                    <a:lnTo>
                      <a:pt x="0" y="197782"/>
                    </a:lnTo>
                    <a:lnTo>
                      <a:pt x="30994" y="197782"/>
                    </a:lnTo>
                    <a:lnTo>
                      <a:pt x="30994" y="31065"/>
                    </a:lnTo>
                    <a:lnTo>
                      <a:pt x="0" y="31065"/>
                    </a:lnTo>
                    <a:lnTo>
                      <a:pt x="0" y="0"/>
                    </a:lnTo>
                    <a:lnTo>
                      <a:pt x="140201" y="0"/>
                    </a:lnTo>
                    <a:cubicBezTo>
                      <a:pt x="155396" y="0"/>
                      <a:pt x="165626" y="2639"/>
                      <a:pt x="172588" y="9415"/>
                    </a:cubicBezTo>
                    <a:cubicBezTo>
                      <a:pt x="181486" y="18291"/>
                      <a:pt x="185118" y="29385"/>
                      <a:pt x="185118" y="63748"/>
                    </a:cubicBezTo>
                    <a:cubicBezTo>
                      <a:pt x="185118" y="103988"/>
                      <a:pt x="175554" y="112084"/>
                      <a:pt x="149160" y="115682"/>
                    </a:cubicBezTo>
                    <a:lnTo>
                      <a:pt x="149160" y="116282"/>
                    </a:lnTo>
                    <a:cubicBezTo>
                      <a:pt x="173617" y="120900"/>
                      <a:pt x="180457" y="130075"/>
                      <a:pt x="181850" y="163419"/>
                    </a:cubicBezTo>
                    <a:cubicBezTo>
                      <a:pt x="182152" y="173494"/>
                      <a:pt x="182818" y="186987"/>
                      <a:pt x="183484" y="197122"/>
                    </a:cubicBezTo>
                    <a:lnTo>
                      <a:pt x="183484" y="197122"/>
                    </a:lnTo>
                    <a:close/>
                    <a:moveTo>
                      <a:pt x="128760" y="99730"/>
                    </a:moveTo>
                    <a:cubicBezTo>
                      <a:pt x="138263" y="99730"/>
                      <a:pt x="141533" y="98711"/>
                      <a:pt x="143167" y="97152"/>
                    </a:cubicBezTo>
                    <a:cubicBezTo>
                      <a:pt x="146194" y="94153"/>
                      <a:pt x="147465" y="89296"/>
                      <a:pt x="147465" y="65727"/>
                    </a:cubicBezTo>
                    <a:cubicBezTo>
                      <a:pt x="147465" y="42159"/>
                      <a:pt x="146194" y="36642"/>
                      <a:pt x="143167" y="33703"/>
                    </a:cubicBezTo>
                    <a:cubicBezTo>
                      <a:pt x="141593" y="32084"/>
                      <a:pt x="138263" y="31065"/>
                      <a:pt x="128760" y="31065"/>
                    </a:cubicBezTo>
                    <a:lnTo>
                      <a:pt x="66286" y="31065"/>
                    </a:lnTo>
                    <a:lnTo>
                      <a:pt x="66286" y="99730"/>
                    </a:lnTo>
                    <a:lnTo>
                      <a:pt x="128760" y="99730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 223">
                <a:extLst>
                  <a:ext uri="{FF2B5EF4-FFF2-40B4-BE49-F238E27FC236}">
                    <a16:creationId xmlns:a16="http://schemas.microsoft.com/office/drawing/2014/main" id="{397CEE9E-68E8-FE23-9A36-F80D957C01D9}"/>
                  </a:ext>
                </a:extLst>
              </p:cNvPr>
              <p:cNvSpPr/>
              <p:nvPr/>
            </p:nvSpPr>
            <p:spPr>
              <a:xfrm>
                <a:off x="9691200" y="99235"/>
                <a:ext cx="183363" cy="228846"/>
              </a:xfrm>
              <a:custGeom>
                <a:avLst/>
                <a:gdLst>
                  <a:gd name="connsiteX0" fmla="*/ 0 w 183363"/>
                  <a:gd name="connsiteY0" fmla="*/ 0 h 228846"/>
                  <a:gd name="connsiteX1" fmla="*/ 0 w 183363"/>
                  <a:gd name="connsiteY1" fmla="*/ 31065 h 228846"/>
                  <a:gd name="connsiteX2" fmla="*/ 30873 w 183363"/>
                  <a:gd name="connsiteY2" fmla="*/ 31065 h 228846"/>
                  <a:gd name="connsiteX3" fmla="*/ 30873 w 183363"/>
                  <a:gd name="connsiteY3" fmla="*/ 197782 h 228846"/>
                  <a:gd name="connsiteX4" fmla="*/ 0 w 183363"/>
                  <a:gd name="connsiteY4" fmla="*/ 197782 h 228846"/>
                  <a:gd name="connsiteX5" fmla="*/ 0 w 183363"/>
                  <a:gd name="connsiteY5" fmla="*/ 228846 h 228846"/>
                  <a:gd name="connsiteX6" fmla="*/ 183363 w 183363"/>
                  <a:gd name="connsiteY6" fmla="*/ 228846 h 228846"/>
                  <a:gd name="connsiteX7" fmla="*/ 183363 w 183363"/>
                  <a:gd name="connsiteY7" fmla="*/ 155023 h 228846"/>
                  <a:gd name="connsiteX8" fmla="*/ 148797 w 183363"/>
                  <a:gd name="connsiteY8" fmla="*/ 155023 h 228846"/>
                  <a:gd name="connsiteX9" fmla="*/ 148797 w 183363"/>
                  <a:gd name="connsiteY9" fmla="*/ 197782 h 228846"/>
                  <a:gd name="connsiteX10" fmla="*/ 66227 w 183363"/>
                  <a:gd name="connsiteY10" fmla="*/ 197782 h 228846"/>
                  <a:gd name="connsiteX11" fmla="*/ 66227 w 183363"/>
                  <a:gd name="connsiteY11" fmla="*/ 125158 h 228846"/>
                  <a:gd name="connsiteX12" fmla="*/ 128336 w 183363"/>
                  <a:gd name="connsiteY12" fmla="*/ 125158 h 228846"/>
                  <a:gd name="connsiteX13" fmla="*/ 128336 w 183363"/>
                  <a:gd name="connsiteY13" fmla="*/ 95173 h 228846"/>
                  <a:gd name="connsiteX14" fmla="*/ 66227 w 183363"/>
                  <a:gd name="connsiteY14" fmla="*/ 95173 h 228846"/>
                  <a:gd name="connsiteX15" fmla="*/ 66227 w 183363"/>
                  <a:gd name="connsiteY15" fmla="*/ 31065 h 228846"/>
                  <a:gd name="connsiteX16" fmla="*/ 146133 w 183363"/>
                  <a:gd name="connsiteY16" fmla="*/ 31065 h 228846"/>
                  <a:gd name="connsiteX17" fmla="*/ 146133 w 183363"/>
                  <a:gd name="connsiteY17" fmla="*/ 68966 h 228846"/>
                  <a:gd name="connsiteX18" fmla="*/ 180760 w 183363"/>
                  <a:gd name="connsiteY18" fmla="*/ 68966 h 228846"/>
                  <a:gd name="connsiteX19" fmla="*/ 180760 w 183363"/>
                  <a:gd name="connsiteY19" fmla="*/ 0 h 228846"/>
                  <a:gd name="connsiteX20" fmla="*/ 0 w 183363"/>
                  <a:gd name="connsiteY20" fmla="*/ 0 h 228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3363" h="228846">
                    <a:moveTo>
                      <a:pt x="0" y="0"/>
                    </a:moveTo>
                    <a:lnTo>
                      <a:pt x="0" y="31065"/>
                    </a:lnTo>
                    <a:lnTo>
                      <a:pt x="30873" y="31065"/>
                    </a:lnTo>
                    <a:lnTo>
                      <a:pt x="30873" y="197782"/>
                    </a:lnTo>
                    <a:lnTo>
                      <a:pt x="0" y="197782"/>
                    </a:lnTo>
                    <a:lnTo>
                      <a:pt x="0" y="228846"/>
                    </a:lnTo>
                    <a:lnTo>
                      <a:pt x="183363" y="228846"/>
                    </a:lnTo>
                    <a:lnTo>
                      <a:pt x="183363" y="155023"/>
                    </a:lnTo>
                    <a:lnTo>
                      <a:pt x="148797" y="155023"/>
                    </a:lnTo>
                    <a:lnTo>
                      <a:pt x="148797" y="197782"/>
                    </a:lnTo>
                    <a:lnTo>
                      <a:pt x="66227" y="197782"/>
                    </a:lnTo>
                    <a:lnTo>
                      <a:pt x="66227" y="125158"/>
                    </a:lnTo>
                    <a:lnTo>
                      <a:pt x="128336" y="125158"/>
                    </a:lnTo>
                    <a:lnTo>
                      <a:pt x="128336" y="95173"/>
                    </a:lnTo>
                    <a:lnTo>
                      <a:pt x="66227" y="95173"/>
                    </a:lnTo>
                    <a:lnTo>
                      <a:pt x="66227" y="31065"/>
                    </a:lnTo>
                    <a:lnTo>
                      <a:pt x="146133" y="31065"/>
                    </a:lnTo>
                    <a:lnTo>
                      <a:pt x="146133" y="68966"/>
                    </a:lnTo>
                    <a:lnTo>
                      <a:pt x="180760" y="68966"/>
                    </a:lnTo>
                    <a:lnTo>
                      <a:pt x="1807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 224">
                <a:extLst>
                  <a:ext uri="{FF2B5EF4-FFF2-40B4-BE49-F238E27FC236}">
                    <a16:creationId xmlns:a16="http://schemas.microsoft.com/office/drawing/2014/main" id="{C8E528FE-EC94-CBFD-8EAA-15B10897C029}"/>
                  </a:ext>
                </a:extLst>
              </p:cNvPr>
              <p:cNvSpPr/>
              <p:nvPr/>
            </p:nvSpPr>
            <p:spPr>
              <a:xfrm>
                <a:off x="9898474" y="99235"/>
                <a:ext cx="227554" cy="229865"/>
              </a:xfrm>
              <a:custGeom>
                <a:avLst/>
                <a:gdLst>
                  <a:gd name="connsiteX0" fmla="*/ 0 w 227554"/>
                  <a:gd name="connsiteY0" fmla="*/ 31065 h 229865"/>
                  <a:gd name="connsiteX1" fmla="*/ 0 w 227554"/>
                  <a:gd name="connsiteY1" fmla="*/ 0 h 229865"/>
                  <a:gd name="connsiteX2" fmla="*/ 96131 w 227554"/>
                  <a:gd name="connsiteY2" fmla="*/ 0 h 229865"/>
                  <a:gd name="connsiteX3" fmla="*/ 96131 w 227554"/>
                  <a:gd name="connsiteY3" fmla="*/ 31005 h 229865"/>
                  <a:gd name="connsiteX4" fmla="*/ 64834 w 227554"/>
                  <a:gd name="connsiteY4" fmla="*/ 31005 h 229865"/>
                  <a:gd name="connsiteX5" fmla="*/ 113021 w 227554"/>
                  <a:gd name="connsiteY5" fmla="*/ 194903 h 229865"/>
                  <a:gd name="connsiteX6" fmla="*/ 117924 w 227554"/>
                  <a:gd name="connsiteY6" fmla="*/ 194903 h 229865"/>
                  <a:gd name="connsiteX7" fmla="*/ 166473 w 227554"/>
                  <a:gd name="connsiteY7" fmla="*/ 31005 h 229865"/>
                  <a:gd name="connsiteX8" fmla="*/ 135116 w 227554"/>
                  <a:gd name="connsiteY8" fmla="*/ 31005 h 229865"/>
                  <a:gd name="connsiteX9" fmla="*/ 135116 w 227554"/>
                  <a:gd name="connsiteY9" fmla="*/ 0 h 229865"/>
                  <a:gd name="connsiteX10" fmla="*/ 227554 w 227554"/>
                  <a:gd name="connsiteY10" fmla="*/ 0 h 229865"/>
                  <a:gd name="connsiteX11" fmla="*/ 227554 w 227554"/>
                  <a:gd name="connsiteY11" fmla="*/ 31005 h 229865"/>
                  <a:gd name="connsiteX12" fmla="*/ 202190 w 227554"/>
                  <a:gd name="connsiteY12" fmla="*/ 31005 h 229865"/>
                  <a:gd name="connsiteX13" fmla="*/ 142744 w 227554"/>
                  <a:gd name="connsiteY13" fmla="*/ 218711 h 229865"/>
                  <a:gd name="connsiteX14" fmla="*/ 126883 w 227554"/>
                  <a:gd name="connsiteY14" fmla="*/ 229866 h 229865"/>
                  <a:gd name="connsiteX15" fmla="*/ 100853 w 227554"/>
                  <a:gd name="connsiteY15" fmla="*/ 229866 h 229865"/>
                  <a:gd name="connsiteX16" fmla="*/ 84932 w 227554"/>
                  <a:gd name="connsiteY16" fmla="*/ 218711 h 229865"/>
                  <a:gd name="connsiteX17" fmla="*/ 25546 w 227554"/>
                  <a:gd name="connsiteY17" fmla="*/ 31005 h 229865"/>
                  <a:gd name="connsiteX18" fmla="*/ 61 w 227554"/>
                  <a:gd name="connsiteY18" fmla="*/ 31005 h 229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27554" h="229865">
                    <a:moveTo>
                      <a:pt x="0" y="31065"/>
                    </a:moveTo>
                    <a:lnTo>
                      <a:pt x="0" y="0"/>
                    </a:lnTo>
                    <a:lnTo>
                      <a:pt x="96131" y="0"/>
                    </a:lnTo>
                    <a:lnTo>
                      <a:pt x="96131" y="31005"/>
                    </a:lnTo>
                    <a:lnTo>
                      <a:pt x="64834" y="31005"/>
                    </a:lnTo>
                    <a:lnTo>
                      <a:pt x="113021" y="194903"/>
                    </a:lnTo>
                    <a:lnTo>
                      <a:pt x="117924" y="194903"/>
                    </a:lnTo>
                    <a:lnTo>
                      <a:pt x="166473" y="31005"/>
                    </a:lnTo>
                    <a:lnTo>
                      <a:pt x="135116" y="31005"/>
                    </a:lnTo>
                    <a:lnTo>
                      <a:pt x="135116" y="0"/>
                    </a:lnTo>
                    <a:lnTo>
                      <a:pt x="227554" y="0"/>
                    </a:lnTo>
                    <a:lnTo>
                      <a:pt x="227554" y="31005"/>
                    </a:lnTo>
                    <a:lnTo>
                      <a:pt x="202190" y="31005"/>
                    </a:lnTo>
                    <a:lnTo>
                      <a:pt x="142744" y="218711"/>
                    </a:lnTo>
                    <a:cubicBezTo>
                      <a:pt x="139717" y="227887"/>
                      <a:pt x="136751" y="229866"/>
                      <a:pt x="126883" y="229866"/>
                    </a:cubicBezTo>
                    <a:lnTo>
                      <a:pt x="100853" y="229866"/>
                    </a:lnTo>
                    <a:cubicBezTo>
                      <a:pt x="90925" y="229866"/>
                      <a:pt x="87898" y="227887"/>
                      <a:pt x="84932" y="218711"/>
                    </a:cubicBezTo>
                    <a:lnTo>
                      <a:pt x="25546" y="31005"/>
                    </a:lnTo>
                    <a:lnTo>
                      <a:pt x="61" y="31005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 225">
                <a:extLst>
                  <a:ext uri="{FF2B5EF4-FFF2-40B4-BE49-F238E27FC236}">
                    <a16:creationId xmlns:a16="http://schemas.microsoft.com/office/drawing/2014/main" id="{44A06325-6E4C-4B74-DC7F-2C7FF3BD02D4}"/>
                  </a:ext>
                </a:extLst>
              </p:cNvPr>
              <p:cNvSpPr/>
              <p:nvPr/>
            </p:nvSpPr>
            <p:spPr>
              <a:xfrm>
                <a:off x="10101390" y="98156"/>
                <a:ext cx="229188" cy="229925"/>
              </a:xfrm>
              <a:custGeom>
                <a:avLst/>
                <a:gdLst>
                  <a:gd name="connsiteX0" fmla="*/ 61 w 229188"/>
                  <a:gd name="connsiteY0" fmla="*/ 229926 h 229925"/>
                  <a:gd name="connsiteX1" fmla="*/ 61 w 229188"/>
                  <a:gd name="connsiteY1" fmla="*/ 198801 h 229925"/>
                  <a:gd name="connsiteX2" fmla="*/ 25183 w 229188"/>
                  <a:gd name="connsiteY2" fmla="*/ 198801 h 229925"/>
                  <a:gd name="connsiteX3" fmla="*/ 84871 w 229188"/>
                  <a:gd name="connsiteY3" fmla="*/ 11094 h 229925"/>
                  <a:gd name="connsiteX4" fmla="*/ 100732 w 229188"/>
                  <a:gd name="connsiteY4" fmla="*/ 0 h 229925"/>
                  <a:gd name="connsiteX5" fmla="*/ 128396 w 229188"/>
                  <a:gd name="connsiteY5" fmla="*/ 0 h 229925"/>
                  <a:gd name="connsiteX6" fmla="*/ 144256 w 229188"/>
                  <a:gd name="connsiteY6" fmla="*/ 11094 h 229925"/>
                  <a:gd name="connsiteX7" fmla="*/ 204066 w 229188"/>
                  <a:gd name="connsiteY7" fmla="*/ 198801 h 229925"/>
                  <a:gd name="connsiteX8" fmla="*/ 229188 w 229188"/>
                  <a:gd name="connsiteY8" fmla="*/ 198801 h 229925"/>
                  <a:gd name="connsiteX9" fmla="*/ 229188 w 229188"/>
                  <a:gd name="connsiteY9" fmla="*/ 229926 h 229925"/>
                  <a:gd name="connsiteX10" fmla="*/ 133421 w 229188"/>
                  <a:gd name="connsiteY10" fmla="*/ 229926 h 229925"/>
                  <a:gd name="connsiteX11" fmla="*/ 133421 w 229188"/>
                  <a:gd name="connsiteY11" fmla="*/ 198801 h 229925"/>
                  <a:gd name="connsiteX12" fmla="*/ 165081 w 229188"/>
                  <a:gd name="connsiteY12" fmla="*/ 198801 h 229925"/>
                  <a:gd name="connsiteX13" fmla="*/ 152913 w 229188"/>
                  <a:gd name="connsiteY13" fmla="*/ 157961 h 229925"/>
                  <a:gd name="connsiteX14" fmla="*/ 72643 w 229188"/>
                  <a:gd name="connsiteY14" fmla="*/ 158261 h 229925"/>
                  <a:gd name="connsiteX15" fmla="*/ 60415 w 229188"/>
                  <a:gd name="connsiteY15" fmla="*/ 198801 h 229925"/>
                  <a:gd name="connsiteX16" fmla="*/ 92135 w 229188"/>
                  <a:gd name="connsiteY16" fmla="*/ 198801 h 229925"/>
                  <a:gd name="connsiteX17" fmla="*/ 92135 w 229188"/>
                  <a:gd name="connsiteY17" fmla="*/ 229926 h 229925"/>
                  <a:gd name="connsiteX18" fmla="*/ 0 w 229188"/>
                  <a:gd name="connsiteY18" fmla="*/ 229926 h 229925"/>
                  <a:gd name="connsiteX19" fmla="*/ 81300 w 229188"/>
                  <a:gd name="connsiteY19" fmla="*/ 128576 h 229925"/>
                  <a:gd name="connsiteX20" fmla="*/ 143954 w 229188"/>
                  <a:gd name="connsiteY20" fmla="*/ 128576 h 229925"/>
                  <a:gd name="connsiteX21" fmla="*/ 115260 w 229188"/>
                  <a:gd name="connsiteY21" fmla="*/ 32084 h 229925"/>
                  <a:gd name="connsiteX22" fmla="*/ 110296 w 229188"/>
                  <a:gd name="connsiteY22" fmla="*/ 32084 h 229925"/>
                  <a:gd name="connsiteX23" fmla="*/ 81300 w 229188"/>
                  <a:gd name="connsiteY23" fmla="*/ 128576 h 229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9188" h="229925">
                    <a:moveTo>
                      <a:pt x="61" y="229926"/>
                    </a:moveTo>
                    <a:lnTo>
                      <a:pt x="61" y="198801"/>
                    </a:lnTo>
                    <a:lnTo>
                      <a:pt x="25183" y="198801"/>
                    </a:lnTo>
                    <a:lnTo>
                      <a:pt x="84871" y="11094"/>
                    </a:lnTo>
                    <a:cubicBezTo>
                      <a:pt x="87898" y="1919"/>
                      <a:pt x="90804" y="0"/>
                      <a:pt x="100732" y="0"/>
                    </a:cubicBezTo>
                    <a:lnTo>
                      <a:pt x="128396" y="0"/>
                    </a:lnTo>
                    <a:cubicBezTo>
                      <a:pt x="138324" y="0"/>
                      <a:pt x="141290" y="1919"/>
                      <a:pt x="144256" y="11094"/>
                    </a:cubicBezTo>
                    <a:lnTo>
                      <a:pt x="204066" y="198801"/>
                    </a:lnTo>
                    <a:lnTo>
                      <a:pt x="229188" y="198801"/>
                    </a:lnTo>
                    <a:lnTo>
                      <a:pt x="229188" y="229926"/>
                    </a:lnTo>
                    <a:lnTo>
                      <a:pt x="133421" y="229926"/>
                    </a:lnTo>
                    <a:lnTo>
                      <a:pt x="133421" y="198801"/>
                    </a:lnTo>
                    <a:lnTo>
                      <a:pt x="165081" y="198801"/>
                    </a:lnTo>
                    <a:lnTo>
                      <a:pt x="152913" y="157961"/>
                    </a:lnTo>
                    <a:cubicBezTo>
                      <a:pt x="132755" y="157961"/>
                      <a:pt x="93830" y="158261"/>
                      <a:pt x="72643" y="158261"/>
                    </a:cubicBezTo>
                    <a:lnTo>
                      <a:pt x="60415" y="198801"/>
                    </a:lnTo>
                    <a:lnTo>
                      <a:pt x="92135" y="198801"/>
                    </a:lnTo>
                    <a:lnTo>
                      <a:pt x="92135" y="229926"/>
                    </a:lnTo>
                    <a:lnTo>
                      <a:pt x="0" y="229926"/>
                    </a:lnTo>
                    <a:close/>
                    <a:moveTo>
                      <a:pt x="81300" y="128576"/>
                    </a:moveTo>
                    <a:lnTo>
                      <a:pt x="143954" y="128576"/>
                    </a:lnTo>
                    <a:lnTo>
                      <a:pt x="115260" y="32084"/>
                    </a:lnTo>
                    <a:lnTo>
                      <a:pt x="110296" y="32084"/>
                    </a:lnTo>
                    <a:lnTo>
                      <a:pt x="81300" y="128576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 226">
                <a:extLst>
                  <a:ext uri="{FF2B5EF4-FFF2-40B4-BE49-F238E27FC236}">
                    <a16:creationId xmlns:a16="http://schemas.microsoft.com/office/drawing/2014/main" id="{C1A1D3D9-2D68-DAED-9AAA-B05BE992107E}"/>
                  </a:ext>
                </a:extLst>
              </p:cNvPr>
              <p:cNvSpPr/>
              <p:nvPr/>
            </p:nvSpPr>
            <p:spPr>
              <a:xfrm>
                <a:off x="9455110" y="377077"/>
                <a:ext cx="183060" cy="183748"/>
              </a:xfrm>
              <a:custGeom>
                <a:avLst/>
                <a:gdLst>
                  <a:gd name="connsiteX0" fmla="*/ 114716 w 183060"/>
                  <a:gd name="connsiteY0" fmla="*/ 14573 h 183748"/>
                  <a:gd name="connsiteX1" fmla="*/ 114716 w 183060"/>
                  <a:gd name="connsiteY1" fmla="*/ 0 h 183748"/>
                  <a:gd name="connsiteX2" fmla="*/ 183060 w 183060"/>
                  <a:gd name="connsiteY2" fmla="*/ 0 h 183748"/>
                  <a:gd name="connsiteX3" fmla="*/ 183060 w 183060"/>
                  <a:gd name="connsiteY3" fmla="*/ 14573 h 183748"/>
                  <a:gd name="connsiteX4" fmla="*/ 157393 w 183060"/>
                  <a:gd name="connsiteY4" fmla="*/ 14573 h 183748"/>
                  <a:gd name="connsiteX5" fmla="*/ 157393 w 183060"/>
                  <a:gd name="connsiteY5" fmla="*/ 109985 h 183748"/>
                  <a:gd name="connsiteX6" fmla="*/ 144681 w 183060"/>
                  <a:gd name="connsiteY6" fmla="*/ 175653 h 183748"/>
                  <a:gd name="connsiteX7" fmla="*/ 111507 w 183060"/>
                  <a:gd name="connsiteY7" fmla="*/ 183749 h 183748"/>
                  <a:gd name="connsiteX8" fmla="*/ 70464 w 183060"/>
                  <a:gd name="connsiteY8" fmla="*/ 183749 h 183748"/>
                  <a:gd name="connsiteX9" fmla="*/ 38138 w 183060"/>
                  <a:gd name="connsiteY9" fmla="*/ 175653 h 183748"/>
                  <a:gd name="connsiteX10" fmla="*/ 25485 w 183060"/>
                  <a:gd name="connsiteY10" fmla="*/ 109985 h 183748"/>
                  <a:gd name="connsiteX11" fmla="*/ 25485 w 183060"/>
                  <a:gd name="connsiteY11" fmla="*/ 14573 h 183748"/>
                  <a:gd name="connsiteX12" fmla="*/ 0 w 183060"/>
                  <a:gd name="connsiteY12" fmla="*/ 14573 h 183748"/>
                  <a:gd name="connsiteX13" fmla="*/ 0 w 183060"/>
                  <a:gd name="connsiteY13" fmla="*/ 0 h 183748"/>
                  <a:gd name="connsiteX14" fmla="*/ 68285 w 183060"/>
                  <a:gd name="connsiteY14" fmla="*/ 0 h 183748"/>
                  <a:gd name="connsiteX15" fmla="*/ 68285 w 183060"/>
                  <a:gd name="connsiteY15" fmla="*/ 14573 h 183748"/>
                  <a:gd name="connsiteX16" fmla="*/ 40196 w 183060"/>
                  <a:gd name="connsiteY16" fmla="*/ 14573 h 183748"/>
                  <a:gd name="connsiteX17" fmla="*/ 40196 w 183060"/>
                  <a:gd name="connsiteY17" fmla="*/ 111005 h 183748"/>
                  <a:gd name="connsiteX18" fmla="*/ 49397 w 183060"/>
                  <a:gd name="connsiteY18" fmla="*/ 163599 h 183748"/>
                  <a:gd name="connsiteX19" fmla="*/ 73490 w 183060"/>
                  <a:gd name="connsiteY19" fmla="*/ 169116 h 183748"/>
                  <a:gd name="connsiteX20" fmla="*/ 109509 w 183060"/>
                  <a:gd name="connsiteY20" fmla="*/ 169116 h 183748"/>
                  <a:gd name="connsiteX21" fmla="*/ 133360 w 183060"/>
                  <a:gd name="connsiteY21" fmla="*/ 163599 h 183748"/>
                  <a:gd name="connsiteX22" fmla="*/ 142562 w 183060"/>
                  <a:gd name="connsiteY22" fmla="*/ 111005 h 183748"/>
                  <a:gd name="connsiteX23" fmla="*/ 142562 w 183060"/>
                  <a:gd name="connsiteY23" fmla="*/ 14573 h 183748"/>
                  <a:gd name="connsiteX24" fmla="*/ 114655 w 183060"/>
                  <a:gd name="connsiteY24" fmla="*/ 14573 h 183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3060" h="183748">
                    <a:moveTo>
                      <a:pt x="114716" y="14573"/>
                    </a:moveTo>
                    <a:lnTo>
                      <a:pt x="114716" y="0"/>
                    </a:lnTo>
                    <a:lnTo>
                      <a:pt x="183060" y="0"/>
                    </a:lnTo>
                    <a:lnTo>
                      <a:pt x="183060" y="14573"/>
                    </a:lnTo>
                    <a:lnTo>
                      <a:pt x="157393" y="14573"/>
                    </a:lnTo>
                    <a:lnTo>
                      <a:pt x="157393" y="109985"/>
                    </a:lnTo>
                    <a:cubicBezTo>
                      <a:pt x="157393" y="152744"/>
                      <a:pt x="153700" y="166657"/>
                      <a:pt x="144681" y="175653"/>
                    </a:cubicBezTo>
                    <a:cubicBezTo>
                      <a:pt x="138627" y="181410"/>
                      <a:pt x="129789" y="183749"/>
                      <a:pt x="111507" y="183749"/>
                    </a:cubicBezTo>
                    <a:lnTo>
                      <a:pt x="70464" y="183749"/>
                    </a:lnTo>
                    <a:cubicBezTo>
                      <a:pt x="52182" y="183749"/>
                      <a:pt x="44010" y="181410"/>
                      <a:pt x="38138" y="175653"/>
                    </a:cubicBezTo>
                    <a:cubicBezTo>
                      <a:pt x="29118" y="166657"/>
                      <a:pt x="25485" y="153044"/>
                      <a:pt x="25485" y="109985"/>
                    </a:cubicBezTo>
                    <a:lnTo>
                      <a:pt x="25485" y="14573"/>
                    </a:lnTo>
                    <a:lnTo>
                      <a:pt x="0" y="14573"/>
                    </a:lnTo>
                    <a:lnTo>
                      <a:pt x="0" y="0"/>
                    </a:lnTo>
                    <a:lnTo>
                      <a:pt x="68285" y="0"/>
                    </a:lnTo>
                    <a:lnTo>
                      <a:pt x="68285" y="14573"/>
                    </a:lnTo>
                    <a:lnTo>
                      <a:pt x="40196" y="14573"/>
                    </a:lnTo>
                    <a:lnTo>
                      <a:pt x="40196" y="111005"/>
                    </a:lnTo>
                    <a:cubicBezTo>
                      <a:pt x="40196" y="149326"/>
                      <a:pt x="43888" y="158081"/>
                      <a:pt x="49397" y="163599"/>
                    </a:cubicBezTo>
                    <a:cubicBezTo>
                      <a:pt x="52908" y="167017"/>
                      <a:pt x="57691" y="169116"/>
                      <a:pt x="73490" y="169116"/>
                    </a:cubicBezTo>
                    <a:lnTo>
                      <a:pt x="109509" y="169116"/>
                    </a:lnTo>
                    <a:cubicBezTo>
                      <a:pt x="125430" y="169116"/>
                      <a:pt x="129909" y="167017"/>
                      <a:pt x="133360" y="163599"/>
                    </a:cubicBezTo>
                    <a:cubicBezTo>
                      <a:pt x="139172" y="157902"/>
                      <a:pt x="142562" y="149386"/>
                      <a:pt x="142562" y="111005"/>
                    </a:cubicBezTo>
                    <a:lnTo>
                      <a:pt x="142562" y="14573"/>
                    </a:lnTo>
                    <a:lnTo>
                      <a:pt x="114655" y="1457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 227">
                <a:extLst>
                  <a:ext uri="{FF2B5EF4-FFF2-40B4-BE49-F238E27FC236}">
                    <a16:creationId xmlns:a16="http://schemas.microsoft.com/office/drawing/2014/main" id="{C7DC3DDC-270B-403A-6C07-EE3753FB9F77}"/>
                  </a:ext>
                </a:extLst>
              </p:cNvPr>
              <p:cNvSpPr/>
              <p:nvPr/>
            </p:nvSpPr>
            <p:spPr>
              <a:xfrm>
                <a:off x="9654031" y="377017"/>
                <a:ext cx="178762" cy="183988"/>
              </a:xfrm>
              <a:custGeom>
                <a:avLst/>
                <a:gdLst>
                  <a:gd name="connsiteX0" fmla="*/ 139837 w 178762"/>
                  <a:gd name="connsiteY0" fmla="*/ 14633 h 183988"/>
                  <a:gd name="connsiteX1" fmla="*/ 111507 w 178762"/>
                  <a:gd name="connsiteY1" fmla="*/ 14633 h 183988"/>
                  <a:gd name="connsiteX2" fmla="*/ 111507 w 178762"/>
                  <a:gd name="connsiteY2" fmla="*/ 60 h 183988"/>
                  <a:gd name="connsiteX3" fmla="*/ 178762 w 178762"/>
                  <a:gd name="connsiteY3" fmla="*/ 60 h 183988"/>
                  <a:gd name="connsiteX4" fmla="*/ 178762 w 178762"/>
                  <a:gd name="connsiteY4" fmla="*/ 14633 h 183988"/>
                  <a:gd name="connsiteX5" fmla="*/ 154669 w 178762"/>
                  <a:gd name="connsiteY5" fmla="*/ 14633 h 183988"/>
                  <a:gd name="connsiteX6" fmla="*/ 154669 w 178762"/>
                  <a:gd name="connsiteY6" fmla="*/ 183989 h 183988"/>
                  <a:gd name="connsiteX7" fmla="*/ 137477 w 178762"/>
                  <a:gd name="connsiteY7" fmla="*/ 183989 h 183988"/>
                  <a:gd name="connsiteX8" fmla="*/ 127125 w 178762"/>
                  <a:gd name="connsiteY8" fmla="*/ 177752 h 183988"/>
                  <a:gd name="connsiteX9" fmla="*/ 42133 w 178762"/>
                  <a:gd name="connsiteY9" fmla="*/ 13913 h 183988"/>
                  <a:gd name="connsiteX10" fmla="*/ 39469 w 178762"/>
                  <a:gd name="connsiteY10" fmla="*/ 13913 h 183988"/>
                  <a:gd name="connsiteX11" fmla="*/ 39469 w 178762"/>
                  <a:gd name="connsiteY11" fmla="*/ 172234 h 183988"/>
                  <a:gd name="connsiteX12" fmla="*/ 68042 w 178762"/>
                  <a:gd name="connsiteY12" fmla="*/ 172234 h 183988"/>
                  <a:gd name="connsiteX13" fmla="*/ 68042 w 178762"/>
                  <a:gd name="connsiteY13" fmla="*/ 183749 h 183988"/>
                  <a:gd name="connsiteX14" fmla="*/ 0 w 178762"/>
                  <a:gd name="connsiteY14" fmla="*/ 183749 h 183988"/>
                  <a:gd name="connsiteX15" fmla="*/ 0 w 178762"/>
                  <a:gd name="connsiteY15" fmla="*/ 172234 h 183988"/>
                  <a:gd name="connsiteX16" fmla="*/ 24880 w 178762"/>
                  <a:gd name="connsiteY16" fmla="*/ 172234 h 183988"/>
                  <a:gd name="connsiteX17" fmla="*/ 24880 w 178762"/>
                  <a:gd name="connsiteY17" fmla="*/ 14573 h 183988"/>
                  <a:gd name="connsiteX18" fmla="*/ 0 w 178762"/>
                  <a:gd name="connsiteY18" fmla="*/ 14573 h 183988"/>
                  <a:gd name="connsiteX19" fmla="*/ 0 w 178762"/>
                  <a:gd name="connsiteY19" fmla="*/ 0 h 183988"/>
                  <a:gd name="connsiteX20" fmla="*/ 44373 w 178762"/>
                  <a:gd name="connsiteY20" fmla="*/ 0 h 183988"/>
                  <a:gd name="connsiteX21" fmla="*/ 54725 w 178762"/>
                  <a:gd name="connsiteY21" fmla="*/ 6237 h 183988"/>
                  <a:gd name="connsiteX22" fmla="*/ 138930 w 178762"/>
                  <a:gd name="connsiteY22" fmla="*/ 168216 h 183988"/>
                  <a:gd name="connsiteX23" fmla="*/ 139898 w 178762"/>
                  <a:gd name="connsiteY23" fmla="*/ 168216 h 183988"/>
                  <a:gd name="connsiteX24" fmla="*/ 139898 w 178762"/>
                  <a:gd name="connsiteY24" fmla="*/ 14513 h 183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8762" h="183988">
                    <a:moveTo>
                      <a:pt x="139837" y="14633"/>
                    </a:moveTo>
                    <a:lnTo>
                      <a:pt x="111507" y="14633"/>
                    </a:lnTo>
                    <a:lnTo>
                      <a:pt x="111507" y="60"/>
                    </a:lnTo>
                    <a:lnTo>
                      <a:pt x="178762" y="60"/>
                    </a:lnTo>
                    <a:lnTo>
                      <a:pt x="178762" y="14633"/>
                    </a:lnTo>
                    <a:lnTo>
                      <a:pt x="154669" y="14633"/>
                    </a:lnTo>
                    <a:lnTo>
                      <a:pt x="154669" y="183989"/>
                    </a:lnTo>
                    <a:lnTo>
                      <a:pt x="137477" y="183989"/>
                    </a:lnTo>
                    <a:cubicBezTo>
                      <a:pt x="131665" y="183989"/>
                      <a:pt x="129486" y="182489"/>
                      <a:pt x="127125" y="177752"/>
                    </a:cubicBezTo>
                    <a:lnTo>
                      <a:pt x="42133" y="13913"/>
                    </a:lnTo>
                    <a:lnTo>
                      <a:pt x="39469" y="13913"/>
                    </a:lnTo>
                    <a:lnTo>
                      <a:pt x="39469" y="172234"/>
                    </a:lnTo>
                    <a:lnTo>
                      <a:pt x="68042" y="172234"/>
                    </a:lnTo>
                    <a:lnTo>
                      <a:pt x="68042" y="183749"/>
                    </a:lnTo>
                    <a:lnTo>
                      <a:pt x="0" y="183749"/>
                    </a:lnTo>
                    <a:lnTo>
                      <a:pt x="0" y="172234"/>
                    </a:lnTo>
                    <a:lnTo>
                      <a:pt x="24880" y="172234"/>
                    </a:lnTo>
                    <a:lnTo>
                      <a:pt x="24880" y="14573"/>
                    </a:lnTo>
                    <a:lnTo>
                      <a:pt x="0" y="14573"/>
                    </a:lnTo>
                    <a:lnTo>
                      <a:pt x="0" y="0"/>
                    </a:lnTo>
                    <a:lnTo>
                      <a:pt x="44373" y="0"/>
                    </a:lnTo>
                    <a:cubicBezTo>
                      <a:pt x="50184" y="0"/>
                      <a:pt x="52242" y="1319"/>
                      <a:pt x="54725" y="6237"/>
                    </a:cubicBezTo>
                    <a:lnTo>
                      <a:pt x="138930" y="168216"/>
                    </a:lnTo>
                    <a:lnTo>
                      <a:pt x="139898" y="168216"/>
                    </a:lnTo>
                    <a:lnTo>
                      <a:pt x="139898" y="1451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 228">
                <a:extLst>
                  <a:ext uri="{FF2B5EF4-FFF2-40B4-BE49-F238E27FC236}">
                    <a16:creationId xmlns:a16="http://schemas.microsoft.com/office/drawing/2014/main" id="{EBD1086F-C029-E9CD-FB72-754E1ABE2DFA}"/>
                  </a:ext>
                </a:extLst>
              </p:cNvPr>
              <p:cNvSpPr/>
              <p:nvPr/>
            </p:nvSpPr>
            <p:spPr>
              <a:xfrm>
                <a:off x="9852104" y="377077"/>
                <a:ext cx="69131" cy="183688"/>
              </a:xfrm>
              <a:custGeom>
                <a:avLst/>
                <a:gdLst>
                  <a:gd name="connsiteX0" fmla="*/ 0 w 69131"/>
                  <a:gd name="connsiteY0" fmla="*/ 0 h 183688"/>
                  <a:gd name="connsiteX1" fmla="*/ 0 w 69131"/>
                  <a:gd name="connsiteY1" fmla="*/ 14573 h 183688"/>
                  <a:gd name="connsiteX2" fmla="*/ 27301 w 69131"/>
                  <a:gd name="connsiteY2" fmla="*/ 14573 h 183688"/>
                  <a:gd name="connsiteX3" fmla="*/ 27301 w 69131"/>
                  <a:gd name="connsiteY3" fmla="*/ 169116 h 183688"/>
                  <a:gd name="connsiteX4" fmla="*/ 0 w 69131"/>
                  <a:gd name="connsiteY4" fmla="*/ 169116 h 183688"/>
                  <a:gd name="connsiteX5" fmla="*/ 0 w 69131"/>
                  <a:gd name="connsiteY5" fmla="*/ 183689 h 183688"/>
                  <a:gd name="connsiteX6" fmla="*/ 69131 w 69131"/>
                  <a:gd name="connsiteY6" fmla="*/ 183689 h 183688"/>
                  <a:gd name="connsiteX7" fmla="*/ 69131 w 69131"/>
                  <a:gd name="connsiteY7" fmla="*/ 169116 h 183688"/>
                  <a:gd name="connsiteX8" fmla="*/ 42193 w 69131"/>
                  <a:gd name="connsiteY8" fmla="*/ 169116 h 183688"/>
                  <a:gd name="connsiteX9" fmla="*/ 42193 w 69131"/>
                  <a:gd name="connsiteY9" fmla="*/ 14573 h 183688"/>
                  <a:gd name="connsiteX10" fmla="*/ 69131 w 69131"/>
                  <a:gd name="connsiteY10" fmla="*/ 14573 h 183688"/>
                  <a:gd name="connsiteX11" fmla="*/ 69131 w 69131"/>
                  <a:gd name="connsiteY11" fmla="*/ 0 h 183688"/>
                  <a:gd name="connsiteX12" fmla="*/ 0 w 69131"/>
                  <a:gd name="connsiteY1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1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7301" y="14573"/>
                    </a:lnTo>
                    <a:lnTo>
                      <a:pt x="27301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69131" y="183689"/>
                    </a:lnTo>
                    <a:lnTo>
                      <a:pt x="69131" y="169116"/>
                    </a:lnTo>
                    <a:lnTo>
                      <a:pt x="42193" y="169116"/>
                    </a:lnTo>
                    <a:lnTo>
                      <a:pt x="42193" y="14573"/>
                    </a:lnTo>
                    <a:lnTo>
                      <a:pt x="69131" y="14573"/>
                    </a:lnTo>
                    <a:lnTo>
                      <a:pt x="6913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 229">
                <a:extLst>
                  <a:ext uri="{FF2B5EF4-FFF2-40B4-BE49-F238E27FC236}">
                    <a16:creationId xmlns:a16="http://schemas.microsoft.com/office/drawing/2014/main" id="{A6998BDA-EF9A-E0E4-5F67-250B4345788A}"/>
                  </a:ext>
                </a:extLst>
              </p:cNvPr>
              <p:cNvSpPr/>
              <p:nvPr/>
            </p:nvSpPr>
            <p:spPr>
              <a:xfrm>
                <a:off x="9939154" y="377077"/>
                <a:ext cx="182939" cy="184768"/>
              </a:xfrm>
              <a:custGeom>
                <a:avLst/>
                <a:gdLst>
                  <a:gd name="connsiteX0" fmla="*/ 121 w 182939"/>
                  <a:gd name="connsiteY0" fmla="*/ 14573 h 184768"/>
                  <a:gd name="connsiteX1" fmla="*/ 121 w 182939"/>
                  <a:gd name="connsiteY1" fmla="*/ 0 h 184768"/>
                  <a:gd name="connsiteX2" fmla="*/ 66105 w 182939"/>
                  <a:gd name="connsiteY2" fmla="*/ 0 h 184768"/>
                  <a:gd name="connsiteX3" fmla="*/ 66105 w 182939"/>
                  <a:gd name="connsiteY3" fmla="*/ 14573 h 184768"/>
                  <a:gd name="connsiteX4" fmla="*/ 40559 w 182939"/>
                  <a:gd name="connsiteY4" fmla="*/ 14573 h 184768"/>
                  <a:gd name="connsiteX5" fmla="*/ 88927 w 182939"/>
                  <a:gd name="connsiteY5" fmla="*/ 169176 h 184768"/>
                  <a:gd name="connsiteX6" fmla="*/ 93952 w 182939"/>
                  <a:gd name="connsiteY6" fmla="*/ 169176 h 184768"/>
                  <a:gd name="connsiteX7" fmla="*/ 142562 w 182939"/>
                  <a:gd name="connsiteY7" fmla="*/ 14573 h 184768"/>
                  <a:gd name="connsiteX8" fmla="*/ 117985 w 182939"/>
                  <a:gd name="connsiteY8" fmla="*/ 14573 h 184768"/>
                  <a:gd name="connsiteX9" fmla="*/ 117985 w 182939"/>
                  <a:gd name="connsiteY9" fmla="*/ 0 h 184768"/>
                  <a:gd name="connsiteX10" fmla="*/ 182940 w 182939"/>
                  <a:gd name="connsiteY10" fmla="*/ 0 h 184768"/>
                  <a:gd name="connsiteX11" fmla="*/ 182940 w 182939"/>
                  <a:gd name="connsiteY11" fmla="*/ 14573 h 184768"/>
                  <a:gd name="connsiteX12" fmla="*/ 159028 w 182939"/>
                  <a:gd name="connsiteY12" fmla="*/ 14573 h 184768"/>
                  <a:gd name="connsiteX13" fmla="*/ 105454 w 182939"/>
                  <a:gd name="connsiteY13" fmla="*/ 177692 h 184768"/>
                  <a:gd name="connsiteX14" fmla="*/ 94860 w 182939"/>
                  <a:gd name="connsiteY14" fmla="*/ 184768 h 184768"/>
                  <a:gd name="connsiteX15" fmla="*/ 87717 w 182939"/>
                  <a:gd name="connsiteY15" fmla="*/ 184768 h 184768"/>
                  <a:gd name="connsiteX16" fmla="*/ 77123 w 182939"/>
                  <a:gd name="connsiteY16" fmla="*/ 177692 h 184768"/>
                  <a:gd name="connsiteX17" fmla="*/ 23851 w 182939"/>
                  <a:gd name="connsiteY17" fmla="*/ 14573 h 184768"/>
                  <a:gd name="connsiteX18" fmla="*/ 0 w 182939"/>
                  <a:gd name="connsiteY18" fmla="*/ 14573 h 18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2939" h="184768">
                    <a:moveTo>
                      <a:pt x="121" y="14573"/>
                    </a:moveTo>
                    <a:lnTo>
                      <a:pt x="121" y="0"/>
                    </a:lnTo>
                    <a:lnTo>
                      <a:pt x="66105" y="0"/>
                    </a:lnTo>
                    <a:lnTo>
                      <a:pt x="66105" y="14573"/>
                    </a:lnTo>
                    <a:lnTo>
                      <a:pt x="40559" y="14573"/>
                    </a:lnTo>
                    <a:lnTo>
                      <a:pt x="88927" y="169176"/>
                    </a:lnTo>
                    <a:lnTo>
                      <a:pt x="93952" y="169176"/>
                    </a:lnTo>
                    <a:lnTo>
                      <a:pt x="142562" y="14573"/>
                    </a:lnTo>
                    <a:lnTo>
                      <a:pt x="117985" y="14573"/>
                    </a:lnTo>
                    <a:lnTo>
                      <a:pt x="117985" y="0"/>
                    </a:lnTo>
                    <a:lnTo>
                      <a:pt x="182940" y="0"/>
                    </a:lnTo>
                    <a:lnTo>
                      <a:pt x="182940" y="14573"/>
                    </a:lnTo>
                    <a:lnTo>
                      <a:pt x="159028" y="14573"/>
                    </a:lnTo>
                    <a:lnTo>
                      <a:pt x="105454" y="177692"/>
                    </a:lnTo>
                    <a:cubicBezTo>
                      <a:pt x="103093" y="184288"/>
                      <a:pt x="102064" y="184768"/>
                      <a:pt x="94860" y="184768"/>
                    </a:cubicBezTo>
                    <a:lnTo>
                      <a:pt x="87717" y="184768"/>
                    </a:lnTo>
                    <a:cubicBezTo>
                      <a:pt x="80876" y="184768"/>
                      <a:pt x="78939" y="183209"/>
                      <a:pt x="77123" y="177692"/>
                    </a:cubicBezTo>
                    <a:lnTo>
                      <a:pt x="23851" y="14573"/>
                    </a:lnTo>
                    <a:lnTo>
                      <a:pt x="0" y="1457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 230">
                <a:extLst>
                  <a:ext uri="{FF2B5EF4-FFF2-40B4-BE49-F238E27FC236}">
                    <a16:creationId xmlns:a16="http://schemas.microsoft.com/office/drawing/2014/main" id="{8632AECB-7FC8-E29F-0A30-C148DB72B23B}"/>
                  </a:ext>
                </a:extLst>
              </p:cNvPr>
              <p:cNvSpPr/>
              <p:nvPr/>
            </p:nvSpPr>
            <p:spPr>
              <a:xfrm>
                <a:off x="10140315" y="377077"/>
                <a:ext cx="141047" cy="183688"/>
              </a:xfrm>
              <a:custGeom>
                <a:avLst/>
                <a:gdLst>
                  <a:gd name="connsiteX0" fmla="*/ 0 w 141047"/>
                  <a:gd name="connsiteY0" fmla="*/ 0 h 183688"/>
                  <a:gd name="connsiteX1" fmla="*/ 0 w 141047"/>
                  <a:gd name="connsiteY1" fmla="*/ 14573 h 183688"/>
                  <a:gd name="connsiteX2" fmla="*/ 25062 w 141047"/>
                  <a:gd name="connsiteY2" fmla="*/ 14573 h 183688"/>
                  <a:gd name="connsiteX3" fmla="*/ 25062 w 141047"/>
                  <a:gd name="connsiteY3" fmla="*/ 169116 h 183688"/>
                  <a:gd name="connsiteX4" fmla="*/ 0 w 141047"/>
                  <a:gd name="connsiteY4" fmla="*/ 169116 h 183688"/>
                  <a:gd name="connsiteX5" fmla="*/ 0 w 141047"/>
                  <a:gd name="connsiteY5" fmla="*/ 183689 h 183688"/>
                  <a:gd name="connsiteX6" fmla="*/ 141048 w 141047"/>
                  <a:gd name="connsiteY6" fmla="*/ 183689 h 183688"/>
                  <a:gd name="connsiteX7" fmla="*/ 141048 w 141047"/>
                  <a:gd name="connsiteY7" fmla="*/ 144708 h 183688"/>
                  <a:gd name="connsiteX8" fmla="*/ 126399 w 141047"/>
                  <a:gd name="connsiteY8" fmla="*/ 144708 h 183688"/>
                  <a:gd name="connsiteX9" fmla="*/ 126399 w 141047"/>
                  <a:gd name="connsiteY9" fmla="*/ 169116 h 183688"/>
                  <a:gd name="connsiteX10" fmla="*/ 40014 w 141047"/>
                  <a:gd name="connsiteY10" fmla="*/ 169116 h 183688"/>
                  <a:gd name="connsiteX11" fmla="*/ 40014 w 141047"/>
                  <a:gd name="connsiteY11" fmla="*/ 95712 h 183688"/>
                  <a:gd name="connsiteX12" fmla="*/ 104848 w 141047"/>
                  <a:gd name="connsiteY12" fmla="*/ 95712 h 183688"/>
                  <a:gd name="connsiteX13" fmla="*/ 104848 w 141047"/>
                  <a:gd name="connsiteY13" fmla="*/ 81140 h 183688"/>
                  <a:gd name="connsiteX14" fmla="*/ 40014 w 141047"/>
                  <a:gd name="connsiteY14" fmla="*/ 81140 h 183688"/>
                  <a:gd name="connsiteX15" fmla="*/ 40014 w 141047"/>
                  <a:gd name="connsiteY15" fmla="*/ 14573 h 183688"/>
                  <a:gd name="connsiteX16" fmla="*/ 126399 w 141047"/>
                  <a:gd name="connsiteY16" fmla="*/ 14573 h 183688"/>
                  <a:gd name="connsiteX17" fmla="*/ 126399 w 141047"/>
                  <a:gd name="connsiteY17" fmla="*/ 38141 h 183688"/>
                  <a:gd name="connsiteX18" fmla="*/ 141048 w 141047"/>
                  <a:gd name="connsiteY18" fmla="*/ 38141 h 183688"/>
                  <a:gd name="connsiteX19" fmla="*/ 141048 w 141047"/>
                  <a:gd name="connsiteY19" fmla="*/ 0 h 183688"/>
                  <a:gd name="connsiteX20" fmla="*/ 0 w 141047"/>
                  <a:gd name="connsiteY20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1047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5062" y="14573"/>
                    </a:lnTo>
                    <a:lnTo>
                      <a:pt x="25062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141048" y="183689"/>
                    </a:lnTo>
                    <a:lnTo>
                      <a:pt x="141048" y="144708"/>
                    </a:lnTo>
                    <a:lnTo>
                      <a:pt x="126399" y="144708"/>
                    </a:lnTo>
                    <a:lnTo>
                      <a:pt x="126399" y="169116"/>
                    </a:lnTo>
                    <a:lnTo>
                      <a:pt x="40014" y="169116"/>
                    </a:lnTo>
                    <a:lnTo>
                      <a:pt x="40014" y="95712"/>
                    </a:lnTo>
                    <a:lnTo>
                      <a:pt x="104848" y="95712"/>
                    </a:lnTo>
                    <a:lnTo>
                      <a:pt x="104848" y="81140"/>
                    </a:lnTo>
                    <a:lnTo>
                      <a:pt x="40014" y="81140"/>
                    </a:lnTo>
                    <a:lnTo>
                      <a:pt x="40014" y="14573"/>
                    </a:lnTo>
                    <a:lnTo>
                      <a:pt x="126399" y="14573"/>
                    </a:lnTo>
                    <a:lnTo>
                      <a:pt x="126399" y="38141"/>
                    </a:lnTo>
                    <a:lnTo>
                      <a:pt x="141048" y="38141"/>
                    </a:lnTo>
                    <a:lnTo>
                      <a:pt x="14104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 231">
                <a:extLst>
                  <a:ext uri="{FF2B5EF4-FFF2-40B4-BE49-F238E27FC236}">
                    <a16:creationId xmlns:a16="http://schemas.microsoft.com/office/drawing/2014/main" id="{86C19C4B-B887-3911-0BF2-A12D15EA85F0}"/>
                  </a:ext>
                </a:extLst>
              </p:cNvPr>
              <p:cNvSpPr/>
              <p:nvPr/>
            </p:nvSpPr>
            <p:spPr>
              <a:xfrm>
                <a:off x="10310360" y="377137"/>
                <a:ext cx="169016" cy="183628"/>
              </a:xfrm>
              <a:custGeom>
                <a:avLst/>
                <a:gdLst>
                  <a:gd name="connsiteX0" fmla="*/ 142501 w 169016"/>
                  <a:gd name="connsiteY0" fmla="*/ 169056 h 183628"/>
                  <a:gd name="connsiteX1" fmla="*/ 169016 w 169016"/>
                  <a:gd name="connsiteY1" fmla="*/ 169056 h 183628"/>
                  <a:gd name="connsiteX2" fmla="*/ 169016 w 169016"/>
                  <a:gd name="connsiteY2" fmla="*/ 183629 h 183628"/>
                  <a:gd name="connsiteX3" fmla="*/ 140624 w 169016"/>
                  <a:gd name="connsiteY3" fmla="*/ 183629 h 183628"/>
                  <a:gd name="connsiteX4" fmla="*/ 130818 w 169016"/>
                  <a:gd name="connsiteY4" fmla="*/ 180990 h 183628"/>
                  <a:gd name="connsiteX5" fmla="*/ 125793 w 169016"/>
                  <a:gd name="connsiteY5" fmla="*/ 136672 h 183628"/>
                  <a:gd name="connsiteX6" fmla="*/ 118650 w 169016"/>
                  <a:gd name="connsiteY6" fmla="*/ 105667 h 183628"/>
                  <a:gd name="connsiteX7" fmla="*/ 97160 w 169016"/>
                  <a:gd name="connsiteY7" fmla="*/ 100810 h 183628"/>
                  <a:gd name="connsiteX8" fmla="*/ 40014 w 169016"/>
                  <a:gd name="connsiteY8" fmla="*/ 100810 h 183628"/>
                  <a:gd name="connsiteX9" fmla="*/ 40014 w 169016"/>
                  <a:gd name="connsiteY9" fmla="*/ 169056 h 183628"/>
                  <a:gd name="connsiteX10" fmla="*/ 68345 w 169016"/>
                  <a:gd name="connsiteY10" fmla="*/ 169056 h 183628"/>
                  <a:gd name="connsiteX11" fmla="*/ 68345 w 169016"/>
                  <a:gd name="connsiteY11" fmla="*/ 183629 h 183628"/>
                  <a:gd name="connsiteX12" fmla="*/ 0 w 169016"/>
                  <a:gd name="connsiteY12" fmla="*/ 183629 h 183628"/>
                  <a:gd name="connsiteX13" fmla="*/ 0 w 169016"/>
                  <a:gd name="connsiteY13" fmla="*/ 169056 h 183628"/>
                  <a:gd name="connsiteX14" fmla="*/ 25364 w 169016"/>
                  <a:gd name="connsiteY14" fmla="*/ 169056 h 183628"/>
                  <a:gd name="connsiteX15" fmla="*/ 25364 w 169016"/>
                  <a:gd name="connsiteY15" fmla="*/ 14513 h 183628"/>
                  <a:gd name="connsiteX16" fmla="*/ 0 w 169016"/>
                  <a:gd name="connsiteY16" fmla="*/ 14513 h 183628"/>
                  <a:gd name="connsiteX17" fmla="*/ 0 w 169016"/>
                  <a:gd name="connsiteY17" fmla="*/ 0 h 183628"/>
                  <a:gd name="connsiteX18" fmla="*/ 102184 w 169016"/>
                  <a:gd name="connsiteY18" fmla="*/ 0 h 183628"/>
                  <a:gd name="connsiteX19" fmla="*/ 129547 w 169016"/>
                  <a:gd name="connsiteY19" fmla="*/ 7856 h 183628"/>
                  <a:gd name="connsiteX20" fmla="*/ 140927 w 169016"/>
                  <a:gd name="connsiteY20" fmla="*/ 49595 h 183628"/>
                  <a:gd name="connsiteX21" fmla="*/ 115441 w 169016"/>
                  <a:gd name="connsiteY21" fmla="*/ 93973 h 183628"/>
                  <a:gd name="connsiteX22" fmla="*/ 119437 w 169016"/>
                  <a:gd name="connsiteY22" fmla="*/ 94513 h 183628"/>
                  <a:gd name="connsiteX23" fmla="*/ 140382 w 169016"/>
                  <a:gd name="connsiteY23" fmla="*/ 136492 h 183628"/>
                  <a:gd name="connsiteX24" fmla="*/ 142501 w 169016"/>
                  <a:gd name="connsiteY24" fmla="*/ 169116 h 183628"/>
                  <a:gd name="connsiteX25" fmla="*/ 142501 w 169016"/>
                  <a:gd name="connsiteY25" fmla="*/ 169116 h 183628"/>
                  <a:gd name="connsiteX26" fmla="*/ 97887 w 169016"/>
                  <a:gd name="connsiteY26" fmla="*/ 86237 h 183628"/>
                  <a:gd name="connsiteX27" fmla="*/ 117621 w 169016"/>
                  <a:gd name="connsiteY27" fmla="*/ 81080 h 183628"/>
                  <a:gd name="connsiteX28" fmla="*/ 125975 w 169016"/>
                  <a:gd name="connsiteY28" fmla="*/ 49775 h 183628"/>
                  <a:gd name="connsiteX29" fmla="*/ 117984 w 169016"/>
                  <a:gd name="connsiteY29" fmla="*/ 19250 h 183628"/>
                  <a:gd name="connsiteX30" fmla="*/ 98371 w 169016"/>
                  <a:gd name="connsiteY30" fmla="*/ 14513 h 183628"/>
                  <a:gd name="connsiteX31" fmla="*/ 39953 w 169016"/>
                  <a:gd name="connsiteY31" fmla="*/ 14513 h 183628"/>
                  <a:gd name="connsiteX32" fmla="*/ 39953 w 169016"/>
                  <a:gd name="connsiteY32" fmla="*/ 86237 h 183628"/>
                  <a:gd name="connsiteX33" fmla="*/ 97826 w 169016"/>
                  <a:gd name="connsiteY33" fmla="*/ 86237 h 18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69016" h="183628">
                    <a:moveTo>
                      <a:pt x="142501" y="169056"/>
                    </a:moveTo>
                    <a:lnTo>
                      <a:pt x="169016" y="169056"/>
                    </a:lnTo>
                    <a:lnTo>
                      <a:pt x="169016" y="183629"/>
                    </a:lnTo>
                    <a:lnTo>
                      <a:pt x="140624" y="183629"/>
                    </a:lnTo>
                    <a:cubicBezTo>
                      <a:pt x="135358" y="183629"/>
                      <a:pt x="132695" y="182849"/>
                      <a:pt x="130818" y="180990"/>
                    </a:cubicBezTo>
                    <a:cubicBezTo>
                      <a:pt x="127912" y="178051"/>
                      <a:pt x="126822" y="174213"/>
                      <a:pt x="125793" y="136672"/>
                    </a:cubicBezTo>
                    <a:cubicBezTo>
                      <a:pt x="125006" y="115623"/>
                      <a:pt x="122585" y="109626"/>
                      <a:pt x="118650" y="105667"/>
                    </a:cubicBezTo>
                    <a:cubicBezTo>
                      <a:pt x="114413" y="101170"/>
                      <a:pt x="108540" y="100810"/>
                      <a:pt x="97160" y="100810"/>
                    </a:cubicBezTo>
                    <a:lnTo>
                      <a:pt x="40014" y="100810"/>
                    </a:lnTo>
                    <a:lnTo>
                      <a:pt x="40014" y="169056"/>
                    </a:lnTo>
                    <a:lnTo>
                      <a:pt x="68345" y="169056"/>
                    </a:lnTo>
                    <a:lnTo>
                      <a:pt x="68345" y="183629"/>
                    </a:lnTo>
                    <a:lnTo>
                      <a:pt x="0" y="183629"/>
                    </a:lnTo>
                    <a:lnTo>
                      <a:pt x="0" y="169056"/>
                    </a:lnTo>
                    <a:lnTo>
                      <a:pt x="25364" y="169056"/>
                    </a:lnTo>
                    <a:lnTo>
                      <a:pt x="25364" y="14513"/>
                    </a:lnTo>
                    <a:lnTo>
                      <a:pt x="0" y="14513"/>
                    </a:lnTo>
                    <a:lnTo>
                      <a:pt x="0" y="0"/>
                    </a:lnTo>
                    <a:lnTo>
                      <a:pt x="102184" y="0"/>
                    </a:lnTo>
                    <a:cubicBezTo>
                      <a:pt x="115805" y="0"/>
                      <a:pt x="123735" y="1799"/>
                      <a:pt x="129547" y="7856"/>
                    </a:cubicBezTo>
                    <a:cubicBezTo>
                      <a:pt x="136750" y="14933"/>
                      <a:pt x="140927" y="23328"/>
                      <a:pt x="140927" y="49595"/>
                    </a:cubicBezTo>
                    <a:cubicBezTo>
                      <a:pt x="140927" y="81140"/>
                      <a:pt x="131908" y="89775"/>
                      <a:pt x="115441" y="93973"/>
                    </a:cubicBezTo>
                    <a:lnTo>
                      <a:pt x="119437" y="94513"/>
                    </a:lnTo>
                    <a:cubicBezTo>
                      <a:pt x="136629" y="97931"/>
                      <a:pt x="139050" y="104948"/>
                      <a:pt x="140382" y="136492"/>
                    </a:cubicBezTo>
                    <a:cubicBezTo>
                      <a:pt x="141411" y="160600"/>
                      <a:pt x="141714" y="162759"/>
                      <a:pt x="142501" y="169116"/>
                    </a:cubicBezTo>
                    <a:lnTo>
                      <a:pt x="142501" y="169116"/>
                    </a:lnTo>
                    <a:close/>
                    <a:moveTo>
                      <a:pt x="97887" y="86237"/>
                    </a:moveTo>
                    <a:cubicBezTo>
                      <a:pt x="108722" y="86237"/>
                      <a:pt x="113989" y="84738"/>
                      <a:pt x="117621" y="81080"/>
                    </a:cubicBezTo>
                    <a:cubicBezTo>
                      <a:pt x="121314" y="77362"/>
                      <a:pt x="125975" y="72144"/>
                      <a:pt x="125975" y="49775"/>
                    </a:cubicBezTo>
                    <a:cubicBezTo>
                      <a:pt x="125975" y="27406"/>
                      <a:pt x="122040" y="23208"/>
                      <a:pt x="117984" y="19250"/>
                    </a:cubicBezTo>
                    <a:cubicBezTo>
                      <a:pt x="114292" y="15592"/>
                      <a:pt x="108480" y="14513"/>
                      <a:pt x="98371" y="14513"/>
                    </a:cubicBezTo>
                    <a:lnTo>
                      <a:pt x="39953" y="14513"/>
                    </a:lnTo>
                    <a:lnTo>
                      <a:pt x="39953" y="86237"/>
                    </a:lnTo>
                    <a:lnTo>
                      <a:pt x="97826" y="86237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 232">
                <a:extLst>
                  <a:ext uri="{FF2B5EF4-FFF2-40B4-BE49-F238E27FC236}">
                    <a16:creationId xmlns:a16="http://schemas.microsoft.com/office/drawing/2014/main" id="{3490F354-A117-B3CB-B68B-801C4CD136F3}"/>
                  </a:ext>
                </a:extLst>
              </p:cNvPr>
              <p:cNvSpPr/>
              <p:nvPr/>
            </p:nvSpPr>
            <p:spPr>
              <a:xfrm>
                <a:off x="10505345" y="376957"/>
                <a:ext cx="131968" cy="183808"/>
              </a:xfrm>
              <a:custGeom>
                <a:avLst/>
                <a:gdLst>
                  <a:gd name="connsiteX0" fmla="*/ 121072 w 131968"/>
                  <a:gd name="connsiteY0" fmla="*/ 175953 h 183808"/>
                  <a:gd name="connsiteX1" fmla="*/ 95102 w 131968"/>
                  <a:gd name="connsiteY1" fmla="*/ 183809 h 183808"/>
                  <a:gd name="connsiteX2" fmla="*/ 35474 w 131968"/>
                  <a:gd name="connsiteY2" fmla="*/ 183809 h 183808"/>
                  <a:gd name="connsiteX3" fmla="*/ 9565 w 131968"/>
                  <a:gd name="connsiteY3" fmla="*/ 176492 h 183808"/>
                  <a:gd name="connsiteX4" fmla="*/ 0 w 131968"/>
                  <a:gd name="connsiteY4" fmla="*/ 130255 h 183808"/>
                  <a:gd name="connsiteX5" fmla="*/ 14589 w 131968"/>
                  <a:gd name="connsiteY5" fmla="*/ 130255 h 183808"/>
                  <a:gd name="connsiteX6" fmla="*/ 20764 w 131968"/>
                  <a:gd name="connsiteY6" fmla="*/ 164198 h 183808"/>
                  <a:gd name="connsiteX7" fmla="*/ 38259 w 131968"/>
                  <a:gd name="connsiteY7" fmla="*/ 169236 h 183808"/>
                  <a:gd name="connsiteX8" fmla="*/ 93709 w 131968"/>
                  <a:gd name="connsiteY8" fmla="*/ 169236 h 183808"/>
                  <a:gd name="connsiteX9" fmla="*/ 111750 w 131968"/>
                  <a:gd name="connsiteY9" fmla="*/ 163959 h 183808"/>
                  <a:gd name="connsiteX10" fmla="*/ 116350 w 131968"/>
                  <a:gd name="connsiteY10" fmla="*/ 135233 h 183808"/>
                  <a:gd name="connsiteX11" fmla="*/ 112294 w 131968"/>
                  <a:gd name="connsiteY11" fmla="*/ 109386 h 183808"/>
                  <a:gd name="connsiteX12" fmla="*/ 92196 w 131968"/>
                  <a:gd name="connsiteY12" fmla="*/ 103509 h 183808"/>
                  <a:gd name="connsiteX13" fmla="*/ 38804 w 131968"/>
                  <a:gd name="connsiteY13" fmla="*/ 97452 h 183808"/>
                  <a:gd name="connsiteX14" fmla="*/ 11139 w 131968"/>
                  <a:gd name="connsiteY14" fmla="*/ 85877 h 183808"/>
                  <a:gd name="connsiteX15" fmla="*/ 2603 w 131968"/>
                  <a:gd name="connsiteY15" fmla="*/ 48276 h 183808"/>
                  <a:gd name="connsiteX16" fmla="*/ 13137 w 131968"/>
                  <a:gd name="connsiteY16" fmla="*/ 7856 h 183808"/>
                  <a:gd name="connsiteX17" fmla="*/ 38925 w 131968"/>
                  <a:gd name="connsiteY17" fmla="*/ 0 h 183808"/>
                  <a:gd name="connsiteX18" fmla="*/ 92741 w 131968"/>
                  <a:gd name="connsiteY18" fmla="*/ 0 h 183808"/>
                  <a:gd name="connsiteX19" fmla="*/ 118711 w 131968"/>
                  <a:gd name="connsiteY19" fmla="*/ 7376 h 183808"/>
                  <a:gd name="connsiteX20" fmla="*/ 128154 w 131968"/>
                  <a:gd name="connsiteY20" fmla="*/ 51994 h 183808"/>
                  <a:gd name="connsiteX21" fmla="*/ 113383 w 131968"/>
                  <a:gd name="connsiteY21" fmla="*/ 51994 h 183808"/>
                  <a:gd name="connsiteX22" fmla="*/ 107269 w 131968"/>
                  <a:gd name="connsiteY22" fmla="*/ 19550 h 183808"/>
                  <a:gd name="connsiteX23" fmla="*/ 89775 w 131968"/>
                  <a:gd name="connsiteY23" fmla="*/ 14573 h 183808"/>
                  <a:gd name="connsiteX24" fmla="*/ 42375 w 131968"/>
                  <a:gd name="connsiteY24" fmla="*/ 14573 h 183808"/>
                  <a:gd name="connsiteX25" fmla="*/ 24335 w 131968"/>
                  <a:gd name="connsiteY25" fmla="*/ 19790 h 183808"/>
                  <a:gd name="connsiteX26" fmla="*/ 17919 w 131968"/>
                  <a:gd name="connsiteY26" fmla="*/ 48036 h 183808"/>
                  <a:gd name="connsiteX27" fmla="*/ 23730 w 131968"/>
                  <a:gd name="connsiteY27" fmla="*/ 76162 h 183808"/>
                  <a:gd name="connsiteX28" fmla="*/ 43949 w 131968"/>
                  <a:gd name="connsiteY28" fmla="*/ 81859 h 183808"/>
                  <a:gd name="connsiteX29" fmla="*/ 95647 w 131968"/>
                  <a:gd name="connsiteY29" fmla="*/ 87137 h 183808"/>
                  <a:gd name="connsiteX30" fmla="*/ 123251 w 131968"/>
                  <a:gd name="connsiteY30" fmla="*/ 96072 h 183808"/>
                  <a:gd name="connsiteX31" fmla="*/ 131968 w 131968"/>
                  <a:gd name="connsiteY31" fmla="*/ 135233 h 183808"/>
                  <a:gd name="connsiteX32" fmla="*/ 121072 w 131968"/>
                  <a:gd name="connsiteY32" fmla="*/ 175893 h 183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31968" h="183808">
                    <a:moveTo>
                      <a:pt x="121072" y="175953"/>
                    </a:moveTo>
                    <a:cubicBezTo>
                      <a:pt x="116290" y="180990"/>
                      <a:pt x="108904" y="183809"/>
                      <a:pt x="95102" y="183809"/>
                    </a:cubicBezTo>
                    <a:lnTo>
                      <a:pt x="35474" y="183809"/>
                    </a:lnTo>
                    <a:cubicBezTo>
                      <a:pt x="22277" y="183809"/>
                      <a:pt x="15134" y="181710"/>
                      <a:pt x="9565" y="176492"/>
                    </a:cubicBezTo>
                    <a:cubicBezTo>
                      <a:pt x="2966" y="169596"/>
                      <a:pt x="0" y="163599"/>
                      <a:pt x="0" y="130255"/>
                    </a:cubicBezTo>
                    <a:lnTo>
                      <a:pt x="14589" y="130255"/>
                    </a:lnTo>
                    <a:cubicBezTo>
                      <a:pt x="14892" y="158621"/>
                      <a:pt x="16769" y="160240"/>
                      <a:pt x="20764" y="164198"/>
                    </a:cubicBezTo>
                    <a:cubicBezTo>
                      <a:pt x="24457" y="167917"/>
                      <a:pt x="29239" y="169236"/>
                      <a:pt x="38259" y="169236"/>
                    </a:cubicBezTo>
                    <a:lnTo>
                      <a:pt x="93709" y="169236"/>
                    </a:lnTo>
                    <a:cubicBezTo>
                      <a:pt x="103274" y="169236"/>
                      <a:pt x="108056" y="167677"/>
                      <a:pt x="111750" y="163959"/>
                    </a:cubicBezTo>
                    <a:cubicBezTo>
                      <a:pt x="116229" y="159761"/>
                      <a:pt x="116350" y="154663"/>
                      <a:pt x="116350" y="135233"/>
                    </a:cubicBezTo>
                    <a:cubicBezTo>
                      <a:pt x="116350" y="115802"/>
                      <a:pt x="117077" y="114123"/>
                      <a:pt x="112294" y="109386"/>
                    </a:cubicBezTo>
                    <a:cubicBezTo>
                      <a:pt x="108843" y="105967"/>
                      <a:pt x="104848" y="105368"/>
                      <a:pt x="92196" y="103509"/>
                    </a:cubicBezTo>
                    <a:lnTo>
                      <a:pt x="38804" y="97452"/>
                    </a:lnTo>
                    <a:cubicBezTo>
                      <a:pt x="22640" y="95772"/>
                      <a:pt x="15860" y="90555"/>
                      <a:pt x="11139" y="85877"/>
                    </a:cubicBezTo>
                    <a:cubicBezTo>
                      <a:pt x="5267" y="80000"/>
                      <a:pt x="2603" y="71664"/>
                      <a:pt x="2603" y="48276"/>
                    </a:cubicBezTo>
                    <a:cubicBezTo>
                      <a:pt x="2603" y="26747"/>
                      <a:pt x="5570" y="15472"/>
                      <a:pt x="13137" y="7856"/>
                    </a:cubicBezTo>
                    <a:cubicBezTo>
                      <a:pt x="18282" y="2879"/>
                      <a:pt x="25425" y="0"/>
                      <a:pt x="38925" y="0"/>
                    </a:cubicBezTo>
                    <a:lnTo>
                      <a:pt x="92741" y="0"/>
                    </a:lnTo>
                    <a:cubicBezTo>
                      <a:pt x="105998" y="0"/>
                      <a:pt x="113202" y="2099"/>
                      <a:pt x="118711" y="7376"/>
                    </a:cubicBezTo>
                    <a:cubicBezTo>
                      <a:pt x="125854" y="14693"/>
                      <a:pt x="127973" y="22069"/>
                      <a:pt x="128154" y="51994"/>
                    </a:cubicBezTo>
                    <a:lnTo>
                      <a:pt x="113383" y="51994"/>
                    </a:lnTo>
                    <a:cubicBezTo>
                      <a:pt x="113081" y="27047"/>
                      <a:pt x="111568" y="23748"/>
                      <a:pt x="107269" y="19550"/>
                    </a:cubicBezTo>
                    <a:cubicBezTo>
                      <a:pt x="103516" y="15892"/>
                      <a:pt x="98795" y="14573"/>
                      <a:pt x="89775" y="14573"/>
                    </a:cubicBezTo>
                    <a:lnTo>
                      <a:pt x="42375" y="14573"/>
                    </a:lnTo>
                    <a:cubicBezTo>
                      <a:pt x="32750" y="14573"/>
                      <a:pt x="28028" y="16192"/>
                      <a:pt x="24335" y="19790"/>
                    </a:cubicBezTo>
                    <a:cubicBezTo>
                      <a:pt x="19492" y="24528"/>
                      <a:pt x="17919" y="30645"/>
                      <a:pt x="17919" y="48036"/>
                    </a:cubicBezTo>
                    <a:cubicBezTo>
                      <a:pt x="17919" y="67227"/>
                      <a:pt x="19492" y="71904"/>
                      <a:pt x="23730" y="76162"/>
                    </a:cubicBezTo>
                    <a:cubicBezTo>
                      <a:pt x="27180" y="79520"/>
                      <a:pt x="31781" y="80240"/>
                      <a:pt x="43949" y="81859"/>
                    </a:cubicBezTo>
                    <a:lnTo>
                      <a:pt x="95647" y="87137"/>
                    </a:lnTo>
                    <a:cubicBezTo>
                      <a:pt x="110720" y="88696"/>
                      <a:pt x="118408" y="91335"/>
                      <a:pt x="123251" y="96072"/>
                    </a:cubicBezTo>
                    <a:cubicBezTo>
                      <a:pt x="129304" y="102129"/>
                      <a:pt x="131968" y="111305"/>
                      <a:pt x="131968" y="135233"/>
                    </a:cubicBezTo>
                    <a:cubicBezTo>
                      <a:pt x="131968" y="159161"/>
                      <a:pt x="128517" y="168516"/>
                      <a:pt x="121072" y="175893"/>
                    </a:cubicBez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 233">
                <a:extLst>
                  <a:ext uri="{FF2B5EF4-FFF2-40B4-BE49-F238E27FC236}">
                    <a16:creationId xmlns:a16="http://schemas.microsoft.com/office/drawing/2014/main" id="{9DE74B1C-CA68-79F9-3992-6E9A1CC426A9}"/>
                  </a:ext>
                </a:extLst>
              </p:cNvPr>
              <p:cNvSpPr/>
              <p:nvPr/>
            </p:nvSpPr>
            <p:spPr>
              <a:xfrm>
                <a:off x="10937873" y="377077"/>
                <a:ext cx="174584" cy="183688"/>
              </a:xfrm>
              <a:custGeom>
                <a:avLst/>
                <a:gdLst>
                  <a:gd name="connsiteX0" fmla="*/ 110417 w 174584"/>
                  <a:gd name="connsiteY0" fmla="*/ 0 h 183688"/>
                  <a:gd name="connsiteX1" fmla="*/ 110417 w 174584"/>
                  <a:gd name="connsiteY1" fmla="*/ 14573 h 183688"/>
                  <a:gd name="connsiteX2" fmla="*/ 137053 w 174584"/>
                  <a:gd name="connsiteY2" fmla="*/ 14573 h 183688"/>
                  <a:gd name="connsiteX3" fmla="*/ 88503 w 174584"/>
                  <a:gd name="connsiteY3" fmla="*/ 93673 h 183688"/>
                  <a:gd name="connsiteX4" fmla="*/ 87171 w 174584"/>
                  <a:gd name="connsiteY4" fmla="*/ 93673 h 183688"/>
                  <a:gd name="connsiteX5" fmla="*/ 39227 w 174584"/>
                  <a:gd name="connsiteY5" fmla="*/ 14573 h 183688"/>
                  <a:gd name="connsiteX6" fmla="*/ 65983 w 174584"/>
                  <a:gd name="connsiteY6" fmla="*/ 14573 h 183688"/>
                  <a:gd name="connsiteX7" fmla="*/ 65983 w 174584"/>
                  <a:gd name="connsiteY7" fmla="*/ 0 h 183688"/>
                  <a:gd name="connsiteX8" fmla="*/ 0 w 174584"/>
                  <a:gd name="connsiteY8" fmla="*/ 0 h 183688"/>
                  <a:gd name="connsiteX9" fmla="*/ 0 w 174584"/>
                  <a:gd name="connsiteY9" fmla="*/ 14573 h 183688"/>
                  <a:gd name="connsiteX10" fmla="*/ 21369 w 174584"/>
                  <a:gd name="connsiteY10" fmla="*/ 14573 h 183688"/>
                  <a:gd name="connsiteX11" fmla="*/ 80028 w 174584"/>
                  <a:gd name="connsiteY11" fmla="*/ 106267 h 183688"/>
                  <a:gd name="connsiteX12" fmla="*/ 80028 w 174584"/>
                  <a:gd name="connsiteY12" fmla="*/ 169116 h 183688"/>
                  <a:gd name="connsiteX13" fmla="*/ 52484 w 174584"/>
                  <a:gd name="connsiteY13" fmla="*/ 169116 h 183688"/>
                  <a:gd name="connsiteX14" fmla="*/ 52484 w 174584"/>
                  <a:gd name="connsiteY14" fmla="*/ 183689 h 183688"/>
                  <a:gd name="connsiteX15" fmla="*/ 121859 w 174584"/>
                  <a:gd name="connsiteY15" fmla="*/ 183689 h 183688"/>
                  <a:gd name="connsiteX16" fmla="*/ 121859 w 174584"/>
                  <a:gd name="connsiteY16" fmla="*/ 169116 h 183688"/>
                  <a:gd name="connsiteX17" fmla="*/ 94678 w 174584"/>
                  <a:gd name="connsiteY17" fmla="*/ 169116 h 183688"/>
                  <a:gd name="connsiteX18" fmla="*/ 94678 w 174584"/>
                  <a:gd name="connsiteY18" fmla="*/ 105967 h 183688"/>
                  <a:gd name="connsiteX19" fmla="*/ 152489 w 174584"/>
                  <a:gd name="connsiteY19" fmla="*/ 14573 h 183688"/>
                  <a:gd name="connsiteX20" fmla="*/ 174585 w 174584"/>
                  <a:gd name="connsiteY20" fmla="*/ 14573 h 183688"/>
                  <a:gd name="connsiteX21" fmla="*/ 174585 w 174584"/>
                  <a:gd name="connsiteY21" fmla="*/ 0 h 183688"/>
                  <a:gd name="connsiteX22" fmla="*/ 110417 w 174584"/>
                  <a:gd name="connsiteY2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74584" h="183688">
                    <a:moveTo>
                      <a:pt x="110417" y="0"/>
                    </a:moveTo>
                    <a:lnTo>
                      <a:pt x="110417" y="14573"/>
                    </a:lnTo>
                    <a:lnTo>
                      <a:pt x="137053" y="14573"/>
                    </a:lnTo>
                    <a:lnTo>
                      <a:pt x="88503" y="93673"/>
                    </a:lnTo>
                    <a:lnTo>
                      <a:pt x="87171" y="93673"/>
                    </a:lnTo>
                    <a:lnTo>
                      <a:pt x="39227" y="14573"/>
                    </a:lnTo>
                    <a:lnTo>
                      <a:pt x="65983" y="14573"/>
                    </a:lnTo>
                    <a:lnTo>
                      <a:pt x="65983" y="0"/>
                    </a:lnTo>
                    <a:lnTo>
                      <a:pt x="0" y="0"/>
                    </a:lnTo>
                    <a:lnTo>
                      <a:pt x="0" y="14573"/>
                    </a:lnTo>
                    <a:lnTo>
                      <a:pt x="21369" y="14573"/>
                    </a:lnTo>
                    <a:lnTo>
                      <a:pt x="80028" y="106267"/>
                    </a:lnTo>
                    <a:lnTo>
                      <a:pt x="80028" y="169116"/>
                    </a:lnTo>
                    <a:lnTo>
                      <a:pt x="52484" y="169116"/>
                    </a:lnTo>
                    <a:lnTo>
                      <a:pt x="52484" y="183689"/>
                    </a:lnTo>
                    <a:lnTo>
                      <a:pt x="121859" y="183689"/>
                    </a:lnTo>
                    <a:lnTo>
                      <a:pt x="121859" y="169116"/>
                    </a:lnTo>
                    <a:lnTo>
                      <a:pt x="94678" y="169116"/>
                    </a:lnTo>
                    <a:lnTo>
                      <a:pt x="94678" y="105967"/>
                    </a:lnTo>
                    <a:lnTo>
                      <a:pt x="152489" y="14573"/>
                    </a:lnTo>
                    <a:lnTo>
                      <a:pt x="174585" y="14573"/>
                    </a:lnTo>
                    <a:lnTo>
                      <a:pt x="174585" y="0"/>
                    </a:lnTo>
                    <a:lnTo>
                      <a:pt x="110417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 234">
                <a:extLst>
                  <a:ext uri="{FF2B5EF4-FFF2-40B4-BE49-F238E27FC236}">
                    <a16:creationId xmlns:a16="http://schemas.microsoft.com/office/drawing/2014/main" id="{701C03C9-8A21-6AA7-BFFF-BD3E035E2906}"/>
                  </a:ext>
                </a:extLst>
              </p:cNvPr>
              <p:cNvSpPr/>
              <p:nvPr/>
            </p:nvSpPr>
            <p:spPr>
              <a:xfrm>
                <a:off x="10762743" y="377077"/>
                <a:ext cx="152549" cy="183688"/>
              </a:xfrm>
              <a:custGeom>
                <a:avLst/>
                <a:gdLst>
                  <a:gd name="connsiteX0" fmla="*/ 0 w 152549"/>
                  <a:gd name="connsiteY0" fmla="*/ 0 h 183688"/>
                  <a:gd name="connsiteX1" fmla="*/ 0 w 152549"/>
                  <a:gd name="connsiteY1" fmla="*/ 48456 h 183688"/>
                  <a:gd name="connsiteX2" fmla="*/ 14650 w 152549"/>
                  <a:gd name="connsiteY2" fmla="*/ 48456 h 183688"/>
                  <a:gd name="connsiteX3" fmla="*/ 14650 w 152549"/>
                  <a:gd name="connsiteY3" fmla="*/ 11514 h 183688"/>
                  <a:gd name="connsiteX4" fmla="*/ 68950 w 152549"/>
                  <a:gd name="connsiteY4" fmla="*/ 11514 h 183688"/>
                  <a:gd name="connsiteX5" fmla="*/ 68950 w 152549"/>
                  <a:gd name="connsiteY5" fmla="*/ 169116 h 183688"/>
                  <a:gd name="connsiteX6" fmla="*/ 41527 w 152549"/>
                  <a:gd name="connsiteY6" fmla="*/ 169116 h 183688"/>
                  <a:gd name="connsiteX7" fmla="*/ 41527 w 152549"/>
                  <a:gd name="connsiteY7" fmla="*/ 183689 h 183688"/>
                  <a:gd name="connsiteX8" fmla="*/ 110902 w 152549"/>
                  <a:gd name="connsiteY8" fmla="*/ 183689 h 183688"/>
                  <a:gd name="connsiteX9" fmla="*/ 110902 w 152549"/>
                  <a:gd name="connsiteY9" fmla="*/ 169116 h 183688"/>
                  <a:gd name="connsiteX10" fmla="*/ 83600 w 152549"/>
                  <a:gd name="connsiteY10" fmla="*/ 169116 h 183688"/>
                  <a:gd name="connsiteX11" fmla="*/ 83600 w 152549"/>
                  <a:gd name="connsiteY11" fmla="*/ 11514 h 183688"/>
                  <a:gd name="connsiteX12" fmla="*/ 137840 w 152549"/>
                  <a:gd name="connsiteY12" fmla="*/ 11514 h 183688"/>
                  <a:gd name="connsiteX13" fmla="*/ 137840 w 152549"/>
                  <a:gd name="connsiteY13" fmla="*/ 48456 h 183688"/>
                  <a:gd name="connsiteX14" fmla="*/ 152550 w 152549"/>
                  <a:gd name="connsiteY14" fmla="*/ 48456 h 183688"/>
                  <a:gd name="connsiteX15" fmla="*/ 152550 w 152549"/>
                  <a:gd name="connsiteY15" fmla="*/ 0 h 183688"/>
                  <a:gd name="connsiteX16" fmla="*/ 0 w 152549"/>
                  <a:gd name="connsiteY16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2549" h="183688">
                    <a:moveTo>
                      <a:pt x="0" y="0"/>
                    </a:moveTo>
                    <a:lnTo>
                      <a:pt x="0" y="48456"/>
                    </a:lnTo>
                    <a:lnTo>
                      <a:pt x="14650" y="48456"/>
                    </a:lnTo>
                    <a:lnTo>
                      <a:pt x="14650" y="11514"/>
                    </a:lnTo>
                    <a:lnTo>
                      <a:pt x="68950" y="11514"/>
                    </a:lnTo>
                    <a:lnTo>
                      <a:pt x="68950" y="169116"/>
                    </a:lnTo>
                    <a:lnTo>
                      <a:pt x="41527" y="169116"/>
                    </a:lnTo>
                    <a:lnTo>
                      <a:pt x="41527" y="183689"/>
                    </a:lnTo>
                    <a:lnTo>
                      <a:pt x="110902" y="183689"/>
                    </a:lnTo>
                    <a:lnTo>
                      <a:pt x="110902" y="169116"/>
                    </a:lnTo>
                    <a:lnTo>
                      <a:pt x="83600" y="169116"/>
                    </a:lnTo>
                    <a:lnTo>
                      <a:pt x="83600" y="11514"/>
                    </a:lnTo>
                    <a:lnTo>
                      <a:pt x="137840" y="11514"/>
                    </a:lnTo>
                    <a:lnTo>
                      <a:pt x="137840" y="48456"/>
                    </a:lnTo>
                    <a:lnTo>
                      <a:pt x="152550" y="48456"/>
                    </a:lnTo>
                    <a:lnTo>
                      <a:pt x="1525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 235">
                <a:extLst>
                  <a:ext uri="{FF2B5EF4-FFF2-40B4-BE49-F238E27FC236}">
                    <a16:creationId xmlns:a16="http://schemas.microsoft.com/office/drawing/2014/main" id="{0970FF96-83B4-EF42-BCD3-B3D63A4BAD82}"/>
                  </a:ext>
                </a:extLst>
              </p:cNvPr>
              <p:cNvSpPr/>
              <p:nvPr/>
            </p:nvSpPr>
            <p:spPr>
              <a:xfrm>
                <a:off x="10667460" y="377077"/>
                <a:ext cx="69132" cy="183688"/>
              </a:xfrm>
              <a:custGeom>
                <a:avLst/>
                <a:gdLst>
                  <a:gd name="connsiteX0" fmla="*/ 0 w 69132"/>
                  <a:gd name="connsiteY0" fmla="*/ 0 h 183688"/>
                  <a:gd name="connsiteX1" fmla="*/ 0 w 69132"/>
                  <a:gd name="connsiteY1" fmla="*/ 14573 h 183688"/>
                  <a:gd name="connsiteX2" fmla="*/ 27180 w 69132"/>
                  <a:gd name="connsiteY2" fmla="*/ 14573 h 183688"/>
                  <a:gd name="connsiteX3" fmla="*/ 27180 w 69132"/>
                  <a:gd name="connsiteY3" fmla="*/ 169116 h 183688"/>
                  <a:gd name="connsiteX4" fmla="*/ 0 w 69132"/>
                  <a:gd name="connsiteY4" fmla="*/ 169116 h 183688"/>
                  <a:gd name="connsiteX5" fmla="*/ 0 w 69132"/>
                  <a:gd name="connsiteY5" fmla="*/ 183689 h 183688"/>
                  <a:gd name="connsiteX6" fmla="*/ 69132 w 69132"/>
                  <a:gd name="connsiteY6" fmla="*/ 183689 h 183688"/>
                  <a:gd name="connsiteX7" fmla="*/ 69132 w 69132"/>
                  <a:gd name="connsiteY7" fmla="*/ 169116 h 183688"/>
                  <a:gd name="connsiteX8" fmla="*/ 42133 w 69132"/>
                  <a:gd name="connsiteY8" fmla="*/ 169116 h 183688"/>
                  <a:gd name="connsiteX9" fmla="*/ 42133 w 69132"/>
                  <a:gd name="connsiteY9" fmla="*/ 14573 h 183688"/>
                  <a:gd name="connsiteX10" fmla="*/ 69132 w 69132"/>
                  <a:gd name="connsiteY10" fmla="*/ 14573 h 183688"/>
                  <a:gd name="connsiteX11" fmla="*/ 69132 w 69132"/>
                  <a:gd name="connsiteY11" fmla="*/ 0 h 183688"/>
                  <a:gd name="connsiteX12" fmla="*/ 0 w 69132"/>
                  <a:gd name="connsiteY1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2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7180" y="14573"/>
                    </a:lnTo>
                    <a:lnTo>
                      <a:pt x="27180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69132" y="183689"/>
                    </a:lnTo>
                    <a:lnTo>
                      <a:pt x="69132" y="169116"/>
                    </a:lnTo>
                    <a:lnTo>
                      <a:pt x="42133" y="169116"/>
                    </a:lnTo>
                    <a:lnTo>
                      <a:pt x="42133" y="14573"/>
                    </a:lnTo>
                    <a:lnTo>
                      <a:pt x="69132" y="14573"/>
                    </a:lnTo>
                    <a:lnTo>
                      <a:pt x="6913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" name="Graphic 6">
              <a:extLst>
                <a:ext uri="{FF2B5EF4-FFF2-40B4-BE49-F238E27FC236}">
                  <a16:creationId xmlns:a16="http://schemas.microsoft.com/office/drawing/2014/main" id="{221C74AB-61A1-A71A-E85C-B650610A97C7}"/>
                </a:ext>
              </a:extLst>
            </p:cNvPr>
            <p:cNvGrpSpPr/>
            <p:nvPr/>
          </p:nvGrpSpPr>
          <p:grpSpPr>
            <a:xfrm>
              <a:off x="231304" y="206042"/>
              <a:ext cx="1465696" cy="522615"/>
              <a:chOff x="152400" y="206042"/>
              <a:chExt cx="1166221" cy="415833"/>
            </a:xfrm>
          </p:grpSpPr>
          <p:grpSp>
            <p:nvGrpSpPr>
              <p:cNvPr id="65" name="Graphic 6">
                <a:extLst>
                  <a:ext uri="{FF2B5EF4-FFF2-40B4-BE49-F238E27FC236}">
                    <a16:creationId xmlns:a16="http://schemas.microsoft.com/office/drawing/2014/main" id="{4B1D15CB-5C03-C56F-B538-3C46A0AB4E51}"/>
                  </a:ext>
                </a:extLst>
              </p:cNvPr>
              <p:cNvGrpSpPr/>
              <p:nvPr/>
            </p:nvGrpSpPr>
            <p:grpSpPr>
              <a:xfrm>
                <a:off x="156576" y="584634"/>
                <a:ext cx="655178" cy="37181"/>
                <a:chOff x="156576" y="584634"/>
                <a:chExt cx="655178" cy="37181"/>
              </a:xfrm>
              <a:solidFill>
                <a:srgbClr val="DF8026"/>
              </a:solidFill>
            </p:grpSpPr>
            <p:sp>
              <p:nvSpPr>
                <p:cNvPr id="81" name="Freeform 192">
                  <a:extLst>
                    <a:ext uri="{FF2B5EF4-FFF2-40B4-BE49-F238E27FC236}">
                      <a16:creationId xmlns:a16="http://schemas.microsoft.com/office/drawing/2014/main" id="{9F6F15E0-AC43-B5C7-C665-A22C775BC43E}"/>
                    </a:ext>
                  </a:extLst>
                </p:cNvPr>
                <p:cNvSpPr/>
                <p:nvPr/>
              </p:nvSpPr>
              <p:spPr>
                <a:xfrm>
                  <a:off x="156576" y="584994"/>
                  <a:ext cx="34021" cy="36461"/>
                </a:xfrm>
                <a:custGeom>
                  <a:avLst/>
                  <a:gdLst>
                    <a:gd name="connsiteX0" fmla="*/ 15073 w 34021"/>
                    <a:gd name="connsiteY0" fmla="*/ 0 h 36461"/>
                    <a:gd name="connsiteX1" fmla="*/ 19008 w 34021"/>
                    <a:gd name="connsiteY1" fmla="*/ 0 h 36461"/>
                    <a:gd name="connsiteX2" fmla="*/ 34021 w 34021"/>
                    <a:gd name="connsiteY2" fmla="*/ 36462 h 36461"/>
                    <a:gd name="connsiteX3" fmla="*/ 29057 w 34021"/>
                    <a:gd name="connsiteY3" fmla="*/ 36462 h 36461"/>
                    <a:gd name="connsiteX4" fmla="*/ 24699 w 34021"/>
                    <a:gd name="connsiteY4" fmla="*/ 25787 h 36461"/>
                    <a:gd name="connsiteX5" fmla="*/ 9262 w 34021"/>
                    <a:gd name="connsiteY5" fmla="*/ 25787 h 36461"/>
                    <a:gd name="connsiteX6" fmla="*/ 4964 w 34021"/>
                    <a:gd name="connsiteY6" fmla="*/ 36462 h 36461"/>
                    <a:gd name="connsiteX7" fmla="*/ 0 w 34021"/>
                    <a:gd name="connsiteY7" fmla="*/ 36462 h 36461"/>
                    <a:gd name="connsiteX8" fmla="*/ 15073 w 34021"/>
                    <a:gd name="connsiteY8" fmla="*/ 0 h 36461"/>
                    <a:gd name="connsiteX9" fmla="*/ 23669 w 34021"/>
                    <a:gd name="connsiteY9" fmla="*/ 22189 h 36461"/>
                    <a:gd name="connsiteX10" fmla="*/ 17011 w 34021"/>
                    <a:gd name="connsiteY10" fmla="*/ 5337 h 36461"/>
                    <a:gd name="connsiteX11" fmla="*/ 10170 w 34021"/>
                    <a:gd name="connsiteY11" fmla="*/ 22189 h 36461"/>
                    <a:gd name="connsiteX12" fmla="*/ 23669 w 34021"/>
                    <a:gd name="connsiteY12" fmla="*/ 22189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4021" h="36461">
                      <a:moveTo>
                        <a:pt x="15073" y="0"/>
                      </a:moveTo>
                      <a:lnTo>
                        <a:pt x="19008" y="0"/>
                      </a:lnTo>
                      <a:lnTo>
                        <a:pt x="34021" y="36462"/>
                      </a:lnTo>
                      <a:lnTo>
                        <a:pt x="29057" y="36462"/>
                      </a:lnTo>
                      <a:lnTo>
                        <a:pt x="24699" y="25787"/>
                      </a:lnTo>
                      <a:lnTo>
                        <a:pt x="9262" y="25787"/>
                      </a:lnTo>
                      <a:lnTo>
                        <a:pt x="4964" y="36462"/>
                      </a:lnTo>
                      <a:lnTo>
                        <a:pt x="0" y="36462"/>
                      </a:lnTo>
                      <a:lnTo>
                        <a:pt x="15073" y="0"/>
                      </a:lnTo>
                      <a:close/>
                      <a:moveTo>
                        <a:pt x="23669" y="22189"/>
                      </a:moveTo>
                      <a:lnTo>
                        <a:pt x="17011" y="5337"/>
                      </a:lnTo>
                      <a:lnTo>
                        <a:pt x="10170" y="22189"/>
                      </a:lnTo>
                      <a:lnTo>
                        <a:pt x="23669" y="22189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" name="Freeform 193">
                  <a:extLst>
                    <a:ext uri="{FF2B5EF4-FFF2-40B4-BE49-F238E27FC236}">
                      <a16:creationId xmlns:a16="http://schemas.microsoft.com/office/drawing/2014/main" id="{60680552-F862-4B44-8D41-ABFAEF0FEE50}"/>
                    </a:ext>
                  </a:extLst>
                </p:cNvPr>
                <p:cNvSpPr/>
                <p:nvPr/>
              </p:nvSpPr>
              <p:spPr>
                <a:xfrm>
                  <a:off x="191687" y="584754"/>
                  <a:ext cx="31902" cy="36941"/>
                </a:xfrm>
                <a:custGeom>
                  <a:avLst/>
                  <a:gdLst>
                    <a:gd name="connsiteX0" fmla="*/ 121 w 31902"/>
                    <a:gd name="connsiteY0" fmla="*/ 18231 h 36941"/>
                    <a:gd name="connsiteX1" fmla="*/ 1271 w 31902"/>
                    <a:gd name="connsiteY1" fmla="*/ 11694 h 36941"/>
                    <a:gd name="connsiteX2" fmla="*/ 4722 w 31902"/>
                    <a:gd name="connsiteY2" fmla="*/ 5817 h 36941"/>
                    <a:gd name="connsiteX3" fmla="*/ 10231 w 31902"/>
                    <a:gd name="connsiteY3" fmla="*/ 1619 h 36941"/>
                    <a:gd name="connsiteX4" fmla="*/ 17616 w 31902"/>
                    <a:gd name="connsiteY4" fmla="*/ 0 h 36941"/>
                    <a:gd name="connsiteX5" fmla="*/ 26091 w 31902"/>
                    <a:gd name="connsiteY5" fmla="*/ 2219 h 36941"/>
                    <a:gd name="connsiteX6" fmla="*/ 31358 w 31902"/>
                    <a:gd name="connsiteY6" fmla="*/ 7976 h 36941"/>
                    <a:gd name="connsiteX7" fmla="*/ 27665 w 31902"/>
                    <a:gd name="connsiteY7" fmla="*/ 10315 h 36941"/>
                    <a:gd name="connsiteX8" fmla="*/ 25667 w 31902"/>
                    <a:gd name="connsiteY8" fmla="*/ 7376 h 36941"/>
                    <a:gd name="connsiteX9" fmla="*/ 23125 w 31902"/>
                    <a:gd name="connsiteY9" fmla="*/ 5457 h 36941"/>
                    <a:gd name="connsiteX10" fmla="*/ 20279 w 31902"/>
                    <a:gd name="connsiteY10" fmla="*/ 4438 h 36941"/>
                    <a:gd name="connsiteX11" fmla="*/ 17434 w 31902"/>
                    <a:gd name="connsiteY11" fmla="*/ 4138 h 36941"/>
                    <a:gd name="connsiteX12" fmla="*/ 11986 w 31902"/>
                    <a:gd name="connsiteY12" fmla="*/ 5397 h 36941"/>
                    <a:gd name="connsiteX13" fmla="*/ 7991 w 31902"/>
                    <a:gd name="connsiteY13" fmla="*/ 8696 h 36941"/>
                    <a:gd name="connsiteX14" fmla="*/ 5569 w 31902"/>
                    <a:gd name="connsiteY14" fmla="*/ 13253 h 36941"/>
                    <a:gd name="connsiteX15" fmla="*/ 4782 w 31902"/>
                    <a:gd name="connsiteY15" fmla="*/ 18351 h 36941"/>
                    <a:gd name="connsiteX16" fmla="*/ 5751 w 31902"/>
                    <a:gd name="connsiteY16" fmla="*/ 23808 h 36941"/>
                    <a:gd name="connsiteX17" fmla="*/ 8414 w 31902"/>
                    <a:gd name="connsiteY17" fmla="*/ 28426 h 36941"/>
                    <a:gd name="connsiteX18" fmla="*/ 12470 w 31902"/>
                    <a:gd name="connsiteY18" fmla="*/ 31604 h 36941"/>
                    <a:gd name="connsiteX19" fmla="*/ 17555 w 31902"/>
                    <a:gd name="connsiteY19" fmla="*/ 32804 h 36941"/>
                    <a:gd name="connsiteX20" fmla="*/ 20522 w 31902"/>
                    <a:gd name="connsiteY20" fmla="*/ 32444 h 36941"/>
                    <a:gd name="connsiteX21" fmla="*/ 23427 w 31902"/>
                    <a:gd name="connsiteY21" fmla="*/ 31304 h 36941"/>
                    <a:gd name="connsiteX22" fmla="*/ 26030 w 31902"/>
                    <a:gd name="connsiteY22" fmla="*/ 29325 h 36941"/>
                    <a:gd name="connsiteX23" fmla="*/ 28028 w 31902"/>
                    <a:gd name="connsiteY23" fmla="*/ 26447 h 36941"/>
                    <a:gd name="connsiteX24" fmla="*/ 31902 w 31902"/>
                    <a:gd name="connsiteY24" fmla="*/ 28546 h 36941"/>
                    <a:gd name="connsiteX25" fmla="*/ 29420 w 31902"/>
                    <a:gd name="connsiteY25" fmla="*/ 32144 h 36941"/>
                    <a:gd name="connsiteX26" fmla="*/ 25849 w 31902"/>
                    <a:gd name="connsiteY26" fmla="*/ 34783 h 36941"/>
                    <a:gd name="connsiteX27" fmla="*/ 21611 w 31902"/>
                    <a:gd name="connsiteY27" fmla="*/ 36402 h 36941"/>
                    <a:gd name="connsiteX28" fmla="*/ 17253 w 31902"/>
                    <a:gd name="connsiteY28" fmla="*/ 36942 h 36941"/>
                    <a:gd name="connsiteX29" fmla="*/ 10291 w 31902"/>
                    <a:gd name="connsiteY29" fmla="*/ 35322 h 36941"/>
                    <a:gd name="connsiteX30" fmla="*/ 4843 w 31902"/>
                    <a:gd name="connsiteY30" fmla="*/ 31065 h 36941"/>
                    <a:gd name="connsiteX31" fmla="*/ 1271 w 31902"/>
                    <a:gd name="connsiteY31" fmla="*/ 25068 h 36941"/>
                    <a:gd name="connsiteX32" fmla="*/ 0 w 31902"/>
                    <a:gd name="connsiteY32" fmla="*/ 18231 h 36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1902" h="36941">
                      <a:moveTo>
                        <a:pt x="121" y="18231"/>
                      </a:moveTo>
                      <a:cubicBezTo>
                        <a:pt x="121" y="16012"/>
                        <a:pt x="484" y="13853"/>
                        <a:pt x="1271" y="11694"/>
                      </a:cubicBezTo>
                      <a:cubicBezTo>
                        <a:pt x="2058" y="9535"/>
                        <a:pt x="3208" y="7556"/>
                        <a:pt x="4722" y="5817"/>
                      </a:cubicBezTo>
                      <a:cubicBezTo>
                        <a:pt x="6235" y="4078"/>
                        <a:pt x="8051" y="2699"/>
                        <a:pt x="10231" y="1619"/>
                      </a:cubicBezTo>
                      <a:cubicBezTo>
                        <a:pt x="12410" y="540"/>
                        <a:pt x="14892" y="0"/>
                        <a:pt x="17616" y="0"/>
                      </a:cubicBezTo>
                      <a:cubicBezTo>
                        <a:pt x="20885" y="0"/>
                        <a:pt x="23730" y="720"/>
                        <a:pt x="26091" y="2219"/>
                      </a:cubicBezTo>
                      <a:cubicBezTo>
                        <a:pt x="28452" y="3718"/>
                        <a:pt x="30207" y="5637"/>
                        <a:pt x="31358" y="7976"/>
                      </a:cubicBezTo>
                      <a:lnTo>
                        <a:pt x="27665" y="10315"/>
                      </a:lnTo>
                      <a:cubicBezTo>
                        <a:pt x="27120" y="9175"/>
                        <a:pt x="26454" y="8156"/>
                        <a:pt x="25667" y="7376"/>
                      </a:cubicBezTo>
                      <a:cubicBezTo>
                        <a:pt x="24880" y="6597"/>
                        <a:pt x="24033" y="5937"/>
                        <a:pt x="23125" y="5457"/>
                      </a:cubicBezTo>
                      <a:cubicBezTo>
                        <a:pt x="22217" y="4978"/>
                        <a:pt x="21248" y="4618"/>
                        <a:pt x="20279" y="4438"/>
                      </a:cubicBezTo>
                      <a:cubicBezTo>
                        <a:pt x="19311" y="4258"/>
                        <a:pt x="18342" y="4138"/>
                        <a:pt x="17434" y="4138"/>
                      </a:cubicBezTo>
                      <a:cubicBezTo>
                        <a:pt x="15376" y="4138"/>
                        <a:pt x="13560" y="4558"/>
                        <a:pt x="11986" y="5397"/>
                      </a:cubicBezTo>
                      <a:cubicBezTo>
                        <a:pt x="10412" y="6237"/>
                        <a:pt x="9080" y="7316"/>
                        <a:pt x="7991" y="8696"/>
                      </a:cubicBezTo>
                      <a:cubicBezTo>
                        <a:pt x="6901" y="10075"/>
                        <a:pt x="6114" y="11574"/>
                        <a:pt x="5569" y="13253"/>
                      </a:cubicBezTo>
                      <a:cubicBezTo>
                        <a:pt x="5024" y="14933"/>
                        <a:pt x="4782" y="16672"/>
                        <a:pt x="4782" y="18351"/>
                      </a:cubicBezTo>
                      <a:cubicBezTo>
                        <a:pt x="4782" y="20270"/>
                        <a:pt x="5085" y="22069"/>
                        <a:pt x="5751" y="23808"/>
                      </a:cubicBezTo>
                      <a:cubicBezTo>
                        <a:pt x="6417" y="25547"/>
                        <a:pt x="7264" y="27047"/>
                        <a:pt x="8414" y="28426"/>
                      </a:cubicBezTo>
                      <a:cubicBezTo>
                        <a:pt x="9565" y="29745"/>
                        <a:pt x="10896" y="30825"/>
                        <a:pt x="12470" y="31604"/>
                      </a:cubicBezTo>
                      <a:cubicBezTo>
                        <a:pt x="14044" y="32384"/>
                        <a:pt x="15739" y="32804"/>
                        <a:pt x="17555" y="32804"/>
                      </a:cubicBezTo>
                      <a:cubicBezTo>
                        <a:pt x="18524" y="32804"/>
                        <a:pt x="19493" y="32684"/>
                        <a:pt x="20522" y="32444"/>
                      </a:cubicBezTo>
                      <a:cubicBezTo>
                        <a:pt x="21551" y="32204"/>
                        <a:pt x="22519" y="31844"/>
                        <a:pt x="23427" y="31304"/>
                      </a:cubicBezTo>
                      <a:cubicBezTo>
                        <a:pt x="24335" y="30765"/>
                        <a:pt x="25243" y="30105"/>
                        <a:pt x="26030" y="29325"/>
                      </a:cubicBezTo>
                      <a:cubicBezTo>
                        <a:pt x="26817" y="28546"/>
                        <a:pt x="27483" y="27526"/>
                        <a:pt x="28028" y="26447"/>
                      </a:cubicBezTo>
                      <a:lnTo>
                        <a:pt x="31902" y="28546"/>
                      </a:lnTo>
                      <a:cubicBezTo>
                        <a:pt x="31297" y="29925"/>
                        <a:pt x="30510" y="31125"/>
                        <a:pt x="29420" y="32144"/>
                      </a:cubicBezTo>
                      <a:cubicBezTo>
                        <a:pt x="28391" y="33164"/>
                        <a:pt x="27181" y="34063"/>
                        <a:pt x="25849" y="34783"/>
                      </a:cubicBezTo>
                      <a:cubicBezTo>
                        <a:pt x="24517" y="35502"/>
                        <a:pt x="23125" y="36042"/>
                        <a:pt x="21611" y="36402"/>
                      </a:cubicBezTo>
                      <a:cubicBezTo>
                        <a:pt x="20098" y="36762"/>
                        <a:pt x="18645" y="36942"/>
                        <a:pt x="17253" y="36942"/>
                      </a:cubicBezTo>
                      <a:cubicBezTo>
                        <a:pt x="14710" y="36942"/>
                        <a:pt x="12410" y="36402"/>
                        <a:pt x="10291" y="35322"/>
                      </a:cubicBezTo>
                      <a:cubicBezTo>
                        <a:pt x="8172" y="34243"/>
                        <a:pt x="6356" y="32804"/>
                        <a:pt x="4843" y="31065"/>
                      </a:cubicBezTo>
                      <a:cubicBezTo>
                        <a:pt x="3329" y="29325"/>
                        <a:pt x="2119" y="27286"/>
                        <a:pt x="1271" y="25068"/>
                      </a:cubicBezTo>
                      <a:cubicBezTo>
                        <a:pt x="424" y="22849"/>
                        <a:pt x="0" y="20570"/>
                        <a:pt x="0" y="1823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" name="Freeform 194">
                  <a:extLst>
                    <a:ext uri="{FF2B5EF4-FFF2-40B4-BE49-F238E27FC236}">
                      <a16:creationId xmlns:a16="http://schemas.microsoft.com/office/drawing/2014/main" id="{5C3CF5E5-AEFA-EFD0-15B8-62A0EAF43C06}"/>
                    </a:ext>
                  </a:extLst>
                </p:cNvPr>
                <p:cNvSpPr/>
                <p:nvPr/>
              </p:nvSpPr>
              <p:spPr>
                <a:xfrm>
                  <a:off x="226616" y="584754"/>
                  <a:ext cx="31902" cy="36941"/>
                </a:xfrm>
                <a:custGeom>
                  <a:avLst/>
                  <a:gdLst>
                    <a:gd name="connsiteX0" fmla="*/ 121 w 31902"/>
                    <a:gd name="connsiteY0" fmla="*/ 18231 h 36941"/>
                    <a:gd name="connsiteX1" fmla="*/ 1271 w 31902"/>
                    <a:gd name="connsiteY1" fmla="*/ 11694 h 36941"/>
                    <a:gd name="connsiteX2" fmla="*/ 4722 w 31902"/>
                    <a:gd name="connsiteY2" fmla="*/ 5817 h 36941"/>
                    <a:gd name="connsiteX3" fmla="*/ 10231 w 31902"/>
                    <a:gd name="connsiteY3" fmla="*/ 1619 h 36941"/>
                    <a:gd name="connsiteX4" fmla="*/ 17616 w 31902"/>
                    <a:gd name="connsiteY4" fmla="*/ 0 h 36941"/>
                    <a:gd name="connsiteX5" fmla="*/ 26091 w 31902"/>
                    <a:gd name="connsiteY5" fmla="*/ 2219 h 36941"/>
                    <a:gd name="connsiteX6" fmla="*/ 31358 w 31902"/>
                    <a:gd name="connsiteY6" fmla="*/ 7976 h 36941"/>
                    <a:gd name="connsiteX7" fmla="*/ 27665 w 31902"/>
                    <a:gd name="connsiteY7" fmla="*/ 10315 h 36941"/>
                    <a:gd name="connsiteX8" fmla="*/ 25667 w 31902"/>
                    <a:gd name="connsiteY8" fmla="*/ 7376 h 36941"/>
                    <a:gd name="connsiteX9" fmla="*/ 23125 w 31902"/>
                    <a:gd name="connsiteY9" fmla="*/ 5457 h 36941"/>
                    <a:gd name="connsiteX10" fmla="*/ 20279 w 31902"/>
                    <a:gd name="connsiteY10" fmla="*/ 4438 h 36941"/>
                    <a:gd name="connsiteX11" fmla="*/ 17434 w 31902"/>
                    <a:gd name="connsiteY11" fmla="*/ 4138 h 36941"/>
                    <a:gd name="connsiteX12" fmla="*/ 11986 w 31902"/>
                    <a:gd name="connsiteY12" fmla="*/ 5397 h 36941"/>
                    <a:gd name="connsiteX13" fmla="*/ 7991 w 31902"/>
                    <a:gd name="connsiteY13" fmla="*/ 8696 h 36941"/>
                    <a:gd name="connsiteX14" fmla="*/ 5569 w 31902"/>
                    <a:gd name="connsiteY14" fmla="*/ 13253 h 36941"/>
                    <a:gd name="connsiteX15" fmla="*/ 4782 w 31902"/>
                    <a:gd name="connsiteY15" fmla="*/ 18351 h 36941"/>
                    <a:gd name="connsiteX16" fmla="*/ 5751 w 31902"/>
                    <a:gd name="connsiteY16" fmla="*/ 23808 h 36941"/>
                    <a:gd name="connsiteX17" fmla="*/ 8414 w 31902"/>
                    <a:gd name="connsiteY17" fmla="*/ 28426 h 36941"/>
                    <a:gd name="connsiteX18" fmla="*/ 12470 w 31902"/>
                    <a:gd name="connsiteY18" fmla="*/ 31604 h 36941"/>
                    <a:gd name="connsiteX19" fmla="*/ 17555 w 31902"/>
                    <a:gd name="connsiteY19" fmla="*/ 32804 h 36941"/>
                    <a:gd name="connsiteX20" fmla="*/ 20522 w 31902"/>
                    <a:gd name="connsiteY20" fmla="*/ 32444 h 36941"/>
                    <a:gd name="connsiteX21" fmla="*/ 23427 w 31902"/>
                    <a:gd name="connsiteY21" fmla="*/ 31304 h 36941"/>
                    <a:gd name="connsiteX22" fmla="*/ 26030 w 31902"/>
                    <a:gd name="connsiteY22" fmla="*/ 29325 h 36941"/>
                    <a:gd name="connsiteX23" fmla="*/ 28028 w 31902"/>
                    <a:gd name="connsiteY23" fmla="*/ 26447 h 36941"/>
                    <a:gd name="connsiteX24" fmla="*/ 31902 w 31902"/>
                    <a:gd name="connsiteY24" fmla="*/ 28546 h 36941"/>
                    <a:gd name="connsiteX25" fmla="*/ 29420 w 31902"/>
                    <a:gd name="connsiteY25" fmla="*/ 32144 h 36941"/>
                    <a:gd name="connsiteX26" fmla="*/ 25849 w 31902"/>
                    <a:gd name="connsiteY26" fmla="*/ 34783 h 36941"/>
                    <a:gd name="connsiteX27" fmla="*/ 21611 w 31902"/>
                    <a:gd name="connsiteY27" fmla="*/ 36402 h 36941"/>
                    <a:gd name="connsiteX28" fmla="*/ 17253 w 31902"/>
                    <a:gd name="connsiteY28" fmla="*/ 36942 h 36941"/>
                    <a:gd name="connsiteX29" fmla="*/ 10291 w 31902"/>
                    <a:gd name="connsiteY29" fmla="*/ 35322 h 36941"/>
                    <a:gd name="connsiteX30" fmla="*/ 4843 w 31902"/>
                    <a:gd name="connsiteY30" fmla="*/ 31065 h 36941"/>
                    <a:gd name="connsiteX31" fmla="*/ 1271 w 31902"/>
                    <a:gd name="connsiteY31" fmla="*/ 25068 h 36941"/>
                    <a:gd name="connsiteX32" fmla="*/ 0 w 31902"/>
                    <a:gd name="connsiteY32" fmla="*/ 18231 h 36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1902" h="36941">
                      <a:moveTo>
                        <a:pt x="121" y="18231"/>
                      </a:moveTo>
                      <a:cubicBezTo>
                        <a:pt x="121" y="16012"/>
                        <a:pt x="484" y="13853"/>
                        <a:pt x="1271" y="11694"/>
                      </a:cubicBezTo>
                      <a:cubicBezTo>
                        <a:pt x="2058" y="9535"/>
                        <a:pt x="3208" y="7556"/>
                        <a:pt x="4722" y="5817"/>
                      </a:cubicBezTo>
                      <a:cubicBezTo>
                        <a:pt x="6235" y="4078"/>
                        <a:pt x="8051" y="2699"/>
                        <a:pt x="10231" y="1619"/>
                      </a:cubicBezTo>
                      <a:cubicBezTo>
                        <a:pt x="12410" y="540"/>
                        <a:pt x="14892" y="0"/>
                        <a:pt x="17616" y="0"/>
                      </a:cubicBezTo>
                      <a:cubicBezTo>
                        <a:pt x="20885" y="0"/>
                        <a:pt x="23730" y="720"/>
                        <a:pt x="26091" y="2219"/>
                      </a:cubicBezTo>
                      <a:cubicBezTo>
                        <a:pt x="28452" y="3718"/>
                        <a:pt x="30207" y="5637"/>
                        <a:pt x="31358" y="7976"/>
                      </a:cubicBezTo>
                      <a:lnTo>
                        <a:pt x="27665" y="10315"/>
                      </a:lnTo>
                      <a:cubicBezTo>
                        <a:pt x="27120" y="9175"/>
                        <a:pt x="26454" y="8156"/>
                        <a:pt x="25667" y="7376"/>
                      </a:cubicBezTo>
                      <a:cubicBezTo>
                        <a:pt x="24880" y="6597"/>
                        <a:pt x="24033" y="5937"/>
                        <a:pt x="23125" y="5457"/>
                      </a:cubicBezTo>
                      <a:cubicBezTo>
                        <a:pt x="22217" y="4978"/>
                        <a:pt x="21248" y="4618"/>
                        <a:pt x="20279" y="4438"/>
                      </a:cubicBezTo>
                      <a:cubicBezTo>
                        <a:pt x="19311" y="4258"/>
                        <a:pt x="18342" y="4138"/>
                        <a:pt x="17434" y="4138"/>
                      </a:cubicBezTo>
                      <a:cubicBezTo>
                        <a:pt x="15376" y="4138"/>
                        <a:pt x="13560" y="4558"/>
                        <a:pt x="11986" y="5397"/>
                      </a:cubicBezTo>
                      <a:cubicBezTo>
                        <a:pt x="10412" y="6237"/>
                        <a:pt x="9080" y="7316"/>
                        <a:pt x="7991" y="8696"/>
                      </a:cubicBezTo>
                      <a:cubicBezTo>
                        <a:pt x="6901" y="10075"/>
                        <a:pt x="6114" y="11574"/>
                        <a:pt x="5569" y="13253"/>
                      </a:cubicBezTo>
                      <a:cubicBezTo>
                        <a:pt x="5024" y="14933"/>
                        <a:pt x="4782" y="16672"/>
                        <a:pt x="4782" y="18351"/>
                      </a:cubicBezTo>
                      <a:cubicBezTo>
                        <a:pt x="4782" y="20270"/>
                        <a:pt x="5085" y="22069"/>
                        <a:pt x="5751" y="23808"/>
                      </a:cubicBezTo>
                      <a:cubicBezTo>
                        <a:pt x="6417" y="25547"/>
                        <a:pt x="7264" y="27047"/>
                        <a:pt x="8414" y="28426"/>
                      </a:cubicBezTo>
                      <a:cubicBezTo>
                        <a:pt x="9565" y="29745"/>
                        <a:pt x="10896" y="30825"/>
                        <a:pt x="12470" y="31604"/>
                      </a:cubicBezTo>
                      <a:cubicBezTo>
                        <a:pt x="14044" y="32384"/>
                        <a:pt x="15739" y="32804"/>
                        <a:pt x="17555" y="32804"/>
                      </a:cubicBezTo>
                      <a:cubicBezTo>
                        <a:pt x="18524" y="32804"/>
                        <a:pt x="19493" y="32684"/>
                        <a:pt x="20522" y="32444"/>
                      </a:cubicBezTo>
                      <a:cubicBezTo>
                        <a:pt x="21551" y="32204"/>
                        <a:pt x="22519" y="31844"/>
                        <a:pt x="23427" y="31304"/>
                      </a:cubicBezTo>
                      <a:cubicBezTo>
                        <a:pt x="24335" y="30765"/>
                        <a:pt x="25243" y="30105"/>
                        <a:pt x="26030" y="29325"/>
                      </a:cubicBezTo>
                      <a:cubicBezTo>
                        <a:pt x="26817" y="28546"/>
                        <a:pt x="27483" y="27526"/>
                        <a:pt x="28028" y="26447"/>
                      </a:cubicBezTo>
                      <a:lnTo>
                        <a:pt x="31902" y="28546"/>
                      </a:lnTo>
                      <a:cubicBezTo>
                        <a:pt x="31297" y="29925"/>
                        <a:pt x="30510" y="31125"/>
                        <a:pt x="29420" y="32144"/>
                      </a:cubicBezTo>
                      <a:cubicBezTo>
                        <a:pt x="28391" y="33164"/>
                        <a:pt x="27181" y="34063"/>
                        <a:pt x="25849" y="34783"/>
                      </a:cubicBezTo>
                      <a:cubicBezTo>
                        <a:pt x="24517" y="35502"/>
                        <a:pt x="23125" y="36042"/>
                        <a:pt x="21611" y="36402"/>
                      </a:cubicBezTo>
                      <a:cubicBezTo>
                        <a:pt x="20098" y="36762"/>
                        <a:pt x="18645" y="36942"/>
                        <a:pt x="17253" y="36942"/>
                      </a:cubicBezTo>
                      <a:cubicBezTo>
                        <a:pt x="14710" y="36942"/>
                        <a:pt x="12410" y="36402"/>
                        <a:pt x="10291" y="35322"/>
                      </a:cubicBezTo>
                      <a:cubicBezTo>
                        <a:pt x="8172" y="34243"/>
                        <a:pt x="6356" y="32804"/>
                        <a:pt x="4843" y="31065"/>
                      </a:cubicBezTo>
                      <a:cubicBezTo>
                        <a:pt x="3329" y="29325"/>
                        <a:pt x="2119" y="27286"/>
                        <a:pt x="1271" y="25068"/>
                      </a:cubicBezTo>
                      <a:cubicBezTo>
                        <a:pt x="424" y="22849"/>
                        <a:pt x="0" y="20570"/>
                        <a:pt x="0" y="1823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" name="Freeform 195">
                  <a:extLst>
                    <a:ext uri="{FF2B5EF4-FFF2-40B4-BE49-F238E27FC236}">
                      <a16:creationId xmlns:a16="http://schemas.microsoft.com/office/drawing/2014/main" id="{1939D258-F906-109E-F072-224C1BD57937}"/>
                    </a:ext>
                  </a:extLst>
                </p:cNvPr>
                <p:cNvSpPr/>
                <p:nvPr/>
              </p:nvSpPr>
              <p:spPr>
                <a:xfrm>
                  <a:off x="264451" y="584994"/>
                  <a:ext cx="28088" cy="36521"/>
                </a:xfrm>
                <a:custGeom>
                  <a:avLst/>
                  <a:gdLst>
                    <a:gd name="connsiteX0" fmla="*/ 61 w 28088"/>
                    <a:gd name="connsiteY0" fmla="*/ 36462 h 36521"/>
                    <a:gd name="connsiteX1" fmla="*/ 61 w 28088"/>
                    <a:gd name="connsiteY1" fmla="*/ 0 h 36521"/>
                    <a:gd name="connsiteX2" fmla="*/ 15800 w 28088"/>
                    <a:gd name="connsiteY2" fmla="*/ 0 h 36521"/>
                    <a:gd name="connsiteX3" fmla="*/ 20279 w 28088"/>
                    <a:gd name="connsiteY3" fmla="*/ 1019 h 36521"/>
                    <a:gd name="connsiteX4" fmla="*/ 23791 w 28088"/>
                    <a:gd name="connsiteY4" fmla="*/ 3658 h 36521"/>
                    <a:gd name="connsiteX5" fmla="*/ 26091 w 28088"/>
                    <a:gd name="connsiteY5" fmla="*/ 7436 h 36521"/>
                    <a:gd name="connsiteX6" fmla="*/ 26938 w 28088"/>
                    <a:gd name="connsiteY6" fmla="*/ 11694 h 36521"/>
                    <a:gd name="connsiteX7" fmla="*/ 26394 w 28088"/>
                    <a:gd name="connsiteY7" fmla="*/ 15352 h 36521"/>
                    <a:gd name="connsiteX8" fmla="*/ 24820 w 28088"/>
                    <a:gd name="connsiteY8" fmla="*/ 18591 h 36521"/>
                    <a:gd name="connsiteX9" fmla="*/ 22398 w 28088"/>
                    <a:gd name="connsiteY9" fmla="*/ 21050 h 36521"/>
                    <a:gd name="connsiteX10" fmla="*/ 19190 w 28088"/>
                    <a:gd name="connsiteY10" fmla="*/ 22549 h 36521"/>
                    <a:gd name="connsiteX11" fmla="*/ 28089 w 28088"/>
                    <a:gd name="connsiteY11" fmla="*/ 36522 h 36521"/>
                    <a:gd name="connsiteX12" fmla="*/ 22822 w 28088"/>
                    <a:gd name="connsiteY12" fmla="*/ 36522 h 36521"/>
                    <a:gd name="connsiteX13" fmla="*/ 14408 w 28088"/>
                    <a:gd name="connsiteY13" fmla="*/ 23448 h 36521"/>
                    <a:gd name="connsiteX14" fmla="*/ 4661 w 28088"/>
                    <a:gd name="connsiteY14" fmla="*/ 23448 h 36521"/>
                    <a:gd name="connsiteX15" fmla="*/ 4661 w 28088"/>
                    <a:gd name="connsiteY15" fmla="*/ 36522 h 36521"/>
                    <a:gd name="connsiteX16" fmla="*/ 0 w 28088"/>
                    <a:gd name="connsiteY16" fmla="*/ 36522 h 36521"/>
                    <a:gd name="connsiteX17" fmla="*/ 4722 w 28088"/>
                    <a:gd name="connsiteY17" fmla="*/ 19310 h 36521"/>
                    <a:gd name="connsiteX18" fmla="*/ 15860 w 28088"/>
                    <a:gd name="connsiteY18" fmla="*/ 19310 h 36521"/>
                    <a:gd name="connsiteX19" fmla="*/ 18463 w 28088"/>
                    <a:gd name="connsiteY19" fmla="*/ 18711 h 36521"/>
                    <a:gd name="connsiteX20" fmla="*/ 20461 w 28088"/>
                    <a:gd name="connsiteY20" fmla="*/ 17032 h 36521"/>
                    <a:gd name="connsiteX21" fmla="*/ 21732 w 28088"/>
                    <a:gd name="connsiteY21" fmla="*/ 14573 h 36521"/>
                    <a:gd name="connsiteX22" fmla="*/ 22217 w 28088"/>
                    <a:gd name="connsiteY22" fmla="*/ 11694 h 36521"/>
                    <a:gd name="connsiteX23" fmla="*/ 21672 w 28088"/>
                    <a:gd name="connsiteY23" fmla="*/ 8816 h 36521"/>
                    <a:gd name="connsiteX24" fmla="*/ 20219 w 28088"/>
                    <a:gd name="connsiteY24" fmla="*/ 6417 h 36521"/>
                    <a:gd name="connsiteX25" fmla="*/ 18100 w 28088"/>
                    <a:gd name="connsiteY25" fmla="*/ 4798 h 36521"/>
                    <a:gd name="connsiteX26" fmla="*/ 15558 w 28088"/>
                    <a:gd name="connsiteY26" fmla="*/ 4198 h 36521"/>
                    <a:gd name="connsiteX27" fmla="*/ 4722 w 28088"/>
                    <a:gd name="connsiteY27" fmla="*/ 4198 h 36521"/>
                    <a:gd name="connsiteX28" fmla="*/ 4722 w 28088"/>
                    <a:gd name="connsiteY28" fmla="*/ 1937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8088" h="3652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5800" y="0"/>
                      </a:lnTo>
                      <a:cubicBezTo>
                        <a:pt x="17434" y="0"/>
                        <a:pt x="18887" y="360"/>
                        <a:pt x="20279" y="1019"/>
                      </a:cubicBezTo>
                      <a:cubicBezTo>
                        <a:pt x="21672" y="1679"/>
                        <a:pt x="22822" y="2579"/>
                        <a:pt x="23791" y="3658"/>
                      </a:cubicBezTo>
                      <a:cubicBezTo>
                        <a:pt x="24759" y="4798"/>
                        <a:pt x="25546" y="5997"/>
                        <a:pt x="26091" y="7436"/>
                      </a:cubicBezTo>
                      <a:cubicBezTo>
                        <a:pt x="26636" y="8816"/>
                        <a:pt x="26938" y="10255"/>
                        <a:pt x="26938" y="11694"/>
                      </a:cubicBezTo>
                      <a:cubicBezTo>
                        <a:pt x="26938" y="12954"/>
                        <a:pt x="26757" y="14213"/>
                        <a:pt x="26394" y="15352"/>
                      </a:cubicBezTo>
                      <a:cubicBezTo>
                        <a:pt x="26030" y="16552"/>
                        <a:pt x="25486" y="17631"/>
                        <a:pt x="24820" y="18591"/>
                      </a:cubicBezTo>
                      <a:cubicBezTo>
                        <a:pt x="24154" y="19550"/>
                        <a:pt x="23306" y="20390"/>
                        <a:pt x="22398" y="21050"/>
                      </a:cubicBezTo>
                      <a:cubicBezTo>
                        <a:pt x="21430" y="21709"/>
                        <a:pt x="20401" y="22249"/>
                        <a:pt x="19190" y="22549"/>
                      </a:cubicBezTo>
                      <a:lnTo>
                        <a:pt x="28089" y="36522"/>
                      </a:lnTo>
                      <a:lnTo>
                        <a:pt x="22822" y="36522"/>
                      </a:lnTo>
                      <a:lnTo>
                        <a:pt x="14408" y="23448"/>
                      </a:lnTo>
                      <a:lnTo>
                        <a:pt x="4661" y="23448"/>
                      </a:lnTo>
                      <a:lnTo>
                        <a:pt x="4661" y="36522"/>
                      </a:lnTo>
                      <a:lnTo>
                        <a:pt x="0" y="36522"/>
                      </a:lnTo>
                      <a:close/>
                      <a:moveTo>
                        <a:pt x="4722" y="19310"/>
                      </a:moveTo>
                      <a:lnTo>
                        <a:pt x="15860" y="19310"/>
                      </a:lnTo>
                      <a:cubicBezTo>
                        <a:pt x="16829" y="19310"/>
                        <a:pt x="17676" y="19131"/>
                        <a:pt x="18463" y="18711"/>
                      </a:cubicBezTo>
                      <a:cubicBezTo>
                        <a:pt x="19250" y="18291"/>
                        <a:pt x="19916" y="17751"/>
                        <a:pt x="20461" y="17032"/>
                      </a:cubicBezTo>
                      <a:cubicBezTo>
                        <a:pt x="21006" y="16312"/>
                        <a:pt x="21430" y="15532"/>
                        <a:pt x="21732" y="14573"/>
                      </a:cubicBezTo>
                      <a:cubicBezTo>
                        <a:pt x="22035" y="13673"/>
                        <a:pt x="22217" y="12714"/>
                        <a:pt x="22217" y="11694"/>
                      </a:cubicBezTo>
                      <a:cubicBezTo>
                        <a:pt x="22217" y="10675"/>
                        <a:pt x="22035" y="9715"/>
                        <a:pt x="21672" y="8816"/>
                      </a:cubicBezTo>
                      <a:cubicBezTo>
                        <a:pt x="21309" y="7916"/>
                        <a:pt x="20824" y="7136"/>
                        <a:pt x="20219" y="6417"/>
                      </a:cubicBezTo>
                      <a:cubicBezTo>
                        <a:pt x="19614" y="5697"/>
                        <a:pt x="18887" y="5157"/>
                        <a:pt x="18100" y="4798"/>
                      </a:cubicBezTo>
                      <a:cubicBezTo>
                        <a:pt x="17313" y="4438"/>
                        <a:pt x="16405" y="4198"/>
                        <a:pt x="15558" y="4198"/>
                      </a:cubicBezTo>
                      <a:lnTo>
                        <a:pt x="4722" y="4198"/>
                      </a:lnTo>
                      <a:lnTo>
                        <a:pt x="4722" y="1937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 196">
                  <a:extLst>
                    <a:ext uri="{FF2B5EF4-FFF2-40B4-BE49-F238E27FC236}">
                      <a16:creationId xmlns:a16="http://schemas.microsoft.com/office/drawing/2014/main" id="{45DED864-D109-0FED-7105-DA7D1F864C42}"/>
                    </a:ext>
                  </a:extLst>
                </p:cNvPr>
                <p:cNvSpPr/>
                <p:nvPr/>
              </p:nvSpPr>
              <p:spPr>
                <a:xfrm>
                  <a:off x="298593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" name="Freeform 197">
                  <a:extLst>
                    <a:ext uri="{FF2B5EF4-FFF2-40B4-BE49-F238E27FC236}">
                      <a16:creationId xmlns:a16="http://schemas.microsoft.com/office/drawing/2014/main" id="{0EDBA860-69EC-961D-0DF0-EA89A64FF8A5}"/>
                    </a:ext>
                  </a:extLst>
                </p:cNvPr>
                <p:cNvSpPr/>
                <p:nvPr/>
              </p:nvSpPr>
              <p:spPr>
                <a:xfrm>
                  <a:off x="329890" y="584994"/>
                  <a:ext cx="30570" cy="36461"/>
                </a:xfrm>
                <a:custGeom>
                  <a:avLst/>
                  <a:gdLst>
                    <a:gd name="connsiteX0" fmla="*/ 61 w 30570"/>
                    <a:gd name="connsiteY0" fmla="*/ 36462 h 36461"/>
                    <a:gd name="connsiteX1" fmla="*/ 61 w 30570"/>
                    <a:gd name="connsiteY1" fmla="*/ 0 h 36461"/>
                    <a:gd name="connsiteX2" fmla="*/ 12834 w 30570"/>
                    <a:gd name="connsiteY2" fmla="*/ 0 h 36461"/>
                    <a:gd name="connsiteX3" fmla="*/ 20582 w 30570"/>
                    <a:gd name="connsiteY3" fmla="*/ 1439 h 36461"/>
                    <a:gd name="connsiteX4" fmla="*/ 26151 w 30570"/>
                    <a:gd name="connsiteY4" fmla="*/ 5337 h 36461"/>
                    <a:gd name="connsiteX5" fmla="*/ 29481 w 30570"/>
                    <a:gd name="connsiteY5" fmla="*/ 11094 h 36461"/>
                    <a:gd name="connsiteX6" fmla="*/ 30571 w 30570"/>
                    <a:gd name="connsiteY6" fmla="*/ 18171 h 36461"/>
                    <a:gd name="connsiteX7" fmla="*/ 29299 w 30570"/>
                    <a:gd name="connsiteY7" fmla="*/ 25667 h 36461"/>
                    <a:gd name="connsiteX8" fmla="*/ 25728 w 30570"/>
                    <a:gd name="connsiteY8" fmla="*/ 31424 h 36461"/>
                    <a:gd name="connsiteX9" fmla="*/ 20098 w 30570"/>
                    <a:gd name="connsiteY9" fmla="*/ 35143 h 36461"/>
                    <a:gd name="connsiteX10" fmla="*/ 12773 w 30570"/>
                    <a:gd name="connsiteY10" fmla="*/ 36462 h 36461"/>
                    <a:gd name="connsiteX11" fmla="*/ 0 w 30570"/>
                    <a:gd name="connsiteY11" fmla="*/ 36462 h 36461"/>
                    <a:gd name="connsiteX12" fmla="*/ 25849 w 30570"/>
                    <a:gd name="connsiteY12" fmla="*/ 18231 h 36461"/>
                    <a:gd name="connsiteX13" fmla="*/ 25001 w 30570"/>
                    <a:gd name="connsiteY13" fmla="*/ 12534 h 36461"/>
                    <a:gd name="connsiteX14" fmla="*/ 22459 w 30570"/>
                    <a:gd name="connsiteY14" fmla="*/ 8096 h 36461"/>
                    <a:gd name="connsiteX15" fmla="*/ 18342 w 30570"/>
                    <a:gd name="connsiteY15" fmla="*/ 5217 h 36461"/>
                    <a:gd name="connsiteX16" fmla="*/ 12773 w 30570"/>
                    <a:gd name="connsiteY16" fmla="*/ 4138 h 36461"/>
                    <a:gd name="connsiteX17" fmla="*/ 4661 w 30570"/>
                    <a:gd name="connsiteY17" fmla="*/ 4138 h 36461"/>
                    <a:gd name="connsiteX18" fmla="*/ 4661 w 30570"/>
                    <a:gd name="connsiteY18" fmla="*/ 32384 h 36461"/>
                    <a:gd name="connsiteX19" fmla="*/ 12773 w 30570"/>
                    <a:gd name="connsiteY19" fmla="*/ 32384 h 36461"/>
                    <a:gd name="connsiteX20" fmla="*/ 18403 w 30570"/>
                    <a:gd name="connsiteY20" fmla="*/ 31304 h 36461"/>
                    <a:gd name="connsiteX21" fmla="*/ 22519 w 30570"/>
                    <a:gd name="connsiteY21" fmla="*/ 28306 h 36461"/>
                    <a:gd name="connsiteX22" fmla="*/ 25001 w 30570"/>
                    <a:gd name="connsiteY22" fmla="*/ 23808 h 36461"/>
                    <a:gd name="connsiteX23" fmla="*/ 25849 w 30570"/>
                    <a:gd name="connsiteY23" fmla="*/ 18171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0570" h="3646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2834" y="0"/>
                      </a:lnTo>
                      <a:cubicBezTo>
                        <a:pt x="15800" y="0"/>
                        <a:pt x="18342" y="480"/>
                        <a:pt x="20582" y="1439"/>
                      </a:cubicBezTo>
                      <a:cubicBezTo>
                        <a:pt x="22822" y="2399"/>
                        <a:pt x="24699" y="3718"/>
                        <a:pt x="26151" y="5337"/>
                      </a:cubicBezTo>
                      <a:cubicBezTo>
                        <a:pt x="27665" y="6957"/>
                        <a:pt x="28754" y="8936"/>
                        <a:pt x="29481" y="11094"/>
                      </a:cubicBezTo>
                      <a:cubicBezTo>
                        <a:pt x="30207" y="13313"/>
                        <a:pt x="30571" y="15652"/>
                        <a:pt x="30571" y="18171"/>
                      </a:cubicBezTo>
                      <a:cubicBezTo>
                        <a:pt x="30571" y="20930"/>
                        <a:pt x="30147" y="23448"/>
                        <a:pt x="29299" y="25667"/>
                      </a:cubicBezTo>
                      <a:cubicBezTo>
                        <a:pt x="28452" y="27886"/>
                        <a:pt x="27302" y="29805"/>
                        <a:pt x="25728" y="31424"/>
                      </a:cubicBezTo>
                      <a:cubicBezTo>
                        <a:pt x="24154" y="33044"/>
                        <a:pt x="22277" y="34243"/>
                        <a:pt x="20098" y="35143"/>
                      </a:cubicBezTo>
                      <a:cubicBezTo>
                        <a:pt x="17919" y="36042"/>
                        <a:pt x="15437" y="36462"/>
                        <a:pt x="12773" y="36462"/>
                      </a:cubicBezTo>
                      <a:lnTo>
                        <a:pt x="0" y="36462"/>
                      </a:lnTo>
                      <a:close/>
                      <a:moveTo>
                        <a:pt x="25849" y="18231"/>
                      </a:moveTo>
                      <a:cubicBezTo>
                        <a:pt x="25849" y="16192"/>
                        <a:pt x="25546" y="14273"/>
                        <a:pt x="25001" y="12534"/>
                      </a:cubicBezTo>
                      <a:cubicBezTo>
                        <a:pt x="24456" y="10795"/>
                        <a:pt x="23609" y="9295"/>
                        <a:pt x="22459" y="8096"/>
                      </a:cubicBezTo>
                      <a:cubicBezTo>
                        <a:pt x="21309" y="6897"/>
                        <a:pt x="19977" y="5877"/>
                        <a:pt x="18342" y="5217"/>
                      </a:cubicBezTo>
                      <a:cubicBezTo>
                        <a:pt x="16708" y="4498"/>
                        <a:pt x="14892" y="4138"/>
                        <a:pt x="12773" y="4138"/>
                      </a:cubicBezTo>
                      <a:lnTo>
                        <a:pt x="4661" y="4138"/>
                      </a:lnTo>
                      <a:lnTo>
                        <a:pt x="4661" y="32384"/>
                      </a:lnTo>
                      <a:lnTo>
                        <a:pt x="12773" y="32384"/>
                      </a:lnTo>
                      <a:cubicBezTo>
                        <a:pt x="14892" y="32384"/>
                        <a:pt x="16768" y="32024"/>
                        <a:pt x="18403" y="31304"/>
                      </a:cubicBezTo>
                      <a:cubicBezTo>
                        <a:pt x="20037" y="30585"/>
                        <a:pt x="21430" y="29565"/>
                        <a:pt x="22519" y="28306"/>
                      </a:cubicBezTo>
                      <a:cubicBezTo>
                        <a:pt x="23609" y="27047"/>
                        <a:pt x="24456" y="25547"/>
                        <a:pt x="25001" y="23808"/>
                      </a:cubicBezTo>
                      <a:cubicBezTo>
                        <a:pt x="25546" y="22069"/>
                        <a:pt x="25849" y="20210"/>
                        <a:pt x="25849" y="1817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" name="Freeform 198">
                  <a:extLst>
                    <a:ext uri="{FF2B5EF4-FFF2-40B4-BE49-F238E27FC236}">
                      <a16:creationId xmlns:a16="http://schemas.microsoft.com/office/drawing/2014/main" id="{3414AAEC-032E-D5C2-B7EC-8ACAA2DC05E0}"/>
                    </a:ext>
                  </a:extLst>
                </p:cNvPr>
                <p:cNvSpPr/>
                <p:nvPr/>
              </p:nvSpPr>
              <p:spPr>
                <a:xfrm>
                  <a:off x="367059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" name="Freeform 199">
                  <a:extLst>
                    <a:ext uri="{FF2B5EF4-FFF2-40B4-BE49-F238E27FC236}">
                      <a16:creationId xmlns:a16="http://schemas.microsoft.com/office/drawing/2014/main" id="{7B370356-7EE9-C6DF-88B0-1D3600116A70}"/>
                    </a:ext>
                  </a:extLst>
                </p:cNvPr>
                <p:cNvSpPr/>
                <p:nvPr/>
              </p:nvSpPr>
              <p:spPr>
                <a:xfrm>
                  <a:off x="377048" y="585053"/>
                  <a:ext cx="30086" cy="36461"/>
                </a:xfrm>
                <a:custGeom>
                  <a:avLst/>
                  <a:gdLst>
                    <a:gd name="connsiteX0" fmla="*/ 30086 w 30086"/>
                    <a:gd name="connsiteY0" fmla="*/ 4078 h 36461"/>
                    <a:gd name="connsiteX1" fmla="*/ 17374 w 30086"/>
                    <a:gd name="connsiteY1" fmla="*/ 4078 h 36461"/>
                    <a:gd name="connsiteX2" fmla="*/ 17374 w 30086"/>
                    <a:gd name="connsiteY2" fmla="*/ 36462 h 36461"/>
                    <a:gd name="connsiteX3" fmla="*/ 12712 w 30086"/>
                    <a:gd name="connsiteY3" fmla="*/ 36462 h 36461"/>
                    <a:gd name="connsiteX4" fmla="*/ 12712 w 30086"/>
                    <a:gd name="connsiteY4" fmla="*/ 4078 h 36461"/>
                    <a:gd name="connsiteX5" fmla="*/ 0 w 30086"/>
                    <a:gd name="connsiteY5" fmla="*/ 4078 h 36461"/>
                    <a:gd name="connsiteX6" fmla="*/ 0 w 30086"/>
                    <a:gd name="connsiteY6" fmla="*/ 0 h 36461"/>
                    <a:gd name="connsiteX7" fmla="*/ 30086 w 30086"/>
                    <a:gd name="connsiteY7" fmla="*/ 0 h 36461"/>
                    <a:gd name="connsiteX8" fmla="*/ 30086 w 30086"/>
                    <a:gd name="connsiteY8" fmla="*/ 4078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086" h="36461">
                      <a:moveTo>
                        <a:pt x="30086" y="4078"/>
                      </a:moveTo>
                      <a:lnTo>
                        <a:pt x="17374" y="4078"/>
                      </a:lnTo>
                      <a:lnTo>
                        <a:pt x="17374" y="36462"/>
                      </a:lnTo>
                      <a:lnTo>
                        <a:pt x="12712" y="36462"/>
                      </a:lnTo>
                      <a:lnTo>
                        <a:pt x="12712" y="4078"/>
                      </a:lnTo>
                      <a:lnTo>
                        <a:pt x="0" y="4078"/>
                      </a:lnTo>
                      <a:lnTo>
                        <a:pt x="0" y="0"/>
                      </a:lnTo>
                      <a:lnTo>
                        <a:pt x="30086" y="0"/>
                      </a:lnTo>
                      <a:lnTo>
                        <a:pt x="30086" y="407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" name="Freeform 200">
                  <a:extLst>
                    <a:ext uri="{FF2B5EF4-FFF2-40B4-BE49-F238E27FC236}">
                      <a16:creationId xmlns:a16="http://schemas.microsoft.com/office/drawing/2014/main" id="{77282D58-F83E-74EF-C7F9-C8CAA36ED88B}"/>
                    </a:ext>
                  </a:extLst>
                </p:cNvPr>
                <p:cNvSpPr/>
                <p:nvPr/>
              </p:nvSpPr>
              <p:spPr>
                <a:xfrm>
                  <a:off x="412401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0" name="Freeform 201">
                  <a:extLst>
                    <a:ext uri="{FF2B5EF4-FFF2-40B4-BE49-F238E27FC236}">
                      <a16:creationId xmlns:a16="http://schemas.microsoft.com/office/drawing/2014/main" id="{D27E8609-BAA5-B1DC-0EC9-C9BED1748C15}"/>
                    </a:ext>
                  </a:extLst>
                </p:cNvPr>
                <p:cNvSpPr/>
                <p:nvPr/>
              </p:nvSpPr>
              <p:spPr>
                <a:xfrm>
                  <a:off x="443698" y="584994"/>
                  <a:ext cx="30570" cy="36461"/>
                </a:xfrm>
                <a:custGeom>
                  <a:avLst/>
                  <a:gdLst>
                    <a:gd name="connsiteX0" fmla="*/ 61 w 30570"/>
                    <a:gd name="connsiteY0" fmla="*/ 36462 h 36461"/>
                    <a:gd name="connsiteX1" fmla="*/ 61 w 30570"/>
                    <a:gd name="connsiteY1" fmla="*/ 0 h 36461"/>
                    <a:gd name="connsiteX2" fmla="*/ 12834 w 30570"/>
                    <a:gd name="connsiteY2" fmla="*/ 0 h 36461"/>
                    <a:gd name="connsiteX3" fmla="*/ 20582 w 30570"/>
                    <a:gd name="connsiteY3" fmla="*/ 1439 h 36461"/>
                    <a:gd name="connsiteX4" fmla="*/ 26151 w 30570"/>
                    <a:gd name="connsiteY4" fmla="*/ 5337 h 36461"/>
                    <a:gd name="connsiteX5" fmla="*/ 29481 w 30570"/>
                    <a:gd name="connsiteY5" fmla="*/ 11094 h 36461"/>
                    <a:gd name="connsiteX6" fmla="*/ 30571 w 30570"/>
                    <a:gd name="connsiteY6" fmla="*/ 18171 h 36461"/>
                    <a:gd name="connsiteX7" fmla="*/ 29299 w 30570"/>
                    <a:gd name="connsiteY7" fmla="*/ 25667 h 36461"/>
                    <a:gd name="connsiteX8" fmla="*/ 25728 w 30570"/>
                    <a:gd name="connsiteY8" fmla="*/ 31424 h 36461"/>
                    <a:gd name="connsiteX9" fmla="*/ 20098 w 30570"/>
                    <a:gd name="connsiteY9" fmla="*/ 35143 h 36461"/>
                    <a:gd name="connsiteX10" fmla="*/ 12773 w 30570"/>
                    <a:gd name="connsiteY10" fmla="*/ 36462 h 36461"/>
                    <a:gd name="connsiteX11" fmla="*/ 0 w 30570"/>
                    <a:gd name="connsiteY11" fmla="*/ 36462 h 36461"/>
                    <a:gd name="connsiteX12" fmla="*/ 25909 w 30570"/>
                    <a:gd name="connsiteY12" fmla="*/ 18231 h 36461"/>
                    <a:gd name="connsiteX13" fmla="*/ 25062 w 30570"/>
                    <a:gd name="connsiteY13" fmla="*/ 12534 h 36461"/>
                    <a:gd name="connsiteX14" fmla="*/ 22519 w 30570"/>
                    <a:gd name="connsiteY14" fmla="*/ 8096 h 36461"/>
                    <a:gd name="connsiteX15" fmla="*/ 18403 w 30570"/>
                    <a:gd name="connsiteY15" fmla="*/ 5217 h 36461"/>
                    <a:gd name="connsiteX16" fmla="*/ 12834 w 30570"/>
                    <a:gd name="connsiteY16" fmla="*/ 4138 h 36461"/>
                    <a:gd name="connsiteX17" fmla="*/ 4722 w 30570"/>
                    <a:gd name="connsiteY17" fmla="*/ 4138 h 36461"/>
                    <a:gd name="connsiteX18" fmla="*/ 4722 w 30570"/>
                    <a:gd name="connsiteY18" fmla="*/ 32384 h 36461"/>
                    <a:gd name="connsiteX19" fmla="*/ 12834 w 30570"/>
                    <a:gd name="connsiteY19" fmla="*/ 32384 h 36461"/>
                    <a:gd name="connsiteX20" fmla="*/ 18463 w 30570"/>
                    <a:gd name="connsiteY20" fmla="*/ 31304 h 36461"/>
                    <a:gd name="connsiteX21" fmla="*/ 22580 w 30570"/>
                    <a:gd name="connsiteY21" fmla="*/ 28306 h 36461"/>
                    <a:gd name="connsiteX22" fmla="*/ 25062 w 30570"/>
                    <a:gd name="connsiteY22" fmla="*/ 23808 h 36461"/>
                    <a:gd name="connsiteX23" fmla="*/ 25909 w 30570"/>
                    <a:gd name="connsiteY23" fmla="*/ 18171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0570" h="3646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2834" y="0"/>
                      </a:lnTo>
                      <a:cubicBezTo>
                        <a:pt x="15800" y="0"/>
                        <a:pt x="18342" y="480"/>
                        <a:pt x="20582" y="1439"/>
                      </a:cubicBezTo>
                      <a:cubicBezTo>
                        <a:pt x="22822" y="2399"/>
                        <a:pt x="24699" y="3718"/>
                        <a:pt x="26151" y="5337"/>
                      </a:cubicBezTo>
                      <a:cubicBezTo>
                        <a:pt x="27665" y="6957"/>
                        <a:pt x="28754" y="8936"/>
                        <a:pt x="29481" y="11094"/>
                      </a:cubicBezTo>
                      <a:cubicBezTo>
                        <a:pt x="30207" y="13313"/>
                        <a:pt x="30571" y="15652"/>
                        <a:pt x="30571" y="18171"/>
                      </a:cubicBezTo>
                      <a:cubicBezTo>
                        <a:pt x="30571" y="20930"/>
                        <a:pt x="30147" y="23448"/>
                        <a:pt x="29299" y="25667"/>
                      </a:cubicBezTo>
                      <a:cubicBezTo>
                        <a:pt x="28452" y="27886"/>
                        <a:pt x="27302" y="29805"/>
                        <a:pt x="25728" y="31424"/>
                      </a:cubicBezTo>
                      <a:cubicBezTo>
                        <a:pt x="24154" y="33044"/>
                        <a:pt x="22277" y="34243"/>
                        <a:pt x="20098" y="35143"/>
                      </a:cubicBezTo>
                      <a:cubicBezTo>
                        <a:pt x="17919" y="36042"/>
                        <a:pt x="15437" y="36462"/>
                        <a:pt x="12773" y="36462"/>
                      </a:cubicBezTo>
                      <a:lnTo>
                        <a:pt x="0" y="36462"/>
                      </a:lnTo>
                      <a:close/>
                      <a:moveTo>
                        <a:pt x="25909" y="18231"/>
                      </a:moveTo>
                      <a:cubicBezTo>
                        <a:pt x="25909" y="16192"/>
                        <a:pt x="25607" y="14273"/>
                        <a:pt x="25062" y="12534"/>
                      </a:cubicBezTo>
                      <a:cubicBezTo>
                        <a:pt x="24517" y="10795"/>
                        <a:pt x="23669" y="9295"/>
                        <a:pt x="22519" y="8096"/>
                      </a:cubicBezTo>
                      <a:cubicBezTo>
                        <a:pt x="21369" y="6897"/>
                        <a:pt x="20037" y="5877"/>
                        <a:pt x="18403" y="5217"/>
                      </a:cubicBezTo>
                      <a:cubicBezTo>
                        <a:pt x="16768" y="4498"/>
                        <a:pt x="14952" y="4138"/>
                        <a:pt x="12834" y="4138"/>
                      </a:cubicBezTo>
                      <a:lnTo>
                        <a:pt x="4722" y="4138"/>
                      </a:lnTo>
                      <a:lnTo>
                        <a:pt x="4722" y="32384"/>
                      </a:lnTo>
                      <a:lnTo>
                        <a:pt x="12834" y="32384"/>
                      </a:lnTo>
                      <a:cubicBezTo>
                        <a:pt x="14952" y="32384"/>
                        <a:pt x="16829" y="32024"/>
                        <a:pt x="18463" y="31304"/>
                      </a:cubicBezTo>
                      <a:cubicBezTo>
                        <a:pt x="20098" y="30585"/>
                        <a:pt x="21490" y="29565"/>
                        <a:pt x="22580" y="28306"/>
                      </a:cubicBezTo>
                      <a:cubicBezTo>
                        <a:pt x="23669" y="27047"/>
                        <a:pt x="24517" y="25547"/>
                        <a:pt x="25062" y="23808"/>
                      </a:cubicBezTo>
                      <a:cubicBezTo>
                        <a:pt x="25607" y="22069"/>
                        <a:pt x="25909" y="20210"/>
                        <a:pt x="25909" y="1817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1" name="Freeform 202">
                  <a:extLst>
                    <a:ext uri="{FF2B5EF4-FFF2-40B4-BE49-F238E27FC236}">
                      <a16:creationId xmlns:a16="http://schemas.microsoft.com/office/drawing/2014/main" id="{22EC4CE4-924B-E7BD-3952-F317383E989D}"/>
                    </a:ext>
                  </a:extLst>
                </p:cNvPr>
                <p:cNvSpPr/>
                <p:nvPr/>
              </p:nvSpPr>
              <p:spPr>
                <a:xfrm>
                  <a:off x="493518" y="584874"/>
                  <a:ext cx="31357" cy="36761"/>
                </a:xfrm>
                <a:custGeom>
                  <a:avLst/>
                  <a:gdLst>
                    <a:gd name="connsiteX0" fmla="*/ 15618 w 31357"/>
                    <a:gd name="connsiteY0" fmla="*/ 32684 h 36761"/>
                    <a:gd name="connsiteX1" fmla="*/ 20945 w 31357"/>
                    <a:gd name="connsiteY1" fmla="*/ 31424 h 36761"/>
                    <a:gd name="connsiteX2" fmla="*/ 24335 w 31357"/>
                    <a:gd name="connsiteY2" fmla="*/ 28186 h 36761"/>
                    <a:gd name="connsiteX3" fmla="*/ 26151 w 31357"/>
                    <a:gd name="connsiteY3" fmla="*/ 23688 h 36761"/>
                    <a:gd name="connsiteX4" fmla="*/ 26696 w 31357"/>
                    <a:gd name="connsiteY4" fmla="*/ 18531 h 36761"/>
                    <a:gd name="connsiteX5" fmla="*/ 26696 w 31357"/>
                    <a:gd name="connsiteY5" fmla="*/ 60 h 36761"/>
                    <a:gd name="connsiteX6" fmla="*/ 31358 w 31357"/>
                    <a:gd name="connsiteY6" fmla="*/ 60 h 36761"/>
                    <a:gd name="connsiteX7" fmla="*/ 31358 w 31357"/>
                    <a:gd name="connsiteY7" fmla="*/ 18531 h 36761"/>
                    <a:gd name="connsiteX8" fmla="*/ 30510 w 31357"/>
                    <a:gd name="connsiteY8" fmla="*/ 25547 h 36761"/>
                    <a:gd name="connsiteX9" fmla="*/ 27786 w 31357"/>
                    <a:gd name="connsiteY9" fmla="*/ 31364 h 36761"/>
                    <a:gd name="connsiteX10" fmla="*/ 22943 w 31357"/>
                    <a:gd name="connsiteY10" fmla="*/ 35322 h 36761"/>
                    <a:gd name="connsiteX11" fmla="*/ 15679 w 31357"/>
                    <a:gd name="connsiteY11" fmla="*/ 36762 h 36761"/>
                    <a:gd name="connsiteX12" fmla="*/ 8293 w 31357"/>
                    <a:gd name="connsiteY12" fmla="*/ 35202 h 36761"/>
                    <a:gd name="connsiteX13" fmla="*/ 3451 w 31357"/>
                    <a:gd name="connsiteY13" fmla="*/ 31124 h 36761"/>
                    <a:gd name="connsiteX14" fmla="*/ 787 w 31357"/>
                    <a:gd name="connsiteY14" fmla="*/ 25247 h 36761"/>
                    <a:gd name="connsiteX15" fmla="*/ 0 w 31357"/>
                    <a:gd name="connsiteY15" fmla="*/ 18471 h 36761"/>
                    <a:gd name="connsiteX16" fmla="*/ 0 w 31357"/>
                    <a:gd name="connsiteY16" fmla="*/ 0 h 36761"/>
                    <a:gd name="connsiteX17" fmla="*/ 4661 w 31357"/>
                    <a:gd name="connsiteY17" fmla="*/ 0 h 36761"/>
                    <a:gd name="connsiteX18" fmla="*/ 4661 w 31357"/>
                    <a:gd name="connsiteY18" fmla="*/ 18471 h 36761"/>
                    <a:gd name="connsiteX19" fmla="*/ 5206 w 31357"/>
                    <a:gd name="connsiteY19" fmla="*/ 23748 h 36761"/>
                    <a:gd name="connsiteX20" fmla="*/ 7022 w 31357"/>
                    <a:gd name="connsiteY20" fmla="*/ 28246 h 36761"/>
                    <a:gd name="connsiteX21" fmla="*/ 10412 w 31357"/>
                    <a:gd name="connsiteY21" fmla="*/ 31424 h 36761"/>
                    <a:gd name="connsiteX22" fmla="*/ 15679 w 31357"/>
                    <a:gd name="connsiteY22" fmla="*/ 32624 h 36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1357" h="36761">
                      <a:moveTo>
                        <a:pt x="15618" y="32684"/>
                      </a:moveTo>
                      <a:cubicBezTo>
                        <a:pt x="17737" y="32684"/>
                        <a:pt x="19553" y="32264"/>
                        <a:pt x="20945" y="31424"/>
                      </a:cubicBezTo>
                      <a:cubicBezTo>
                        <a:pt x="22338" y="30585"/>
                        <a:pt x="23488" y="29505"/>
                        <a:pt x="24335" y="28186"/>
                      </a:cubicBezTo>
                      <a:cubicBezTo>
                        <a:pt x="25183" y="26867"/>
                        <a:pt x="25788" y="25367"/>
                        <a:pt x="26151" y="23688"/>
                      </a:cubicBezTo>
                      <a:cubicBezTo>
                        <a:pt x="26515" y="22009"/>
                        <a:pt x="26696" y="20270"/>
                        <a:pt x="26696" y="18531"/>
                      </a:cubicBezTo>
                      <a:lnTo>
                        <a:pt x="26696" y="60"/>
                      </a:lnTo>
                      <a:lnTo>
                        <a:pt x="31358" y="60"/>
                      </a:lnTo>
                      <a:lnTo>
                        <a:pt x="31358" y="18531"/>
                      </a:lnTo>
                      <a:cubicBezTo>
                        <a:pt x="31358" y="20990"/>
                        <a:pt x="31055" y="23328"/>
                        <a:pt x="30510" y="25547"/>
                      </a:cubicBezTo>
                      <a:cubicBezTo>
                        <a:pt x="29965" y="27766"/>
                        <a:pt x="29057" y="29685"/>
                        <a:pt x="27786" y="31364"/>
                      </a:cubicBezTo>
                      <a:cubicBezTo>
                        <a:pt x="26515" y="33044"/>
                        <a:pt x="24941" y="34363"/>
                        <a:pt x="22943" y="35322"/>
                      </a:cubicBezTo>
                      <a:cubicBezTo>
                        <a:pt x="20945" y="36282"/>
                        <a:pt x="18524" y="36762"/>
                        <a:pt x="15679" y="36762"/>
                      </a:cubicBezTo>
                      <a:cubicBezTo>
                        <a:pt x="12834" y="36762"/>
                        <a:pt x="10291" y="36222"/>
                        <a:pt x="8293" y="35202"/>
                      </a:cubicBezTo>
                      <a:cubicBezTo>
                        <a:pt x="6296" y="34183"/>
                        <a:pt x="4661" y="32804"/>
                        <a:pt x="3451" y="31124"/>
                      </a:cubicBezTo>
                      <a:cubicBezTo>
                        <a:pt x="2240" y="29445"/>
                        <a:pt x="1332" y="27466"/>
                        <a:pt x="787" y="25247"/>
                      </a:cubicBezTo>
                      <a:cubicBezTo>
                        <a:pt x="242" y="23029"/>
                        <a:pt x="0" y="20750"/>
                        <a:pt x="0" y="18471"/>
                      </a:cubicBez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18471"/>
                      </a:lnTo>
                      <a:cubicBezTo>
                        <a:pt x="4661" y="20270"/>
                        <a:pt x="4843" y="22069"/>
                        <a:pt x="5206" y="23748"/>
                      </a:cubicBezTo>
                      <a:cubicBezTo>
                        <a:pt x="5569" y="25427"/>
                        <a:pt x="6175" y="26927"/>
                        <a:pt x="7022" y="28246"/>
                      </a:cubicBezTo>
                      <a:cubicBezTo>
                        <a:pt x="7870" y="29565"/>
                        <a:pt x="9020" y="30585"/>
                        <a:pt x="10412" y="31424"/>
                      </a:cubicBezTo>
                      <a:cubicBezTo>
                        <a:pt x="11804" y="32264"/>
                        <a:pt x="13560" y="32624"/>
                        <a:pt x="15679" y="32624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" name="Freeform 203">
                  <a:extLst>
                    <a:ext uri="{FF2B5EF4-FFF2-40B4-BE49-F238E27FC236}">
                      <a16:creationId xmlns:a16="http://schemas.microsoft.com/office/drawing/2014/main" id="{5E0B4D36-237F-7DCA-76DB-FC836F60B237}"/>
                    </a:ext>
                  </a:extLst>
                </p:cNvPr>
                <p:cNvSpPr/>
                <p:nvPr/>
              </p:nvSpPr>
              <p:spPr>
                <a:xfrm>
                  <a:off x="535228" y="584994"/>
                  <a:ext cx="31115" cy="36461"/>
                </a:xfrm>
                <a:custGeom>
                  <a:avLst/>
                  <a:gdLst>
                    <a:gd name="connsiteX0" fmla="*/ 4661 w 31115"/>
                    <a:gd name="connsiteY0" fmla="*/ 8636 h 36461"/>
                    <a:gd name="connsiteX1" fmla="*/ 4661 w 31115"/>
                    <a:gd name="connsiteY1" fmla="*/ 36462 h 36461"/>
                    <a:gd name="connsiteX2" fmla="*/ 0 w 31115"/>
                    <a:gd name="connsiteY2" fmla="*/ 36462 h 36461"/>
                    <a:gd name="connsiteX3" fmla="*/ 0 w 31115"/>
                    <a:gd name="connsiteY3" fmla="*/ 0 h 36461"/>
                    <a:gd name="connsiteX4" fmla="*/ 3632 w 31115"/>
                    <a:gd name="connsiteY4" fmla="*/ 0 h 36461"/>
                    <a:gd name="connsiteX5" fmla="*/ 26454 w 31115"/>
                    <a:gd name="connsiteY5" fmla="*/ 28426 h 36461"/>
                    <a:gd name="connsiteX6" fmla="*/ 26454 w 31115"/>
                    <a:gd name="connsiteY6" fmla="*/ 60 h 36461"/>
                    <a:gd name="connsiteX7" fmla="*/ 31115 w 31115"/>
                    <a:gd name="connsiteY7" fmla="*/ 60 h 36461"/>
                    <a:gd name="connsiteX8" fmla="*/ 31115 w 31115"/>
                    <a:gd name="connsiteY8" fmla="*/ 36462 h 36461"/>
                    <a:gd name="connsiteX9" fmla="*/ 27181 w 31115"/>
                    <a:gd name="connsiteY9" fmla="*/ 36462 h 36461"/>
                    <a:gd name="connsiteX10" fmla="*/ 4661 w 31115"/>
                    <a:gd name="connsiteY10" fmla="*/ 8636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1115" h="36461">
                      <a:moveTo>
                        <a:pt x="4661" y="8636"/>
                      </a:moveTo>
                      <a:lnTo>
                        <a:pt x="466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3632" y="0"/>
                      </a:lnTo>
                      <a:lnTo>
                        <a:pt x="26454" y="28426"/>
                      </a:lnTo>
                      <a:lnTo>
                        <a:pt x="26454" y="60"/>
                      </a:lnTo>
                      <a:lnTo>
                        <a:pt x="31115" y="60"/>
                      </a:lnTo>
                      <a:lnTo>
                        <a:pt x="31115" y="36462"/>
                      </a:lnTo>
                      <a:lnTo>
                        <a:pt x="27181" y="36462"/>
                      </a:lnTo>
                      <a:lnTo>
                        <a:pt x="4661" y="8636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3" name="Freeform 204">
                  <a:extLst>
                    <a:ext uri="{FF2B5EF4-FFF2-40B4-BE49-F238E27FC236}">
                      <a16:creationId xmlns:a16="http://schemas.microsoft.com/office/drawing/2014/main" id="{DCAF32F1-C8FA-C219-68E2-3D810C1623E4}"/>
                    </a:ext>
                  </a:extLst>
                </p:cNvPr>
                <p:cNvSpPr/>
                <p:nvPr/>
              </p:nvSpPr>
              <p:spPr>
                <a:xfrm>
                  <a:off x="577239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" name="Freeform 205">
                  <a:extLst>
                    <a:ext uri="{FF2B5EF4-FFF2-40B4-BE49-F238E27FC236}">
                      <a16:creationId xmlns:a16="http://schemas.microsoft.com/office/drawing/2014/main" id="{7D3A0898-02E8-7C64-E2F8-6824A7066ABD}"/>
                    </a:ext>
                  </a:extLst>
                </p:cNvPr>
                <p:cNvSpPr/>
                <p:nvPr/>
              </p:nvSpPr>
              <p:spPr>
                <a:xfrm>
                  <a:off x="588862" y="584994"/>
                  <a:ext cx="34142" cy="36461"/>
                </a:xfrm>
                <a:custGeom>
                  <a:avLst/>
                  <a:gdLst>
                    <a:gd name="connsiteX0" fmla="*/ 4964 w 34142"/>
                    <a:gd name="connsiteY0" fmla="*/ 0 h 36461"/>
                    <a:gd name="connsiteX1" fmla="*/ 17132 w 34142"/>
                    <a:gd name="connsiteY1" fmla="*/ 30645 h 36461"/>
                    <a:gd name="connsiteX2" fmla="*/ 29239 w 34142"/>
                    <a:gd name="connsiteY2" fmla="*/ 0 h 36461"/>
                    <a:gd name="connsiteX3" fmla="*/ 34142 w 34142"/>
                    <a:gd name="connsiteY3" fmla="*/ 0 h 36461"/>
                    <a:gd name="connsiteX4" fmla="*/ 19129 w 34142"/>
                    <a:gd name="connsiteY4" fmla="*/ 36462 h 36461"/>
                    <a:gd name="connsiteX5" fmla="*/ 15073 w 34142"/>
                    <a:gd name="connsiteY5" fmla="*/ 36462 h 36461"/>
                    <a:gd name="connsiteX6" fmla="*/ 0 w 34142"/>
                    <a:gd name="connsiteY6" fmla="*/ 0 h 36461"/>
                    <a:gd name="connsiteX7" fmla="*/ 4903 w 34142"/>
                    <a:gd name="connsiteY7" fmla="*/ 0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4142" h="36461">
                      <a:moveTo>
                        <a:pt x="4964" y="0"/>
                      </a:moveTo>
                      <a:lnTo>
                        <a:pt x="17132" y="30645"/>
                      </a:lnTo>
                      <a:lnTo>
                        <a:pt x="29239" y="0"/>
                      </a:lnTo>
                      <a:lnTo>
                        <a:pt x="34142" y="0"/>
                      </a:lnTo>
                      <a:lnTo>
                        <a:pt x="19129" y="36462"/>
                      </a:lnTo>
                      <a:lnTo>
                        <a:pt x="15073" y="36462"/>
                      </a:lnTo>
                      <a:lnTo>
                        <a:pt x="0" y="0"/>
                      </a:lnTo>
                      <a:lnTo>
                        <a:pt x="4903" y="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" name="Freeform 206">
                  <a:extLst>
                    <a:ext uri="{FF2B5EF4-FFF2-40B4-BE49-F238E27FC236}">
                      <a16:creationId xmlns:a16="http://schemas.microsoft.com/office/drawing/2014/main" id="{C38D335F-34F8-3765-9661-2B4F849A415D}"/>
                    </a:ext>
                  </a:extLst>
                </p:cNvPr>
                <p:cNvSpPr/>
                <p:nvPr/>
              </p:nvSpPr>
              <p:spPr>
                <a:xfrm>
                  <a:off x="630148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" name="Freeform 207">
                  <a:extLst>
                    <a:ext uri="{FF2B5EF4-FFF2-40B4-BE49-F238E27FC236}">
                      <a16:creationId xmlns:a16="http://schemas.microsoft.com/office/drawing/2014/main" id="{B33CFBA0-47F0-79B4-7D69-C07D216C0722}"/>
                    </a:ext>
                  </a:extLst>
                </p:cNvPr>
                <p:cNvSpPr/>
                <p:nvPr/>
              </p:nvSpPr>
              <p:spPr>
                <a:xfrm>
                  <a:off x="663503" y="584994"/>
                  <a:ext cx="28088" cy="36521"/>
                </a:xfrm>
                <a:custGeom>
                  <a:avLst/>
                  <a:gdLst>
                    <a:gd name="connsiteX0" fmla="*/ 61 w 28088"/>
                    <a:gd name="connsiteY0" fmla="*/ 36462 h 36521"/>
                    <a:gd name="connsiteX1" fmla="*/ 61 w 28088"/>
                    <a:gd name="connsiteY1" fmla="*/ 0 h 36521"/>
                    <a:gd name="connsiteX2" fmla="*/ 15800 w 28088"/>
                    <a:gd name="connsiteY2" fmla="*/ 0 h 36521"/>
                    <a:gd name="connsiteX3" fmla="*/ 20279 w 28088"/>
                    <a:gd name="connsiteY3" fmla="*/ 1019 h 36521"/>
                    <a:gd name="connsiteX4" fmla="*/ 23791 w 28088"/>
                    <a:gd name="connsiteY4" fmla="*/ 3658 h 36521"/>
                    <a:gd name="connsiteX5" fmla="*/ 26091 w 28088"/>
                    <a:gd name="connsiteY5" fmla="*/ 7436 h 36521"/>
                    <a:gd name="connsiteX6" fmla="*/ 26938 w 28088"/>
                    <a:gd name="connsiteY6" fmla="*/ 11694 h 36521"/>
                    <a:gd name="connsiteX7" fmla="*/ 26394 w 28088"/>
                    <a:gd name="connsiteY7" fmla="*/ 15352 h 36521"/>
                    <a:gd name="connsiteX8" fmla="*/ 24820 w 28088"/>
                    <a:gd name="connsiteY8" fmla="*/ 18591 h 36521"/>
                    <a:gd name="connsiteX9" fmla="*/ 22398 w 28088"/>
                    <a:gd name="connsiteY9" fmla="*/ 21050 h 36521"/>
                    <a:gd name="connsiteX10" fmla="*/ 19190 w 28088"/>
                    <a:gd name="connsiteY10" fmla="*/ 22549 h 36521"/>
                    <a:gd name="connsiteX11" fmla="*/ 28089 w 28088"/>
                    <a:gd name="connsiteY11" fmla="*/ 36522 h 36521"/>
                    <a:gd name="connsiteX12" fmla="*/ 22822 w 28088"/>
                    <a:gd name="connsiteY12" fmla="*/ 36522 h 36521"/>
                    <a:gd name="connsiteX13" fmla="*/ 14407 w 28088"/>
                    <a:gd name="connsiteY13" fmla="*/ 23448 h 36521"/>
                    <a:gd name="connsiteX14" fmla="*/ 4661 w 28088"/>
                    <a:gd name="connsiteY14" fmla="*/ 23448 h 36521"/>
                    <a:gd name="connsiteX15" fmla="*/ 4661 w 28088"/>
                    <a:gd name="connsiteY15" fmla="*/ 36522 h 36521"/>
                    <a:gd name="connsiteX16" fmla="*/ 0 w 28088"/>
                    <a:gd name="connsiteY16" fmla="*/ 36522 h 36521"/>
                    <a:gd name="connsiteX17" fmla="*/ 4722 w 28088"/>
                    <a:gd name="connsiteY17" fmla="*/ 19310 h 36521"/>
                    <a:gd name="connsiteX18" fmla="*/ 15860 w 28088"/>
                    <a:gd name="connsiteY18" fmla="*/ 19310 h 36521"/>
                    <a:gd name="connsiteX19" fmla="*/ 18463 w 28088"/>
                    <a:gd name="connsiteY19" fmla="*/ 18711 h 36521"/>
                    <a:gd name="connsiteX20" fmla="*/ 20461 w 28088"/>
                    <a:gd name="connsiteY20" fmla="*/ 17032 h 36521"/>
                    <a:gd name="connsiteX21" fmla="*/ 21732 w 28088"/>
                    <a:gd name="connsiteY21" fmla="*/ 14573 h 36521"/>
                    <a:gd name="connsiteX22" fmla="*/ 22217 w 28088"/>
                    <a:gd name="connsiteY22" fmla="*/ 11694 h 36521"/>
                    <a:gd name="connsiteX23" fmla="*/ 21672 w 28088"/>
                    <a:gd name="connsiteY23" fmla="*/ 8816 h 36521"/>
                    <a:gd name="connsiteX24" fmla="*/ 20219 w 28088"/>
                    <a:gd name="connsiteY24" fmla="*/ 6417 h 36521"/>
                    <a:gd name="connsiteX25" fmla="*/ 18100 w 28088"/>
                    <a:gd name="connsiteY25" fmla="*/ 4798 h 36521"/>
                    <a:gd name="connsiteX26" fmla="*/ 15558 w 28088"/>
                    <a:gd name="connsiteY26" fmla="*/ 4198 h 36521"/>
                    <a:gd name="connsiteX27" fmla="*/ 4722 w 28088"/>
                    <a:gd name="connsiteY27" fmla="*/ 4198 h 36521"/>
                    <a:gd name="connsiteX28" fmla="*/ 4722 w 28088"/>
                    <a:gd name="connsiteY28" fmla="*/ 1937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8088" h="3652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5800" y="0"/>
                      </a:lnTo>
                      <a:cubicBezTo>
                        <a:pt x="17434" y="0"/>
                        <a:pt x="18887" y="360"/>
                        <a:pt x="20279" y="1019"/>
                      </a:cubicBezTo>
                      <a:cubicBezTo>
                        <a:pt x="21672" y="1679"/>
                        <a:pt x="22822" y="2579"/>
                        <a:pt x="23791" y="3658"/>
                      </a:cubicBezTo>
                      <a:cubicBezTo>
                        <a:pt x="24759" y="4798"/>
                        <a:pt x="25546" y="5997"/>
                        <a:pt x="26091" y="7436"/>
                      </a:cubicBezTo>
                      <a:cubicBezTo>
                        <a:pt x="26636" y="8816"/>
                        <a:pt x="26938" y="10255"/>
                        <a:pt x="26938" y="11694"/>
                      </a:cubicBezTo>
                      <a:cubicBezTo>
                        <a:pt x="26938" y="12954"/>
                        <a:pt x="26757" y="14213"/>
                        <a:pt x="26394" y="15352"/>
                      </a:cubicBezTo>
                      <a:cubicBezTo>
                        <a:pt x="26030" y="16552"/>
                        <a:pt x="25486" y="17631"/>
                        <a:pt x="24820" y="18591"/>
                      </a:cubicBezTo>
                      <a:cubicBezTo>
                        <a:pt x="24154" y="19550"/>
                        <a:pt x="23306" y="20390"/>
                        <a:pt x="22398" y="21050"/>
                      </a:cubicBezTo>
                      <a:cubicBezTo>
                        <a:pt x="21430" y="21709"/>
                        <a:pt x="20401" y="22249"/>
                        <a:pt x="19190" y="22549"/>
                      </a:cubicBezTo>
                      <a:lnTo>
                        <a:pt x="28089" y="36522"/>
                      </a:lnTo>
                      <a:lnTo>
                        <a:pt x="22822" y="36522"/>
                      </a:lnTo>
                      <a:lnTo>
                        <a:pt x="14407" y="23448"/>
                      </a:lnTo>
                      <a:lnTo>
                        <a:pt x="4661" y="23448"/>
                      </a:lnTo>
                      <a:lnTo>
                        <a:pt x="4661" y="36522"/>
                      </a:lnTo>
                      <a:lnTo>
                        <a:pt x="0" y="36522"/>
                      </a:lnTo>
                      <a:close/>
                      <a:moveTo>
                        <a:pt x="4722" y="19310"/>
                      </a:moveTo>
                      <a:lnTo>
                        <a:pt x="15860" y="19310"/>
                      </a:lnTo>
                      <a:cubicBezTo>
                        <a:pt x="16829" y="19310"/>
                        <a:pt x="17676" y="19131"/>
                        <a:pt x="18463" y="18711"/>
                      </a:cubicBezTo>
                      <a:cubicBezTo>
                        <a:pt x="19250" y="18291"/>
                        <a:pt x="19916" y="17751"/>
                        <a:pt x="20461" y="17032"/>
                      </a:cubicBezTo>
                      <a:cubicBezTo>
                        <a:pt x="21006" y="16312"/>
                        <a:pt x="21430" y="15532"/>
                        <a:pt x="21732" y="14573"/>
                      </a:cubicBezTo>
                      <a:cubicBezTo>
                        <a:pt x="22035" y="13673"/>
                        <a:pt x="22217" y="12714"/>
                        <a:pt x="22217" y="11694"/>
                      </a:cubicBezTo>
                      <a:cubicBezTo>
                        <a:pt x="22217" y="10675"/>
                        <a:pt x="22035" y="9715"/>
                        <a:pt x="21672" y="8816"/>
                      </a:cubicBezTo>
                      <a:cubicBezTo>
                        <a:pt x="21309" y="7916"/>
                        <a:pt x="20824" y="7136"/>
                        <a:pt x="20219" y="6417"/>
                      </a:cubicBezTo>
                      <a:cubicBezTo>
                        <a:pt x="19614" y="5697"/>
                        <a:pt x="18887" y="5157"/>
                        <a:pt x="18100" y="4798"/>
                      </a:cubicBezTo>
                      <a:cubicBezTo>
                        <a:pt x="17313" y="4438"/>
                        <a:pt x="16405" y="4198"/>
                        <a:pt x="15558" y="4198"/>
                      </a:cubicBezTo>
                      <a:lnTo>
                        <a:pt x="4722" y="4198"/>
                      </a:lnTo>
                      <a:lnTo>
                        <a:pt x="4722" y="1937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7" name="Freeform 208">
                  <a:extLst>
                    <a:ext uri="{FF2B5EF4-FFF2-40B4-BE49-F238E27FC236}">
                      <a16:creationId xmlns:a16="http://schemas.microsoft.com/office/drawing/2014/main" id="{B6D456F0-158B-7099-2EAB-934B9A2B6CEB}"/>
                    </a:ext>
                  </a:extLst>
                </p:cNvPr>
                <p:cNvSpPr/>
                <p:nvPr/>
              </p:nvSpPr>
              <p:spPr>
                <a:xfrm>
                  <a:off x="696737" y="584634"/>
                  <a:ext cx="28330" cy="37181"/>
                </a:xfrm>
                <a:custGeom>
                  <a:avLst/>
                  <a:gdLst>
                    <a:gd name="connsiteX0" fmla="*/ 24578 w 28330"/>
                    <a:gd name="connsiteY0" fmla="*/ 8036 h 37181"/>
                    <a:gd name="connsiteX1" fmla="*/ 22943 w 28330"/>
                    <a:gd name="connsiteY1" fmla="*/ 6657 h 37181"/>
                    <a:gd name="connsiteX2" fmla="*/ 20582 w 28330"/>
                    <a:gd name="connsiteY2" fmla="*/ 5457 h 37181"/>
                    <a:gd name="connsiteX3" fmla="*/ 17737 w 28330"/>
                    <a:gd name="connsiteY3" fmla="*/ 4558 h 37181"/>
                    <a:gd name="connsiteX4" fmla="*/ 14529 w 28330"/>
                    <a:gd name="connsiteY4" fmla="*/ 4198 h 37181"/>
                    <a:gd name="connsiteX5" fmla="*/ 8233 w 28330"/>
                    <a:gd name="connsiteY5" fmla="*/ 5817 h 37181"/>
                    <a:gd name="connsiteX6" fmla="*/ 6235 w 28330"/>
                    <a:gd name="connsiteY6" fmla="*/ 10195 h 37181"/>
                    <a:gd name="connsiteX7" fmla="*/ 6780 w 28330"/>
                    <a:gd name="connsiteY7" fmla="*/ 12654 h 37181"/>
                    <a:gd name="connsiteX8" fmla="*/ 8596 w 28330"/>
                    <a:gd name="connsiteY8" fmla="*/ 14333 h 37181"/>
                    <a:gd name="connsiteX9" fmla="*/ 11623 w 28330"/>
                    <a:gd name="connsiteY9" fmla="*/ 15532 h 37181"/>
                    <a:gd name="connsiteX10" fmla="*/ 15921 w 28330"/>
                    <a:gd name="connsiteY10" fmla="*/ 16612 h 37181"/>
                    <a:gd name="connsiteX11" fmla="*/ 21066 w 28330"/>
                    <a:gd name="connsiteY11" fmla="*/ 17991 h 37181"/>
                    <a:gd name="connsiteX12" fmla="*/ 25001 w 28330"/>
                    <a:gd name="connsiteY12" fmla="*/ 19970 h 37181"/>
                    <a:gd name="connsiteX13" fmla="*/ 27483 w 28330"/>
                    <a:gd name="connsiteY13" fmla="*/ 22849 h 37181"/>
                    <a:gd name="connsiteX14" fmla="*/ 28331 w 28330"/>
                    <a:gd name="connsiteY14" fmla="*/ 26987 h 37181"/>
                    <a:gd name="connsiteX15" fmla="*/ 27302 w 28330"/>
                    <a:gd name="connsiteY15" fmla="*/ 31544 h 37181"/>
                    <a:gd name="connsiteX16" fmla="*/ 24456 w 28330"/>
                    <a:gd name="connsiteY16" fmla="*/ 34723 h 37181"/>
                    <a:gd name="connsiteX17" fmla="*/ 20219 w 28330"/>
                    <a:gd name="connsiteY17" fmla="*/ 36582 h 37181"/>
                    <a:gd name="connsiteX18" fmla="*/ 14952 w 28330"/>
                    <a:gd name="connsiteY18" fmla="*/ 37182 h 37181"/>
                    <a:gd name="connsiteX19" fmla="*/ 6901 w 28330"/>
                    <a:gd name="connsiteY19" fmla="*/ 35862 h 37181"/>
                    <a:gd name="connsiteX20" fmla="*/ 0 w 28330"/>
                    <a:gd name="connsiteY20" fmla="*/ 32024 h 37181"/>
                    <a:gd name="connsiteX21" fmla="*/ 2240 w 28330"/>
                    <a:gd name="connsiteY21" fmla="*/ 28126 h 37181"/>
                    <a:gd name="connsiteX22" fmla="*/ 4419 w 28330"/>
                    <a:gd name="connsiteY22" fmla="*/ 29865 h 37181"/>
                    <a:gd name="connsiteX23" fmla="*/ 7446 w 28330"/>
                    <a:gd name="connsiteY23" fmla="*/ 31424 h 37181"/>
                    <a:gd name="connsiteX24" fmla="*/ 11078 w 28330"/>
                    <a:gd name="connsiteY24" fmla="*/ 32564 h 37181"/>
                    <a:gd name="connsiteX25" fmla="*/ 15134 w 28330"/>
                    <a:gd name="connsiteY25" fmla="*/ 32984 h 37181"/>
                    <a:gd name="connsiteX26" fmla="*/ 21248 w 28330"/>
                    <a:gd name="connsiteY26" fmla="*/ 31604 h 37181"/>
                    <a:gd name="connsiteX27" fmla="*/ 23427 w 28330"/>
                    <a:gd name="connsiteY27" fmla="*/ 27466 h 37181"/>
                    <a:gd name="connsiteX28" fmla="*/ 22701 w 28330"/>
                    <a:gd name="connsiteY28" fmla="*/ 24888 h 37181"/>
                    <a:gd name="connsiteX29" fmla="*/ 20643 w 28330"/>
                    <a:gd name="connsiteY29" fmla="*/ 23089 h 37181"/>
                    <a:gd name="connsiteX30" fmla="*/ 17313 w 28330"/>
                    <a:gd name="connsiteY30" fmla="*/ 21709 h 37181"/>
                    <a:gd name="connsiteX31" fmla="*/ 12773 w 28330"/>
                    <a:gd name="connsiteY31" fmla="*/ 20510 h 37181"/>
                    <a:gd name="connsiteX32" fmla="*/ 7870 w 28330"/>
                    <a:gd name="connsiteY32" fmla="*/ 19071 h 37181"/>
                    <a:gd name="connsiteX33" fmla="*/ 4298 w 28330"/>
                    <a:gd name="connsiteY33" fmla="*/ 17211 h 37181"/>
                    <a:gd name="connsiteX34" fmla="*/ 2119 w 28330"/>
                    <a:gd name="connsiteY34" fmla="*/ 14573 h 37181"/>
                    <a:gd name="connsiteX35" fmla="*/ 1392 w 28330"/>
                    <a:gd name="connsiteY35" fmla="*/ 10855 h 37181"/>
                    <a:gd name="connsiteX36" fmla="*/ 2361 w 28330"/>
                    <a:gd name="connsiteY36" fmla="*/ 6237 h 37181"/>
                    <a:gd name="connsiteX37" fmla="*/ 5085 w 28330"/>
                    <a:gd name="connsiteY37" fmla="*/ 2819 h 37181"/>
                    <a:gd name="connsiteX38" fmla="*/ 9262 w 28330"/>
                    <a:gd name="connsiteY38" fmla="*/ 720 h 37181"/>
                    <a:gd name="connsiteX39" fmla="*/ 14529 w 28330"/>
                    <a:gd name="connsiteY39" fmla="*/ 0 h 37181"/>
                    <a:gd name="connsiteX40" fmla="*/ 21248 w 28330"/>
                    <a:gd name="connsiteY40" fmla="*/ 1139 h 37181"/>
                    <a:gd name="connsiteX41" fmla="*/ 26575 w 28330"/>
                    <a:gd name="connsiteY41" fmla="*/ 4198 h 37181"/>
                    <a:gd name="connsiteX42" fmla="*/ 24396 w 28330"/>
                    <a:gd name="connsiteY42" fmla="*/ 7976 h 37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28330" h="37181">
                      <a:moveTo>
                        <a:pt x="24578" y="8036"/>
                      </a:moveTo>
                      <a:cubicBezTo>
                        <a:pt x="24154" y="7556"/>
                        <a:pt x="23609" y="7076"/>
                        <a:pt x="22943" y="6657"/>
                      </a:cubicBezTo>
                      <a:cubicBezTo>
                        <a:pt x="22277" y="6237"/>
                        <a:pt x="21490" y="5817"/>
                        <a:pt x="20582" y="5457"/>
                      </a:cubicBezTo>
                      <a:cubicBezTo>
                        <a:pt x="19674" y="5097"/>
                        <a:pt x="18766" y="4798"/>
                        <a:pt x="17737" y="4558"/>
                      </a:cubicBezTo>
                      <a:cubicBezTo>
                        <a:pt x="16708" y="4318"/>
                        <a:pt x="15679" y="4198"/>
                        <a:pt x="14529" y="4198"/>
                      </a:cubicBezTo>
                      <a:cubicBezTo>
                        <a:pt x="11683" y="4198"/>
                        <a:pt x="9565" y="4738"/>
                        <a:pt x="8233" y="5817"/>
                      </a:cubicBezTo>
                      <a:cubicBezTo>
                        <a:pt x="6901" y="6897"/>
                        <a:pt x="6235" y="8336"/>
                        <a:pt x="6235" y="10195"/>
                      </a:cubicBezTo>
                      <a:cubicBezTo>
                        <a:pt x="6235" y="11214"/>
                        <a:pt x="6417" y="11994"/>
                        <a:pt x="6780" y="12654"/>
                      </a:cubicBezTo>
                      <a:cubicBezTo>
                        <a:pt x="7143" y="13313"/>
                        <a:pt x="7749" y="13853"/>
                        <a:pt x="8596" y="14333"/>
                      </a:cubicBezTo>
                      <a:cubicBezTo>
                        <a:pt x="9444" y="14813"/>
                        <a:pt x="10412" y="15172"/>
                        <a:pt x="11623" y="15532"/>
                      </a:cubicBezTo>
                      <a:cubicBezTo>
                        <a:pt x="12834" y="15892"/>
                        <a:pt x="14286" y="16252"/>
                        <a:pt x="15921" y="16612"/>
                      </a:cubicBezTo>
                      <a:cubicBezTo>
                        <a:pt x="17798" y="17032"/>
                        <a:pt x="19553" y="17511"/>
                        <a:pt x="21066" y="17991"/>
                      </a:cubicBezTo>
                      <a:cubicBezTo>
                        <a:pt x="22580" y="18531"/>
                        <a:pt x="23912" y="19190"/>
                        <a:pt x="25001" y="19970"/>
                      </a:cubicBezTo>
                      <a:cubicBezTo>
                        <a:pt x="26091" y="20750"/>
                        <a:pt x="26938" y="21709"/>
                        <a:pt x="27483" y="22849"/>
                      </a:cubicBezTo>
                      <a:cubicBezTo>
                        <a:pt x="28028" y="23988"/>
                        <a:pt x="28331" y="25367"/>
                        <a:pt x="28331" y="26987"/>
                      </a:cubicBezTo>
                      <a:cubicBezTo>
                        <a:pt x="28331" y="28726"/>
                        <a:pt x="27968" y="30225"/>
                        <a:pt x="27302" y="31544"/>
                      </a:cubicBezTo>
                      <a:cubicBezTo>
                        <a:pt x="26636" y="32804"/>
                        <a:pt x="25667" y="33883"/>
                        <a:pt x="24456" y="34723"/>
                      </a:cubicBezTo>
                      <a:cubicBezTo>
                        <a:pt x="23246" y="35562"/>
                        <a:pt x="21853" y="36162"/>
                        <a:pt x="20219" y="36582"/>
                      </a:cubicBezTo>
                      <a:cubicBezTo>
                        <a:pt x="18584" y="37002"/>
                        <a:pt x="16829" y="37182"/>
                        <a:pt x="14952" y="37182"/>
                      </a:cubicBezTo>
                      <a:cubicBezTo>
                        <a:pt x="12107" y="37182"/>
                        <a:pt x="9444" y="36762"/>
                        <a:pt x="6901" y="35862"/>
                      </a:cubicBezTo>
                      <a:cubicBezTo>
                        <a:pt x="4359" y="34963"/>
                        <a:pt x="2058" y="33703"/>
                        <a:pt x="0" y="32024"/>
                      </a:cubicBezTo>
                      <a:lnTo>
                        <a:pt x="2240" y="28126"/>
                      </a:lnTo>
                      <a:cubicBezTo>
                        <a:pt x="2785" y="28726"/>
                        <a:pt x="3511" y="29265"/>
                        <a:pt x="4419" y="29865"/>
                      </a:cubicBezTo>
                      <a:cubicBezTo>
                        <a:pt x="5327" y="30465"/>
                        <a:pt x="6296" y="30945"/>
                        <a:pt x="7446" y="31424"/>
                      </a:cubicBezTo>
                      <a:cubicBezTo>
                        <a:pt x="8596" y="31904"/>
                        <a:pt x="9807" y="32264"/>
                        <a:pt x="11078" y="32564"/>
                      </a:cubicBezTo>
                      <a:cubicBezTo>
                        <a:pt x="12349" y="32864"/>
                        <a:pt x="13742" y="32984"/>
                        <a:pt x="15134" y="32984"/>
                      </a:cubicBezTo>
                      <a:cubicBezTo>
                        <a:pt x="17737" y="32984"/>
                        <a:pt x="19795" y="32504"/>
                        <a:pt x="21248" y="31604"/>
                      </a:cubicBezTo>
                      <a:cubicBezTo>
                        <a:pt x="22701" y="30705"/>
                        <a:pt x="23427" y="29265"/>
                        <a:pt x="23427" y="27466"/>
                      </a:cubicBezTo>
                      <a:cubicBezTo>
                        <a:pt x="23427" y="26447"/>
                        <a:pt x="23185" y="25607"/>
                        <a:pt x="22701" y="24888"/>
                      </a:cubicBezTo>
                      <a:cubicBezTo>
                        <a:pt x="22217" y="24168"/>
                        <a:pt x="21551" y="23568"/>
                        <a:pt x="20643" y="23089"/>
                      </a:cubicBezTo>
                      <a:cubicBezTo>
                        <a:pt x="19735" y="22549"/>
                        <a:pt x="18645" y="22129"/>
                        <a:pt x="17313" y="21709"/>
                      </a:cubicBezTo>
                      <a:cubicBezTo>
                        <a:pt x="15981" y="21289"/>
                        <a:pt x="14468" y="20930"/>
                        <a:pt x="12773" y="20510"/>
                      </a:cubicBezTo>
                      <a:cubicBezTo>
                        <a:pt x="10896" y="20090"/>
                        <a:pt x="9262" y="19610"/>
                        <a:pt x="7870" y="19071"/>
                      </a:cubicBezTo>
                      <a:cubicBezTo>
                        <a:pt x="6477" y="18531"/>
                        <a:pt x="5267" y="17931"/>
                        <a:pt x="4298" y="17211"/>
                      </a:cubicBezTo>
                      <a:cubicBezTo>
                        <a:pt x="3329" y="16492"/>
                        <a:pt x="2603" y="15592"/>
                        <a:pt x="2119" y="14573"/>
                      </a:cubicBezTo>
                      <a:cubicBezTo>
                        <a:pt x="1634" y="13553"/>
                        <a:pt x="1392" y="12294"/>
                        <a:pt x="1392" y="10855"/>
                      </a:cubicBezTo>
                      <a:cubicBezTo>
                        <a:pt x="1392" y="9115"/>
                        <a:pt x="1695" y="7556"/>
                        <a:pt x="2361" y="6237"/>
                      </a:cubicBezTo>
                      <a:cubicBezTo>
                        <a:pt x="3027" y="4918"/>
                        <a:pt x="3935" y="3778"/>
                        <a:pt x="5085" y="2819"/>
                      </a:cubicBezTo>
                      <a:cubicBezTo>
                        <a:pt x="6235" y="1859"/>
                        <a:pt x="7688" y="1199"/>
                        <a:pt x="9262" y="720"/>
                      </a:cubicBezTo>
                      <a:cubicBezTo>
                        <a:pt x="10896" y="240"/>
                        <a:pt x="12652" y="0"/>
                        <a:pt x="14529" y="0"/>
                      </a:cubicBezTo>
                      <a:cubicBezTo>
                        <a:pt x="17011" y="0"/>
                        <a:pt x="19250" y="360"/>
                        <a:pt x="21248" y="1139"/>
                      </a:cubicBezTo>
                      <a:cubicBezTo>
                        <a:pt x="23246" y="1919"/>
                        <a:pt x="25062" y="2879"/>
                        <a:pt x="26575" y="4198"/>
                      </a:cubicBezTo>
                      <a:lnTo>
                        <a:pt x="24396" y="7976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8" name="Freeform 209">
                  <a:extLst>
                    <a:ext uri="{FF2B5EF4-FFF2-40B4-BE49-F238E27FC236}">
                      <a16:creationId xmlns:a16="http://schemas.microsoft.com/office/drawing/2014/main" id="{A63407EC-D910-4BFD-53CE-F0CE350A391C}"/>
                    </a:ext>
                  </a:extLst>
                </p:cNvPr>
                <p:cNvSpPr/>
                <p:nvPr/>
              </p:nvSpPr>
              <p:spPr>
                <a:xfrm>
                  <a:off x="733361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" name="Freeform 210">
                  <a:extLst>
                    <a:ext uri="{FF2B5EF4-FFF2-40B4-BE49-F238E27FC236}">
                      <a16:creationId xmlns:a16="http://schemas.microsoft.com/office/drawing/2014/main" id="{9BD6100E-6B41-1535-3078-974C3DB665D3}"/>
                    </a:ext>
                  </a:extLst>
                </p:cNvPr>
                <p:cNvSpPr/>
                <p:nvPr/>
              </p:nvSpPr>
              <p:spPr>
                <a:xfrm>
                  <a:off x="745408" y="585053"/>
                  <a:ext cx="30086" cy="36461"/>
                </a:xfrm>
                <a:custGeom>
                  <a:avLst/>
                  <a:gdLst>
                    <a:gd name="connsiteX0" fmla="*/ 30086 w 30086"/>
                    <a:gd name="connsiteY0" fmla="*/ 4078 h 36461"/>
                    <a:gd name="connsiteX1" fmla="*/ 17374 w 30086"/>
                    <a:gd name="connsiteY1" fmla="*/ 4078 h 36461"/>
                    <a:gd name="connsiteX2" fmla="*/ 17374 w 30086"/>
                    <a:gd name="connsiteY2" fmla="*/ 36462 h 36461"/>
                    <a:gd name="connsiteX3" fmla="*/ 12712 w 30086"/>
                    <a:gd name="connsiteY3" fmla="*/ 36462 h 36461"/>
                    <a:gd name="connsiteX4" fmla="*/ 12712 w 30086"/>
                    <a:gd name="connsiteY4" fmla="*/ 4078 h 36461"/>
                    <a:gd name="connsiteX5" fmla="*/ 0 w 30086"/>
                    <a:gd name="connsiteY5" fmla="*/ 4078 h 36461"/>
                    <a:gd name="connsiteX6" fmla="*/ 0 w 30086"/>
                    <a:gd name="connsiteY6" fmla="*/ 0 h 36461"/>
                    <a:gd name="connsiteX7" fmla="*/ 30086 w 30086"/>
                    <a:gd name="connsiteY7" fmla="*/ 0 h 36461"/>
                    <a:gd name="connsiteX8" fmla="*/ 30086 w 30086"/>
                    <a:gd name="connsiteY8" fmla="*/ 4078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086" h="36461">
                      <a:moveTo>
                        <a:pt x="30086" y="4078"/>
                      </a:moveTo>
                      <a:lnTo>
                        <a:pt x="17374" y="4078"/>
                      </a:lnTo>
                      <a:lnTo>
                        <a:pt x="17374" y="36462"/>
                      </a:lnTo>
                      <a:lnTo>
                        <a:pt x="12712" y="36462"/>
                      </a:lnTo>
                      <a:lnTo>
                        <a:pt x="12712" y="4078"/>
                      </a:lnTo>
                      <a:lnTo>
                        <a:pt x="0" y="4078"/>
                      </a:lnTo>
                      <a:lnTo>
                        <a:pt x="0" y="0"/>
                      </a:lnTo>
                      <a:lnTo>
                        <a:pt x="30086" y="0"/>
                      </a:lnTo>
                      <a:lnTo>
                        <a:pt x="30086" y="407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" name="Freeform 211">
                  <a:extLst>
                    <a:ext uri="{FF2B5EF4-FFF2-40B4-BE49-F238E27FC236}">
                      <a16:creationId xmlns:a16="http://schemas.microsoft.com/office/drawing/2014/main" id="{C837EE5B-9E71-30C7-59B2-A49AD6BBB06C}"/>
                    </a:ext>
                  </a:extLst>
                </p:cNvPr>
                <p:cNvSpPr/>
                <p:nvPr/>
              </p:nvSpPr>
              <p:spPr>
                <a:xfrm>
                  <a:off x="779187" y="584934"/>
                  <a:ext cx="32568" cy="36521"/>
                </a:xfrm>
                <a:custGeom>
                  <a:avLst/>
                  <a:gdLst>
                    <a:gd name="connsiteX0" fmla="*/ 5085 w 32568"/>
                    <a:gd name="connsiteY0" fmla="*/ 60 h 36521"/>
                    <a:gd name="connsiteX1" fmla="*/ 16224 w 32568"/>
                    <a:gd name="connsiteY1" fmla="*/ 19071 h 36521"/>
                    <a:gd name="connsiteX2" fmla="*/ 27483 w 32568"/>
                    <a:gd name="connsiteY2" fmla="*/ 60 h 36521"/>
                    <a:gd name="connsiteX3" fmla="*/ 32568 w 32568"/>
                    <a:gd name="connsiteY3" fmla="*/ 60 h 36521"/>
                    <a:gd name="connsiteX4" fmla="*/ 18584 w 32568"/>
                    <a:gd name="connsiteY4" fmla="*/ 23208 h 36521"/>
                    <a:gd name="connsiteX5" fmla="*/ 18584 w 32568"/>
                    <a:gd name="connsiteY5" fmla="*/ 36522 h 36521"/>
                    <a:gd name="connsiteX6" fmla="*/ 13923 w 32568"/>
                    <a:gd name="connsiteY6" fmla="*/ 36522 h 36521"/>
                    <a:gd name="connsiteX7" fmla="*/ 13923 w 32568"/>
                    <a:gd name="connsiteY7" fmla="*/ 23089 h 36521"/>
                    <a:gd name="connsiteX8" fmla="*/ 0 w 32568"/>
                    <a:gd name="connsiteY8" fmla="*/ 0 h 36521"/>
                    <a:gd name="connsiteX9" fmla="*/ 5146 w 32568"/>
                    <a:gd name="connsiteY9" fmla="*/ 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568" h="36521">
                      <a:moveTo>
                        <a:pt x="5085" y="60"/>
                      </a:moveTo>
                      <a:lnTo>
                        <a:pt x="16224" y="19071"/>
                      </a:lnTo>
                      <a:lnTo>
                        <a:pt x="27483" y="60"/>
                      </a:lnTo>
                      <a:lnTo>
                        <a:pt x="32568" y="60"/>
                      </a:lnTo>
                      <a:lnTo>
                        <a:pt x="18584" y="23208"/>
                      </a:lnTo>
                      <a:lnTo>
                        <a:pt x="18584" y="36522"/>
                      </a:lnTo>
                      <a:lnTo>
                        <a:pt x="13923" y="36522"/>
                      </a:lnTo>
                      <a:lnTo>
                        <a:pt x="13923" y="23089"/>
                      </a:lnTo>
                      <a:lnTo>
                        <a:pt x="0" y="0"/>
                      </a:lnTo>
                      <a:lnTo>
                        <a:pt x="5146" y="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6" name="Graphic 6">
                <a:extLst>
                  <a:ext uri="{FF2B5EF4-FFF2-40B4-BE49-F238E27FC236}">
                    <a16:creationId xmlns:a16="http://schemas.microsoft.com/office/drawing/2014/main" id="{EFF0EF44-CC26-BFE2-6966-87830FCB992E}"/>
                  </a:ext>
                </a:extLst>
              </p:cNvPr>
              <p:cNvGrpSpPr/>
              <p:nvPr/>
            </p:nvGrpSpPr>
            <p:grpSpPr>
              <a:xfrm>
                <a:off x="154155" y="211019"/>
                <a:ext cx="713171" cy="190705"/>
                <a:chOff x="154155" y="211019"/>
                <a:chExt cx="713171" cy="190705"/>
              </a:xfrm>
              <a:solidFill>
                <a:srgbClr val="DF8026"/>
              </a:solidFill>
            </p:grpSpPr>
            <p:sp>
              <p:nvSpPr>
                <p:cNvPr id="77" name="Freeform 188">
                  <a:extLst>
                    <a:ext uri="{FF2B5EF4-FFF2-40B4-BE49-F238E27FC236}">
                      <a16:creationId xmlns:a16="http://schemas.microsoft.com/office/drawing/2014/main" id="{26D7EE8D-B05A-2169-C394-4D359D008881}"/>
                    </a:ext>
                  </a:extLst>
                </p:cNvPr>
                <p:cNvSpPr/>
                <p:nvPr/>
              </p:nvSpPr>
              <p:spPr>
                <a:xfrm>
                  <a:off x="154155" y="212099"/>
                  <a:ext cx="160480" cy="188126"/>
                </a:xfrm>
                <a:custGeom>
                  <a:avLst/>
                  <a:gdLst>
                    <a:gd name="connsiteX0" fmla="*/ 24093 w 160480"/>
                    <a:gd name="connsiteY0" fmla="*/ 44498 h 188126"/>
                    <a:gd name="connsiteX1" fmla="*/ 24093 w 160480"/>
                    <a:gd name="connsiteY1" fmla="*/ 188067 h 188126"/>
                    <a:gd name="connsiteX2" fmla="*/ 0 w 160480"/>
                    <a:gd name="connsiteY2" fmla="*/ 188067 h 188126"/>
                    <a:gd name="connsiteX3" fmla="*/ 0 w 160480"/>
                    <a:gd name="connsiteY3" fmla="*/ 0 h 188126"/>
                    <a:gd name="connsiteX4" fmla="*/ 18706 w 160480"/>
                    <a:gd name="connsiteY4" fmla="*/ 0 h 188126"/>
                    <a:gd name="connsiteX5" fmla="*/ 136387 w 160480"/>
                    <a:gd name="connsiteY5" fmla="*/ 146507 h 188126"/>
                    <a:gd name="connsiteX6" fmla="*/ 136387 w 160480"/>
                    <a:gd name="connsiteY6" fmla="*/ 300 h 188126"/>
                    <a:gd name="connsiteX7" fmla="*/ 160480 w 160480"/>
                    <a:gd name="connsiteY7" fmla="*/ 300 h 188126"/>
                    <a:gd name="connsiteX8" fmla="*/ 160480 w 160480"/>
                    <a:gd name="connsiteY8" fmla="*/ 188126 h 188126"/>
                    <a:gd name="connsiteX9" fmla="*/ 140140 w 160480"/>
                    <a:gd name="connsiteY9" fmla="*/ 188126 h 188126"/>
                    <a:gd name="connsiteX10" fmla="*/ 24093 w 160480"/>
                    <a:gd name="connsiteY10" fmla="*/ 44498 h 1881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60480" h="188126">
                      <a:moveTo>
                        <a:pt x="24093" y="44498"/>
                      </a:moveTo>
                      <a:lnTo>
                        <a:pt x="24093" y="188067"/>
                      </a:lnTo>
                      <a:lnTo>
                        <a:pt x="0" y="188067"/>
                      </a:lnTo>
                      <a:lnTo>
                        <a:pt x="0" y="0"/>
                      </a:lnTo>
                      <a:lnTo>
                        <a:pt x="18706" y="0"/>
                      </a:lnTo>
                      <a:lnTo>
                        <a:pt x="136387" y="146507"/>
                      </a:lnTo>
                      <a:lnTo>
                        <a:pt x="136387" y="300"/>
                      </a:lnTo>
                      <a:lnTo>
                        <a:pt x="160480" y="300"/>
                      </a:lnTo>
                      <a:lnTo>
                        <a:pt x="160480" y="188126"/>
                      </a:lnTo>
                      <a:lnTo>
                        <a:pt x="140140" y="188126"/>
                      </a:lnTo>
                      <a:lnTo>
                        <a:pt x="24093" y="4449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" name="Freeform 189">
                  <a:extLst>
                    <a:ext uri="{FF2B5EF4-FFF2-40B4-BE49-F238E27FC236}">
                      <a16:creationId xmlns:a16="http://schemas.microsoft.com/office/drawing/2014/main" id="{F7F58CD9-B2FD-4D38-A6DA-F51185B61C55}"/>
                    </a:ext>
                  </a:extLst>
                </p:cNvPr>
                <p:cNvSpPr/>
                <p:nvPr/>
              </p:nvSpPr>
              <p:spPr>
                <a:xfrm>
                  <a:off x="340060" y="212099"/>
                  <a:ext cx="175674" cy="188066"/>
                </a:xfrm>
                <a:custGeom>
                  <a:avLst/>
                  <a:gdLst>
                    <a:gd name="connsiteX0" fmla="*/ 77788 w 175674"/>
                    <a:gd name="connsiteY0" fmla="*/ 0 h 188066"/>
                    <a:gd name="connsiteX1" fmla="*/ 98128 w 175674"/>
                    <a:gd name="connsiteY1" fmla="*/ 0 h 188066"/>
                    <a:gd name="connsiteX2" fmla="*/ 175675 w 175674"/>
                    <a:gd name="connsiteY2" fmla="*/ 188067 h 188066"/>
                    <a:gd name="connsiteX3" fmla="*/ 150008 w 175674"/>
                    <a:gd name="connsiteY3" fmla="*/ 188067 h 188066"/>
                    <a:gd name="connsiteX4" fmla="*/ 127549 w 175674"/>
                    <a:gd name="connsiteY4" fmla="*/ 132954 h 188066"/>
                    <a:gd name="connsiteX5" fmla="*/ 47884 w 175674"/>
                    <a:gd name="connsiteY5" fmla="*/ 132954 h 188066"/>
                    <a:gd name="connsiteX6" fmla="*/ 25667 w 175674"/>
                    <a:gd name="connsiteY6" fmla="*/ 188067 h 188066"/>
                    <a:gd name="connsiteX7" fmla="*/ 0 w 175674"/>
                    <a:gd name="connsiteY7" fmla="*/ 188067 h 188066"/>
                    <a:gd name="connsiteX8" fmla="*/ 77788 w 175674"/>
                    <a:gd name="connsiteY8" fmla="*/ 0 h 188066"/>
                    <a:gd name="connsiteX9" fmla="*/ 122161 w 175674"/>
                    <a:gd name="connsiteY9" fmla="*/ 114423 h 188066"/>
                    <a:gd name="connsiteX10" fmla="*/ 87958 w 175674"/>
                    <a:gd name="connsiteY10" fmla="*/ 27526 h 188066"/>
                    <a:gd name="connsiteX11" fmla="*/ 52666 w 175674"/>
                    <a:gd name="connsiteY11" fmla="*/ 114423 h 188066"/>
                    <a:gd name="connsiteX12" fmla="*/ 122161 w 175674"/>
                    <a:gd name="connsiteY12" fmla="*/ 114423 h 188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74" h="188066">
                      <a:moveTo>
                        <a:pt x="77788" y="0"/>
                      </a:moveTo>
                      <a:lnTo>
                        <a:pt x="98128" y="0"/>
                      </a:lnTo>
                      <a:lnTo>
                        <a:pt x="175675" y="188067"/>
                      </a:lnTo>
                      <a:lnTo>
                        <a:pt x="150008" y="188067"/>
                      </a:lnTo>
                      <a:lnTo>
                        <a:pt x="127549" y="132954"/>
                      </a:lnTo>
                      <a:lnTo>
                        <a:pt x="47884" y="132954"/>
                      </a:lnTo>
                      <a:lnTo>
                        <a:pt x="25667" y="188067"/>
                      </a:lnTo>
                      <a:lnTo>
                        <a:pt x="0" y="188067"/>
                      </a:lnTo>
                      <a:lnTo>
                        <a:pt x="77788" y="0"/>
                      </a:lnTo>
                      <a:close/>
                      <a:moveTo>
                        <a:pt x="122161" y="114423"/>
                      </a:moveTo>
                      <a:lnTo>
                        <a:pt x="87958" y="27526"/>
                      </a:lnTo>
                      <a:lnTo>
                        <a:pt x="52666" y="114423"/>
                      </a:lnTo>
                      <a:lnTo>
                        <a:pt x="122161" y="114423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" name="Freeform 190">
                  <a:extLst>
                    <a:ext uri="{FF2B5EF4-FFF2-40B4-BE49-F238E27FC236}">
                      <a16:creationId xmlns:a16="http://schemas.microsoft.com/office/drawing/2014/main" id="{0462DAF9-EFB8-E740-14A7-5BF31E4A67BC}"/>
                    </a:ext>
                  </a:extLst>
                </p:cNvPr>
                <p:cNvSpPr/>
                <p:nvPr/>
              </p:nvSpPr>
              <p:spPr>
                <a:xfrm>
                  <a:off x="521062" y="212099"/>
                  <a:ext cx="175674" cy="188066"/>
                </a:xfrm>
                <a:custGeom>
                  <a:avLst/>
                  <a:gdLst>
                    <a:gd name="connsiteX0" fmla="*/ 77788 w 175674"/>
                    <a:gd name="connsiteY0" fmla="*/ 0 h 188066"/>
                    <a:gd name="connsiteX1" fmla="*/ 98128 w 175674"/>
                    <a:gd name="connsiteY1" fmla="*/ 0 h 188066"/>
                    <a:gd name="connsiteX2" fmla="*/ 175675 w 175674"/>
                    <a:gd name="connsiteY2" fmla="*/ 188067 h 188066"/>
                    <a:gd name="connsiteX3" fmla="*/ 150008 w 175674"/>
                    <a:gd name="connsiteY3" fmla="*/ 188067 h 188066"/>
                    <a:gd name="connsiteX4" fmla="*/ 127549 w 175674"/>
                    <a:gd name="connsiteY4" fmla="*/ 132954 h 188066"/>
                    <a:gd name="connsiteX5" fmla="*/ 47884 w 175674"/>
                    <a:gd name="connsiteY5" fmla="*/ 132954 h 188066"/>
                    <a:gd name="connsiteX6" fmla="*/ 25667 w 175674"/>
                    <a:gd name="connsiteY6" fmla="*/ 188067 h 188066"/>
                    <a:gd name="connsiteX7" fmla="*/ 0 w 175674"/>
                    <a:gd name="connsiteY7" fmla="*/ 188067 h 188066"/>
                    <a:gd name="connsiteX8" fmla="*/ 77788 w 175674"/>
                    <a:gd name="connsiteY8" fmla="*/ 0 h 188066"/>
                    <a:gd name="connsiteX9" fmla="*/ 122161 w 175674"/>
                    <a:gd name="connsiteY9" fmla="*/ 114423 h 188066"/>
                    <a:gd name="connsiteX10" fmla="*/ 87958 w 175674"/>
                    <a:gd name="connsiteY10" fmla="*/ 27526 h 188066"/>
                    <a:gd name="connsiteX11" fmla="*/ 52666 w 175674"/>
                    <a:gd name="connsiteY11" fmla="*/ 114423 h 188066"/>
                    <a:gd name="connsiteX12" fmla="*/ 122161 w 175674"/>
                    <a:gd name="connsiteY12" fmla="*/ 114423 h 188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74" h="188066">
                      <a:moveTo>
                        <a:pt x="77788" y="0"/>
                      </a:moveTo>
                      <a:lnTo>
                        <a:pt x="98128" y="0"/>
                      </a:lnTo>
                      <a:lnTo>
                        <a:pt x="175675" y="188067"/>
                      </a:lnTo>
                      <a:lnTo>
                        <a:pt x="150008" y="188067"/>
                      </a:lnTo>
                      <a:lnTo>
                        <a:pt x="127549" y="132954"/>
                      </a:lnTo>
                      <a:lnTo>
                        <a:pt x="47884" y="132954"/>
                      </a:lnTo>
                      <a:lnTo>
                        <a:pt x="25667" y="188067"/>
                      </a:lnTo>
                      <a:lnTo>
                        <a:pt x="0" y="188067"/>
                      </a:lnTo>
                      <a:lnTo>
                        <a:pt x="77788" y="0"/>
                      </a:lnTo>
                      <a:close/>
                      <a:moveTo>
                        <a:pt x="122161" y="114423"/>
                      </a:moveTo>
                      <a:lnTo>
                        <a:pt x="87958" y="27526"/>
                      </a:lnTo>
                      <a:lnTo>
                        <a:pt x="52666" y="114423"/>
                      </a:lnTo>
                      <a:lnTo>
                        <a:pt x="122161" y="114423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" name="Freeform 191">
                  <a:extLst>
                    <a:ext uri="{FF2B5EF4-FFF2-40B4-BE49-F238E27FC236}">
                      <a16:creationId xmlns:a16="http://schemas.microsoft.com/office/drawing/2014/main" id="{BA3EDF56-8C00-E5EC-299A-198DDFA275C8}"/>
                    </a:ext>
                  </a:extLst>
                </p:cNvPr>
                <p:cNvSpPr/>
                <p:nvPr/>
              </p:nvSpPr>
              <p:spPr>
                <a:xfrm>
                  <a:off x="702851" y="211019"/>
                  <a:ext cx="164475" cy="190705"/>
                </a:xfrm>
                <a:custGeom>
                  <a:avLst/>
                  <a:gdLst>
                    <a:gd name="connsiteX0" fmla="*/ 0 w 164475"/>
                    <a:gd name="connsiteY0" fmla="*/ 93793 h 190705"/>
                    <a:gd name="connsiteX1" fmla="*/ 5993 w 164475"/>
                    <a:gd name="connsiteY1" fmla="*/ 60030 h 190705"/>
                    <a:gd name="connsiteX2" fmla="*/ 23669 w 164475"/>
                    <a:gd name="connsiteY2" fmla="*/ 29805 h 190705"/>
                    <a:gd name="connsiteX3" fmla="*/ 52121 w 164475"/>
                    <a:gd name="connsiteY3" fmla="*/ 8216 h 190705"/>
                    <a:gd name="connsiteX4" fmla="*/ 90380 w 164475"/>
                    <a:gd name="connsiteY4" fmla="*/ 0 h 190705"/>
                    <a:gd name="connsiteX5" fmla="*/ 133966 w 164475"/>
                    <a:gd name="connsiteY5" fmla="*/ 11394 h 190705"/>
                    <a:gd name="connsiteX6" fmla="*/ 160965 w 164475"/>
                    <a:gd name="connsiteY6" fmla="*/ 41080 h 190705"/>
                    <a:gd name="connsiteX7" fmla="*/ 141956 w 164475"/>
                    <a:gd name="connsiteY7" fmla="*/ 53254 h 190705"/>
                    <a:gd name="connsiteX8" fmla="*/ 131665 w 164475"/>
                    <a:gd name="connsiteY8" fmla="*/ 38141 h 190705"/>
                    <a:gd name="connsiteX9" fmla="*/ 118590 w 164475"/>
                    <a:gd name="connsiteY9" fmla="*/ 28366 h 190705"/>
                    <a:gd name="connsiteX10" fmla="*/ 104000 w 164475"/>
                    <a:gd name="connsiteY10" fmla="*/ 23089 h 190705"/>
                    <a:gd name="connsiteX11" fmla="*/ 89290 w 164475"/>
                    <a:gd name="connsiteY11" fmla="*/ 21469 h 190705"/>
                    <a:gd name="connsiteX12" fmla="*/ 61323 w 164475"/>
                    <a:gd name="connsiteY12" fmla="*/ 27946 h 190705"/>
                    <a:gd name="connsiteX13" fmla="*/ 40862 w 164475"/>
                    <a:gd name="connsiteY13" fmla="*/ 44918 h 190705"/>
                    <a:gd name="connsiteX14" fmla="*/ 28452 w 164475"/>
                    <a:gd name="connsiteY14" fmla="*/ 68486 h 190705"/>
                    <a:gd name="connsiteX15" fmla="*/ 24335 w 164475"/>
                    <a:gd name="connsiteY15" fmla="*/ 94873 h 190705"/>
                    <a:gd name="connsiteX16" fmla="*/ 29299 w 164475"/>
                    <a:gd name="connsiteY16" fmla="*/ 123059 h 190705"/>
                    <a:gd name="connsiteX17" fmla="*/ 43041 w 164475"/>
                    <a:gd name="connsiteY17" fmla="*/ 146747 h 190705"/>
                    <a:gd name="connsiteX18" fmla="*/ 63926 w 164475"/>
                    <a:gd name="connsiteY18" fmla="*/ 163179 h 190705"/>
                    <a:gd name="connsiteX19" fmla="*/ 90138 w 164475"/>
                    <a:gd name="connsiteY19" fmla="*/ 169296 h 190705"/>
                    <a:gd name="connsiteX20" fmla="*/ 105514 w 164475"/>
                    <a:gd name="connsiteY20" fmla="*/ 167437 h 190705"/>
                    <a:gd name="connsiteX21" fmla="*/ 120648 w 164475"/>
                    <a:gd name="connsiteY21" fmla="*/ 161500 h 190705"/>
                    <a:gd name="connsiteX22" fmla="*/ 134147 w 164475"/>
                    <a:gd name="connsiteY22" fmla="*/ 151185 h 190705"/>
                    <a:gd name="connsiteX23" fmla="*/ 144438 w 164475"/>
                    <a:gd name="connsiteY23" fmla="*/ 136192 h 190705"/>
                    <a:gd name="connsiteX24" fmla="*/ 164476 w 164475"/>
                    <a:gd name="connsiteY24" fmla="*/ 147047 h 190705"/>
                    <a:gd name="connsiteX25" fmla="*/ 151763 w 164475"/>
                    <a:gd name="connsiteY25" fmla="*/ 165698 h 190705"/>
                    <a:gd name="connsiteX26" fmla="*/ 133300 w 164475"/>
                    <a:gd name="connsiteY26" fmla="*/ 179311 h 190705"/>
                    <a:gd name="connsiteX27" fmla="*/ 111507 w 164475"/>
                    <a:gd name="connsiteY27" fmla="*/ 187767 h 190705"/>
                    <a:gd name="connsiteX28" fmla="*/ 89048 w 164475"/>
                    <a:gd name="connsiteY28" fmla="*/ 190705 h 190705"/>
                    <a:gd name="connsiteX29" fmla="*/ 53211 w 164475"/>
                    <a:gd name="connsiteY29" fmla="*/ 182249 h 190705"/>
                    <a:gd name="connsiteX30" fmla="*/ 25001 w 164475"/>
                    <a:gd name="connsiteY30" fmla="*/ 160120 h 190705"/>
                    <a:gd name="connsiteX31" fmla="*/ 6538 w 164475"/>
                    <a:gd name="connsiteY31" fmla="*/ 129116 h 190705"/>
                    <a:gd name="connsiteX32" fmla="*/ 0 w 164475"/>
                    <a:gd name="connsiteY32" fmla="*/ 93733 h 190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164475" h="190705">
                      <a:moveTo>
                        <a:pt x="0" y="93793"/>
                      </a:moveTo>
                      <a:cubicBezTo>
                        <a:pt x="0" y="82459"/>
                        <a:pt x="1998" y="71245"/>
                        <a:pt x="5993" y="60030"/>
                      </a:cubicBezTo>
                      <a:cubicBezTo>
                        <a:pt x="9988" y="48816"/>
                        <a:pt x="15860" y="38741"/>
                        <a:pt x="23669" y="29805"/>
                      </a:cubicBezTo>
                      <a:cubicBezTo>
                        <a:pt x="31418" y="20870"/>
                        <a:pt x="40922" y="13673"/>
                        <a:pt x="52121" y="8216"/>
                      </a:cubicBezTo>
                      <a:cubicBezTo>
                        <a:pt x="63381" y="2759"/>
                        <a:pt x="76093" y="0"/>
                        <a:pt x="90380" y="0"/>
                      </a:cubicBezTo>
                      <a:cubicBezTo>
                        <a:pt x="107330" y="0"/>
                        <a:pt x="121858" y="3778"/>
                        <a:pt x="133966" y="11394"/>
                      </a:cubicBezTo>
                      <a:cubicBezTo>
                        <a:pt x="146073" y="19011"/>
                        <a:pt x="155093" y="28906"/>
                        <a:pt x="160965" y="41080"/>
                      </a:cubicBezTo>
                      <a:lnTo>
                        <a:pt x="141956" y="53254"/>
                      </a:lnTo>
                      <a:cubicBezTo>
                        <a:pt x="139111" y="47257"/>
                        <a:pt x="135661" y="42219"/>
                        <a:pt x="131665" y="38141"/>
                      </a:cubicBezTo>
                      <a:cubicBezTo>
                        <a:pt x="127670" y="34063"/>
                        <a:pt x="123311" y="30825"/>
                        <a:pt x="118590" y="28366"/>
                      </a:cubicBezTo>
                      <a:cubicBezTo>
                        <a:pt x="113868" y="25907"/>
                        <a:pt x="109025" y="24108"/>
                        <a:pt x="104000" y="23089"/>
                      </a:cubicBezTo>
                      <a:cubicBezTo>
                        <a:pt x="99037" y="22009"/>
                        <a:pt x="94133" y="21469"/>
                        <a:pt x="89290" y="21469"/>
                      </a:cubicBezTo>
                      <a:cubicBezTo>
                        <a:pt x="78757" y="21469"/>
                        <a:pt x="69435" y="23628"/>
                        <a:pt x="61323" y="27946"/>
                      </a:cubicBezTo>
                      <a:cubicBezTo>
                        <a:pt x="53211" y="32264"/>
                        <a:pt x="46370" y="37901"/>
                        <a:pt x="40862" y="44918"/>
                      </a:cubicBezTo>
                      <a:cubicBezTo>
                        <a:pt x="35353" y="51874"/>
                        <a:pt x="31176" y="59730"/>
                        <a:pt x="28452" y="68486"/>
                      </a:cubicBezTo>
                      <a:cubicBezTo>
                        <a:pt x="25667" y="77242"/>
                        <a:pt x="24335" y="85997"/>
                        <a:pt x="24335" y="94873"/>
                      </a:cubicBezTo>
                      <a:cubicBezTo>
                        <a:pt x="24335" y="104768"/>
                        <a:pt x="25970" y="114183"/>
                        <a:pt x="29299" y="123059"/>
                      </a:cubicBezTo>
                      <a:cubicBezTo>
                        <a:pt x="32568" y="131994"/>
                        <a:pt x="37169" y="139850"/>
                        <a:pt x="43041" y="146747"/>
                      </a:cubicBezTo>
                      <a:cubicBezTo>
                        <a:pt x="48913" y="153644"/>
                        <a:pt x="55875" y="159101"/>
                        <a:pt x="63926" y="163179"/>
                      </a:cubicBezTo>
                      <a:cubicBezTo>
                        <a:pt x="71977" y="167257"/>
                        <a:pt x="80694" y="169296"/>
                        <a:pt x="90138" y="169296"/>
                      </a:cubicBezTo>
                      <a:cubicBezTo>
                        <a:pt x="95102" y="169296"/>
                        <a:pt x="100247" y="168696"/>
                        <a:pt x="105514" y="167437"/>
                      </a:cubicBezTo>
                      <a:cubicBezTo>
                        <a:pt x="110780" y="166177"/>
                        <a:pt x="115805" y="164198"/>
                        <a:pt x="120648" y="161500"/>
                      </a:cubicBezTo>
                      <a:cubicBezTo>
                        <a:pt x="125491" y="158741"/>
                        <a:pt x="129970" y="155323"/>
                        <a:pt x="134147" y="151185"/>
                      </a:cubicBezTo>
                      <a:cubicBezTo>
                        <a:pt x="138324" y="147047"/>
                        <a:pt x="141775" y="142069"/>
                        <a:pt x="144438" y="136192"/>
                      </a:cubicBezTo>
                      <a:lnTo>
                        <a:pt x="164476" y="147047"/>
                      </a:lnTo>
                      <a:cubicBezTo>
                        <a:pt x="161449" y="154123"/>
                        <a:pt x="157211" y="160360"/>
                        <a:pt x="151763" y="165698"/>
                      </a:cubicBezTo>
                      <a:cubicBezTo>
                        <a:pt x="146315" y="171095"/>
                        <a:pt x="140201" y="175653"/>
                        <a:pt x="133300" y="179311"/>
                      </a:cubicBezTo>
                      <a:cubicBezTo>
                        <a:pt x="126459" y="183029"/>
                        <a:pt x="119195" y="185848"/>
                        <a:pt x="111507" y="187767"/>
                      </a:cubicBezTo>
                      <a:cubicBezTo>
                        <a:pt x="103819" y="189686"/>
                        <a:pt x="96373" y="190705"/>
                        <a:pt x="89048" y="190705"/>
                      </a:cubicBezTo>
                      <a:cubicBezTo>
                        <a:pt x="76033" y="190705"/>
                        <a:pt x="64107" y="187887"/>
                        <a:pt x="53211" y="182249"/>
                      </a:cubicBezTo>
                      <a:cubicBezTo>
                        <a:pt x="42314" y="176612"/>
                        <a:pt x="32931" y="169236"/>
                        <a:pt x="25001" y="160120"/>
                      </a:cubicBezTo>
                      <a:cubicBezTo>
                        <a:pt x="17071" y="151005"/>
                        <a:pt x="10896" y="140690"/>
                        <a:pt x="6538" y="129116"/>
                      </a:cubicBezTo>
                      <a:cubicBezTo>
                        <a:pt x="2179" y="117542"/>
                        <a:pt x="0" y="105787"/>
                        <a:pt x="0" y="93733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7" name="Graphic 6">
                <a:extLst>
                  <a:ext uri="{FF2B5EF4-FFF2-40B4-BE49-F238E27FC236}">
                    <a16:creationId xmlns:a16="http://schemas.microsoft.com/office/drawing/2014/main" id="{5A7657C3-F15F-5CF1-6B78-25F78AF53220}"/>
                  </a:ext>
                </a:extLst>
              </p:cNvPr>
              <p:cNvGrpSpPr/>
              <p:nvPr/>
            </p:nvGrpSpPr>
            <p:grpSpPr>
              <a:xfrm>
                <a:off x="152400" y="417017"/>
                <a:ext cx="659294" cy="143688"/>
                <a:chOff x="152400" y="417017"/>
                <a:chExt cx="659294" cy="143688"/>
              </a:xfrm>
              <a:solidFill>
                <a:srgbClr val="424343"/>
              </a:solidFill>
            </p:grpSpPr>
            <p:sp>
              <p:nvSpPr>
                <p:cNvPr id="72" name="Freeform 183">
                  <a:extLst>
                    <a:ext uri="{FF2B5EF4-FFF2-40B4-BE49-F238E27FC236}">
                      <a16:creationId xmlns:a16="http://schemas.microsoft.com/office/drawing/2014/main" id="{8BE40832-44BD-C45E-6545-85726442B694}"/>
                    </a:ext>
                  </a:extLst>
                </p:cNvPr>
                <p:cNvSpPr/>
                <p:nvPr/>
              </p:nvSpPr>
              <p:spPr>
                <a:xfrm>
                  <a:off x="152400" y="417017"/>
                  <a:ext cx="124643" cy="143688"/>
                </a:xfrm>
                <a:custGeom>
                  <a:avLst/>
                  <a:gdLst>
                    <a:gd name="connsiteX0" fmla="*/ 112778 w 124643"/>
                    <a:gd name="connsiteY0" fmla="*/ 121919 h 143688"/>
                    <a:gd name="connsiteX1" fmla="*/ 66831 w 124643"/>
                    <a:gd name="connsiteY1" fmla="*/ 143689 h 143688"/>
                    <a:gd name="connsiteX2" fmla="*/ 40135 w 124643"/>
                    <a:gd name="connsiteY2" fmla="*/ 137512 h 143688"/>
                    <a:gd name="connsiteX3" fmla="*/ 19008 w 124643"/>
                    <a:gd name="connsiteY3" fmla="*/ 121140 h 143688"/>
                    <a:gd name="connsiteX4" fmla="*/ 5024 w 124643"/>
                    <a:gd name="connsiteY4" fmla="*/ 98111 h 143688"/>
                    <a:gd name="connsiteX5" fmla="*/ 0 w 124643"/>
                    <a:gd name="connsiteY5" fmla="*/ 71664 h 143688"/>
                    <a:gd name="connsiteX6" fmla="*/ 4964 w 124643"/>
                    <a:gd name="connsiteY6" fmla="*/ 44498 h 143688"/>
                    <a:gd name="connsiteX7" fmla="*/ 18766 w 124643"/>
                    <a:gd name="connsiteY7" fmla="*/ 21649 h 143688"/>
                    <a:gd name="connsiteX8" fmla="*/ 39711 w 124643"/>
                    <a:gd name="connsiteY8" fmla="*/ 5877 h 143688"/>
                    <a:gd name="connsiteX9" fmla="*/ 66105 w 124643"/>
                    <a:gd name="connsiteY9" fmla="*/ 0 h 143688"/>
                    <a:gd name="connsiteX10" fmla="*/ 85234 w 124643"/>
                    <a:gd name="connsiteY10" fmla="*/ 2279 h 143688"/>
                    <a:gd name="connsiteX11" fmla="*/ 100671 w 124643"/>
                    <a:gd name="connsiteY11" fmla="*/ 8696 h 143688"/>
                    <a:gd name="connsiteX12" fmla="*/ 112354 w 124643"/>
                    <a:gd name="connsiteY12" fmla="*/ 18471 h 143688"/>
                    <a:gd name="connsiteX13" fmla="*/ 120708 w 124643"/>
                    <a:gd name="connsiteY13" fmla="*/ 30945 h 143688"/>
                    <a:gd name="connsiteX14" fmla="*/ 109812 w 124643"/>
                    <a:gd name="connsiteY14" fmla="*/ 38141 h 143688"/>
                    <a:gd name="connsiteX15" fmla="*/ 91470 w 124643"/>
                    <a:gd name="connsiteY15" fmla="*/ 18771 h 143688"/>
                    <a:gd name="connsiteX16" fmla="*/ 65863 w 124643"/>
                    <a:gd name="connsiteY16" fmla="*/ 12594 h 143688"/>
                    <a:gd name="connsiteX17" fmla="*/ 44433 w 124643"/>
                    <a:gd name="connsiteY17" fmla="*/ 17571 h 143688"/>
                    <a:gd name="connsiteX18" fmla="*/ 28089 w 124643"/>
                    <a:gd name="connsiteY18" fmla="*/ 30825 h 143688"/>
                    <a:gd name="connsiteX19" fmla="*/ 17737 w 124643"/>
                    <a:gd name="connsiteY19" fmla="*/ 49775 h 143688"/>
                    <a:gd name="connsiteX20" fmla="*/ 14105 w 124643"/>
                    <a:gd name="connsiteY20" fmla="*/ 71844 h 143688"/>
                    <a:gd name="connsiteX21" fmla="*/ 18221 w 124643"/>
                    <a:gd name="connsiteY21" fmla="*/ 94573 h 143688"/>
                    <a:gd name="connsiteX22" fmla="*/ 29602 w 124643"/>
                    <a:gd name="connsiteY22" fmla="*/ 113404 h 143688"/>
                    <a:gd name="connsiteX23" fmla="*/ 46613 w 124643"/>
                    <a:gd name="connsiteY23" fmla="*/ 126297 h 143688"/>
                    <a:gd name="connsiteX24" fmla="*/ 67861 w 124643"/>
                    <a:gd name="connsiteY24" fmla="*/ 131095 h 143688"/>
                    <a:gd name="connsiteX25" fmla="*/ 91348 w 124643"/>
                    <a:gd name="connsiteY25" fmla="*/ 125398 h 143688"/>
                    <a:gd name="connsiteX26" fmla="*/ 112778 w 124643"/>
                    <a:gd name="connsiteY26" fmla="*/ 107347 h 143688"/>
                    <a:gd name="connsiteX27" fmla="*/ 112778 w 124643"/>
                    <a:gd name="connsiteY27" fmla="*/ 83778 h 143688"/>
                    <a:gd name="connsiteX28" fmla="*/ 80936 w 124643"/>
                    <a:gd name="connsiteY28" fmla="*/ 83778 h 143688"/>
                    <a:gd name="connsiteX29" fmla="*/ 80936 w 124643"/>
                    <a:gd name="connsiteY29" fmla="*/ 72984 h 143688"/>
                    <a:gd name="connsiteX30" fmla="*/ 124643 w 124643"/>
                    <a:gd name="connsiteY30" fmla="*/ 72984 h 143688"/>
                    <a:gd name="connsiteX31" fmla="*/ 124643 w 124643"/>
                    <a:gd name="connsiteY31" fmla="*/ 142609 h 143688"/>
                    <a:gd name="connsiteX32" fmla="*/ 112778 w 124643"/>
                    <a:gd name="connsiteY32" fmla="*/ 142609 h 143688"/>
                    <a:gd name="connsiteX33" fmla="*/ 112778 w 124643"/>
                    <a:gd name="connsiteY33" fmla="*/ 121859 h 14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124643" h="143688">
                      <a:moveTo>
                        <a:pt x="112778" y="121919"/>
                      </a:moveTo>
                      <a:cubicBezTo>
                        <a:pt x="99460" y="136432"/>
                        <a:pt x="84205" y="143689"/>
                        <a:pt x="66831" y="143689"/>
                      </a:cubicBezTo>
                      <a:cubicBezTo>
                        <a:pt x="57146" y="143689"/>
                        <a:pt x="48247" y="141650"/>
                        <a:pt x="40135" y="137512"/>
                      </a:cubicBezTo>
                      <a:cubicBezTo>
                        <a:pt x="32023" y="133374"/>
                        <a:pt x="24941" y="127916"/>
                        <a:pt x="19008" y="121140"/>
                      </a:cubicBezTo>
                      <a:cubicBezTo>
                        <a:pt x="13015" y="114363"/>
                        <a:pt x="8354" y="106687"/>
                        <a:pt x="5024" y="98111"/>
                      </a:cubicBezTo>
                      <a:cubicBezTo>
                        <a:pt x="1695" y="89536"/>
                        <a:pt x="0" y="80720"/>
                        <a:pt x="0" y="71664"/>
                      </a:cubicBezTo>
                      <a:cubicBezTo>
                        <a:pt x="0" y="62609"/>
                        <a:pt x="1634" y="53194"/>
                        <a:pt x="4964" y="44498"/>
                      </a:cubicBezTo>
                      <a:cubicBezTo>
                        <a:pt x="8233" y="35862"/>
                        <a:pt x="12834" y="28246"/>
                        <a:pt x="18766" y="21649"/>
                      </a:cubicBezTo>
                      <a:cubicBezTo>
                        <a:pt x="24699" y="15053"/>
                        <a:pt x="31660" y="9835"/>
                        <a:pt x="39711" y="5877"/>
                      </a:cubicBezTo>
                      <a:cubicBezTo>
                        <a:pt x="47763" y="1979"/>
                        <a:pt x="56540" y="0"/>
                        <a:pt x="66105" y="0"/>
                      </a:cubicBezTo>
                      <a:cubicBezTo>
                        <a:pt x="73067" y="0"/>
                        <a:pt x="79483" y="780"/>
                        <a:pt x="85234" y="2279"/>
                      </a:cubicBezTo>
                      <a:cubicBezTo>
                        <a:pt x="90985" y="3838"/>
                        <a:pt x="96131" y="5937"/>
                        <a:pt x="100671" y="8696"/>
                      </a:cubicBezTo>
                      <a:cubicBezTo>
                        <a:pt x="105151" y="11454"/>
                        <a:pt x="109085" y="14693"/>
                        <a:pt x="112354" y="18471"/>
                      </a:cubicBezTo>
                      <a:cubicBezTo>
                        <a:pt x="115623" y="22249"/>
                        <a:pt x="118408" y="26447"/>
                        <a:pt x="120708" y="30945"/>
                      </a:cubicBezTo>
                      <a:lnTo>
                        <a:pt x="109812" y="38141"/>
                      </a:lnTo>
                      <a:cubicBezTo>
                        <a:pt x="105090" y="29385"/>
                        <a:pt x="98976" y="22909"/>
                        <a:pt x="91470" y="18771"/>
                      </a:cubicBezTo>
                      <a:cubicBezTo>
                        <a:pt x="83963" y="14633"/>
                        <a:pt x="75428" y="12594"/>
                        <a:pt x="65863" y="12594"/>
                      </a:cubicBezTo>
                      <a:cubicBezTo>
                        <a:pt x="57933" y="12594"/>
                        <a:pt x="50790" y="14273"/>
                        <a:pt x="44433" y="17571"/>
                      </a:cubicBezTo>
                      <a:cubicBezTo>
                        <a:pt x="38077" y="20870"/>
                        <a:pt x="32629" y="25307"/>
                        <a:pt x="28089" y="30825"/>
                      </a:cubicBezTo>
                      <a:cubicBezTo>
                        <a:pt x="23609" y="36342"/>
                        <a:pt x="20158" y="42699"/>
                        <a:pt x="17737" y="49775"/>
                      </a:cubicBezTo>
                      <a:cubicBezTo>
                        <a:pt x="15316" y="56912"/>
                        <a:pt x="14105" y="64228"/>
                        <a:pt x="14105" y="71844"/>
                      </a:cubicBezTo>
                      <a:cubicBezTo>
                        <a:pt x="14105" y="79820"/>
                        <a:pt x="15497" y="87377"/>
                        <a:pt x="18221" y="94573"/>
                      </a:cubicBezTo>
                      <a:cubicBezTo>
                        <a:pt x="20945" y="101769"/>
                        <a:pt x="24759" y="108066"/>
                        <a:pt x="29602" y="113404"/>
                      </a:cubicBezTo>
                      <a:cubicBezTo>
                        <a:pt x="34445" y="118801"/>
                        <a:pt x="40135" y="123059"/>
                        <a:pt x="46613" y="126297"/>
                      </a:cubicBezTo>
                      <a:cubicBezTo>
                        <a:pt x="53150" y="129476"/>
                        <a:pt x="60233" y="131095"/>
                        <a:pt x="67861" y="131095"/>
                      </a:cubicBezTo>
                      <a:cubicBezTo>
                        <a:pt x="76033" y="131095"/>
                        <a:pt x="83903" y="129176"/>
                        <a:pt x="91348" y="125398"/>
                      </a:cubicBezTo>
                      <a:cubicBezTo>
                        <a:pt x="98794" y="121620"/>
                        <a:pt x="105938" y="115563"/>
                        <a:pt x="112778" y="107347"/>
                      </a:cubicBezTo>
                      <a:lnTo>
                        <a:pt x="112778" y="83778"/>
                      </a:lnTo>
                      <a:lnTo>
                        <a:pt x="80936" y="83778"/>
                      </a:lnTo>
                      <a:lnTo>
                        <a:pt x="80936" y="72984"/>
                      </a:lnTo>
                      <a:lnTo>
                        <a:pt x="124643" y="72984"/>
                      </a:lnTo>
                      <a:lnTo>
                        <a:pt x="124643" y="142609"/>
                      </a:lnTo>
                      <a:lnTo>
                        <a:pt x="112778" y="142609"/>
                      </a:lnTo>
                      <a:lnTo>
                        <a:pt x="112778" y="121859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" name="Freeform 184">
                  <a:extLst>
                    <a:ext uri="{FF2B5EF4-FFF2-40B4-BE49-F238E27FC236}">
                      <a16:creationId xmlns:a16="http://schemas.microsoft.com/office/drawing/2014/main" id="{BB975E89-2D3A-1F2A-B011-F612C945DAEF}"/>
                    </a:ext>
                  </a:extLst>
                </p:cNvPr>
                <p:cNvSpPr/>
                <p:nvPr/>
              </p:nvSpPr>
              <p:spPr>
                <a:xfrm>
                  <a:off x="306100" y="417977"/>
                  <a:ext cx="105998" cy="141769"/>
                </a:xfrm>
                <a:custGeom>
                  <a:avLst/>
                  <a:gdLst>
                    <a:gd name="connsiteX0" fmla="*/ 0 w 105998"/>
                    <a:gd name="connsiteY0" fmla="*/ 141710 h 141769"/>
                    <a:gd name="connsiteX1" fmla="*/ 0 w 105998"/>
                    <a:gd name="connsiteY1" fmla="*/ 0 h 141769"/>
                    <a:gd name="connsiteX2" fmla="*/ 60415 w 105998"/>
                    <a:gd name="connsiteY2" fmla="*/ 0 h 141769"/>
                    <a:gd name="connsiteX3" fmla="*/ 77425 w 105998"/>
                    <a:gd name="connsiteY3" fmla="*/ 3898 h 141769"/>
                    <a:gd name="connsiteX4" fmla="*/ 90804 w 105998"/>
                    <a:gd name="connsiteY4" fmla="*/ 14093 h 141769"/>
                    <a:gd name="connsiteX5" fmla="*/ 99581 w 105998"/>
                    <a:gd name="connsiteY5" fmla="*/ 28366 h 141769"/>
                    <a:gd name="connsiteX6" fmla="*/ 102729 w 105998"/>
                    <a:gd name="connsiteY6" fmla="*/ 44558 h 141769"/>
                    <a:gd name="connsiteX7" fmla="*/ 100429 w 105998"/>
                    <a:gd name="connsiteY7" fmla="*/ 59430 h 141769"/>
                    <a:gd name="connsiteX8" fmla="*/ 94012 w 105998"/>
                    <a:gd name="connsiteY8" fmla="*/ 72204 h 141769"/>
                    <a:gd name="connsiteX9" fmla="*/ 84024 w 105998"/>
                    <a:gd name="connsiteY9" fmla="*/ 81799 h 141769"/>
                    <a:gd name="connsiteX10" fmla="*/ 70948 w 105998"/>
                    <a:gd name="connsiteY10" fmla="*/ 87077 h 141769"/>
                    <a:gd name="connsiteX11" fmla="*/ 105998 w 105998"/>
                    <a:gd name="connsiteY11" fmla="*/ 141770 h 141769"/>
                    <a:gd name="connsiteX12" fmla="*/ 90077 w 105998"/>
                    <a:gd name="connsiteY12" fmla="*/ 141770 h 141769"/>
                    <a:gd name="connsiteX13" fmla="*/ 56419 w 105998"/>
                    <a:gd name="connsiteY13" fmla="*/ 89476 h 141769"/>
                    <a:gd name="connsiteX14" fmla="*/ 14105 w 105998"/>
                    <a:gd name="connsiteY14" fmla="*/ 89476 h 141769"/>
                    <a:gd name="connsiteX15" fmla="*/ 14105 w 105998"/>
                    <a:gd name="connsiteY15" fmla="*/ 141770 h 141769"/>
                    <a:gd name="connsiteX16" fmla="*/ 0 w 105998"/>
                    <a:gd name="connsiteY16" fmla="*/ 141770 h 141769"/>
                    <a:gd name="connsiteX17" fmla="*/ 14105 w 105998"/>
                    <a:gd name="connsiteY17" fmla="*/ 77062 h 141769"/>
                    <a:gd name="connsiteX18" fmla="*/ 60838 w 105998"/>
                    <a:gd name="connsiteY18" fmla="*/ 77062 h 141769"/>
                    <a:gd name="connsiteX19" fmla="*/ 72219 w 105998"/>
                    <a:gd name="connsiteY19" fmla="*/ 74363 h 141769"/>
                    <a:gd name="connsiteX20" fmla="*/ 80997 w 105998"/>
                    <a:gd name="connsiteY20" fmla="*/ 67107 h 141769"/>
                    <a:gd name="connsiteX21" fmla="*/ 86627 w 105998"/>
                    <a:gd name="connsiteY21" fmla="*/ 56732 h 141769"/>
                    <a:gd name="connsiteX22" fmla="*/ 88624 w 105998"/>
                    <a:gd name="connsiteY22" fmla="*/ 44558 h 141769"/>
                    <a:gd name="connsiteX23" fmla="*/ 86324 w 105998"/>
                    <a:gd name="connsiteY23" fmla="*/ 32264 h 141769"/>
                    <a:gd name="connsiteX24" fmla="*/ 80089 w 105998"/>
                    <a:gd name="connsiteY24" fmla="*/ 22009 h 141769"/>
                    <a:gd name="connsiteX25" fmla="*/ 70827 w 105998"/>
                    <a:gd name="connsiteY25" fmla="*/ 15053 h 141769"/>
                    <a:gd name="connsiteX26" fmla="*/ 59628 w 105998"/>
                    <a:gd name="connsiteY26" fmla="*/ 12474 h 141769"/>
                    <a:gd name="connsiteX27" fmla="*/ 14105 w 105998"/>
                    <a:gd name="connsiteY27" fmla="*/ 12474 h 141769"/>
                    <a:gd name="connsiteX28" fmla="*/ 14105 w 105998"/>
                    <a:gd name="connsiteY28" fmla="*/ 77122 h 141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5998" h="141769">
                      <a:moveTo>
                        <a:pt x="0" y="141710"/>
                      </a:moveTo>
                      <a:lnTo>
                        <a:pt x="0" y="0"/>
                      </a:lnTo>
                      <a:lnTo>
                        <a:pt x="60415" y="0"/>
                      </a:lnTo>
                      <a:cubicBezTo>
                        <a:pt x="66589" y="0"/>
                        <a:pt x="72280" y="1319"/>
                        <a:pt x="77425" y="3898"/>
                      </a:cubicBezTo>
                      <a:cubicBezTo>
                        <a:pt x="82571" y="6477"/>
                        <a:pt x="87050" y="9895"/>
                        <a:pt x="90804" y="14093"/>
                      </a:cubicBezTo>
                      <a:cubicBezTo>
                        <a:pt x="94557" y="18291"/>
                        <a:pt x="97463" y="23029"/>
                        <a:pt x="99581" y="28366"/>
                      </a:cubicBezTo>
                      <a:cubicBezTo>
                        <a:pt x="101640" y="33703"/>
                        <a:pt x="102729" y="39101"/>
                        <a:pt x="102729" y="44558"/>
                      </a:cubicBezTo>
                      <a:cubicBezTo>
                        <a:pt x="102729" y="50015"/>
                        <a:pt x="101942" y="54693"/>
                        <a:pt x="100429" y="59430"/>
                      </a:cubicBezTo>
                      <a:cubicBezTo>
                        <a:pt x="98855" y="64168"/>
                        <a:pt x="96736" y="68426"/>
                        <a:pt x="94012" y="72204"/>
                      </a:cubicBezTo>
                      <a:cubicBezTo>
                        <a:pt x="91227" y="75982"/>
                        <a:pt x="87958" y="79161"/>
                        <a:pt x="84024" y="81799"/>
                      </a:cubicBezTo>
                      <a:cubicBezTo>
                        <a:pt x="80149" y="84378"/>
                        <a:pt x="75791" y="86177"/>
                        <a:pt x="70948" y="87077"/>
                      </a:cubicBezTo>
                      <a:lnTo>
                        <a:pt x="105998" y="141770"/>
                      </a:lnTo>
                      <a:lnTo>
                        <a:pt x="90077" y="141770"/>
                      </a:lnTo>
                      <a:lnTo>
                        <a:pt x="56419" y="89476"/>
                      </a:lnTo>
                      <a:lnTo>
                        <a:pt x="14105" y="89476"/>
                      </a:lnTo>
                      <a:lnTo>
                        <a:pt x="14105" y="141770"/>
                      </a:lnTo>
                      <a:lnTo>
                        <a:pt x="0" y="141770"/>
                      </a:lnTo>
                      <a:close/>
                      <a:moveTo>
                        <a:pt x="14105" y="77062"/>
                      </a:moveTo>
                      <a:lnTo>
                        <a:pt x="60838" y="77062"/>
                      </a:lnTo>
                      <a:cubicBezTo>
                        <a:pt x="65015" y="77062"/>
                        <a:pt x="68769" y="76162"/>
                        <a:pt x="72219" y="74363"/>
                      </a:cubicBezTo>
                      <a:cubicBezTo>
                        <a:pt x="75670" y="72564"/>
                        <a:pt x="78575" y="70165"/>
                        <a:pt x="80997" y="67107"/>
                      </a:cubicBezTo>
                      <a:cubicBezTo>
                        <a:pt x="83418" y="64048"/>
                        <a:pt x="85295" y="60570"/>
                        <a:pt x="86627" y="56732"/>
                      </a:cubicBezTo>
                      <a:cubicBezTo>
                        <a:pt x="87958" y="52894"/>
                        <a:pt x="88624" y="48816"/>
                        <a:pt x="88624" y="44558"/>
                      </a:cubicBezTo>
                      <a:cubicBezTo>
                        <a:pt x="88624" y="40300"/>
                        <a:pt x="87837" y="36222"/>
                        <a:pt x="86324" y="32264"/>
                      </a:cubicBezTo>
                      <a:cubicBezTo>
                        <a:pt x="84750" y="28366"/>
                        <a:pt x="82692" y="24888"/>
                        <a:pt x="80089" y="22009"/>
                      </a:cubicBezTo>
                      <a:cubicBezTo>
                        <a:pt x="77486" y="19071"/>
                        <a:pt x="74398" y="16732"/>
                        <a:pt x="70827" y="15053"/>
                      </a:cubicBezTo>
                      <a:cubicBezTo>
                        <a:pt x="67255" y="13313"/>
                        <a:pt x="63563" y="12474"/>
                        <a:pt x="59628" y="12474"/>
                      </a:cubicBezTo>
                      <a:lnTo>
                        <a:pt x="14105" y="12474"/>
                      </a:lnTo>
                      <a:lnTo>
                        <a:pt x="14105" y="77122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" name="Freeform 185">
                  <a:extLst>
                    <a:ext uri="{FF2B5EF4-FFF2-40B4-BE49-F238E27FC236}">
                      <a16:creationId xmlns:a16="http://schemas.microsoft.com/office/drawing/2014/main" id="{04B45505-8010-8DD5-5361-6ED9025BC8AB}"/>
                    </a:ext>
                  </a:extLst>
                </p:cNvPr>
                <p:cNvSpPr/>
                <p:nvPr/>
              </p:nvSpPr>
              <p:spPr>
                <a:xfrm>
                  <a:off x="419846" y="417977"/>
                  <a:ext cx="131180" cy="141709"/>
                </a:xfrm>
                <a:custGeom>
                  <a:avLst/>
                  <a:gdLst>
                    <a:gd name="connsiteX0" fmla="*/ 59870 w 131180"/>
                    <a:gd name="connsiteY0" fmla="*/ 0 h 141709"/>
                    <a:gd name="connsiteX1" fmla="*/ 71735 w 131180"/>
                    <a:gd name="connsiteY1" fmla="*/ 0 h 141709"/>
                    <a:gd name="connsiteX2" fmla="*/ 131181 w 131180"/>
                    <a:gd name="connsiteY2" fmla="*/ 141710 h 141709"/>
                    <a:gd name="connsiteX3" fmla="*/ 116289 w 131180"/>
                    <a:gd name="connsiteY3" fmla="*/ 141710 h 141709"/>
                    <a:gd name="connsiteX4" fmla="*/ 97765 w 131180"/>
                    <a:gd name="connsiteY4" fmla="*/ 97392 h 141709"/>
                    <a:gd name="connsiteX5" fmla="*/ 33476 w 131180"/>
                    <a:gd name="connsiteY5" fmla="*/ 97392 h 141709"/>
                    <a:gd name="connsiteX6" fmla="*/ 15134 w 131180"/>
                    <a:gd name="connsiteY6" fmla="*/ 141710 h 141709"/>
                    <a:gd name="connsiteX7" fmla="*/ 0 w 131180"/>
                    <a:gd name="connsiteY7" fmla="*/ 141710 h 141709"/>
                    <a:gd name="connsiteX8" fmla="*/ 59809 w 131180"/>
                    <a:gd name="connsiteY8" fmla="*/ 0 h 141709"/>
                    <a:gd name="connsiteX9" fmla="*/ 94557 w 131180"/>
                    <a:gd name="connsiteY9" fmla="*/ 86417 h 141709"/>
                    <a:gd name="connsiteX10" fmla="*/ 65742 w 131180"/>
                    <a:gd name="connsiteY10" fmla="*/ 16372 h 141709"/>
                    <a:gd name="connsiteX11" fmla="*/ 36503 w 131180"/>
                    <a:gd name="connsiteY11" fmla="*/ 86417 h 141709"/>
                    <a:gd name="connsiteX12" fmla="*/ 94496 w 131180"/>
                    <a:gd name="connsiteY12" fmla="*/ 86417 h 141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31180" h="141709">
                      <a:moveTo>
                        <a:pt x="59870" y="0"/>
                      </a:moveTo>
                      <a:lnTo>
                        <a:pt x="71735" y="0"/>
                      </a:lnTo>
                      <a:lnTo>
                        <a:pt x="131181" y="141710"/>
                      </a:lnTo>
                      <a:lnTo>
                        <a:pt x="116289" y="141710"/>
                      </a:lnTo>
                      <a:lnTo>
                        <a:pt x="97765" y="97392"/>
                      </a:lnTo>
                      <a:lnTo>
                        <a:pt x="33476" y="97392"/>
                      </a:lnTo>
                      <a:lnTo>
                        <a:pt x="15134" y="141710"/>
                      </a:lnTo>
                      <a:lnTo>
                        <a:pt x="0" y="141710"/>
                      </a:lnTo>
                      <a:lnTo>
                        <a:pt x="59809" y="0"/>
                      </a:lnTo>
                      <a:close/>
                      <a:moveTo>
                        <a:pt x="94557" y="86417"/>
                      </a:moveTo>
                      <a:lnTo>
                        <a:pt x="65742" y="16372"/>
                      </a:lnTo>
                      <a:lnTo>
                        <a:pt x="36503" y="86417"/>
                      </a:lnTo>
                      <a:lnTo>
                        <a:pt x="94496" y="86417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" name="Freeform 186">
                  <a:extLst>
                    <a:ext uri="{FF2B5EF4-FFF2-40B4-BE49-F238E27FC236}">
                      <a16:creationId xmlns:a16="http://schemas.microsoft.com/office/drawing/2014/main" id="{D88C3076-1637-FF10-B94D-23B7B7231324}"/>
                    </a:ext>
                  </a:extLst>
                </p:cNvPr>
                <p:cNvSpPr/>
                <p:nvPr/>
              </p:nvSpPr>
              <p:spPr>
                <a:xfrm>
                  <a:off x="571610" y="417977"/>
                  <a:ext cx="117076" cy="141769"/>
                </a:xfrm>
                <a:custGeom>
                  <a:avLst/>
                  <a:gdLst>
                    <a:gd name="connsiteX0" fmla="*/ 0 w 117076"/>
                    <a:gd name="connsiteY0" fmla="*/ 141710 h 141769"/>
                    <a:gd name="connsiteX1" fmla="*/ 0 w 117076"/>
                    <a:gd name="connsiteY1" fmla="*/ 0 h 141769"/>
                    <a:gd name="connsiteX2" fmla="*/ 48550 w 117076"/>
                    <a:gd name="connsiteY2" fmla="*/ 0 h 141769"/>
                    <a:gd name="connsiteX3" fmla="*/ 78454 w 117076"/>
                    <a:gd name="connsiteY3" fmla="*/ 5577 h 141769"/>
                    <a:gd name="connsiteX4" fmla="*/ 99823 w 117076"/>
                    <a:gd name="connsiteY4" fmla="*/ 20750 h 141769"/>
                    <a:gd name="connsiteX5" fmla="*/ 112718 w 117076"/>
                    <a:gd name="connsiteY5" fmla="*/ 43179 h 141769"/>
                    <a:gd name="connsiteX6" fmla="*/ 117076 w 117076"/>
                    <a:gd name="connsiteY6" fmla="*/ 70645 h 141769"/>
                    <a:gd name="connsiteX7" fmla="*/ 112233 w 117076"/>
                    <a:gd name="connsiteY7" fmla="*/ 99910 h 141769"/>
                    <a:gd name="connsiteX8" fmla="*/ 98431 w 117076"/>
                    <a:gd name="connsiteY8" fmla="*/ 122279 h 141769"/>
                    <a:gd name="connsiteX9" fmla="*/ 76880 w 117076"/>
                    <a:gd name="connsiteY9" fmla="*/ 136672 h 141769"/>
                    <a:gd name="connsiteX10" fmla="*/ 48550 w 117076"/>
                    <a:gd name="connsiteY10" fmla="*/ 141770 h 141769"/>
                    <a:gd name="connsiteX11" fmla="*/ 0 w 117076"/>
                    <a:gd name="connsiteY11" fmla="*/ 141770 h 141769"/>
                    <a:gd name="connsiteX12" fmla="*/ 102911 w 117076"/>
                    <a:gd name="connsiteY12" fmla="*/ 70645 h 141769"/>
                    <a:gd name="connsiteX13" fmla="*/ 99279 w 117076"/>
                    <a:gd name="connsiteY13" fmla="*/ 47197 h 141769"/>
                    <a:gd name="connsiteX14" fmla="*/ 88685 w 117076"/>
                    <a:gd name="connsiteY14" fmla="*/ 28726 h 141769"/>
                    <a:gd name="connsiteX15" fmla="*/ 71674 w 117076"/>
                    <a:gd name="connsiteY15" fmla="*/ 16672 h 141769"/>
                    <a:gd name="connsiteX16" fmla="*/ 48489 w 117076"/>
                    <a:gd name="connsiteY16" fmla="*/ 12414 h 141769"/>
                    <a:gd name="connsiteX17" fmla="*/ 14044 w 117076"/>
                    <a:gd name="connsiteY17" fmla="*/ 12414 h 141769"/>
                    <a:gd name="connsiteX18" fmla="*/ 14044 w 117076"/>
                    <a:gd name="connsiteY18" fmla="*/ 129356 h 141769"/>
                    <a:gd name="connsiteX19" fmla="*/ 48489 w 117076"/>
                    <a:gd name="connsiteY19" fmla="*/ 129356 h 141769"/>
                    <a:gd name="connsiteX20" fmla="*/ 71977 w 117076"/>
                    <a:gd name="connsiteY20" fmla="*/ 124858 h 141769"/>
                    <a:gd name="connsiteX21" fmla="*/ 88988 w 117076"/>
                    <a:gd name="connsiteY21" fmla="*/ 112504 h 141769"/>
                    <a:gd name="connsiteX22" fmla="*/ 99339 w 117076"/>
                    <a:gd name="connsiteY22" fmla="*/ 93973 h 141769"/>
                    <a:gd name="connsiteX23" fmla="*/ 102850 w 117076"/>
                    <a:gd name="connsiteY23" fmla="*/ 70705 h 141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17076" h="141769">
                      <a:moveTo>
                        <a:pt x="0" y="141710"/>
                      </a:moveTo>
                      <a:lnTo>
                        <a:pt x="0" y="0"/>
                      </a:lnTo>
                      <a:lnTo>
                        <a:pt x="48550" y="0"/>
                      </a:lnTo>
                      <a:cubicBezTo>
                        <a:pt x="59991" y="0"/>
                        <a:pt x="69919" y="1859"/>
                        <a:pt x="78454" y="5577"/>
                      </a:cubicBezTo>
                      <a:cubicBezTo>
                        <a:pt x="86990" y="9295"/>
                        <a:pt x="94073" y="14333"/>
                        <a:pt x="99823" y="20750"/>
                      </a:cubicBezTo>
                      <a:cubicBezTo>
                        <a:pt x="105514" y="27166"/>
                        <a:pt x="109812" y="34603"/>
                        <a:pt x="112718" y="43179"/>
                      </a:cubicBezTo>
                      <a:cubicBezTo>
                        <a:pt x="115623" y="51754"/>
                        <a:pt x="117076" y="60930"/>
                        <a:pt x="117076" y="70645"/>
                      </a:cubicBezTo>
                      <a:cubicBezTo>
                        <a:pt x="117076" y="81440"/>
                        <a:pt x="115442" y="91155"/>
                        <a:pt x="112233" y="99910"/>
                      </a:cubicBezTo>
                      <a:cubicBezTo>
                        <a:pt x="109025" y="108606"/>
                        <a:pt x="104424" y="116042"/>
                        <a:pt x="98431" y="122279"/>
                      </a:cubicBezTo>
                      <a:cubicBezTo>
                        <a:pt x="92438" y="128456"/>
                        <a:pt x="85295" y="133254"/>
                        <a:pt x="76880" y="136672"/>
                      </a:cubicBezTo>
                      <a:cubicBezTo>
                        <a:pt x="68466" y="140090"/>
                        <a:pt x="59022" y="141770"/>
                        <a:pt x="48550" y="141770"/>
                      </a:cubicBezTo>
                      <a:lnTo>
                        <a:pt x="0" y="141770"/>
                      </a:lnTo>
                      <a:close/>
                      <a:moveTo>
                        <a:pt x="102911" y="70645"/>
                      </a:moveTo>
                      <a:cubicBezTo>
                        <a:pt x="102911" y="62129"/>
                        <a:pt x="101700" y="54333"/>
                        <a:pt x="99279" y="47197"/>
                      </a:cubicBezTo>
                      <a:cubicBezTo>
                        <a:pt x="96857" y="40060"/>
                        <a:pt x="93346" y="33943"/>
                        <a:pt x="88685" y="28726"/>
                      </a:cubicBezTo>
                      <a:cubicBezTo>
                        <a:pt x="84084" y="23568"/>
                        <a:pt x="78394" y="19490"/>
                        <a:pt x="71674" y="16672"/>
                      </a:cubicBezTo>
                      <a:cubicBezTo>
                        <a:pt x="64955" y="13793"/>
                        <a:pt x="57206" y="12414"/>
                        <a:pt x="48489" y="12414"/>
                      </a:cubicBezTo>
                      <a:lnTo>
                        <a:pt x="14044" y="12414"/>
                      </a:lnTo>
                      <a:lnTo>
                        <a:pt x="14044" y="129356"/>
                      </a:lnTo>
                      <a:lnTo>
                        <a:pt x="48489" y="129356"/>
                      </a:lnTo>
                      <a:cubicBezTo>
                        <a:pt x="57327" y="129356"/>
                        <a:pt x="65197" y="127856"/>
                        <a:pt x="71977" y="124858"/>
                      </a:cubicBezTo>
                      <a:cubicBezTo>
                        <a:pt x="78757" y="121859"/>
                        <a:pt x="84447" y="117721"/>
                        <a:pt x="88988" y="112504"/>
                      </a:cubicBezTo>
                      <a:cubicBezTo>
                        <a:pt x="93528" y="107227"/>
                        <a:pt x="97039" y="101050"/>
                        <a:pt x="99339" y="93973"/>
                      </a:cubicBezTo>
                      <a:cubicBezTo>
                        <a:pt x="101700" y="86837"/>
                        <a:pt x="102850" y="79101"/>
                        <a:pt x="102850" y="70705"/>
                      </a:cubicBez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" name="Freeform 187">
                  <a:extLst>
                    <a:ext uri="{FF2B5EF4-FFF2-40B4-BE49-F238E27FC236}">
                      <a16:creationId xmlns:a16="http://schemas.microsoft.com/office/drawing/2014/main" id="{EA701C5E-C026-72E3-A4DD-5F7E8E07F23C}"/>
                    </a:ext>
                  </a:extLst>
                </p:cNvPr>
                <p:cNvSpPr/>
                <p:nvPr/>
              </p:nvSpPr>
              <p:spPr>
                <a:xfrm>
                  <a:off x="715624" y="417977"/>
                  <a:ext cx="96070" cy="141709"/>
                </a:xfrm>
                <a:custGeom>
                  <a:avLst/>
                  <a:gdLst>
                    <a:gd name="connsiteX0" fmla="*/ 96070 w 96070"/>
                    <a:gd name="connsiteY0" fmla="*/ 129356 h 141709"/>
                    <a:gd name="connsiteX1" fmla="*/ 96070 w 96070"/>
                    <a:gd name="connsiteY1" fmla="*/ 141710 h 141709"/>
                    <a:gd name="connsiteX2" fmla="*/ 0 w 96070"/>
                    <a:gd name="connsiteY2" fmla="*/ 141710 h 141709"/>
                    <a:gd name="connsiteX3" fmla="*/ 0 w 96070"/>
                    <a:gd name="connsiteY3" fmla="*/ 0 h 141709"/>
                    <a:gd name="connsiteX4" fmla="*/ 94254 w 96070"/>
                    <a:gd name="connsiteY4" fmla="*/ 0 h 141709"/>
                    <a:gd name="connsiteX5" fmla="*/ 94254 w 96070"/>
                    <a:gd name="connsiteY5" fmla="*/ 12354 h 141709"/>
                    <a:gd name="connsiteX6" fmla="*/ 14105 w 96070"/>
                    <a:gd name="connsiteY6" fmla="*/ 12354 h 141709"/>
                    <a:gd name="connsiteX7" fmla="*/ 14105 w 96070"/>
                    <a:gd name="connsiteY7" fmla="*/ 63448 h 141709"/>
                    <a:gd name="connsiteX8" fmla="*/ 84024 w 96070"/>
                    <a:gd name="connsiteY8" fmla="*/ 63448 h 141709"/>
                    <a:gd name="connsiteX9" fmla="*/ 84024 w 96070"/>
                    <a:gd name="connsiteY9" fmla="*/ 75203 h 141709"/>
                    <a:gd name="connsiteX10" fmla="*/ 14105 w 96070"/>
                    <a:gd name="connsiteY10" fmla="*/ 75203 h 141709"/>
                    <a:gd name="connsiteX11" fmla="*/ 14105 w 96070"/>
                    <a:gd name="connsiteY11" fmla="*/ 129296 h 141709"/>
                    <a:gd name="connsiteX12" fmla="*/ 96070 w 96070"/>
                    <a:gd name="connsiteY12" fmla="*/ 129296 h 141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6070" h="141709">
                      <a:moveTo>
                        <a:pt x="96070" y="129356"/>
                      </a:moveTo>
                      <a:lnTo>
                        <a:pt x="96070" y="141710"/>
                      </a:lnTo>
                      <a:lnTo>
                        <a:pt x="0" y="141710"/>
                      </a:lnTo>
                      <a:lnTo>
                        <a:pt x="0" y="0"/>
                      </a:lnTo>
                      <a:lnTo>
                        <a:pt x="94254" y="0"/>
                      </a:lnTo>
                      <a:lnTo>
                        <a:pt x="94254" y="12354"/>
                      </a:lnTo>
                      <a:lnTo>
                        <a:pt x="14105" y="12354"/>
                      </a:lnTo>
                      <a:lnTo>
                        <a:pt x="14105" y="63448"/>
                      </a:lnTo>
                      <a:lnTo>
                        <a:pt x="84024" y="63448"/>
                      </a:lnTo>
                      <a:lnTo>
                        <a:pt x="84024" y="75203"/>
                      </a:lnTo>
                      <a:lnTo>
                        <a:pt x="14105" y="75203"/>
                      </a:lnTo>
                      <a:lnTo>
                        <a:pt x="14105" y="129296"/>
                      </a:lnTo>
                      <a:lnTo>
                        <a:pt x="96070" y="129296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68" name="Freeform 179">
                <a:extLst>
                  <a:ext uri="{FF2B5EF4-FFF2-40B4-BE49-F238E27FC236}">
                    <a16:creationId xmlns:a16="http://schemas.microsoft.com/office/drawing/2014/main" id="{1515D041-4B9C-9A6D-7B86-7F3681DD065B}"/>
                  </a:ext>
                </a:extLst>
              </p:cNvPr>
              <p:cNvSpPr/>
              <p:nvPr/>
            </p:nvSpPr>
            <p:spPr>
              <a:xfrm>
                <a:off x="852314" y="214977"/>
                <a:ext cx="383554" cy="406897"/>
              </a:xfrm>
              <a:custGeom>
                <a:avLst/>
                <a:gdLst>
                  <a:gd name="connsiteX0" fmla="*/ 156788 w 383554"/>
                  <a:gd name="connsiteY0" fmla="*/ 0 h 406897"/>
                  <a:gd name="connsiteX1" fmla="*/ 227372 w 383554"/>
                  <a:gd name="connsiteY1" fmla="*/ 0 h 406897"/>
                  <a:gd name="connsiteX2" fmla="*/ 383555 w 383554"/>
                  <a:gd name="connsiteY2" fmla="*/ 406898 h 406897"/>
                  <a:gd name="connsiteX3" fmla="*/ 301408 w 383554"/>
                  <a:gd name="connsiteY3" fmla="*/ 406898 h 406897"/>
                  <a:gd name="connsiteX4" fmla="*/ 263209 w 383554"/>
                  <a:gd name="connsiteY4" fmla="*/ 305488 h 406897"/>
                  <a:gd name="connsiteX5" fmla="*/ 119740 w 383554"/>
                  <a:gd name="connsiteY5" fmla="*/ 305488 h 406897"/>
                  <a:gd name="connsiteX6" fmla="*/ 82147 w 383554"/>
                  <a:gd name="connsiteY6" fmla="*/ 406898 h 406897"/>
                  <a:gd name="connsiteX7" fmla="*/ 0 w 383554"/>
                  <a:gd name="connsiteY7" fmla="*/ 406898 h 406897"/>
                  <a:gd name="connsiteX8" fmla="*/ 156788 w 383554"/>
                  <a:gd name="connsiteY8" fmla="*/ 0 h 406897"/>
                  <a:gd name="connsiteX9" fmla="*/ 248802 w 383554"/>
                  <a:gd name="connsiteY9" fmla="*/ 249836 h 406897"/>
                  <a:gd name="connsiteX10" fmla="*/ 192140 w 383554"/>
                  <a:gd name="connsiteY10" fmla="*/ 89955 h 406897"/>
                  <a:gd name="connsiteX11" fmla="*/ 133118 w 383554"/>
                  <a:gd name="connsiteY11" fmla="*/ 249836 h 406897"/>
                  <a:gd name="connsiteX12" fmla="*/ 248802 w 383554"/>
                  <a:gd name="connsiteY12" fmla="*/ 249836 h 40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3554" h="406897">
                    <a:moveTo>
                      <a:pt x="156788" y="0"/>
                    </a:moveTo>
                    <a:lnTo>
                      <a:pt x="227372" y="0"/>
                    </a:lnTo>
                    <a:lnTo>
                      <a:pt x="383555" y="406898"/>
                    </a:lnTo>
                    <a:lnTo>
                      <a:pt x="301408" y="406898"/>
                    </a:lnTo>
                    <a:lnTo>
                      <a:pt x="263209" y="305488"/>
                    </a:lnTo>
                    <a:lnTo>
                      <a:pt x="119740" y="305488"/>
                    </a:lnTo>
                    <a:lnTo>
                      <a:pt x="82147" y="406898"/>
                    </a:lnTo>
                    <a:lnTo>
                      <a:pt x="0" y="406898"/>
                    </a:lnTo>
                    <a:lnTo>
                      <a:pt x="156788" y="0"/>
                    </a:lnTo>
                    <a:close/>
                    <a:moveTo>
                      <a:pt x="248802" y="249836"/>
                    </a:moveTo>
                    <a:lnTo>
                      <a:pt x="192140" y="89955"/>
                    </a:lnTo>
                    <a:lnTo>
                      <a:pt x="133118" y="249836"/>
                    </a:lnTo>
                    <a:lnTo>
                      <a:pt x="248802" y="249836"/>
                    </a:lnTo>
                    <a:close/>
                  </a:path>
                </a:pathLst>
              </a:custGeom>
              <a:solidFill>
                <a:srgbClr val="AC5F27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 180">
                <a:extLst>
                  <a:ext uri="{FF2B5EF4-FFF2-40B4-BE49-F238E27FC236}">
                    <a16:creationId xmlns:a16="http://schemas.microsoft.com/office/drawing/2014/main" id="{CD04727B-05C8-64D6-8565-B377B9B254EA}"/>
                  </a:ext>
                </a:extLst>
              </p:cNvPr>
              <p:cNvSpPr/>
              <p:nvPr/>
            </p:nvSpPr>
            <p:spPr>
              <a:xfrm>
                <a:off x="1143067" y="206042"/>
                <a:ext cx="175553" cy="180390"/>
              </a:xfrm>
              <a:custGeom>
                <a:avLst/>
                <a:gdLst>
                  <a:gd name="connsiteX0" fmla="*/ 175554 w 175553"/>
                  <a:gd name="connsiteY0" fmla="*/ 70405 h 180390"/>
                  <a:gd name="connsiteX1" fmla="*/ 175554 w 175553"/>
                  <a:gd name="connsiteY1" fmla="*/ 109985 h 180390"/>
                  <a:gd name="connsiteX2" fmla="*/ 109994 w 175553"/>
                  <a:gd name="connsiteY2" fmla="*/ 109985 h 180390"/>
                  <a:gd name="connsiteX3" fmla="*/ 109994 w 175553"/>
                  <a:gd name="connsiteY3" fmla="*/ 180390 h 180390"/>
                  <a:gd name="connsiteX4" fmla="*/ 65560 w 175553"/>
                  <a:gd name="connsiteY4" fmla="*/ 180390 h 180390"/>
                  <a:gd name="connsiteX5" fmla="*/ 65560 w 175553"/>
                  <a:gd name="connsiteY5" fmla="*/ 109985 h 180390"/>
                  <a:gd name="connsiteX6" fmla="*/ 0 w 175553"/>
                  <a:gd name="connsiteY6" fmla="*/ 109985 h 180390"/>
                  <a:gd name="connsiteX7" fmla="*/ 0 w 175553"/>
                  <a:gd name="connsiteY7" fmla="*/ 70405 h 180390"/>
                  <a:gd name="connsiteX8" fmla="*/ 65560 w 175553"/>
                  <a:gd name="connsiteY8" fmla="*/ 70405 h 180390"/>
                  <a:gd name="connsiteX9" fmla="*/ 65560 w 175553"/>
                  <a:gd name="connsiteY9" fmla="*/ 0 h 180390"/>
                  <a:gd name="connsiteX10" fmla="*/ 109994 w 175553"/>
                  <a:gd name="connsiteY10" fmla="*/ 0 h 180390"/>
                  <a:gd name="connsiteX11" fmla="*/ 109994 w 175553"/>
                  <a:gd name="connsiteY11" fmla="*/ 70405 h 180390"/>
                  <a:gd name="connsiteX12" fmla="*/ 175554 w 175553"/>
                  <a:gd name="connsiteY12" fmla="*/ 70405 h 180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5553" h="180390">
                    <a:moveTo>
                      <a:pt x="175554" y="70405"/>
                    </a:moveTo>
                    <a:lnTo>
                      <a:pt x="175554" y="109985"/>
                    </a:lnTo>
                    <a:lnTo>
                      <a:pt x="109994" y="109985"/>
                    </a:lnTo>
                    <a:lnTo>
                      <a:pt x="109994" y="180390"/>
                    </a:lnTo>
                    <a:lnTo>
                      <a:pt x="65560" y="180390"/>
                    </a:lnTo>
                    <a:lnTo>
                      <a:pt x="65560" y="109985"/>
                    </a:lnTo>
                    <a:lnTo>
                      <a:pt x="0" y="109985"/>
                    </a:lnTo>
                    <a:lnTo>
                      <a:pt x="0" y="70405"/>
                    </a:lnTo>
                    <a:lnTo>
                      <a:pt x="65560" y="70405"/>
                    </a:lnTo>
                    <a:lnTo>
                      <a:pt x="65560" y="0"/>
                    </a:lnTo>
                    <a:lnTo>
                      <a:pt x="109994" y="0"/>
                    </a:lnTo>
                    <a:lnTo>
                      <a:pt x="109994" y="70405"/>
                    </a:lnTo>
                    <a:lnTo>
                      <a:pt x="175554" y="70405"/>
                    </a:lnTo>
                    <a:close/>
                  </a:path>
                </a:pathLst>
              </a:custGeom>
              <a:solidFill>
                <a:srgbClr val="AC5F27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 181">
                <a:extLst>
                  <a:ext uri="{FF2B5EF4-FFF2-40B4-BE49-F238E27FC236}">
                    <a16:creationId xmlns:a16="http://schemas.microsoft.com/office/drawing/2014/main" id="{7C62827D-3C53-BEED-84B8-994C74782FBF}"/>
                  </a:ext>
                </a:extLst>
              </p:cNvPr>
              <p:cNvSpPr/>
              <p:nvPr/>
            </p:nvSpPr>
            <p:spPr>
              <a:xfrm>
                <a:off x="844323" y="212099"/>
                <a:ext cx="383554" cy="406897"/>
              </a:xfrm>
              <a:custGeom>
                <a:avLst/>
                <a:gdLst>
                  <a:gd name="connsiteX0" fmla="*/ 156788 w 383554"/>
                  <a:gd name="connsiteY0" fmla="*/ 0 h 406897"/>
                  <a:gd name="connsiteX1" fmla="*/ 227372 w 383554"/>
                  <a:gd name="connsiteY1" fmla="*/ 0 h 406897"/>
                  <a:gd name="connsiteX2" fmla="*/ 383555 w 383554"/>
                  <a:gd name="connsiteY2" fmla="*/ 406898 h 406897"/>
                  <a:gd name="connsiteX3" fmla="*/ 301407 w 383554"/>
                  <a:gd name="connsiteY3" fmla="*/ 406898 h 406897"/>
                  <a:gd name="connsiteX4" fmla="*/ 263209 w 383554"/>
                  <a:gd name="connsiteY4" fmla="*/ 305488 h 406897"/>
                  <a:gd name="connsiteX5" fmla="*/ 119740 w 383554"/>
                  <a:gd name="connsiteY5" fmla="*/ 305488 h 406897"/>
                  <a:gd name="connsiteX6" fmla="*/ 82147 w 383554"/>
                  <a:gd name="connsiteY6" fmla="*/ 406898 h 406897"/>
                  <a:gd name="connsiteX7" fmla="*/ 0 w 383554"/>
                  <a:gd name="connsiteY7" fmla="*/ 406898 h 406897"/>
                  <a:gd name="connsiteX8" fmla="*/ 156788 w 383554"/>
                  <a:gd name="connsiteY8" fmla="*/ 0 h 406897"/>
                  <a:gd name="connsiteX9" fmla="*/ 248741 w 383554"/>
                  <a:gd name="connsiteY9" fmla="*/ 249896 h 406897"/>
                  <a:gd name="connsiteX10" fmla="*/ 192080 w 383554"/>
                  <a:gd name="connsiteY10" fmla="*/ 90015 h 406897"/>
                  <a:gd name="connsiteX11" fmla="*/ 133058 w 383554"/>
                  <a:gd name="connsiteY11" fmla="*/ 249896 h 406897"/>
                  <a:gd name="connsiteX12" fmla="*/ 248741 w 383554"/>
                  <a:gd name="connsiteY12" fmla="*/ 249896 h 40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3554" h="406897">
                    <a:moveTo>
                      <a:pt x="156788" y="0"/>
                    </a:moveTo>
                    <a:lnTo>
                      <a:pt x="227372" y="0"/>
                    </a:lnTo>
                    <a:lnTo>
                      <a:pt x="383555" y="406898"/>
                    </a:lnTo>
                    <a:lnTo>
                      <a:pt x="301407" y="406898"/>
                    </a:lnTo>
                    <a:lnTo>
                      <a:pt x="263209" y="305488"/>
                    </a:lnTo>
                    <a:lnTo>
                      <a:pt x="119740" y="305488"/>
                    </a:lnTo>
                    <a:lnTo>
                      <a:pt x="82147" y="406898"/>
                    </a:lnTo>
                    <a:lnTo>
                      <a:pt x="0" y="406898"/>
                    </a:lnTo>
                    <a:lnTo>
                      <a:pt x="156788" y="0"/>
                    </a:lnTo>
                    <a:close/>
                    <a:moveTo>
                      <a:pt x="248741" y="249896"/>
                    </a:moveTo>
                    <a:lnTo>
                      <a:pt x="192080" y="90015"/>
                    </a:lnTo>
                    <a:lnTo>
                      <a:pt x="133058" y="249896"/>
                    </a:lnTo>
                    <a:lnTo>
                      <a:pt x="248741" y="249896"/>
                    </a:lnTo>
                    <a:close/>
                  </a:path>
                </a:pathLst>
              </a:custGeom>
              <a:solidFill>
                <a:srgbClr val="DF8026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 182">
                <a:extLst>
                  <a:ext uri="{FF2B5EF4-FFF2-40B4-BE49-F238E27FC236}">
                    <a16:creationId xmlns:a16="http://schemas.microsoft.com/office/drawing/2014/main" id="{37B9EA8B-9FDC-8897-9420-27A1CE3D6E77}"/>
                  </a:ext>
                </a:extLst>
              </p:cNvPr>
              <p:cNvSpPr/>
              <p:nvPr/>
            </p:nvSpPr>
            <p:spPr>
              <a:xfrm>
                <a:off x="1137437" y="206042"/>
                <a:ext cx="175553" cy="180390"/>
              </a:xfrm>
              <a:custGeom>
                <a:avLst/>
                <a:gdLst>
                  <a:gd name="connsiteX0" fmla="*/ 175554 w 175553"/>
                  <a:gd name="connsiteY0" fmla="*/ 70405 h 180390"/>
                  <a:gd name="connsiteX1" fmla="*/ 175554 w 175553"/>
                  <a:gd name="connsiteY1" fmla="*/ 109985 h 180390"/>
                  <a:gd name="connsiteX2" fmla="*/ 109993 w 175553"/>
                  <a:gd name="connsiteY2" fmla="*/ 109985 h 180390"/>
                  <a:gd name="connsiteX3" fmla="*/ 109993 w 175553"/>
                  <a:gd name="connsiteY3" fmla="*/ 180390 h 180390"/>
                  <a:gd name="connsiteX4" fmla="*/ 65560 w 175553"/>
                  <a:gd name="connsiteY4" fmla="*/ 180390 h 180390"/>
                  <a:gd name="connsiteX5" fmla="*/ 65560 w 175553"/>
                  <a:gd name="connsiteY5" fmla="*/ 109985 h 180390"/>
                  <a:gd name="connsiteX6" fmla="*/ 0 w 175553"/>
                  <a:gd name="connsiteY6" fmla="*/ 109985 h 180390"/>
                  <a:gd name="connsiteX7" fmla="*/ 0 w 175553"/>
                  <a:gd name="connsiteY7" fmla="*/ 70405 h 180390"/>
                  <a:gd name="connsiteX8" fmla="*/ 65560 w 175553"/>
                  <a:gd name="connsiteY8" fmla="*/ 70405 h 180390"/>
                  <a:gd name="connsiteX9" fmla="*/ 65560 w 175553"/>
                  <a:gd name="connsiteY9" fmla="*/ 0 h 180390"/>
                  <a:gd name="connsiteX10" fmla="*/ 109993 w 175553"/>
                  <a:gd name="connsiteY10" fmla="*/ 0 h 180390"/>
                  <a:gd name="connsiteX11" fmla="*/ 109993 w 175553"/>
                  <a:gd name="connsiteY11" fmla="*/ 70405 h 180390"/>
                  <a:gd name="connsiteX12" fmla="*/ 175554 w 175553"/>
                  <a:gd name="connsiteY12" fmla="*/ 70405 h 180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5553" h="180390">
                    <a:moveTo>
                      <a:pt x="175554" y="70405"/>
                    </a:moveTo>
                    <a:lnTo>
                      <a:pt x="175554" y="109985"/>
                    </a:lnTo>
                    <a:lnTo>
                      <a:pt x="109993" y="109985"/>
                    </a:lnTo>
                    <a:lnTo>
                      <a:pt x="109993" y="180390"/>
                    </a:lnTo>
                    <a:lnTo>
                      <a:pt x="65560" y="180390"/>
                    </a:lnTo>
                    <a:lnTo>
                      <a:pt x="65560" y="109985"/>
                    </a:lnTo>
                    <a:lnTo>
                      <a:pt x="0" y="109985"/>
                    </a:lnTo>
                    <a:lnTo>
                      <a:pt x="0" y="70405"/>
                    </a:lnTo>
                    <a:lnTo>
                      <a:pt x="65560" y="70405"/>
                    </a:lnTo>
                    <a:lnTo>
                      <a:pt x="65560" y="0"/>
                    </a:lnTo>
                    <a:lnTo>
                      <a:pt x="109993" y="0"/>
                    </a:lnTo>
                    <a:lnTo>
                      <a:pt x="109993" y="70405"/>
                    </a:lnTo>
                    <a:lnTo>
                      <a:pt x="175554" y="70405"/>
                    </a:lnTo>
                    <a:close/>
                  </a:path>
                </a:pathLst>
              </a:custGeom>
              <a:solidFill>
                <a:srgbClr val="DF8026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" name="Graphic 6">
              <a:extLst>
                <a:ext uri="{FF2B5EF4-FFF2-40B4-BE49-F238E27FC236}">
                  <a16:creationId xmlns:a16="http://schemas.microsoft.com/office/drawing/2014/main" id="{EB4403F6-5C85-E3D7-2119-5D1B6E47AB8D}"/>
                </a:ext>
              </a:extLst>
            </p:cNvPr>
            <p:cNvGrpSpPr/>
            <p:nvPr/>
          </p:nvGrpSpPr>
          <p:grpSpPr>
            <a:xfrm>
              <a:off x="1893513" y="205261"/>
              <a:ext cx="1838187" cy="524499"/>
              <a:chOff x="1605379" y="205262"/>
              <a:chExt cx="1462604" cy="417332"/>
            </a:xfrm>
          </p:grpSpPr>
          <p:grpSp>
            <p:nvGrpSpPr>
              <p:cNvPr id="16" name="Graphic 6">
                <a:extLst>
                  <a:ext uri="{FF2B5EF4-FFF2-40B4-BE49-F238E27FC236}">
                    <a16:creationId xmlns:a16="http://schemas.microsoft.com/office/drawing/2014/main" id="{836D4111-502A-2718-78E7-80A0EFB46838}"/>
                  </a:ext>
                </a:extLst>
              </p:cNvPr>
              <p:cNvGrpSpPr/>
              <p:nvPr/>
            </p:nvGrpSpPr>
            <p:grpSpPr>
              <a:xfrm>
                <a:off x="1605379" y="205262"/>
                <a:ext cx="443000" cy="417332"/>
                <a:chOff x="1605379" y="205262"/>
                <a:chExt cx="443000" cy="417332"/>
              </a:xfrm>
            </p:grpSpPr>
            <p:sp>
              <p:nvSpPr>
                <p:cNvPr id="53" name="Freeform 164">
                  <a:extLst>
                    <a:ext uri="{FF2B5EF4-FFF2-40B4-BE49-F238E27FC236}">
                      <a16:creationId xmlns:a16="http://schemas.microsoft.com/office/drawing/2014/main" id="{55627612-7459-55CB-12BD-F62DD4D1F9DD}"/>
                    </a:ext>
                  </a:extLst>
                </p:cNvPr>
                <p:cNvSpPr/>
                <p:nvPr/>
              </p:nvSpPr>
              <p:spPr>
                <a:xfrm>
                  <a:off x="1605379" y="205262"/>
                  <a:ext cx="443000" cy="237601"/>
                </a:xfrm>
                <a:custGeom>
                  <a:avLst/>
                  <a:gdLst>
                    <a:gd name="connsiteX0" fmla="*/ 80936 w 443000"/>
                    <a:gd name="connsiteY0" fmla="*/ 215413 h 237601"/>
                    <a:gd name="connsiteX1" fmla="*/ 34505 w 443000"/>
                    <a:gd name="connsiteY1" fmla="*/ 170495 h 237601"/>
                    <a:gd name="connsiteX2" fmla="*/ 163689 w 443000"/>
                    <a:gd name="connsiteY2" fmla="*/ 151904 h 237601"/>
                    <a:gd name="connsiteX3" fmla="*/ 221500 w 443000"/>
                    <a:gd name="connsiteY3" fmla="*/ 35922 h 237601"/>
                    <a:gd name="connsiteX4" fmla="*/ 279312 w 443000"/>
                    <a:gd name="connsiteY4" fmla="*/ 151904 h 237601"/>
                    <a:gd name="connsiteX5" fmla="*/ 408495 w 443000"/>
                    <a:gd name="connsiteY5" fmla="*/ 170495 h 237601"/>
                    <a:gd name="connsiteX6" fmla="*/ 362004 w 443000"/>
                    <a:gd name="connsiteY6" fmla="*/ 215413 h 237601"/>
                    <a:gd name="connsiteX7" fmla="*/ 362004 w 443000"/>
                    <a:gd name="connsiteY7" fmla="*/ 237602 h 237601"/>
                    <a:gd name="connsiteX8" fmla="*/ 443001 w 443000"/>
                    <a:gd name="connsiteY8" fmla="*/ 159401 h 237601"/>
                    <a:gd name="connsiteX9" fmla="*/ 289906 w 443000"/>
                    <a:gd name="connsiteY9" fmla="*/ 137392 h 237601"/>
                    <a:gd name="connsiteX10" fmla="*/ 221500 w 443000"/>
                    <a:gd name="connsiteY10" fmla="*/ 0 h 237601"/>
                    <a:gd name="connsiteX11" fmla="*/ 153034 w 443000"/>
                    <a:gd name="connsiteY11" fmla="*/ 137392 h 237601"/>
                    <a:gd name="connsiteX12" fmla="*/ 0 w 443000"/>
                    <a:gd name="connsiteY12" fmla="*/ 159401 h 237601"/>
                    <a:gd name="connsiteX13" fmla="*/ 80936 w 443000"/>
                    <a:gd name="connsiteY13" fmla="*/ 237602 h 237601"/>
                    <a:gd name="connsiteX14" fmla="*/ 80936 w 443000"/>
                    <a:gd name="connsiteY14" fmla="*/ 215413 h 237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43000" h="237601">
                      <a:moveTo>
                        <a:pt x="80936" y="215413"/>
                      </a:moveTo>
                      <a:lnTo>
                        <a:pt x="34505" y="170495"/>
                      </a:lnTo>
                      <a:lnTo>
                        <a:pt x="163689" y="151904"/>
                      </a:lnTo>
                      <a:lnTo>
                        <a:pt x="221500" y="35922"/>
                      </a:lnTo>
                      <a:lnTo>
                        <a:pt x="279312" y="151904"/>
                      </a:lnTo>
                      <a:lnTo>
                        <a:pt x="408495" y="170495"/>
                      </a:lnTo>
                      <a:lnTo>
                        <a:pt x="362004" y="215413"/>
                      </a:lnTo>
                      <a:lnTo>
                        <a:pt x="362004" y="237602"/>
                      </a:lnTo>
                      <a:lnTo>
                        <a:pt x="443001" y="159401"/>
                      </a:lnTo>
                      <a:lnTo>
                        <a:pt x="289906" y="137392"/>
                      </a:lnTo>
                      <a:lnTo>
                        <a:pt x="221500" y="0"/>
                      </a:lnTo>
                      <a:lnTo>
                        <a:pt x="153034" y="137392"/>
                      </a:lnTo>
                      <a:lnTo>
                        <a:pt x="0" y="159401"/>
                      </a:lnTo>
                      <a:lnTo>
                        <a:pt x="80936" y="237602"/>
                      </a:lnTo>
                      <a:lnTo>
                        <a:pt x="80936" y="215413"/>
                      </a:lnTo>
                      <a:close/>
                    </a:path>
                  </a:pathLst>
                </a:custGeom>
                <a:solidFill>
                  <a:srgbClr val="F28128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" name="Freeform 165">
                  <a:extLst>
                    <a:ext uri="{FF2B5EF4-FFF2-40B4-BE49-F238E27FC236}">
                      <a16:creationId xmlns:a16="http://schemas.microsoft.com/office/drawing/2014/main" id="{DC8C196A-C867-934F-05C5-A1EC2EC24A8D}"/>
                    </a:ext>
                  </a:extLst>
                </p:cNvPr>
                <p:cNvSpPr/>
                <p:nvPr/>
              </p:nvSpPr>
              <p:spPr>
                <a:xfrm>
                  <a:off x="1690008" y="525683"/>
                  <a:ext cx="273742" cy="96911"/>
                </a:xfrm>
                <a:custGeom>
                  <a:avLst/>
                  <a:gdLst>
                    <a:gd name="connsiteX0" fmla="*/ 240690 w 273742"/>
                    <a:gd name="connsiteY0" fmla="*/ 0 h 96911"/>
                    <a:gd name="connsiteX1" fmla="*/ 252434 w 273742"/>
                    <a:gd name="connsiteY1" fmla="*/ 67886 h 96911"/>
                    <a:gd name="connsiteX2" fmla="*/ 136871 w 273742"/>
                    <a:gd name="connsiteY2" fmla="*/ 7676 h 96911"/>
                    <a:gd name="connsiteX3" fmla="*/ 21309 w 273742"/>
                    <a:gd name="connsiteY3" fmla="*/ 67886 h 96911"/>
                    <a:gd name="connsiteX4" fmla="*/ 33052 w 273742"/>
                    <a:gd name="connsiteY4" fmla="*/ 0 h 96911"/>
                    <a:gd name="connsiteX5" fmla="*/ 16768 w 273742"/>
                    <a:gd name="connsiteY5" fmla="*/ 0 h 96911"/>
                    <a:gd name="connsiteX6" fmla="*/ 0 w 273742"/>
                    <a:gd name="connsiteY6" fmla="*/ 96912 h 96911"/>
                    <a:gd name="connsiteX7" fmla="*/ 136871 w 273742"/>
                    <a:gd name="connsiteY7" fmla="*/ 25667 h 96911"/>
                    <a:gd name="connsiteX8" fmla="*/ 273743 w 273742"/>
                    <a:gd name="connsiteY8" fmla="*/ 96912 h 96911"/>
                    <a:gd name="connsiteX9" fmla="*/ 256974 w 273742"/>
                    <a:gd name="connsiteY9" fmla="*/ 0 h 96911"/>
                    <a:gd name="connsiteX10" fmla="*/ 240690 w 273742"/>
                    <a:gd name="connsiteY10" fmla="*/ 0 h 969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73742" h="96911">
                      <a:moveTo>
                        <a:pt x="240690" y="0"/>
                      </a:moveTo>
                      <a:lnTo>
                        <a:pt x="252434" y="67886"/>
                      </a:lnTo>
                      <a:lnTo>
                        <a:pt x="136871" y="7676"/>
                      </a:lnTo>
                      <a:lnTo>
                        <a:pt x="21309" y="67886"/>
                      </a:lnTo>
                      <a:lnTo>
                        <a:pt x="33052" y="0"/>
                      </a:lnTo>
                      <a:lnTo>
                        <a:pt x="16768" y="0"/>
                      </a:lnTo>
                      <a:lnTo>
                        <a:pt x="0" y="96912"/>
                      </a:lnTo>
                      <a:lnTo>
                        <a:pt x="136871" y="25667"/>
                      </a:lnTo>
                      <a:lnTo>
                        <a:pt x="273743" y="96912"/>
                      </a:lnTo>
                      <a:lnTo>
                        <a:pt x="256974" y="0"/>
                      </a:lnTo>
                      <a:lnTo>
                        <a:pt x="240690" y="0"/>
                      </a:lnTo>
                      <a:close/>
                    </a:path>
                  </a:pathLst>
                </a:custGeom>
                <a:solidFill>
                  <a:srgbClr val="585860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55" name="Graphic 6">
                  <a:extLst>
                    <a:ext uri="{FF2B5EF4-FFF2-40B4-BE49-F238E27FC236}">
                      <a16:creationId xmlns:a16="http://schemas.microsoft.com/office/drawing/2014/main" id="{538FDE14-993A-FC38-AFC4-02841053FEF1}"/>
                    </a:ext>
                  </a:extLst>
                </p:cNvPr>
                <p:cNvGrpSpPr/>
                <p:nvPr/>
              </p:nvGrpSpPr>
              <p:grpSpPr>
                <a:xfrm>
                  <a:off x="1711558" y="380975"/>
                  <a:ext cx="231125" cy="61889"/>
                  <a:chOff x="1711558" y="380975"/>
                  <a:chExt cx="231125" cy="61889"/>
                </a:xfrm>
                <a:solidFill>
                  <a:srgbClr val="585860"/>
                </a:solidFill>
              </p:grpSpPr>
              <p:sp>
                <p:nvSpPr>
                  <p:cNvPr id="61" name="Freeform 172">
                    <a:extLst>
                      <a:ext uri="{FF2B5EF4-FFF2-40B4-BE49-F238E27FC236}">
                        <a16:creationId xmlns:a16="http://schemas.microsoft.com/office/drawing/2014/main" id="{B19047A3-8885-7C8F-8727-E9DE2CFCB669}"/>
                      </a:ext>
                    </a:extLst>
                  </p:cNvPr>
                  <p:cNvSpPr/>
                  <p:nvPr/>
                </p:nvSpPr>
                <p:spPr>
                  <a:xfrm>
                    <a:off x="1711558" y="380975"/>
                    <a:ext cx="53876" cy="61889"/>
                  </a:xfrm>
                  <a:custGeom>
                    <a:avLst/>
                    <a:gdLst>
                      <a:gd name="connsiteX0" fmla="*/ 61 w 53876"/>
                      <a:gd name="connsiteY0" fmla="*/ 61889 h 61889"/>
                      <a:gd name="connsiteX1" fmla="*/ 61 w 53876"/>
                      <a:gd name="connsiteY1" fmla="*/ 55352 h 61889"/>
                      <a:gd name="connsiteX2" fmla="*/ 6901 w 53876"/>
                      <a:gd name="connsiteY2" fmla="*/ 54093 h 61889"/>
                      <a:gd name="connsiteX3" fmla="*/ 6901 w 53876"/>
                      <a:gd name="connsiteY3" fmla="*/ 7856 h 61889"/>
                      <a:gd name="connsiteX4" fmla="*/ 61 w 53876"/>
                      <a:gd name="connsiteY4" fmla="*/ 6597 h 61889"/>
                      <a:gd name="connsiteX5" fmla="*/ 61 w 53876"/>
                      <a:gd name="connsiteY5" fmla="*/ 0 h 61889"/>
                      <a:gd name="connsiteX6" fmla="*/ 28936 w 53876"/>
                      <a:gd name="connsiteY6" fmla="*/ 0 h 61889"/>
                      <a:gd name="connsiteX7" fmla="*/ 40922 w 53876"/>
                      <a:gd name="connsiteY7" fmla="*/ 2159 h 61889"/>
                      <a:gd name="connsiteX8" fmla="*/ 48489 w 53876"/>
                      <a:gd name="connsiteY8" fmla="*/ 8276 h 61889"/>
                      <a:gd name="connsiteX9" fmla="*/ 51092 w 53876"/>
                      <a:gd name="connsiteY9" fmla="*/ 17931 h 61889"/>
                      <a:gd name="connsiteX10" fmla="*/ 48489 w 53876"/>
                      <a:gd name="connsiteY10" fmla="*/ 27406 h 61889"/>
                      <a:gd name="connsiteX11" fmla="*/ 41225 w 53876"/>
                      <a:gd name="connsiteY11" fmla="*/ 33703 h 61889"/>
                      <a:gd name="connsiteX12" fmla="*/ 30328 w 53876"/>
                      <a:gd name="connsiteY12" fmla="*/ 36042 h 61889"/>
                      <a:gd name="connsiteX13" fmla="*/ 17616 w 53876"/>
                      <a:gd name="connsiteY13" fmla="*/ 36162 h 61889"/>
                      <a:gd name="connsiteX14" fmla="*/ 17616 w 53876"/>
                      <a:gd name="connsiteY14" fmla="*/ 54093 h 61889"/>
                      <a:gd name="connsiteX15" fmla="*/ 24456 w 53876"/>
                      <a:gd name="connsiteY15" fmla="*/ 55352 h 61889"/>
                      <a:gd name="connsiteX16" fmla="*/ 24456 w 53876"/>
                      <a:gd name="connsiteY16" fmla="*/ 61889 h 61889"/>
                      <a:gd name="connsiteX17" fmla="*/ 0 w 53876"/>
                      <a:gd name="connsiteY17" fmla="*/ 61889 h 61889"/>
                      <a:gd name="connsiteX18" fmla="*/ 17737 w 53876"/>
                      <a:gd name="connsiteY18" fmla="*/ 27766 h 61889"/>
                      <a:gd name="connsiteX19" fmla="*/ 28512 w 53876"/>
                      <a:gd name="connsiteY19" fmla="*/ 27766 h 61889"/>
                      <a:gd name="connsiteX20" fmla="*/ 37532 w 53876"/>
                      <a:gd name="connsiteY20" fmla="*/ 25307 h 61889"/>
                      <a:gd name="connsiteX21" fmla="*/ 40438 w 53876"/>
                      <a:gd name="connsiteY21" fmla="*/ 18171 h 61889"/>
                      <a:gd name="connsiteX22" fmla="*/ 37593 w 53876"/>
                      <a:gd name="connsiteY22" fmla="*/ 10915 h 61889"/>
                      <a:gd name="connsiteX23" fmla="*/ 28997 w 53876"/>
                      <a:gd name="connsiteY23" fmla="*/ 8216 h 61889"/>
                      <a:gd name="connsiteX24" fmla="*/ 17737 w 53876"/>
                      <a:gd name="connsiteY24" fmla="*/ 8216 h 61889"/>
                      <a:gd name="connsiteX25" fmla="*/ 17737 w 53876"/>
                      <a:gd name="connsiteY25" fmla="*/ 27706 h 61889"/>
                      <a:gd name="connsiteX26" fmla="*/ 40680 w 53876"/>
                      <a:gd name="connsiteY26" fmla="*/ 61889 h 61889"/>
                      <a:gd name="connsiteX27" fmla="*/ 28754 w 53876"/>
                      <a:gd name="connsiteY27" fmla="*/ 33403 h 61889"/>
                      <a:gd name="connsiteX28" fmla="*/ 38864 w 53876"/>
                      <a:gd name="connsiteY28" fmla="*/ 31724 h 61889"/>
                      <a:gd name="connsiteX29" fmla="*/ 48973 w 53876"/>
                      <a:gd name="connsiteY29" fmla="*/ 54213 h 61889"/>
                      <a:gd name="connsiteX30" fmla="*/ 53877 w 53876"/>
                      <a:gd name="connsiteY30" fmla="*/ 55233 h 61889"/>
                      <a:gd name="connsiteX31" fmla="*/ 53877 w 53876"/>
                      <a:gd name="connsiteY31" fmla="*/ 61889 h 61889"/>
                      <a:gd name="connsiteX32" fmla="*/ 40680 w 53876"/>
                      <a:gd name="connsiteY32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3876" h="61889">
                        <a:moveTo>
                          <a:pt x="61" y="61889"/>
                        </a:moveTo>
                        <a:lnTo>
                          <a:pt x="61" y="55352"/>
                        </a:lnTo>
                        <a:lnTo>
                          <a:pt x="6901" y="54093"/>
                        </a:lnTo>
                        <a:lnTo>
                          <a:pt x="6901" y="7856"/>
                        </a:lnTo>
                        <a:lnTo>
                          <a:pt x="61" y="6597"/>
                        </a:lnTo>
                        <a:lnTo>
                          <a:pt x="61" y="0"/>
                        </a:lnTo>
                        <a:lnTo>
                          <a:pt x="28936" y="0"/>
                        </a:lnTo>
                        <a:cubicBezTo>
                          <a:pt x="33658" y="0"/>
                          <a:pt x="37653" y="720"/>
                          <a:pt x="40922" y="2159"/>
                        </a:cubicBezTo>
                        <a:cubicBezTo>
                          <a:pt x="44252" y="3598"/>
                          <a:pt x="46794" y="5637"/>
                          <a:pt x="48489" y="8276"/>
                        </a:cubicBezTo>
                        <a:cubicBezTo>
                          <a:pt x="50245" y="10915"/>
                          <a:pt x="51092" y="14153"/>
                          <a:pt x="51092" y="17931"/>
                        </a:cubicBezTo>
                        <a:cubicBezTo>
                          <a:pt x="51092" y="21709"/>
                          <a:pt x="50245" y="24708"/>
                          <a:pt x="48489" y="27406"/>
                        </a:cubicBezTo>
                        <a:cubicBezTo>
                          <a:pt x="46734" y="30105"/>
                          <a:pt x="44312" y="32204"/>
                          <a:pt x="41225" y="33703"/>
                        </a:cubicBezTo>
                        <a:cubicBezTo>
                          <a:pt x="38137" y="35202"/>
                          <a:pt x="34505" y="35982"/>
                          <a:pt x="30328" y="36042"/>
                        </a:cubicBezTo>
                        <a:lnTo>
                          <a:pt x="17616" y="36162"/>
                        </a:lnTo>
                        <a:lnTo>
                          <a:pt x="17616" y="54093"/>
                        </a:lnTo>
                        <a:lnTo>
                          <a:pt x="24456" y="55352"/>
                        </a:lnTo>
                        <a:lnTo>
                          <a:pt x="24456" y="61889"/>
                        </a:lnTo>
                        <a:lnTo>
                          <a:pt x="0" y="61889"/>
                        </a:lnTo>
                        <a:close/>
                        <a:moveTo>
                          <a:pt x="17737" y="27766"/>
                        </a:moveTo>
                        <a:lnTo>
                          <a:pt x="28512" y="27766"/>
                        </a:lnTo>
                        <a:cubicBezTo>
                          <a:pt x="32568" y="27766"/>
                          <a:pt x="35595" y="26927"/>
                          <a:pt x="37532" y="25307"/>
                        </a:cubicBezTo>
                        <a:cubicBezTo>
                          <a:pt x="39469" y="23688"/>
                          <a:pt x="40438" y="21289"/>
                          <a:pt x="40438" y="18171"/>
                        </a:cubicBezTo>
                        <a:cubicBezTo>
                          <a:pt x="40438" y="15053"/>
                          <a:pt x="39469" y="12714"/>
                          <a:pt x="37593" y="10915"/>
                        </a:cubicBezTo>
                        <a:cubicBezTo>
                          <a:pt x="35716" y="9115"/>
                          <a:pt x="32810" y="8216"/>
                          <a:pt x="28997" y="8216"/>
                        </a:cubicBezTo>
                        <a:lnTo>
                          <a:pt x="17737" y="8216"/>
                        </a:lnTo>
                        <a:lnTo>
                          <a:pt x="17737" y="27706"/>
                        </a:lnTo>
                        <a:close/>
                        <a:moveTo>
                          <a:pt x="40680" y="61889"/>
                        </a:moveTo>
                        <a:lnTo>
                          <a:pt x="28754" y="33403"/>
                        </a:lnTo>
                        <a:lnTo>
                          <a:pt x="38864" y="31724"/>
                        </a:lnTo>
                        <a:lnTo>
                          <a:pt x="48973" y="54213"/>
                        </a:lnTo>
                        <a:lnTo>
                          <a:pt x="53877" y="55233"/>
                        </a:lnTo>
                        <a:lnTo>
                          <a:pt x="53877" y="61889"/>
                        </a:lnTo>
                        <a:lnTo>
                          <a:pt x="40680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2" name="Freeform 173">
                    <a:extLst>
                      <a:ext uri="{FF2B5EF4-FFF2-40B4-BE49-F238E27FC236}">
                        <a16:creationId xmlns:a16="http://schemas.microsoft.com/office/drawing/2014/main" id="{D06CA913-A239-C42D-B8C3-B00791F5611B}"/>
                      </a:ext>
                    </a:extLst>
                  </p:cNvPr>
                  <p:cNvSpPr/>
                  <p:nvPr/>
                </p:nvSpPr>
                <p:spPr>
                  <a:xfrm>
                    <a:off x="1771610" y="380975"/>
                    <a:ext cx="48670" cy="61889"/>
                  </a:xfrm>
                  <a:custGeom>
                    <a:avLst/>
                    <a:gdLst>
                      <a:gd name="connsiteX0" fmla="*/ 0 w 48670"/>
                      <a:gd name="connsiteY0" fmla="*/ 61889 h 61889"/>
                      <a:gd name="connsiteX1" fmla="*/ 0 w 48670"/>
                      <a:gd name="connsiteY1" fmla="*/ 55352 h 61889"/>
                      <a:gd name="connsiteX2" fmla="*/ 6840 w 48670"/>
                      <a:gd name="connsiteY2" fmla="*/ 54093 h 61889"/>
                      <a:gd name="connsiteX3" fmla="*/ 6840 w 48670"/>
                      <a:gd name="connsiteY3" fmla="*/ 7856 h 61889"/>
                      <a:gd name="connsiteX4" fmla="*/ 0 w 48670"/>
                      <a:gd name="connsiteY4" fmla="*/ 6597 h 61889"/>
                      <a:gd name="connsiteX5" fmla="*/ 0 w 48670"/>
                      <a:gd name="connsiteY5" fmla="*/ 0 h 61889"/>
                      <a:gd name="connsiteX6" fmla="*/ 47581 w 48670"/>
                      <a:gd name="connsiteY6" fmla="*/ 0 h 61889"/>
                      <a:gd name="connsiteX7" fmla="*/ 47581 w 48670"/>
                      <a:gd name="connsiteY7" fmla="*/ 15952 h 61889"/>
                      <a:gd name="connsiteX8" fmla="*/ 39167 w 48670"/>
                      <a:gd name="connsiteY8" fmla="*/ 15952 h 61889"/>
                      <a:gd name="connsiteX9" fmla="*/ 38440 w 48670"/>
                      <a:gd name="connsiteY9" fmla="*/ 8276 h 61889"/>
                      <a:gd name="connsiteX10" fmla="*/ 17616 w 48670"/>
                      <a:gd name="connsiteY10" fmla="*/ 8276 h 61889"/>
                      <a:gd name="connsiteX11" fmla="*/ 17616 w 48670"/>
                      <a:gd name="connsiteY11" fmla="*/ 25787 h 61889"/>
                      <a:gd name="connsiteX12" fmla="*/ 39530 w 48670"/>
                      <a:gd name="connsiteY12" fmla="*/ 25787 h 61889"/>
                      <a:gd name="connsiteX13" fmla="*/ 39530 w 48670"/>
                      <a:gd name="connsiteY13" fmla="*/ 34063 h 61889"/>
                      <a:gd name="connsiteX14" fmla="*/ 17616 w 48670"/>
                      <a:gd name="connsiteY14" fmla="*/ 34063 h 61889"/>
                      <a:gd name="connsiteX15" fmla="*/ 17616 w 48670"/>
                      <a:gd name="connsiteY15" fmla="*/ 53733 h 61889"/>
                      <a:gd name="connsiteX16" fmla="*/ 39590 w 48670"/>
                      <a:gd name="connsiteY16" fmla="*/ 53733 h 61889"/>
                      <a:gd name="connsiteX17" fmla="*/ 40317 w 48670"/>
                      <a:gd name="connsiteY17" fmla="*/ 45877 h 61889"/>
                      <a:gd name="connsiteX18" fmla="*/ 48671 w 48670"/>
                      <a:gd name="connsiteY18" fmla="*/ 45877 h 61889"/>
                      <a:gd name="connsiteX19" fmla="*/ 48671 w 48670"/>
                      <a:gd name="connsiteY19" fmla="*/ 61889 h 61889"/>
                      <a:gd name="connsiteX20" fmla="*/ 0 w 48670"/>
                      <a:gd name="connsiteY20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48670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6840" y="54093"/>
                        </a:lnTo>
                        <a:lnTo>
                          <a:pt x="6840" y="78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47581" y="0"/>
                        </a:lnTo>
                        <a:lnTo>
                          <a:pt x="47581" y="15952"/>
                        </a:lnTo>
                        <a:lnTo>
                          <a:pt x="39167" y="15952"/>
                        </a:lnTo>
                        <a:lnTo>
                          <a:pt x="38440" y="8276"/>
                        </a:lnTo>
                        <a:lnTo>
                          <a:pt x="17616" y="8276"/>
                        </a:lnTo>
                        <a:lnTo>
                          <a:pt x="17616" y="25787"/>
                        </a:lnTo>
                        <a:lnTo>
                          <a:pt x="39530" y="25787"/>
                        </a:lnTo>
                        <a:lnTo>
                          <a:pt x="39530" y="34063"/>
                        </a:lnTo>
                        <a:lnTo>
                          <a:pt x="17616" y="34063"/>
                        </a:lnTo>
                        <a:lnTo>
                          <a:pt x="17616" y="53733"/>
                        </a:lnTo>
                        <a:lnTo>
                          <a:pt x="39590" y="53733"/>
                        </a:lnTo>
                        <a:lnTo>
                          <a:pt x="40317" y="45877"/>
                        </a:lnTo>
                        <a:lnTo>
                          <a:pt x="48671" y="45877"/>
                        </a:lnTo>
                        <a:lnTo>
                          <a:pt x="48671" y="61889"/>
                        </a:lnTo>
                        <a:lnTo>
                          <a:pt x="0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3" name="Freeform 174">
                    <a:extLst>
                      <a:ext uri="{FF2B5EF4-FFF2-40B4-BE49-F238E27FC236}">
                        <a16:creationId xmlns:a16="http://schemas.microsoft.com/office/drawing/2014/main" id="{BEDEEF84-0B05-9C8F-E4DE-94008F804A9E}"/>
                      </a:ext>
                    </a:extLst>
                  </p:cNvPr>
                  <p:cNvSpPr/>
                  <p:nvPr/>
                </p:nvSpPr>
                <p:spPr>
                  <a:xfrm>
                    <a:off x="1826879" y="380975"/>
                    <a:ext cx="61383" cy="61889"/>
                  </a:xfrm>
                  <a:custGeom>
                    <a:avLst/>
                    <a:gdLst>
                      <a:gd name="connsiteX0" fmla="*/ 25788 w 61383"/>
                      <a:gd name="connsiteY0" fmla="*/ 61889 h 61889"/>
                      <a:gd name="connsiteX1" fmla="*/ 5327 w 61383"/>
                      <a:gd name="connsiteY1" fmla="*/ 7256 h 61889"/>
                      <a:gd name="connsiteX2" fmla="*/ 0 w 61383"/>
                      <a:gd name="connsiteY2" fmla="*/ 6597 h 61889"/>
                      <a:gd name="connsiteX3" fmla="*/ 0 w 61383"/>
                      <a:gd name="connsiteY3" fmla="*/ 0 h 61889"/>
                      <a:gd name="connsiteX4" fmla="*/ 22701 w 61383"/>
                      <a:gd name="connsiteY4" fmla="*/ 0 h 61889"/>
                      <a:gd name="connsiteX5" fmla="*/ 22701 w 61383"/>
                      <a:gd name="connsiteY5" fmla="*/ 6597 h 61889"/>
                      <a:gd name="connsiteX6" fmla="*/ 17011 w 61383"/>
                      <a:gd name="connsiteY6" fmla="*/ 7496 h 61889"/>
                      <a:gd name="connsiteX7" fmla="*/ 30026 w 61383"/>
                      <a:gd name="connsiteY7" fmla="*/ 45218 h 61889"/>
                      <a:gd name="connsiteX8" fmla="*/ 31176 w 61383"/>
                      <a:gd name="connsiteY8" fmla="*/ 49236 h 61889"/>
                      <a:gd name="connsiteX9" fmla="*/ 31418 w 61383"/>
                      <a:gd name="connsiteY9" fmla="*/ 49236 h 61889"/>
                      <a:gd name="connsiteX10" fmla="*/ 32629 w 61383"/>
                      <a:gd name="connsiteY10" fmla="*/ 45218 h 61889"/>
                      <a:gd name="connsiteX11" fmla="*/ 45826 w 61383"/>
                      <a:gd name="connsiteY11" fmla="*/ 7436 h 61889"/>
                      <a:gd name="connsiteX12" fmla="*/ 39348 w 61383"/>
                      <a:gd name="connsiteY12" fmla="*/ 6597 h 61889"/>
                      <a:gd name="connsiteX13" fmla="*/ 39348 w 61383"/>
                      <a:gd name="connsiteY13" fmla="*/ 0 h 61889"/>
                      <a:gd name="connsiteX14" fmla="*/ 61383 w 61383"/>
                      <a:gd name="connsiteY14" fmla="*/ 0 h 61889"/>
                      <a:gd name="connsiteX15" fmla="*/ 61383 w 61383"/>
                      <a:gd name="connsiteY15" fmla="*/ 6597 h 61889"/>
                      <a:gd name="connsiteX16" fmla="*/ 55996 w 61383"/>
                      <a:gd name="connsiteY16" fmla="*/ 7256 h 61889"/>
                      <a:gd name="connsiteX17" fmla="*/ 36321 w 61383"/>
                      <a:gd name="connsiteY17" fmla="*/ 61889 h 61889"/>
                      <a:gd name="connsiteX18" fmla="*/ 25849 w 61383"/>
                      <a:gd name="connsiteY18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61383" h="61889">
                        <a:moveTo>
                          <a:pt x="25788" y="61889"/>
                        </a:moveTo>
                        <a:lnTo>
                          <a:pt x="5327" y="72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22701" y="0"/>
                        </a:lnTo>
                        <a:lnTo>
                          <a:pt x="22701" y="6597"/>
                        </a:lnTo>
                        <a:lnTo>
                          <a:pt x="17011" y="7496"/>
                        </a:lnTo>
                        <a:lnTo>
                          <a:pt x="30026" y="45218"/>
                        </a:lnTo>
                        <a:lnTo>
                          <a:pt x="31176" y="49236"/>
                        </a:lnTo>
                        <a:lnTo>
                          <a:pt x="31418" y="49236"/>
                        </a:lnTo>
                        <a:lnTo>
                          <a:pt x="32629" y="45218"/>
                        </a:lnTo>
                        <a:lnTo>
                          <a:pt x="45826" y="7436"/>
                        </a:lnTo>
                        <a:lnTo>
                          <a:pt x="39348" y="6597"/>
                        </a:lnTo>
                        <a:lnTo>
                          <a:pt x="39348" y="0"/>
                        </a:lnTo>
                        <a:lnTo>
                          <a:pt x="61383" y="0"/>
                        </a:lnTo>
                        <a:lnTo>
                          <a:pt x="61383" y="6597"/>
                        </a:lnTo>
                        <a:lnTo>
                          <a:pt x="55996" y="7256"/>
                        </a:lnTo>
                        <a:lnTo>
                          <a:pt x="36321" y="61889"/>
                        </a:lnTo>
                        <a:lnTo>
                          <a:pt x="25849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4" name="Freeform 175">
                    <a:extLst>
                      <a:ext uri="{FF2B5EF4-FFF2-40B4-BE49-F238E27FC236}">
                        <a16:creationId xmlns:a16="http://schemas.microsoft.com/office/drawing/2014/main" id="{F0FA301D-ED4F-83DC-333C-E1EE2A74AE84}"/>
                      </a:ext>
                    </a:extLst>
                  </p:cNvPr>
                  <p:cNvSpPr/>
                  <p:nvPr/>
                </p:nvSpPr>
                <p:spPr>
                  <a:xfrm>
                    <a:off x="1881966" y="380975"/>
                    <a:ext cx="60717" cy="61889"/>
                  </a:xfrm>
                  <a:custGeom>
                    <a:avLst/>
                    <a:gdLst>
                      <a:gd name="connsiteX0" fmla="*/ 0 w 60717"/>
                      <a:gd name="connsiteY0" fmla="*/ 61889 h 61889"/>
                      <a:gd name="connsiteX1" fmla="*/ 0 w 60717"/>
                      <a:gd name="connsiteY1" fmla="*/ 55352 h 61889"/>
                      <a:gd name="connsiteX2" fmla="*/ 4540 w 60717"/>
                      <a:gd name="connsiteY2" fmla="*/ 54693 h 61889"/>
                      <a:gd name="connsiteX3" fmla="*/ 25243 w 60717"/>
                      <a:gd name="connsiteY3" fmla="*/ 0 h 61889"/>
                      <a:gd name="connsiteX4" fmla="*/ 35777 w 60717"/>
                      <a:gd name="connsiteY4" fmla="*/ 0 h 61889"/>
                      <a:gd name="connsiteX5" fmla="*/ 56177 w 60717"/>
                      <a:gd name="connsiteY5" fmla="*/ 54693 h 61889"/>
                      <a:gd name="connsiteX6" fmla="*/ 60717 w 60717"/>
                      <a:gd name="connsiteY6" fmla="*/ 55352 h 61889"/>
                      <a:gd name="connsiteX7" fmla="*/ 60717 w 60717"/>
                      <a:gd name="connsiteY7" fmla="*/ 61889 h 61889"/>
                      <a:gd name="connsiteX8" fmla="*/ 40862 w 60717"/>
                      <a:gd name="connsiteY8" fmla="*/ 61889 h 61889"/>
                      <a:gd name="connsiteX9" fmla="*/ 40862 w 60717"/>
                      <a:gd name="connsiteY9" fmla="*/ 55352 h 61889"/>
                      <a:gd name="connsiteX10" fmla="*/ 45341 w 60717"/>
                      <a:gd name="connsiteY10" fmla="*/ 54573 h 61889"/>
                      <a:gd name="connsiteX11" fmla="*/ 42012 w 60717"/>
                      <a:gd name="connsiteY11" fmla="*/ 44858 h 61889"/>
                      <a:gd name="connsiteX12" fmla="*/ 18766 w 60717"/>
                      <a:gd name="connsiteY12" fmla="*/ 44858 h 61889"/>
                      <a:gd name="connsiteX13" fmla="*/ 15376 w 60717"/>
                      <a:gd name="connsiteY13" fmla="*/ 54573 h 61889"/>
                      <a:gd name="connsiteX14" fmla="*/ 19856 w 60717"/>
                      <a:gd name="connsiteY14" fmla="*/ 55352 h 61889"/>
                      <a:gd name="connsiteX15" fmla="*/ 19856 w 60717"/>
                      <a:gd name="connsiteY15" fmla="*/ 61889 h 61889"/>
                      <a:gd name="connsiteX16" fmla="*/ 0 w 60717"/>
                      <a:gd name="connsiteY16" fmla="*/ 61889 h 61889"/>
                      <a:gd name="connsiteX17" fmla="*/ 21551 w 60717"/>
                      <a:gd name="connsiteY17" fmla="*/ 36582 h 61889"/>
                      <a:gd name="connsiteX18" fmla="*/ 39167 w 60717"/>
                      <a:gd name="connsiteY18" fmla="*/ 36582 h 61889"/>
                      <a:gd name="connsiteX19" fmla="*/ 31055 w 60717"/>
                      <a:gd name="connsiteY19" fmla="*/ 13673 h 61889"/>
                      <a:gd name="connsiteX20" fmla="*/ 30510 w 60717"/>
                      <a:gd name="connsiteY20" fmla="*/ 11994 h 61889"/>
                      <a:gd name="connsiteX21" fmla="*/ 30268 w 60717"/>
                      <a:gd name="connsiteY21" fmla="*/ 11994 h 61889"/>
                      <a:gd name="connsiteX22" fmla="*/ 29662 w 60717"/>
                      <a:gd name="connsiteY22" fmla="*/ 13733 h 61889"/>
                      <a:gd name="connsiteX23" fmla="*/ 21551 w 60717"/>
                      <a:gd name="connsiteY23" fmla="*/ 36582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0717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4540" y="54693"/>
                        </a:lnTo>
                        <a:lnTo>
                          <a:pt x="25243" y="0"/>
                        </a:lnTo>
                        <a:lnTo>
                          <a:pt x="35777" y="0"/>
                        </a:lnTo>
                        <a:lnTo>
                          <a:pt x="56177" y="54693"/>
                        </a:lnTo>
                        <a:lnTo>
                          <a:pt x="60717" y="55352"/>
                        </a:lnTo>
                        <a:lnTo>
                          <a:pt x="60717" y="61889"/>
                        </a:lnTo>
                        <a:lnTo>
                          <a:pt x="40862" y="61889"/>
                        </a:lnTo>
                        <a:lnTo>
                          <a:pt x="40862" y="55352"/>
                        </a:lnTo>
                        <a:lnTo>
                          <a:pt x="45341" y="54573"/>
                        </a:lnTo>
                        <a:lnTo>
                          <a:pt x="42012" y="44858"/>
                        </a:lnTo>
                        <a:lnTo>
                          <a:pt x="18766" y="44858"/>
                        </a:lnTo>
                        <a:lnTo>
                          <a:pt x="15376" y="54573"/>
                        </a:lnTo>
                        <a:lnTo>
                          <a:pt x="19856" y="55352"/>
                        </a:lnTo>
                        <a:lnTo>
                          <a:pt x="19856" y="61889"/>
                        </a:lnTo>
                        <a:lnTo>
                          <a:pt x="0" y="61889"/>
                        </a:lnTo>
                        <a:close/>
                        <a:moveTo>
                          <a:pt x="21551" y="36582"/>
                        </a:moveTo>
                        <a:lnTo>
                          <a:pt x="39167" y="36582"/>
                        </a:lnTo>
                        <a:lnTo>
                          <a:pt x="31055" y="13673"/>
                        </a:lnTo>
                        <a:lnTo>
                          <a:pt x="30510" y="11994"/>
                        </a:lnTo>
                        <a:lnTo>
                          <a:pt x="30268" y="11994"/>
                        </a:lnTo>
                        <a:lnTo>
                          <a:pt x="29662" y="13733"/>
                        </a:lnTo>
                        <a:lnTo>
                          <a:pt x="21551" y="36582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6" name="Graphic 6">
                  <a:extLst>
                    <a:ext uri="{FF2B5EF4-FFF2-40B4-BE49-F238E27FC236}">
                      <a16:creationId xmlns:a16="http://schemas.microsoft.com/office/drawing/2014/main" id="{ECAF53FE-4CC4-4179-6B3D-7A06C27C03D2}"/>
                    </a:ext>
                  </a:extLst>
                </p:cNvPr>
                <p:cNvGrpSpPr/>
                <p:nvPr/>
              </p:nvGrpSpPr>
              <p:grpSpPr>
                <a:xfrm>
                  <a:off x="1712285" y="453539"/>
                  <a:ext cx="227372" cy="63688"/>
                  <a:chOff x="1712285" y="453539"/>
                  <a:chExt cx="227372" cy="63688"/>
                </a:xfrm>
                <a:solidFill>
                  <a:srgbClr val="F28128"/>
                </a:solidFill>
              </p:grpSpPr>
              <p:sp>
                <p:nvSpPr>
                  <p:cNvPr id="57" name="Freeform 168">
                    <a:extLst>
                      <a:ext uri="{FF2B5EF4-FFF2-40B4-BE49-F238E27FC236}">
                        <a16:creationId xmlns:a16="http://schemas.microsoft.com/office/drawing/2014/main" id="{FE9E8C03-FEF4-50E4-01EB-5B13526FD2DE}"/>
                      </a:ext>
                    </a:extLst>
                  </p:cNvPr>
                  <p:cNvSpPr/>
                  <p:nvPr/>
                </p:nvSpPr>
                <p:spPr>
                  <a:xfrm>
                    <a:off x="1712285" y="454438"/>
                    <a:ext cx="53876" cy="61889"/>
                  </a:xfrm>
                  <a:custGeom>
                    <a:avLst/>
                    <a:gdLst>
                      <a:gd name="connsiteX0" fmla="*/ 61 w 53876"/>
                      <a:gd name="connsiteY0" fmla="*/ 61889 h 61889"/>
                      <a:gd name="connsiteX1" fmla="*/ 61 w 53876"/>
                      <a:gd name="connsiteY1" fmla="*/ 55352 h 61889"/>
                      <a:gd name="connsiteX2" fmla="*/ 6901 w 53876"/>
                      <a:gd name="connsiteY2" fmla="*/ 54093 h 61889"/>
                      <a:gd name="connsiteX3" fmla="*/ 6901 w 53876"/>
                      <a:gd name="connsiteY3" fmla="*/ 7856 h 61889"/>
                      <a:gd name="connsiteX4" fmla="*/ 61 w 53876"/>
                      <a:gd name="connsiteY4" fmla="*/ 6597 h 61889"/>
                      <a:gd name="connsiteX5" fmla="*/ 61 w 53876"/>
                      <a:gd name="connsiteY5" fmla="*/ 0 h 61889"/>
                      <a:gd name="connsiteX6" fmla="*/ 28936 w 53876"/>
                      <a:gd name="connsiteY6" fmla="*/ 0 h 61889"/>
                      <a:gd name="connsiteX7" fmla="*/ 40922 w 53876"/>
                      <a:gd name="connsiteY7" fmla="*/ 2159 h 61889"/>
                      <a:gd name="connsiteX8" fmla="*/ 48489 w 53876"/>
                      <a:gd name="connsiteY8" fmla="*/ 8276 h 61889"/>
                      <a:gd name="connsiteX9" fmla="*/ 51092 w 53876"/>
                      <a:gd name="connsiteY9" fmla="*/ 17931 h 61889"/>
                      <a:gd name="connsiteX10" fmla="*/ 48489 w 53876"/>
                      <a:gd name="connsiteY10" fmla="*/ 27406 h 61889"/>
                      <a:gd name="connsiteX11" fmla="*/ 41225 w 53876"/>
                      <a:gd name="connsiteY11" fmla="*/ 33703 h 61889"/>
                      <a:gd name="connsiteX12" fmla="*/ 30328 w 53876"/>
                      <a:gd name="connsiteY12" fmla="*/ 36042 h 61889"/>
                      <a:gd name="connsiteX13" fmla="*/ 17616 w 53876"/>
                      <a:gd name="connsiteY13" fmla="*/ 36162 h 61889"/>
                      <a:gd name="connsiteX14" fmla="*/ 17616 w 53876"/>
                      <a:gd name="connsiteY14" fmla="*/ 54093 h 61889"/>
                      <a:gd name="connsiteX15" fmla="*/ 24456 w 53876"/>
                      <a:gd name="connsiteY15" fmla="*/ 55352 h 61889"/>
                      <a:gd name="connsiteX16" fmla="*/ 24456 w 53876"/>
                      <a:gd name="connsiteY16" fmla="*/ 61889 h 61889"/>
                      <a:gd name="connsiteX17" fmla="*/ 0 w 53876"/>
                      <a:gd name="connsiteY17" fmla="*/ 61889 h 61889"/>
                      <a:gd name="connsiteX18" fmla="*/ 17677 w 53876"/>
                      <a:gd name="connsiteY18" fmla="*/ 27766 h 61889"/>
                      <a:gd name="connsiteX19" fmla="*/ 28452 w 53876"/>
                      <a:gd name="connsiteY19" fmla="*/ 27766 h 61889"/>
                      <a:gd name="connsiteX20" fmla="*/ 37472 w 53876"/>
                      <a:gd name="connsiteY20" fmla="*/ 25307 h 61889"/>
                      <a:gd name="connsiteX21" fmla="*/ 40377 w 53876"/>
                      <a:gd name="connsiteY21" fmla="*/ 18171 h 61889"/>
                      <a:gd name="connsiteX22" fmla="*/ 37532 w 53876"/>
                      <a:gd name="connsiteY22" fmla="*/ 10915 h 61889"/>
                      <a:gd name="connsiteX23" fmla="*/ 28936 w 53876"/>
                      <a:gd name="connsiteY23" fmla="*/ 8216 h 61889"/>
                      <a:gd name="connsiteX24" fmla="*/ 17677 w 53876"/>
                      <a:gd name="connsiteY24" fmla="*/ 8216 h 61889"/>
                      <a:gd name="connsiteX25" fmla="*/ 17677 w 53876"/>
                      <a:gd name="connsiteY25" fmla="*/ 27706 h 61889"/>
                      <a:gd name="connsiteX26" fmla="*/ 40680 w 53876"/>
                      <a:gd name="connsiteY26" fmla="*/ 61889 h 61889"/>
                      <a:gd name="connsiteX27" fmla="*/ 28754 w 53876"/>
                      <a:gd name="connsiteY27" fmla="*/ 33403 h 61889"/>
                      <a:gd name="connsiteX28" fmla="*/ 38864 w 53876"/>
                      <a:gd name="connsiteY28" fmla="*/ 31724 h 61889"/>
                      <a:gd name="connsiteX29" fmla="*/ 48973 w 53876"/>
                      <a:gd name="connsiteY29" fmla="*/ 54213 h 61889"/>
                      <a:gd name="connsiteX30" fmla="*/ 53877 w 53876"/>
                      <a:gd name="connsiteY30" fmla="*/ 55233 h 61889"/>
                      <a:gd name="connsiteX31" fmla="*/ 53877 w 53876"/>
                      <a:gd name="connsiteY31" fmla="*/ 61889 h 61889"/>
                      <a:gd name="connsiteX32" fmla="*/ 40680 w 53876"/>
                      <a:gd name="connsiteY32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3876" h="61889">
                        <a:moveTo>
                          <a:pt x="61" y="61889"/>
                        </a:moveTo>
                        <a:lnTo>
                          <a:pt x="61" y="55352"/>
                        </a:lnTo>
                        <a:lnTo>
                          <a:pt x="6901" y="54093"/>
                        </a:lnTo>
                        <a:lnTo>
                          <a:pt x="6901" y="7856"/>
                        </a:lnTo>
                        <a:lnTo>
                          <a:pt x="61" y="6597"/>
                        </a:lnTo>
                        <a:lnTo>
                          <a:pt x="61" y="0"/>
                        </a:lnTo>
                        <a:lnTo>
                          <a:pt x="28936" y="0"/>
                        </a:lnTo>
                        <a:cubicBezTo>
                          <a:pt x="33658" y="0"/>
                          <a:pt x="37653" y="720"/>
                          <a:pt x="40922" y="2159"/>
                        </a:cubicBezTo>
                        <a:cubicBezTo>
                          <a:pt x="44252" y="3598"/>
                          <a:pt x="46794" y="5637"/>
                          <a:pt x="48489" y="8276"/>
                        </a:cubicBezTo>
                        <a:cubicBezTo>
                          <a:pt x="50245" y="10915"/>
                          <a:pt x="51092" y="14153"/>
                          <a:pt x="51092" y="17931"/>
                        </a:cubicBezTo>
                        <a:cubicBezTo>
                          <a:pt x="51092" y="21709"/>
                          <a:pt x="50245" y="24708"/>
                          <a:pt x="48489" y="27406"/>
                        </a:cubicBezTo>
                        <a:cubicBezTo>
                          <a:pt x="46734" y="30105"/>
                          <a:pt x="44312" y="32204"/>
                          <a:pt x="41225" y="33703"/>
                        </a:cubicBezTo>
                        <a:cubicBezTo>
                          <a:pt x="38138" y="35202"/>
                          <a:pt x="34505" y="35982"/>
                          <a:pt x="30328" y="36042"/>
                        </a:cubicBezTo>
                        <a:lnTo>
                          <a:pt x="17616" y="36162"/>
                        </a:lnTo>
                        <a:lnTo>
                          <a:pt x="17616" y="54093"/>
                        </a:lnTo>
                        <a:lnTo>
                          <a:pt x="24456" y="55352"/>
                        </a:lnTo>
                        <a:lnTo>
                          <a:pt x="24456" y="61889"/>
                        </a:lnTo>
                        <a:lnTo>
                          <a:pt x="0" y="61889"/>
                        </a:lnTo>
                        <a:close/>
                        <a:moveTo>
                          <a:pt x="17677" y="27766"/>
                        </a:moveTo>
                        <a:lnTo>
                          <a:pt x="28452" y="27766"/>
                        </a:lnTo>
                        <a:cubicBezTo>
                          <a:pt x="32508" y="27766"/>
                          <a:pt x="35534" y="26927"/>
                          <a:pt x="37472" y="25307"/>
                        </a:cubicBezTo>
                        <a:cubicBezTo>
                          <a:pt x="39409" y="23688"/>
                          <a:pt x="40377" y="21289"/>
                          <a:pt x="40377" y="18171"/>
                        </a:cubicBezTo>
                        <a:cubicBezTo>
                          <a:pt x="40377" y="15053"/>
                          <a:pt x="39409" y="12714"/>
                          <a:pt x="37532" y="10915"/>
                        </a:cubicBezTo>
                        <a:cubicBezTo>
                          <a:pt x="35656" y="9115"/>
                          <a:pt x="32750" y="8216"/>
                          <a:pt x="28936" y="8216"/>
                        </a:cubicBezTo>
                        <a:lnTo>
                          <a:pt x="17677" y="8216"/>
                        </a:lnTo>
                        <a:lnTo>
                          <a:pt x="17677" y="27706"/>
                        </a:lnTo>
                        <a:close/>
                        <a:moveTo>
                          <a:pt x="40680" y="61889"/>
                        </a:moveTo>
                        <a:lnTo>
                          <a:pt x="28754" y="33403"/>
                        </a:lnTo>
                        <a:lnTo>
                          <a:pt x="38864" y="31724"/>
                        </a:lnTo>
                        <a:lnTo>
                          <a:pt x="48973" y="54213"/>
                        </a:lnTo>
                        <a:lnTo>
                          <a:pt x="53877" y="55233"/>
                        </a:lnTo>
                        <a:lnTo>
                          <a:pt x="53877" y="61889"/>
                        </a:lnTo>
                        <a:lnTo>
                          <a:pt x="40680" y="61889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8" name="Freeform 169">
                    <a:extLst>
                      <a:ext uri="{FF2B5EF4-FFF2-40B4-BE49-F238E27FC236}">
                        <a16:creationId xmlns:a16="http://schemas.microsoft.com/office/drawing/2014/main" id="{F2D3C583-87E4-BDC8-19C1-B5789CDC41FE}"/>
                      </a:ext>
                    </a:extLst>
                  </p:cNvPr>
                  <p:cNvSpPr/>
                  <p:nvPr/>
                </p:nvSpPr>
                <p:spPr>
                  <a:xfrm>
                    <a:off x="1771792" y="454438"/>
                    <a:ext cx="60717" cy="61889"/>
                  </a:xfrm>
                  <a:custGeom>
                    <a:avLst/>
                    <a:gdLst>
                      <a:gd name="connsiteX0" fmla="*/ 0 w 60717"/>
                      <a:gd name="connsiteY0" fmla="*/ 61889 h 61889"/>
                      <a:gd name="connsiteX1" fmla="*/ 0 w 60717"/>
                      <a:gd name="connsiteY1" fmla="*/ 55352 h 61889"/>
                      <a:gd name="connsiteX2" fmla="*/ 4540 w 60717"/>
                      <a:gd name="connsiteY2" fmla="*/ 54693 h 61889"/>
                      <a:gd name="connsiteX3" fmla="*/ 25243 w 60717"/>
                      <a:gd name="connsiteY3" fmla="*/ 0 h 61889"/>
                      <a:gd name="connsiteX4" fmla="*/ 35777 w 60717"/>
                      <a:gd name="connsiteY4" fmla="*/ 0 h 61889"/>
                      <a:gd name="connsiteX5" fmla="*/ 56177 w 60717"/>
                      <a:gd name="connsiteY5" fmla="*/ 54693 h 61889"/>
                      <a:gd name="connsiteX6" fmla="*/ 60717 w 60717"/>
                      <a:gd name="connsiteY6" fmla="*/ 55352 h 61889"/>
                      <a:gd name="connsiteX7" fmla="*/ 60717 w 60717"/>
                      <a:gd name="connsiteY7" fmla="*/ 61889 h 61889"/>
                      <a:gd name="connsiteX8" fmla="*/ 40862 w 60717"/>
                      <a:gd name="connsiteY8" fmla="*/ 61889 h 61889"/>
                      <a:gd name="connsiteX9" fmla="*/ 40862 w 60717"/>
                      <a:gd name="connsiteY9" fmla="*/ 55352 h 61889"/>
                      <a:gd name="connsiteX10" fmla="*/ 45341 w 60717"/>
                      <a:gd name="connsiteY10" fmla="*/ 54573 h 61889"/>
                      <a:gd name="connsiteX11" fmla="*/ 42012 w 60717"/>
                      <a:gd name="connsiteY11" fmla="*/ 44858 h 61889"/>
                      <a:gd name="connsiteX12" fmla="*/ 18766 w 60717"/>
                      <a:gd name="connsiteY12" fmla="*/ 44858 h 61889"/>
                      <a:gd name="connsiteX13" fmla="*/ 15376 w 60717"/>
                      <a:gd name="connsiteY13" fmla="*/ 54573 h 61889"/>
                      <a:gd name="connsiteX14" fmla="*/ 19856 w 60717"/>
                      <a:gd name="connsiteY14" fmla="*/ 55352 h 61889"/>
                      <a:gd name="connsiteX15" fmla="*/ 19856 w 60717"/>
                      <a:gd name="connsiteY15" fmla="*/ 61889 h 61889"/>
                      <a:gd name="connsiteX16" fmla="*/ 0 w 60717"/>
                      <a:gd name="connsiteY16" fmla="*/ 61889 h 61889"/>
                      <a:gd name="connsiteX17" fmla="*/ 21551 w 60717"/>
                      <a:gd name="connsiteY17" fmla="*/ 36582 h 61889"/>
                      <a:gd name="connsiteX18" fmla="*/ 39167 w 60717"/>
                      <a:gd name="connsiteY18" fmla="*/ 36582 h 61889"/>
                      <a:gd name="connsiteX19" fmla="*/ 31055 w 60717"/>
                      <a:gd name="connsiteY19" fmla="*/ 13673 h 61889"/>
                      <a:gd name="connsiteX20" fmla="*/ 30510 w 60717"/>
                      <a:gd name="connsiteY20" fmla="*/ 11994 h 61889"/>
                      <a:gd name="connsiteX21" fmla="*/ 30268 w 60717"/>
                      <a:gd name="connsiteY21" fmla="*/ 11994 h 61889"/>
                      <a:gd name="connsiteX22" fmla="*/ 29662 w 60717"/>
                      <a:gd name="connsiteY22" fmla="*/ 13733 h 61889"/>
                      <a:gd name="connsiteX23" fmla="*/ 21551 w 60717"/>
                      <a:gd name="connsiteY23" fmla="*/ 36582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0717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4540" y="54693"/>
                        </a:lnTo>
                        <a:lnTo>
                          <a:pt x="25243" y="0"/>
                        </a:lnTo>
                        <a:lnTo>
                          <a:pt x="35777" y="0"/>
                        </a:lnTo>
                        <a:lnTo>
                          <a:pt x="56177" y="54693"/>
                        </a:lnTo>
                        <a:lnTo>
                          <a:pt x="60717" y="55352"/>
                        </a:lnTo>
                        <a:lnTo>
                          <a:pt x="60717" y="61889"/>
                        </a:lnTo>
                        <a:lnTo>
                          <a:pt x="40862" y="61889"/>
                        </a:lnTo>
                        <a:lnTo>
                          <a:pt x="40862" y="55352"/>
                        </a:lnTo>
                        <a:lnTo>
                          <a:pt x="45341" y="54573"/>
                        </a:lnTo>
                        <a:lnTo>
                          <a:pt x="42012" y="44858"/>
                        </a:lnTo>
                        <a:lnTo>
                          <a:pt x="18766" y="44858"/>
                        </a:lnTo>
                        <a:lnTo>
                          <a:pt x="15376" y="54573"/>
                        </a:lnTo>
                        <a:lnTo>
                          <a:pt x="19856" y="55352"/>
                        </a:lnTo>
                        <a:lnTo>
                          <a:pt x="19856" y="61889"/>
                        </a:lnTo>
                        <a:lnTo>
                          <a:pt x="0" y="61889"/>
                        </a:lnTo>
                        <a:close/>
                        <a:moveTo>
                          <a:pt x="21551" y="36582"/>
                        </a:moveTo>
                        <a:lnTo>
                          <a:pt x="39167" y="36582"/>
                        </a:lnTo>
                        <a:lnTo>
                          <a:pt x="31055" y="13673"/>
                        </a:lnTo>
                        <a:lnTo>
                          <a:pt x="30510" y="11994"/>
                        </a:lnTo>
                        <a:lnTo>
                          <a:pt x="30268" y="11994"/>
                        </a:lnTo>
                        <a:lnTo>
                          <a:pt x="29662" y="13733"/>
                        </a:lnTo>
                        <a:lnTo>
                          <a:pt x="21551" y="36582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9" name="Freeform 170">
                    <a:extLst>
                      <a:ext uri="{FF2B5EF4-FFF2-40B4-BE49-F238E27FC236}">
                        <a16:creationId xmlns:a16="http://schemas.microsoft.com/office/drawing/2014/main" id="{765D9F2C-CF4B-8EA6-ABF6-BD4C3CD7860C}"/>
                      </a:ext>
                    </a:extLst>
                  </p:cNvPr>
                  <p:cNvSpPr/>
                  <p:nvPr/>
                </p:nvSpPr>
                <p:spPr>
                  <a:xfrm>
                    <a:off x="1834749" y="453539"/>
                    <a:ext cx="49336" cy="63688"/>
                  </a:xfrm>
                  <a:custGeom>
                    <a:avLst/>
                    <a:gdLst>
                      <a:gd name="connsiteX0" fmla="*/ 29239 w 49336"/>
                      <a:gd name="connsiteY0" fmla="*/ 63688 h 63688"/>
                      <a:gd name="connsiteX1" fmla="*/ 13439 w 49336"/>
                      <a:gd name="connsiteY1" fmla="*/ 59790 h 63688"/>
                      <a:gd name="connsiteX2" fmla="*/ 3451 w 49336"/>
                      <a:gd name="connsiteY2" fmla="*/ 48936 h 63688"/>
                      <a:gd name="connsiteX3" fmla="*/ 0 w 49336"/>
                      <a:gd name="connsiteY3" fmla="*/ 32684 h 63688"/>
                      <a:gd name="connsiteX4" fmla="*/ 0 w 49336"/>
                      <a:gd name="connsiteY4" fmla="*/ 31125 h 63688"/>
                      <a:gd name="connsiteX5" fmla="*/ 3451 w 49336"/>
                      <a:gd name="connsiteY5" fmla="*/ 15053 h 63688"/>
                      <a:gd name="connsiteX6" fmla="*/ 13257 w 49336"/>
                      <a:gd name="connsiteY6" fmla="*/ 4018 h 63688"/>
                      <a:gd name="connsiteX7" fmla="*/ 28512 w 49336"/>
                      <a:gd name="connsiteY7" fmla="*/ 0 h 63688"/>
                      <a:gd name="connsiteX8" fmla="*/ 40075 w 49336"/>
                      <a:gd name="connsiteY8" fmla="*/ 1799 h 63688"/>
                      <a:gd name="connsiteX9" fmla="*/ 49337 w 49336"/>
                      <a:gd name="connsiteY9" fmla="*/ 6957 h 63688"/>
                      <a:gd name="connsiteX10" fmla="*/ 49337 w 49336"/>
                      <a:gd name="connsiteY10" fmla="*/ 21229 h 63688"/>
                      <a:gd name="connsiteX11" fmla="*/ 41104 w 49336"/>
                      <a:gd name="connsiteY11" fmla="*/ 21229 h 63688"/>
                      <a:gd name="connsiteX12" fmla="*/ 40014 w 49336"/>
                      <a:gd name="connsiteY12" fmla="*/ 11694 h 63688"/>
                      <a:gd name="connsiteX13" fmla="*/ 36866 w 49336"/>
                      <a:gd name="connsiteY13" fmla="*/ 9955 h 63688"/>
                      <a:gd name="connsiteX14" fmla="*/ 33113 w 49336"/>
                      <a:gd name="connsiteY14" fmla="*/ 8876 h 63688"/>
                      <a:gd name="connsiteX15" fmla="*/ 28694 w 49336"/>
                      <a:gd name="connsiteY15" fmla="*/ 8516 h 63688"/>
                      <a:gd name="connsiteX16" fmla="*/ 19069 w 49336"/>
                      <a:gd name="connsiteY16" fmla="*/ 11334 h 63688"/>
                      <a:gd name="connsiteX17" fmla="*/ 12955 w 49336"/>
                      <a:gd name="connsiteY17" fmla="*/ 19190 h 63688"/>
                      <a:gd name="connsiteX18" fmla="*/ 10836 w 49336"/>
                      <a:gd name="connsiteY18" fmla="*/ 31065 h 63688"/>
                      <a:gd name="connsiteX19" fmla="*/ 10836 w 49336"/>
                      <a:gd name="connsiteY19" fmla="*/ 32744 h 63688"/>
                      <a:gd name="connsiteX20" fmla="*/ 13076 w 49336"/>
                      <a:gd name="connsiteY20" fmla="*/ 44858 h 63688"/>
                      <a:gd name="connsiteX21" fmla="*/ 19493 w 49336"/>
                      <a:gd name="connsiteY21" fmla="*/ 52654 h 63688"/>
                      <a:gd name="connsiteX22" fmla="*/ 29541 w 49336"/>
                      <a:gd name="connsiteY22" fmla="*/ 55352 h 63688"/>
                      <a:gd name="connsiteX23" fmla="*/ 35171 w 49336"/>
                      <a:gd name="connsiteY23" fmla="*/ 54693 h 63688"/>
                      <a:gd name="connsiteX24" fmla="*/ 40014 w 49336"/>
                      <a:gd name="connsiteY24" fmla="*/ 52954 h 63688"/>
                      <a:gd name="connsiteX25" fmla="*/ 41164 w 49336"/>
                      <a:gd name="connsiteY25" fmla="*/ 44258 h 63688"/>
                      <a:gd name="connsiteX26" fmla="*/ 49337 w 49336"/>
                      <a:gd name="connsiteY26" fmla="*/ 44258 h 63688"/>
                      <a:gd name="connsiteX27" fmla="*/ 49337 w 49336"/>
                      <a:gd name="connsiteY27" fmla="*/ 58471 h 63688"/>
                      <a:gd name="connsiteX28" fmla="*/ 40498 w 49336"/>
                      <a:gd name="connsiteY28" fmla="*/ 62249 h 63688"/>
                      <a:gd name="connsiteX29" fmla="*/ 29299 w 49336"/>
                      <a:gd name="connsiteY29" fmla="*/ 63688 h 636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9336" h="63688">
                        <a:moveTo>
                          <a:pt x="29239" y="63688"/>
                        </a:moveTo>
                        <a:cubicBezTo>
                          <a:pt x="23064" y="63688"/>
                          <a:pt x="17858" y="62369"/>
                          <a:pt x="13439" y="59790"/>
                        </a:cubicBezTo>
                        <a:cubicBezTo>
                          <a:pt x="9080" y="57212"/>
                          <a:pt x="5751" y="53553"/>
                          <a:pt x="3451" y="48936"/>
                        </a:cubicBezTo>
                        <a:cubicBezTo>
                          <a:pt x="1150" y="44258"/>
                          <a:pt x="0" y="38861"/>
                          <a:pt x="0" y="32684"/>
                        </a:cubicBezTo>
                        <a:lnTo>
                          <a:pt x="0" y="31125"/>
                        </a:lnTo>
                        <a:cubicBezTo>
                          <a:pt x="0" y="25068"/>
                          <a:pt x="1150" y="19730"/>
                          <a:pt x="3451" y="15053"/>
                        </a:cubicBezTo>
                        <a:cubicBezTo>
                          <a:pt x="5751" y="10375"/>
                          <a:pt x="9020" y="6717"/>
                          <a:pt x="13257" y="4018"/>
                        </a:cubicBezTo>
                        <a:cubicBezTo>
                          <a:pt x="17495" y="1319"/>
                          <a:pt x="22640" y="0"/>
                          <a:pt x="28512" y="0"/>
                        </a:cubicBezTo>
                        <a:cubicBezTo>
                          <a:pt x="32689" y="0"/>
                          <a:pt x="36503" y="600"/>
                          <a:pt x="40075" y="1799"/>
                        </a:cubicBezTo>
                        <a:cubicBezTo>
                          <a:pt x="43646" y="2999"/>
                          <a:pt x="46734" y="4738"/>
                          <a:pt x="49337" y="6957"/>
                        </a:cubicBezTo>
                        <a:lnTo>
                          <a:pt x="49337" y="21229"/>
                        </a:lnTo>
                        <a:lnTo>
                          <a:pt x="41104" y="21229"/>
                        </a:lnTo>
                        <a:lnTo>
                          <a:pt x="40014" y="11694"/>
                        </a:lnTo>
                        <a:cubicBezTo>
                          <a:pt x="39045" y="11035"/>
                          <a:pt x="38016" y="10435"/>
                          <a:pt x="36866" y="9955"/>
                        </a:cubicBezTo>
                        <a:cubicBezTo>
                          <a:pt x="35716" y="9475"/>
                          <a:pt x="34445" y="9115"/>
                          <a:pt x="33113" y="8876"/>
                        </a:cubicBezTo>
                        <a:cubicBezTo>
                          <a:pt x="31781" y="8636"/>
                          <a:pt x="30268" y="8516"/>
                          <a:pt x="28694" y="8516"/>
                        </a:cubicBezTo>
                        <a:cubicBezTo>
                          <a:pt x="24941" y="8516"/>
                          <a:pt x="21732" y="9475"/>
                          <a:pt x="19069" y="11334"/>
                        </a:cubicBezTo>
                        <a:cubicBezTo>
                          <a:pt x="16405" y="13193"/>
                          <a:pt x="14347" y="15832"/>
                          <a:pt x="12955" y="19190"/>
                        </a:cubicBezTo>
                        <a:cubicBezTo>
                          <a:pt x="11562" y="22549"/>
                          <a:pt x="10836" y="26507"/>
                          <a:pt x="10836" y="31065"/>
                        </a:cubicBezTo>
                        <a:lnTo>
                          <a:pt x="10836" y="32744"/>
                        </a:lnTo>
                        <a:cubicBezTo>
                          <a:pt x="10836" y="37421"/>
                          <a:pt x="11562" y="41499"/>
                          <a:pt x="13076" y="44858"/>
                        </a:cubicBezTo>
                        <a:cubicBezTo>
                          <a:pt x="14589" y="48216"/>
                          <a:pt x="16708" y="50855"/>
                          <a:pt x="19493" y="52654"/>
                        </a:cubicBezTo>
                        <a:cubicBezTo>
                          <a:pt x="22277" y="54453"/>
                          <a:pt x="25607" y="55352"/>
                          <a:pt x="29541" y="55352"/>
                        </a:cubicBezTo>
                        <a:cubicBezTo>
                          <a:pt x="31418" y="55352"/>
                          <a:pt x="33295" y="55113"/>
                          <a:pt x="35171" y="54693"/>
                        </a:cubicBezTo>
                        <a:cubicBezTo>
                          <a:pt x="36987" y="54273"/>
                          <a:pt x="38622" y="53673"/>
                          <a:pt x="40014" y="52954"/>
                        </a:cubicBezTo>
                        <a:lnTo>
                          <a:pt x="41164" y="44258"/>
                        </a:lnTo>
                        <a:lnTo>
                          <a:pt x="49337" y="44258"/>
                        </a:lnTo>
                        <a:lnTo>
                          <a:pt x="49337" y="58471"/>
                        </a:lnTo>
                        <a:cubicBezTo>
                          <a:pt x="46915" y="60030"/>
                          <a:pt x="44009" y="61290"/>
                          <a:pt x="40498" y="62249"/>
                        </a:cubicBezTo>
                        <a:cubicBezTo>
                          <a:pt x="36987" y="63209"/>
                          <a:pt x="33295" y="63688"/>
                          <a:pt x="29299" y="63688"/>
                        </a:cubicBez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0" name="Freeform 171">
                    <a:extLst>
                      <a:ext uri="{FF2B5EF4-FFF2-40B4-BE49-F238E27FC236}">
                        <a16:creationId xmlns:a16="http://schemas.microsoft.com/office/drawing/2014/main" id="{3EA9E5FA-0B33-146A-9CF3-945B86B50F1A}"/>
                      </a:ext>
                    </a:extLst>
                  </p:cNvPr>
                  <p:cNvSpPr/>
                  <p:nvPr/>
                </p:nvSpPr>
                <p:spPr>
                  <a:xfrm>
                    <a:off x="1890986" y="454438"/>
                    <a:ext cx="48670" cy="61889"/>
                  </a:xfrm>
                  <a:custGeom>
                    <a:avLst/>
                    <a:gdLst>
                      <a:gd name="connsiteX0" fmla="*/ 0 w 48670"/>
                      <a:gd name="connsiteY0" fmla="*/ 61889 h 61889"/>
                      <a:gd name="connsiteX1" fmla="*/ 0 w 48670"/>
                      <a:gd name="connsiteY1" fmla="*/ 55352 h 61889"/>
                      <a:gd name="connsiteX2" fmla="*/ 6840 w 48670"/>
                      <a:gd name="connsiteY2" fmla="*/ 54093 h 61889"/>
                      <a:gd name="connsiteX3" fmla="*/ 6840 w 48670"/>
                      <a:gd name="connsiteY3" fmla="*/ 7856 h 61889"/>
                      <a:gd name="connsiteX4" fmla="*/ 0 w 48670"/>
                      <a:gd name="connsiteY4" fmla="*/ 6597 h 61889"/>
                      <a:gd name="connsiteX5" fmla="*/ 0 w 48670"/>
                      <a:gd name="connsiteY5" fmla="*/ 0 h 61889"/>
                      <a:gd name="connsiteX6" fmla="*/ 47581 w 48670"/>
                      <a:gd name="connsiteY6" fmla="*/ 0 h 61889"/>
                      <a:gd name="connsiteX7" fmla="*/ 47581 w 48670"/>
                      <a:gd name="connsiteY7" fmla="*/ 15952 h 61889"/>
                      <a:gd name="connsiteX8" fmla="*/ 39167 w 48670"/>
                      <a:gd name="connsiteY8" fmla="*/ 15952 h 61889"/>
                      <a:gd name="connsiteX9" fmla="*/ 38440 w 48670"/>
                      <a:gd name="connsiteY9" fmla="*/ 8276 h 61889"/>
                      <a:gd name="connsiteX10" fmla="*/ 17616 w 48670"/>
                      <a:gd name="connsiteY10" fmla="*/ 8276 h 61889"/>
                      <a:gd name="connsiteX11" fmla="*/ 17616 w 48670"/>
                      <a:gd name="connsiteY11" fmla="*/ 25787 h 61889"/>
                      <a:gd name="connsiteX12" fmla="*/ 39530 w 48670"/>
                      <a:gd name="connsiteY12" fmla="*/ 25787 h 61889"/>
                      <a:gd name="connsiteX13" fmla="*/ 39530 w 48670"/>
                      <a:gd name="connsiteY13" fmla="*/ 34063 h 61889"/>
                      <a:gd name="connsiteX14" fmla="*/ 17616 w 48670"/>
                      <a:gd name="connsiteY14" fmla="*/ 34063 h 61889"/>
                      <a:gd name="connsiteX15" fmla="*/ 17616 w 48670"/>
                      <a:gd name="connsiteY15" fmla="*/ 53733 h 61889"/>
                      <a:gd name="connsiteX16" fmla="*/ 39590 w 48670"/>
                      <a:gd name="connsiteY16" fmla="*/ 53733 h 61889"/>
                      <a:gd name="connsiteX17" fmla="*/ 40317 w 48670"/>
                      <a:gd name="connsiteY17" fmla="*/ 45877 h 61889"/>
                      <a:gd name="connsiteX18" fmla="*/ 48671 w 48670"/>
                      <a:gd name="connsiteY18" fmla="*/ 45877 h 61889"/>
                      <a:gd name="connsiteX19" fmla="*/ 48671 w 48670"/>
                      <a:gd name="connsiteY19" fmla="*/ 61889 h 61889"/>
                      <a:gd name="connsiteX20" fmla="*/ 0 w 48670"/>
                      <a:gd name="connsiteY20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48670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6840" y="54093"/>
                        </a:lnTo>
                        <a:lnTo>
                          <a:pt x="6840" y="78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47581" y="0"/>
                        </a:lnTo>
                        <a:lnTo>
                          <a:pt x="47581" y="15952"/>
                        </a:lnTo>
                        <a:lnTo>
                          <a:pt x="39167" y="15952"/>
                        </a:lnTo>
                        <a:lnTo>
                          <a:pt x="38440" y="8276"/>
                        </a:lnTo>
                        <a:lnTo>
                          <a:pt x="17616" y="8276"/>
                        </a:lnTo>
                        <a:lnTo>
                          <a:pt x="17616" y="25787"/>
                        </a:lnTo>
                        <a:lnTo>
                          <a:pt x="39530" y="25787"/>
                        </a:lnTo>
                        <a:lnTo>
                          <a:pt x="39530" y="34063"/>
                        </a:lnTo>
                        <a:lnTo>
                          <a:pt x="17616" y="34063"/>
                        </a:lnTo>
                        <a:lnTo>
                          <a:pt x="17616" y="53733"/>
                        </a:lnTo>
                        <a:lnTo>
                          <a:pt x="39590" y="53733"/>
                        </a:lnTo>
                        <a:lnTo>
                          <a:pt x="40317" y="45877"/>
                        </a:lnTo>
                        <a:lnTo>
                          <a:pt x="48671" y="45877"/>
                        </a:lnTo>
                        <a:lnTo>
                          <a:pt x="48671" y="61889"/>
                        </a:lnTo>
                        <a:lnTo>
                          <a:pt x="0" y="61889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7" name="Graphic 6">
                <a:extLst>
                  <a:ext uri="{FF2B5EF4-FFF2-40B4-BE49-F238E27FC236}">
                    <a16:creationId xmlns:a16="http://schemas.microsoft.com/office/drawing/2014/main" id="{C2FF2912-7DD0-1238-09DE-FA19D86D4B15}"/>
                  </a:ext>
                </a:extLst>
              </p:cNvPr>
              <p:cNvGrpSpPr/>
              <p:nvPr/>
            </p:nvGrpSpPr>
            <p:grpSpPr>
              <a:xfrm>
                <a:off x="2094326" y="313448"/>
                <a:ext cx="973657" cy="201080"/>
                <a:chOff x="2094326" y="313448"/>
                <a:chExt cx="973657" cy="201080"/>
              </a:xfrm>
              <a:solidFill>
                <a:srgbClr val="585860"/>
              </a:solidFill>
            </p:grpSpPr>
            <p:grpSp>
              <p:nvGrpSpPr>
                <p:cNvPr id="18" name="Graphic 6">
                  <a:extLst>
                    <a:ext uri="{FF2B5EF4-FFF2-40B4-BE49-F238E27FC236}">
                      <a16:creationId xmlns:a16="http://schemas.microsoft.com/office/drawing/2014/main" id="{BF311D3E-97F7-1133-3B46-47C8AC79975C}"/>
                    </a:ext>
                  </a:extLst>
                </p:cNvPr>
                <p:cNvGrpSpPr/>
                <p:nvPr/>
              </p:nvGrpSpPr>
              <p:grpSpPr>
                <a:xfrm>
                  <a:off x="2094326" y="313448"/>
                  <a:ext cx="874923" cy="95532"/>
                  <a:chOff x="2094326" y="313448"/>
                  <a:chExt cx="874923" cy="95532"/>
                </a:xfrm>
                <a:solidFill>
                  <a:srgbClr val="585860"/>
                </a:solidFill>
              </p:grpSpPr>
              <p:sp>
                <p:nvSpPr>
                  <p:cNvPr id="39" name="Freeform 150">
                    <a:extLst>
                      <a:ext uri="{FF2B5EF4-FFF2-40B4-BE49-F238E27FC236}">
                        <a16:creationId xmlns:a16="http://schemas.microsoft.com/office/drawing/2014/main" id="{ADF68F14-4E9B-44CC-27E1-DA573DC8928A}"/>
                      </a:ext>
                    </a:extLst>
                  </p:cNvPr>
                  <p:cNvSpPr/>
                  <p:nvPr/>
                </p:nvSpPr>
                <p:spPr>
                  <a:xfrm>
                    <a:off x="2094326" y="319326"/>
                    <a:ext cx="59990" cy="68965"/>
                  </a:xfrm>
                  <a:custGeom>
                    <a:avLst/>
                    <a:gdLst>
                      <a:gd name="connsiteX0" fmla="*/ 60 w 59990"/>
                      <a:gd name="connsiteY0" fmla="*/ 68966 h 68965"/>
                      <a:gd name="connsiteX1" fmla="*/ 60 w 59990"/>
                      <a:gd name="connsiteY1" fmla="*/ 61649 h 68965"/>
                      <a:gd name="connsiteX2" fmla="*/ 7627 w 59990"/>
                      <a:gd name="connsiteY2" fmla="*/ 60210 h 68965"/>
                      <a:gd name="connsiteX3" fmla="*/ 7627 w 59990"/>
                      <a:gd name="connsiteY3" fmla="*/ 8756 h 68965"/>
                      <a:gd name="connsiteX4" fmla="*/ 60 w 59990"/>
                      <a:gd name="connsiteY4" fmla="*/ 7316 h 68965"/>
                      <a:gd name="connsiteX5" fmla="*/ 60 w 59990"/>
                      <a:gd name="connsiteY5" fmla="*/ 0 h 68965"/>
                      <a:gd name="connsiteX6" fmla="*/ 32205 w 59990"/>
                      <a:gd name="connsiteY6" fmla="*/ 0 h 68965"/>
                      <a:gd name="connsiteX7" fmla="*/ 45583 w 59990"/>
                      <a:gd name="connsiteY7" fmla="*/ 2399 h 68965"/>
                      <a:gd name="connsiteX8" fmla="*/ 54058 w 59990"/>
                      <a:gd name="connsiteY8" fmla="*/ 9235 h 68965"/>
                      <a:gd name="connsiteX9" fmla="*/ 56964 w 59990"/>
                      <a:gd name="connsiteY9" fmla="*/ 19970 h 68965"/>
                      <a:gd name="connsiteX10" fmla="*/ 54058 w 59990"/>
                      <a:gd name="connsiteY10" fmla="*/ 30525 h 68965"/>
                      <a:gd name="connsiteX11" fmla="*/ 46007 w 59990"/>
                      <a:gd name="connsiteY11" fmla="*/ 37481 h 68965"/>
                      <a:gd name="connsiteX12" fmla="*/ 33839 w 59990"/>
                      <a:gd name="connsiteY12" fmla="*/ 40060 h 68965"/>
                      <a:gd name="connsiteX13" fmla="*/ 19674 w 59990"/>
                      <a:gd name="connsiteY13" fmla="*/ 40180 h 68965"/>
                      <a:gd name="connsiteX14" fmla="*/ 19674 w 59990"/>
                      <a:gd name="connsiteY14" fmla="*/ 60150 h 68965"/>
                      <a:gd name="connsiteX15" fmla="*/ 27241 w 59990"/>
                      <a:gd name="connsiteY15" fmla="*/ 61589 h 68965"/>
                      <a:gd name="connsiteX16" fmla="*/ 27241 w 59990"/>
                      <a:gd name="connsiteY16" fmla="*/ 68906 h 68965"/>
                      <a:gd name="connsiteX17" fmla="*/ 0 w 59990"/>
                      <a:gd name="connsiteY17" fmla="*/ 68906 h 68965"/>
                      <a:gd name="connsiteX18" fmla="*/ 19674 w 59990"/>
                      <a:gd name="connsiteY18" fmla="*/ 31005 h 68965"/>
                      <a:gd name="connsiteX19" fmla="*/ 31660 w 59990"/>
                      <a:gd name="connsiteY19" fmla="*/ 31005 h 68965"/>
                      <a:gd name="connsiteX20" fmla="*/ 41709 w 59990"/>
                      <a:gd name="connsiteY20" fmla="*/ 28306 h 68965"/>
                      <a:gd name="connsiteX21" fmla="*/ 44978 w 59990"/>
                      <a:gd name="connsiteY21" fmla="*/ 20390 h 68965"/>
                      <a:gd name="connsiteX22" fmla="*/ 41830 w 59990"/>
                      <a:gd name="connsiteY22" fmla="*/ 12294 h 68965"/>
                      <a:gd name="connsiteX23" fmla="*/ 32205 w 59990"/>
                      <a:gd name="connsiteY23" fmla="*/ 9295 h 68965"/>
                      <a:gd name="connsiteX24" fmla="*/ 19674 w 59990"/>
                      <a:gd name="connsiteY24" fmla="*/ 9295 h 68965"/>
                      <a:gd name="connsiteX25" fmla="*/ 19674 w 59990"/>
                      <a:gd name="connsiteY25" fmla="*/ 31005 h 68965"/>
                      <a:gd name="connsiteX26" fmla="*/ 45281 w 59990"/>
                      <a:gd name="connsiteY26" fmla="*/ 68966 h 68965"/>
                      <a:gd name="connsiteX27" fmla="*/ 32023 w 59990"/>
                      <a:gd name="connsiteY27" fmla="*/ 37241 h 68965"/>
                      <a:gd name="connsiteX28" fmla="*/ 43283 w 59990"/>
                      <a:gd name="connsiteY28" fmla="*/ 35382 h 68965"/>
                      <a:gd name="connsiteX29" fmla="*/ 54543 w 59990"/>
                      <a:gd name="connsiteY29" fmla="*/ 60390 h 68965"/>
                      <a:gd name="connsiteX30" fmla="*/ 59991 w 59990"/>
                      <a:gd name="connsiteY30" fmla="*/ 61529 h 68965"/>
                      <a:gd name="connsiteX31" fmla="*/ 59991 w 59990"/>
                      <a:gd name="connsiteY31" fmla="*/ 68906 h 68965"/>
                      <a:gd name="connsiteX32" fmla="*/ 45281 w 59990"/>
                      <a:gd name="connsiteY32" fmla="*/ 6890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9990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32205" y="0"/>
                        </a:lnTo>
                        <a:cubicBezTo>
                          <a:pt x="37411" y="0"/>
                          <a:pt x="41891" y="780"/>
                          <a:pt x="45583" y="2399"/>
                        </a:cubicBezTo>
                        <a:cubicBezTo>
                          <a:pt x="49276" y="4018"/>
                          <a:pt x="52121" y="6297"/>
                          <a:pt x="54058" y="9235"/>
                        </a:cubicBezTo>
                        <a:cubicBezTo>
                          <a:pt x="55996" y="12174"/>
                          <a:pt x="56964" y="15772"/>
                          <a:pt x="56964" y="19970"/>
                        </a:cubicBezTo>
                        <a:cubicBezTo>
                          <a:pt x="56964" y="24168"/>
                          <a:pt x="55996" y="27526"/>
                          <a:pt x="54058" y="30525"/>
                        </a:cubicBezTo>
                        <a:cubicBezTo>
                          <a:pt x="52121" y="33523"/>
                          <a:pt x="49458" y="35862"/>
                          <a:pt x="46007" y="37481"/>
                        </a:cubicBezTo>
                        <a:cubicBezTo>
                          <a:pt x="42557" y="39161"/>
                          <a:pt x="38501" y="40000"/>
                          <a:pt x="33839" y="40060"/>
                        </a:cubicBezTo>
                        <a:lnTo>
                          <a:pt x="19674" y="40180"/>
                        </a:lnTo>
                        <a:lnTo>
                          <a:pt x="19674" y="60150"/>
                        </a:lnTo>
                        <a:lnTo>
                          <a:pt x="27241" y="61589"/>
                        </a:lnTo>
                        <a:lnTo>
                          <a:pt x="27241" y="68906"/>
                        </a:lnTo>
                        <a:lnTo>
                          <a:pt x="0" y="68906"/>
                        </a:lnTo>
                        <a:close/>
                        <a:moveTo>
                          <a:pt x="19674" y="31005"/>
                        </a:moveTo>
                        <a:lnTo>
                          <a:pt x="31660" y="31005"/>
                        </a:lnTo>
                        <a:cubicBezTo>
                          <a:pt x="36200" y="31005"/>
                          <a:pt x="39530" y="30105"/>
                          <a:pt x="41709" y="28306"/>
                        </a:cubicBezTo>
                        <a:cubicBezTo>
                          <a:pt x="43888" y="26507"/>
                          <a:pt x="44978" y="23868"/>
                          <a:pt x="44978" y="20390"/>
                        </a:cubicBezTo>
                        <a:cubicBezTo>
                          <a:pt x="44978" y="16912"/>
                          <a:pt x="43949" y="14333"/>
                          <a:pt x="41830" y="12294"/>
                        </a:cubicBezTo>
                        <a:cubicBezTo>
                          <a:pt x="39711" y="10315"/>
                          <a:pt x="36503" y="9295"/>
                          <a:pt x="32205" y="9295"/>
                        </a:cubicBezTo>
                        <a:lnTo>
                          <a:pt x="19674" y="9295"/>
                        </a:lnTo>
                        <a:lnTo>
                          <a:pt x="19674" y="31005"/>
                        </a:lnTo>
                        <a:close/>
                        <a:moveTo>
                          <a:pt x="45281" y="68966"/>
                        </a:moveTo>
                        <a:lnTo>
                          <a:pt x="32023" y="37241"/>
                        </a:lnTo>
                        <a:lnTo>
                          <a:pt x="43283" y="35382"/>
                        </a:lnTo>
                        <a:lnTo>
                          <a:pt x="54543" y="60390"/>
                        </a:lnTo>
                        <a:lnTo>
                          <a:pt x="59991" y="61529"/>
                        </a:lnTo>
                        <a:lnTo>
                          <a:pt x="59991" y="68906"/>
                        </a:lnTo>
                        <a:lnTo>
                          <a:pt x="45281" y="6890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0" name="Freeform 151">
                    <a:extLst>
                      <a:ext uri="{FF2B5EF4-FFF2-40B4-BE49-F238E27FC236}">
                        <a16:creationId xmlns:a16="http://schemas.microsoft.com/office/drawing/2014/main" id="{D8346B8B-DC3C-D9F6-890C-5E99419778C8}"/>
                      </a:ext>
                    </a:extLst>
                  </p:cNvPr>
                  <p:cNvSpPr/>
                  <p:nvPr/>
                </p:nvSpPr>
                <p:spPr>
                  <a:xfrm>
                    <a:off x="2161097" y="319326"/>
                    <a:ext cx="54179" cy="68965"/>
                  </a:xfrm>
                  <a:custGeom>
                    <a:avLst/>
                    <a:gdLst>
                      <a:gd name="connsiteX0" fmla="*/ 60 w 54179"/>
                      <a:gd name="connsiteY0" fmla="*/ 68966 h 68965"/>
                      <a:gd name="connsiteX1" fmla="*/ 60 w 54179"/>
                      <a:gd name="connsiteY1" fmla="*/ 61649 h 68965"/>
                      <a:gd name="connsiteX2" fmla="*/ 7627 w 54179"/>
                      <a:gd name="connsiteY2" fmla="*/ 60210 h 68965"/>
                      <a:gd name="connsiteX3" fmla="*/ 7627 w 54179"/>
                      <a:gd name="connsiteY3" fmla="*/ 8756 h 68965"/>
                      <a:gd name="connsiteX4" fmla="*/ 60 w 54179"/>
                      <a:gd name="connsiteY4" fmla="*/ 7316 h 68965"/>
                      <a:gd name="connsiteX5" fmla="*/ 60 w 54179"/>
                      <a:gd name="connsiteY5" fmla="*/ 0 h 68965"/>
                      <a:gd name="connsiteX6" fmla="*/ 53029 w 54179"/>
                      <a:gd name="connsiteY6" fmla="*/ 0 h 68965"/>
                      <a:gd name="connsiteX7" fmla="*/ 53029 w 54179"/>
                      <a:gd name="connsiteY7" fmla="*/ 17751 h 68965"/>
                      <a:gd name="connsiteX8" fmla="*/ 43646 w 54179"/>
                      <a:gd name="connsiteY8" fmla="*/ 17751 h 68965"/>
                      <a:gd name="connsiteX9" fmla="*/ 42859 w 54179"/>
                      <a:gd name="connsiteY9" fmla="*/ 9175 h 68965"/>
                      <a:gd name="connsiteX10" fmla="*/ 19674 w 54179"/>
                      <a:gd name="connsiteY10" fmla="*/ 9175 h 68965"/>
                      <a:gd name="connsiteX11" fmla="*/ 19674 w 54179"/>
                      <a:gd name="connsiteY11" fmla="*/ 28666 h 68965"/>
                      <a:gd name="connsiteX12" fmla="*/ 44070 w 54179"/>
                      <a:gd name="connsiteY12" fmla="*/ 28666 h 68965"/>
                      <a:gd name="connsiteX13" fmla="*/ 44070 w 54179"/>
                      <a:gd name="connsiteY13" fmla="*/ 37901 h 68965"/>
                      <a:gd name="connsiteX14" fmla="*/ 19674 w 54179"/>
                      <a:gd name="connsiteY14" fmla="*/ 37901 h 68965"/>
                      <a:gd name="connsiteX15" fmla="*/ 19674 w 54179"/>
                      <a:gd name="connsiteY15" fmla="*/ 59790 h 68965"/>
                      <a:gd name="connsiteX16" fmla="*/ 44130 w 54179"/>
                      <a:gd name="connsiteY16" fmla="*/ 59790 h 68965"/>
                      <a:gd name="connsiteX17" fmla="*/ 44917 w 54179"/>
                      <a:gd name="connsiteY17" fmla="*/ 51035 h 68965"/>
                      <a:gd name="connsiteX18" fmla="*/ 54179 w 54179"/>
                      <a:gd name="connsiteY18" fmla="*/ 51035 h 68965"/>
                      <a:gd name="connsiteX19" fmla="*/ 54179 w 54179"/>
                      <a:gd name="connsiteY19" fmla="*/ 68846 h 68965"/>
                      <a:gd name="connsiteX20" fmla="*/ 0 w 54179"/>
                      <a:gd name="connsiteY20" fmla="*/ 6884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4179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53029" y="0"/>
                        </a:lnTo>
                        <a:lnTo>
                          <a:pt x="53029" y="17751"/>
                        </a:lnTo>
                        <a:lnTo>
                          <a:pt x="43646" y="17751"/>
                        </a:lnTo>
                        <a:lnTo>
                          <a:pt x="42859" y="9175"/>
                        </a:lnTo>
                        <a:lnTo>
                          <a:pt x="19674" y="9175"/>
                        </a:lnTo>
                        <a:lnTo>
                          <a:pt x="19674" y="28666"/>
                        </a:lnTo>
                        <a:lnTo>
                          <a:pt x="44070" y="28666"/>
                        </a:lnTo>
                        <a:lnTo>
                          <a:pt x="44070" y="37901"/>
                        </a:lnTo>
                        <a:lnTo>
                          <a:pt x="19674" y="37901"/>
                        </a:lnTo>
                        <a:lnTo>
                          <a:pt x="19674" y="59790"/>
                        </a:lnTo>
                        <a:lnTo>
                          <a:pt x="44130" y="59790"/>
                        </a:lnTo>
                        <a:lnTo>
                          <a:pt x="44917" y="51035"/>
                        </a:lnTo>
                        <a:lnTo>
                          <a:pt x="54179" y="51035"/>
                        </a:lnTo>
                        <a:lnTo>
                          <a:pt x="54179" y="68846"/>
                        </a:lnTo>
                        <a:lnTo>
                          <a:pt x="0" y="6884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1" name="Freeform 152">
                    <a:extLst>
                      <a:ext uri="{FF2B5EF4-FFF2-40B4-BE49-F238E27FC236}">
                        <a16:creationId xmlns:a16="http://schemas.microsoft.com/office/drawing/2014/main" id="{3D7D11FE-FA5B-EC6B-F7A1-9DF1FC54DD11}"/>
                      </a:ext>
                    </a:extLst>
                  </p:cNvPr>
                  <p:cNvSpPr/>
                  <p:nvPr/>
                </p:nvSpPr>
                <p:spPr>
                  <a:xfrm>
                    <a:off x="2222722" y="319386"/>
                    <a:ext cx="68284" cy="68965"/>
                  </a:xfrm>
                  <a:custGeom>
                    <a:avLst/>
                    <a:gdLst>
                      <a:gd name="connsiteX0" fmla="*/ 28694 w 68284"/>
                      <a:gd name="connsiteY0" fmla="*/ 68906 h 68965"/>
                      <a:gd name="connsiteX1" fmla="*/ 5933 w 68284"/>
                      <a:gd name="connsiteY1" fmla="*/ 8096 h 68965"/>
                      <a:gd name="connsiteX2" fmla="*/ 0 w 68284"/>
                      <a:gd name="connsiteY2" fmla="*/ 7316 h 68965"/>
                      <a:gd name="connsiteX3" fmla="*/ 0 w 68284"/>
                      <a:gd name="connsiteY3" fmla="*/ 0 h 68965"/>
                      <a:gd name="connsiteX4" fmla="*/ 25243 w 68284"/>
                      <a:gd name="connsiteY4" fmla="*/ 0 h 68965"/>
                      <a:gd name="connsiteX5" fmla="*/ 25243 w 68284"/>
                      <a:gd name="connsiteY5" fmla="*/ 7316 h 68965"/>
                      <a:gd name="connsiteX6" fmla="*/ 18948 w 68284"/>
                      <a:gd name="connsiteY6" fmla="*/ 8336 h 68965"/>
                      <a:gd name="connsiteX7" fmla="*/ 33416 w 68284"/>
                      <a:gd name="connsiteY7" fmla="*/ 50315 h 68965"/>
                      <a:gd name="connsiteX8" fmla="*/ 34687 w 68284"/>
                      <a:gd name="connsiteY8" fmla="*/ 54813 h 68965"/>
                      <a:gd name="connsiteX9" fmla="*/ 34990 w 68284"/>
                      <a:gd name="connsiteY9" fmla="*/ 54813 h 68965"/>
                      <a:gd name="connsiteX10" fmla="*/ 36321 w 68284"/>
                      <a:gd name="connsiteY10" fmla="*/ 50375 h 68965"/>
                      <a:gd name="connsiteX11" fmla="*/ 50971 w 68284"/>
                      <a:gd name="connsiteY11" fmla="*/ 8336 h 68965"/>
                      <a:gd name="connsiteX12" fmla="*/ 43767 w 68284"/>
                      <a:gd name="connsiteY12" fmla="*/ 7376 h 68965"/>
                      <a:gd name="connsiteX13" fmla="*/ 43767 w 68284"/>
                      <a:gd name="connsiteY13" fmla="*/ 60 h 68965"/>
                      <a:gd name="connsiteX14" fmla="*/ 68284 w 68284"/>
                      <a:gd name="connsiteY14" fmla="*/ 60 h 68965"/>
                      <a:gd name="connsiteX15" fmla="*/ 68284 w 68284"/>
                      <a:gd name="connsiteY15" fmla="*/ 7376 h 68965"/>
                      <a:gd name="connsiteX16" fmla="*/ 62291 w 68284"/>
                      <a:gd name="connsiteY16" fmla="*/ 8156 h 68965"/>
                      <a:gd name="connsiteX17" fmla="*/ 40377 w 68284"/>
                      <a:gd name="connsiteY17" fmla="*/ 68966 h 68965"/>
                      <a:gd name="connsiteX18" fmla="*/ 28694 w 68284"/>
                      <a:gd name="connsiteY18" fmla="*/ 6896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68284" h="68965">
                        <a:moveTo>
                          <a:pt x="28694" y="68906"/>
                        </a:moveTo>
                        <a:lnTo>
                          <a:pt x="5933" y="809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25243" y="0"/>
                        </a:lnTo>
                        <a:lnTo>
                          <a:pt x="25243" y="7316"/>
                        </a:lnTo>
                        <a:lnTo>
                          <a:pt x="18948" y="8336"/>
                        </a:lnTo>
                        <a:lnTo>
                          <a:pt x="33416" y="50315"/>
                        </a:lnTo>
                        <a:lnTo>
                          <a:pt x="34687" y="54813"/>
                        </a:lnTo>
                        <a:lnTo>
                          <a:pt x="34990" y="54813"/>
                        </a:lnTo>
                        <a:lnTo>
                          <a:pt x="36321" y="50375"/>
                        </a:lnTo>
                        <a:lnTo>
                          <a:pt x="50971" y="8336"/>
                        </a:lnTo>
                        <a:lnTo>
                          <a:pt x="43767" y="7376"/>
                        </a:lnTo>
                        <a:lnTo>
                          <a:pt x="43767" y="60"/>
                        </a:lnTo>
                        <a:lnTo>
                          <a:pt x="68284" y="60"/>
                        </a:lnTo>
                        <a:lnTo>
                          <a:pt x="68284" y="7376"/>
                        </a:lnTo>
                        <a:lnTo>
                          <a:pt x="62291" y="8156"/>
                        </a:lnTo>
                        <a:lnTo>
                          <a:pt x="40377" y="68966"/>
                        </a:lnTo>
                        <a:lnTo>
                          <a:pt x="28694" y="6896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2" name="Freeform 153">
                    <a:extLst>
                      <a:ext uri="{FF2B5EF4-FFF2-40B4-BE49-F238E27FC236}">
                        <a16:creationId xmlns:a16="http://schemas.microsoft.com/office/drawing/2014/main" id="{E810CC80-DBBC-B64A-1E47-B5FE78306114}"/>
                      </a:ext>
                    </a:extLst>
                  </p:cNvPr>
                  <p:cNvSpPr/>
                  <p:nvPr/>
                </p:nvSpPr>
                <p:spPr>
                  <a:xfrm>
                    <a:off x="2283984" y="319386"/>
                    <a:ext cx="67618" cy="68905"/>
                  </a:xfrm>
                  <a:custGeom>
                    <a:avLst/>
                    <a:gdLst>
                      <a:gd name="connsiteX0" fmla="*/ 0 w 67618"/>
                      <a:gd name="connsiteY0" fmla="*/ 68906 h 68905"/>
                      <a:gd name="connsiteX1" fmla="*/ 0 w 67618"/>
                      <a:gd name="connsiteY1" fmla="*/ 61589 h 68905"/>
                      <a:gd name="connsiteX2" fmla="*/ 5085 w 67618"/>
                      <a:gd name="connsiteY2" fmla="*/ 60870 h 68905"/>
                      <a:gd name="connsiteX3" fmla="*/ 28089 w 67618"/>
                      <a:gd name="connsiteY3" fmla="*/ 0 h 68905"/>
                      <a:gd name="connsiteX4" fmla="*/ 39772 w 67618"/>
                      <a:gd name="connsiteY4" fmla="*/ 0 h 68905"/>
                      <a:gd name="connsiteX5" fmla="*/ 62534 w 67618"/>
                      <a:gd name="connsiteY5" fmla="*/ 60870 h 68905"/>
                      <a:gd name="connsiteX6" fmla="*/ 67619 w 67618"/>
                      <a:gd name="connsiteY6" fmla="*/ 61589 h 68905"/>
                      <a:gd name="connsiteX7" fmla="*/ 67619 w 67618"/>
                      <a:gd name="connsiteY7" fmla="*/ 68906 h 68905"/>
                      <a:gd name="connsiteX8" fmla="*/ 45523 w 67618"/>
                      <a:gd name="connsiteY8" fmla="*/ 68906 h 68905"/>
                      <a:gd name="connsiteX9" fmla="*/ 45523 w 67618"/>
                      <a:gd name="connsiteY9" fmla="*/ 61589 h 68905"/>
                      <a:gd name="connsiteX10" fmla="*/ 50487 w 67618"/>
                      <a:gd name="connsiteY10" fmla="*/ 60690 h 68905"/>
                      <a:gd name="connsiteX11" fmla="*/ 46794 w 67618"/>
                      <a:gd name="connsiteY11" fmla="*/ 49835 h 68905"/>
                      <a:gd name="connsiteX12" fmla="*/ 20885 w 67618"/>
                      <a:gd name="connsiteY12" fmla="*/ 49835 h 68905"/>
                      <a:gd name="connsiteX13" fmla="*/ 17132 w 67618"/>
                      <a:gd name="connsiteY13" fmla="*/ 60690 h 68905"/>
                      <a:gd name="connsiteX14" fmla="*/ 22156 w 67618"/>
                      <a:gd name="connsiteY14" fmla="*/ 61589 h 68905"/>
                      <a:gd name="connsiteX15" fmla="*/ 22156 w 67618"/>
                      <a:gd name="connsiteY15" fmla="*/ 68906 h 68905"/>
                      <a:gd name="connsiteX16" fmla="*/ 61 w 67618"/>
                      <a:gd name="connsiteY16" fmla="*/ 68906 h 68905"/>
                      <a:gd name="connsiteX17" fmla="*/ 24033 w 67618"/>
                      <a:gd name="connsiteY17" fmla="*/ 40720 h 68905"/>
                      <a:gd name="connsiteX18" fmla="*/ 43646 w 67618"/>
                      <a:gd name="connsiteY18" fmla="*/ 40720 h 68905"/>
                      <a:gd name="connsiteX19" fmla="*/ 34626 w 67618"/>
                      <a:gd name="connsiteY19" fmla="*/ 15232 h 68905"/>
                      <a:gd name="connsiteX20" fmla="*/ 34021 w 67618"/>
                      <a:gd name="connsiteY20" fmla="*/ 13373 h 68905"/>
                      <a:gd name="connsiteX21" fmla="*/ 33718 w 67618"/>
                      <a:gd name="connsiteY21" fmla="*/ 13373 h 68905"/>
                      <a:gd name="connsiteX22" fmla="*/ 33052 w 67618"/>
                      <a:gd name="connsiteY22" fmla="*/ 15292 h 68905"/>
                      <a:gd name="connsiteX23" fmla="*/ 24033 w 67618"/>
                      <a:gd name="connsiteY23" fmla="*/ 40720 h 68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7618" h="68905">
                        <a:moveTo>
                          <a:pt x="0" y="68906"/>
                        </a:moveTo>
                        <a:lnTo>
                          <a:pt x="0" y="61589"/>
                        </a:lnTo>
                        <a:lnTo>
                          <a:pt x="5085" y="60870"/>
                        </a:lnTo>
                        <a:lnTo>
                          <a:pt x="28089" y="0"/>
                        </a:lnTo>
                        <a:lnTo>
                          <a:pt x="39772" y="0"/>
                        </a:lnTo>
                        <a:lnTo>
                          <a:pt x="62534" y="60870"/>
                        </a:lnTo>
                        <a:lnTo>
                          <a:pt x="67619" y="61589"/>
                        </a:lnTo>
                        <a:lnTo>
                          <a:pt x="67619" y="68906"/>
                        </a:lnTo>
                        <a:lnTo>
                          <a:pt x="45523" y="68906"/>
                        </a:lnTo>
                        <a:lnTo>
                          <a:pt x="45523" y="61589"/>
                        </a:lnTo>
                        <a:lnTo>
                          <a:pt x="50487" y="60690"/>
                        </a:lnTo>
                        <a:lnTo>
                          <a:pt x="46794" y="49835"/>
                        </a:lnTo>
                        <a:lnTo>
                          <a:pt x="20885" y="49835"/>
                        </a:lnTo>
                        <a:lnTo>
                          <a:pt x="17132" y="60690"/>
                        </a:lnTo>
                        <a:lnTo>
                          <a:pt x="22156" y="61589"/>
                        </a:lnTo>
                        <a:lnTo>
                          <a:pt x="22156" y="68906"/>
                        </a:lnTo>
                        <a:lnTo>
                          <a:pt x="61" y="68906"/>
                        </a:lnTo>
                        <a:close/>
                        <a:moveTo>
                          <a:pt x="24033" y="40720"/>
                        </a:moveTo>
                        <a:lnTo>
                          <a:pt x="43646" y="40720"/>
                        </a:lnTo>
                        <a:lnTo>
                          <a:pt x="34626" y="15232"/>
                        </a:lnTo>
                        <a:lnTo>
                          <a:pt x="34021" y="13373"/>
                        </a:lnTo>
                        <a:lnTo>
                          <a:pt x="33718" y="13373"/>
                        </a:lnTo>
                        <a:lnTo>
                          <a:pt x="33052" y="15292"/>
                        </a:lnTo>
                        <a:lnTo>
                          <a:pt x="24033" y="40720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3" name="Freeform 154">
                    <a:extLst>
                      <a:ext uri="{FF2B5EF4-FFF2-40B4-BE49-F238E27FC236}">
                        <a16:creationId xmlns:a16="http://schemas.microsoft.com/office/drawing/2014/main" id="{E4B3C663-A13B-6AA3-1574-D6AC3DCD2C58}"/>
                      </a:ext>
                    </a:extLst>
                  </p:cNvPr>
                  <p:cNvSpPr/>
                  <p:nvPr/>
                </p:nvSpPr>
                <p:spPr>
                  <a:xfrm>
                    <a:off x="2380721" y="319386"/>
                    <a:ext cx="67618" cy="68905"/>
                  </a:xfrm>
                  <a:custGeom>
                    <a:avLst/>
                    <a:gdLst>
                      <a:gd name="connsiteX0" fmla="*/ 0 w 67618"/>
                      <a:gd name="connsiteY0" fmla="*/ 68906 h 68905"/>
                      <a:gd name="connsiteX1" fmla="*/ 0 w 67618"/>
                      <a:gd name="connsiteY1" fmla="*/ 61589 h 68905"/>
                      <a:gd name="connsiteX2" fmla="*/ 5085 w 67618"/>
                      <a:gd name="connsiteY2" fmla="*/ 60870 h 68905"/>
                      <a:gd name="connsiteX3" fmla="*/ 28088 w 67618"/>
                      <a:gd name="connsiteY3" fmla="*/ 0 h 68905"/>
                      <a:gd name="connsiteX4" fmla="*/ 39772 w 67618"/>
                      <a:gd name="connsiteY4" fmla="*/ 0 h 68905"/>
                      <a:gd name="connsiteX5" fmla="*/ 62533 w 67618"/>
                      <a:gd name="connsiteY5" fmla="*/ 60870 h 68905"/>
                      <a:gd name="connsiteX6" fmla="*/ 67618 w 67618"/>
                      <a:gd name="connsiteY6" fmla="*/ 61589 h 68905"/>
                      <a:gd name="connsiteX7" fmla="*/ 67618 w 67618"/>
                      <a:gd name="connsiteY7" fmla="*/ 68906 h 68905"/>
                      <a:gd name="connsiteX8" fmla="*/ 45523 w 67618"/>
                      <a:gd name="connsiteY8" fmla="*/ 68906 h 68905"/>
                      <a:gd name="connsiteX9" fmla="*/ 45523 w 67618"/>
                      <a:gd name="connsiteY9" fmla="*/ 61589 h 68905"/>
                      <a:gd name="connsiteX10" fmla="*/ 50487 w 67618"/>
                      <a:gd name="connsiteY10" fmla="*/ 60690 h 68905"/>
                      <a:gd name="connsiteX11" fmla="*/ 46794 w 67618"/>
                      <a:gd name="connsiteY11" fmla="*/ 49835 h 68905"/>
                      <a:gd name="connsiteX12" fmla="*/ 20885 w 67618"/>
                      <a:gd name="connsiteY12" fmla="*/ 49835 h 68905"/>
                      <a:gd name="connsiteX13" fmla="*/ 17132 w 67618"/>
                      <a:gd name="connsiteY13" fmla="*/ 60690 h 68905"/>
                      <a:gd name="connsiteX14" fmla="*/ 22156 w 67618"/>
                      <a:gd name="connsiteY14" fmla="*/ 61589 h 68905"/>
                      <a:gd name="connsiteX15" fmla="*/ 22156 w 67618"/>
                      <a:gd name="connsiteY15" fmla="*/ 68906 h 68905"/>
                      <a:gd name="connsiteX16" fmla="*/ 60 w 67618"/>
                      <a:gd name="connsiteY16" fmla="*/ 68906 h 68905"/>
                      <a:gd name="connsiteX17" fmla="*/ 24033 w 67618"/>
                      <a:gd name="connsiteY17" fmla="*/ 40720 h 68905"/>
                      <a:gd name="connsiteX18" fmla="*/ 43646 w 67618"/>
                      <a:gd name="connsiteY18" fmla="*/ 40720 h 68905"/>
                      <a:gd name="connsiteX19" fmla="*/ 34626 w 67618"/>
                      <a:gd name="connsiteY19" fmla="*/ 15232 h 68905"/>
                      <a:gd name="connsiteX20" fmla="*/ 34021 w 67618"/>
                      <a:gd name="connsiteY20" fmla="*/ 13373 h 68905"/>
                      <a:gd name="connsiteX21" fmla="*/ 33718 w 67618"/>
                      <a:gd name="connsiteY21" fmla="*/ 13373 h 68905"/>
                      <a:gd name="connsiteX22" fmla="*/ 33052 w 67618"/>
                      <a:gd name="connsiteY22" fmla="*/ 15292 h 68905"/>
                      <a:gd name="connsiteX23" fmla="*/ 24033 w 67618"/>
                      <a:gd name="connsiteY23" fmla="*/ 40720 h 68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7618" h="68905">
                        <a:moveTo>
                          <a:pt x="0" y="68906"/>
                        </a:moveTo>
                        <a:lnTo>
                          <a:pt x="0" y="61589"/>
                        </a:lnTo>
                        <a:lnTo>
                          <a:pt x="5085" y="60870"/>
                        </a:lnTo>
                        <a:lnTo>
                          <a:pt x="28088" y="0"/>
                        </a:lnTo>
                        <a:lnTo>
                          <a:pt x="39772" y="0"/>
                        </a:lnTo>
                        <a:lnTo>
                          <a:pt x="62533" y="60870"/>
                        </a:lnTo>
                        <a:lnTo>
                          <a:pt x="67618" y="61589"/>
                        </a:lnTo>
                        <a:lnTo>
                          <a:pt x="67618" y="68906"/>
                        </a:lnTo>
                        <a:lnTo>
                          <a:pt x="45523" y="68906"/>
                        </a:lnTo>
                        <a:lnTo>
                          <a:pt x="45523" y="61589"/>
                        </a:lnTo>
                        <a:lnTo>
                          <a:pt x="50487" y="60690"/>
                        </a:lnTo>
                        <a:lnTo>
                          <a:pt x="46794" y="49835"/>
                        </a:lnTo>
                        <a:lnTo>
                          <a:pt x="20885" y="49835"/>
                        </a:lnTo>
                        <a:lnTo>
                          <a:pt x="17132" y="60690"/>
                        </a:lnTo>
                        <a:lnTo>
                          <a:pt x="22156" y="61589"/>
                        </a:lnTo>
                        <a:lnTo>
                          <a:pt x="22156" y="68906"/>
                        </a:lnTo>
                        <a:lnTo>
                          <a:pt x="60" y="68906"/>
                        </a:lnTo>
                        <a:close/>
                        <a:moveTo>
                          <a:pt x="24033" y="40720"/>
                        </a:moveTo>
                        <a:lnTo>
                          <a:pt x="43646" y="40720"/>
                        </a:lnTo>
                        <a:lnTo>
                          <a:pt x="34626" y="15232"/>
                        </a:lnTo>
                        <a:lnTo>
                          <a:pt x="34021" y="13373"/>
                        </a:lnTo>
                        <a:lnTo>
                          <a:pt x="33718" y="13373"/>
                        </a:lnTo>
                        <a:lnTo>
                          <a:pt x="33052" y="15292"/>
                        </a:lnTo>
                        <a:lnTo>
                          <a:pt x="24033" y="40720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4" name="Freeform 155">
                    <a:extLst>
                      <a:ext uri="{FF2B5EF4-FFF2-40B4-BE49-F238E27FC236}">
                        <a16:creationId xmlns:a16="http://schemas.microsoft.com/office/drawing/2014/main" id="{1ECA60E9-0F89-60E7-DC39-1B5EB8801634}"/>
                      </a:ext>
                    </a:extLst>
                  </p:cNvPr>
                  <p:cNvSpPr/>
                  <p:nvPr/>
                </p:nvSpPr>
                <p:spPr>
                  <a:xfrm>
                    <a:off x="2453364" y="336057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8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8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7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5" name="Freeform 156">
                    <a:extLst>
                      <a:ext uri="{FF2B5EF4-FFF2-40B4-BE49-F238E27FC236}">
                        <a16:creationId xmlns:a16="http://schemas.microsoft.com/office/drawing/2014/main" id="{3E2D36E0-2812-32CB-5AE6-F83B7A395051}"/>
                      </a:ext>
                    </a:extLst>
                  </p:cNvPr>
                  <p:cNvSpPr/>
                  <p:nvPr/>
                </p:nvSpPr>
                <p:spPr>
                  <a:xfrm>
                    <a:off x="2505364" y="336117"/>
                    <a:ext cx="48247" cy="53133"/>
                  </a:xfrm>
                  <a:custGeom>
                    <a:avLst/>
                    <a:gdLst>
                      <a:gd name="connsiteX0" fmla="*/ 16708 w 48247"/>
                      <a:gd name="connsiteY0" fmla="*/ 53134 h 53133"/>
                      <a:gd name="connsiteX1" fmla="*/ 4419 w 48247"/>
                      <a:gd name="connsiteY1" fmla="*/ 49116 h 53133"/>
                      <a:gd name="connsiteX2" fmla="*/ 0 w 48247"/>
                      <a:gd name="connsiteY2" fmla="*/ 38021 h 53133"/>
                      <a:gd name="connsiteX3" fmla="*/ 2664 w 48247"/>
                      <a:gd name="connsiteY3" fmla="*/ 29565 h 53133"/>
                      <a:gd name="connsiteX4" fmla="*/ 10473 w 48247"/>
                      <a:gd name="connsiteY4" fmla="*/ 23868 h 53133"/>
                      <a:gd name="connsiteX5" fmla="*/ 23004 w 48247"/>
                      <a:gd name="connsiteY5" fmla="*/ 21829 h 53133"/>
                      <a:gd name="connsiteX6" fmla="*/ 30873 w 48247"/>
                      <a:gd name="connsiteY6" fmla="*/ 21829 h 53133"/>
                      <a:gd name="connsiteX7" fmla="*/ 30873 w 48247"/>
                      <a:gd name="connsiteY7" fmla="*/ 17511 h 53133"/>
                      <a:gd name="connsiteX8" fmla="*/ 28391 w 48247"/>
                      <a:gd name="connsiteY8" fmla="*/ 11035 h 53133"/>
                      <a:gd name="connsiteX9" fmla="*/ 21248 w 48247"/>
                      <a:gd name="connsiteY9" fmla="*/ 8636 h 53133"/>
                      <a:gd name="connsiteX10" fmla="*/ 16526 w 48247"/>
                      <a:gd name="connsiteY10" fmla="*/ 9295 h 53133"/>
                      <a:gd name="connsiteX11" fmla="*/ 12834 w 48247"/>
                      <a:gd name="connsiteY11" fmla="*/ 11094 h 53133"/>
                      <a:gd name="connsiteX12" fmla="*/ 11744 w 48247"/>
                      <a:gd name="connsiteY12" fmla="*/ 17991 h 53133"/>
                      <a:gd name="connsiteX13" fmla="*/ 2906 w 48247"/>
                      <a:gd name="connsiteY13" fmla="*/ 17991 h 53133"/>
                      <a:gd name="connsiteX14" fmla="*/ 2785 w 48247"/>
                      <a:gd name="connsiteY14" fmla="*/ 5337 h 53133"/>
                      <a:gd name="connsiteX15" fmla="*/ 11260 w 48247"/>
                      <a:gd name="connsiteY15" fmla="*/ 1439 h 53133"/>
                      <a:gd name="connsiteX16" fmla="*/ 21672 w 48247"/>
                      <a:gd name="connsiteY16" fmla="*/ 0 h 53133"/>
                      <a:gd name="connsiteX17" fmla="*/ 37169 w 48247"/>
                      <a:gd name="connsiteY17" fmla="*/ 4558 h 53133"/>
                      <a:gd name="connsiteX18" fmla="*/ 42859 w 48247"/>
                      <a:gd name="connsiteY18" fmla="*/ 17631 h 53133"/>
                      <a:gd name="connsiteX19" fmla="*/ 42859 w 48247"/>
                      <a:gd name="connsiteY19" fmla="*/ 40180 h 53133"/>
                      <a:gd name="connsiteX20" fmla="*/ 42859 w 48247"/>
                      <a:gd name="connsiteY20" fmla="*/ 42219 h 53133"/>
                      <a:gd name="connsiteX21" fmla="*/ 42980 w 48247"/>
                      <a:gd name="connsiteY21" fmla="*/ 44138 h 53133"/>
                      <a:gd name="connsiteX22" fmla="*/ 48247 w 48247"/>
                      <a:gd name="connsiteY22" fmla="*/ 44798 h 53133"/>
                      <a:gd name="connsiteX23" fmla="*/ 48247 w 48247"/>
                      <a:gd name="connsiteY23" fmla="*/ 52114 h 53133"/>
                      <a:gd name="connsiteX24" fmla="*/ 32508 w 48247"/>
                      <a:gd name="connsiteY24" fmla="*/ 52114 h 53133"/>
                      <a:gd name="connsiteX25" fmla="*/ 31600 w 48247"/>
                      <a:gd name="connsiteY25" fmla="*/ 48876 h 53133"/>
                      <a:gd name="connsiteX26" fmla="*/ 30994 w 48247"/>
                      <a:gd name="connsiteY26" fmla="*/ 45757 h 53133"/>
                      <a:gd name="connsiteX27" fmla="*/ 24759 w 48247"/>
                      <a:gd name="connsiteY27" fmla="*/ 51035 h 53133"/>
                      <a:gd name="connsiteX28" fmla="*/ 16526 w 48247"/>
                      <a:gd name="connsiteY28" fmla="*/ 53074 h 53133"/>
                      <a:gd name="connsiteX29" fmla="*/ 19432 w 48247"/>
                      <a:gd name="connsiteY29" fmla="*/ 43958 h 53133"/>
                      <a:gd name="connsiteX30" fmla="*/ 26212 w 48247"/>
                      <a:gd name="connsiteY30" fmla="*/ 42279 h 53133"/>
                      <a:gd name="connsiteX31" fmla="*/ 30934 w 48247"/>
                      <a:gd name="connsiteY31" fmla="*/ 38021 h 53133"/>
                      <a:gd name="connsiteX32" fmla="*/ 30934 w 48247"/>
                      <a:gd name="connsiteY32" fmla="*/ 29445 h 53133"/>
                      <a:gd name="connsiteX33" fmla="*/ 22883 w 48247"/>
                      <a:gd name="connsiteY33" fmla="*/ 29445 h 53133"/>
                      <a:gd name="connsiteX34" fmla="*/ 14710 w 48247"/>
                      <a:gd name="connsiteY34" fmla="*/ 31904 h 53133"/>
                      <a:gd name="connsiteX35" fmla="*/ 11986 w 48247"/>
                      <a:gd name="connsiteY35" fmla="*/ 37721 h 53133"/>
                      <a:gd name="connsiteX36" fmla="*/ 13923 w 48247"/>
                      <a:gd name="connsiteY36" fmla="*/ 42339 h 53133"/>
                      <a:gd name="connsiteX37" fmla="*/ 19432 w 48247"/>
                      <a:gd name="connsiteY37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48247" h="53133">
                        <a:moveTo>
                          <a:pt x="16708" y="53134"/>
                        </a:moveTo>
                        <a:cubicBezTo>
                          <a:pt x="11441" y="53134"/>
                          <a:pt x="7385" y="51814"/>
                          <a:pt x="4419" y="49116"/>
                        </a:cubicBezTo>
                        <a:cubicBezTo>
                          <a:pt x="1513" y="46417"/>
                          <a:pt x="0" y="42759"/>
                          <a:pt x="0" y="38021"/>
                        </a:cubicBezTo>
                        <a:cubicBezTo>
                          <a:pt x="0" y="34783"/>
                          <a:pt x="908" y="31964"/>
                          <a:pt x="2664" y="29565"/>
                        </a:cubicBezTo>
                        <a:cubicBezTo>
                          <a:pt x="4419" y="27166"/>
                          <a:pt x="7083" y="25247"/>
                          <a:pt x="10473" y="23868"/>
                        </a:cubicBezTo>
                        <a:cubicBezTo>
                          <a:pt x="13923" y="22489"/>
                          <a:pt x="18100" y="21829"/>
                          <a:pt x="23004" y="21829"/>
                        </a:cubicBezTo>
                        <a:lnTo>
                          <a:pt x="30873" y="21829"/>
                        </a:lnTo>
                        <a:lnTo>
                          <a:pt x="30873" y="17511"/>
                        </a:lnTo>
                        <a:cubicBezTo>
                          <a:pt x="30873" y="14813"/>
                          <a:pt x="30026" y="12654"/>
                          <a:pt x="28391" y="11035"/>
                        </a:cubicBezTo>
                        <a:cubicBezTo>
                          <a:pt x="26757" y="9415"/>
                          <a:pt x="24396" y="8636"/>
                          <a:pt x="21248" y="8636"/>
                        </a:cubicBezTo>
                        <a:cubicBezTo>
                          <a:pt x="19493" y="8636"/>
                          <a:pt x="17919" y="8876"/>
                          <a:pt x="16526" y="9295"/>
                        </a:cubicBezTo>
                        <a:cubicBezTo>
                          <a:pt x="15134" y="9715"/>
                          <a:pt x="13923" y="10315"/>
                          <a:pt x="12834" y="11094"/>
                        </a:cubicBezTo>
                        <a:lnTo>
                          <a:pt x="11744" y="17991"/>
                        </a:lnTo>
                        <a:lnTo>
                          <a:pt x="2906" y="17991"/>
                        </a:lnTo>
                        <a:lnTo>
                          <a:pt x="2785" y="5337"/>
                        </a:lnTo>
                        <a:cubicBezTo>
                          <a:pt x="5327" y="3718"/>
                          <a:pt x="8172" y="2399"/>
                          <a:pt x="11260" y="1439"/>
                        </a:cubicBezTo>
                        <a:cubicBezTo>
                          <a:pt x="14408" y="480"/>
                          <a:pt x="17858" y="0"/>
                          <a:pt x="21672" y="0"/>
                        </a:cubicBezTo>
                        <a:cubicBezTo>
                          <a:pt x="28210" y="0"/>
                          <a:pt x="33416" y="1499"/>
                          <a:pt x="37169" y="4558"/>
                        </a:cubicBezTo>
                        <a:cubicBezTo>
                          <a:pt x="40922" y="7616"/>
                          <a:pt x="42859" y="11934"/>
                          <a:pt x="42859" y="17631"/>
                        </a:cubicBezTo>
                        <a:lnTo>
                          <a:pt x="42859" y="40180"/>
                        </a:lnTo>
                        <a:cubicBezTo>
                          <a:pt x="42859" y="40900"/>
                          <a:pt x="42859" y="41559"/>
                          <a:pt x="42859" y="42219"/>
                        </a:cubicBezTo>
                        <a:cubicBezTo>
                          <a:pt x="42859" y="42879"/>
                          <a:pt x="42859" y="43538"/>
                          <a:pt x="42980" y="44138"/>
                        </a:cubicBezTo>
                        <a:lnTo>
                          <a:pt x="48247" y="44798"/>
                        </a:lnTo>
                        <a:lnTo>
                          <a:pt x="48247" y="52114"/>
                        </a:lnTo>
                        <a:lnTo>
                          <a:pt x="32508" y="52114"/>
                        </a:lnTo>
                        <a:cubicBezTo>
                          <a:pt x="32205" y="51035"/>
                          <a:pt x="31902" y="49955"/>
                          <a:pt x="31600" y="48876"/>
                        </a:cubicBezTo>
                        <a:cubicBezTo>
                          <a:pt x="31297" y="47796"/>
                          <a:pt x="31115" y="46777"/>
                          <a:pt x="30994" y="45757"/>
                        </a:cubicBezTo>
                        <a:cubicBezTo>
                          <a:pt x="29299" y="47916"/>
                          <a:pt x="27180" y="49655"/>
                          <a:pt x="24759" y="51035"/>
                        </a:cubicBezTo>
                        <a:cubicBezTo>
                          <a:pt x="22338" y="52414"/>
                          <a:pt x="19553" y="53074"/>
                          <a:pt x="16526" y="53074"/>
                        </a:cubicBezTo>
                        <a:close/>
                        <a:moveTo>
                          <a:pt x="19432" y="43958"/>
                        </a:moveTo>
                        <a:cubicBezTo>
                          <a:pt x="21853" y="43958"/>
                          <a:pt x="24093" y="43418"/>
                          <a:pt x="26212" y="42279"/>
                        </a:cubicBezTo>
                        <a:cubicBezTo>
                          <a:pt x="28331" y="41140"/>
                          <a:pt x="29905" y="39760"/>
                          <a:pt x="30934" y="38021"/>
                        </a:cubicBezTo>
                        <a:lnTo>
                          <a:pt x="30934" y="29445"/>
                        </a:lnTo>
                        <a:lnTo>
                          <a:pt x="22883" y="29445"/>
                        </a:lnTo>
                        <a:cubicBezTo>
                          <a:pt x="19311" y="29445"/>
                          <a:pt x="16587" y="30285"/>
                          <a:pt x="14710" y="31904"/>
                        </a:cubicBezTo>
                        <a:cubicBezTo>
                          <a:pt x="12834" y="33523"/>
                          <a:pt x="11986" y="35502"/>
                          <a:pt x="11986" y="37721"/>
                        </a:cubicBezTo>
                        <a:cubicBezTo>
                          <a:pt x="11986" y="39700"/>
                          <a:pt x="12652" y="41259"/>
                          <a:pt x="13923" y="42339"/>
                        </a:cubicBezTo>
                        <a:cubicBezTo>
                          <a:pt x="15195" y="43418"/>
                          <a:pt x="17011" y="43958"/>
                          <a:pt x="19432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6" name="Freeform 157">
                    <a:extLst>
                      <a:ext uri="{FF2B5EF4-FFF2-40B4-BE49-F238E27FC236}">
                        <a16:creationId xmlns:a16="http://schemas.microsoft.com/office/drawing/2014/main" id="{5CDEE1E4-FEA2-F9FE-4F15-FB067C983CA8}"/>
                      </a:ext>
                    </a:extLst>
                  </p:cNvPr>
                  <p:cNvSpPr/>
                  <p:nvPr/>
                </p:nvSpPr>
                <p:spPr>
                  <a:xfrm>
                    <a:off x="2559846" y="314408"/>
                    <a:ext cx="52484" cy="74902"/>
                  </a:xfrm>
                  <a:custGeom>
                    <a:avLst/>
                    <a:gdLst>
                      <a:gd name="connsiteX0" fmla="*/ 19856 w 52484"/>
                      <a:gd name="connsiteY0" fmla="*/ 74843 h 74902"/>
                      <a:gd name="connsiteX1" fmla="*/ 9141 w 52484"/>
                      <a:gd name="connsiteY1" fmla="*/ 71724 h 74902"/>
                      <a:gd name="connsiteX2" fmla="*/ 2361 w 52484"/>
                      <a:gd name="connsiteY2" fmla="*/ 62969 h 74902"/>
                      <a:gd name="connsiteX3" fmla="*/ 0 w 52484"/>
                      <a:gd name="connsiteY3" fmla="*/ 49895 h 74902"/>
                      <a:gd name="connsiteX4" fmla="*/ 0 w 52484"/>
                      <a:gd name="connsiteY4" fmla="*/ 48876 h 74902"/>
                      <a:gd name="connsiteX5" fmla="*/ 2361 w 52484"/>
                      <a:gd name="connsiteY5" fmla="*/ 34603 h 74902"/>
                      <a:gd name="connsiteX6" fmla="*/ 9201 w 52484"/>
                      <a:gd name="connsiteY6" fmla="*/ 25068 h 74902"/>
                      <a:gd name="connsiteX7" fmla="*/ 19856 w 52484"/>
                      <a:gd name="connsiteY7" fmla="*/ 21649 h 74902"/>
                      <a:gd name="connsiteX8" fmla="*/ 27604 w 52484"/>
                      <a:gd name="connsiteY8" fmla="*/ 23328 h 74902"/>
                      <a:gd name="connsiteX9" fmla="*/ 33295 w 52484"/>
                      <a:gd name="connsiteY9" fmla="*/ 28126 h 74902"/>
                      <a:gd name="connsiteX10" fmla="*/ 33295 w 52484"/>
                      <a:gd name="connsiteY10" fmla="*/ 8756 h 74902"/>
                      <a:gd name="connsiteX11" fmla="*/ 25728 w 52484"/>
                      <a:gd name="connsiteY11" fmla="*/ 7316 h 74902"/>
                      <a:gd name="connsiteX12" fmla="*/ 25728 w 52484"/>
                      <a:gd name="connsiteY12" fmla="*/ 0 h 74902"/>
                      <a:gd name="connsiteX13" fmla="*/ 45341 w 52484"/>
                      <a:gd name="connsiteY13" fmla="*/ 0 h 74902"/>
                      <a:gd name="connsiteX14" fmla="*/ 45341 w 52484"/>
                      <a:gd name="connsiteY14" fmla="*/ 65128 h 74902"/>
                      <a:gd name="connsiteX15" fmla="*/ 52484 w 52484"/>
                      <a:gd name="connsiteY15" fmla="*/ 66567 h 74902"/>
                      <a:gd name="connsiteX16" fmla="*/ 52484 w 52484"/>
                      <a:gd name="connsiteY16" fmla="*/ 73883 h 74902"/>
                      <a:gd name="connsiteX17" fmla="*/ 34929 w 52484"/>
                      <a:gd name="connsiteY17" fmla="*/ 73883 h 74902"/>
                      <a:gd name="connsiteX18" fmla="*/ 33960 w 52484"/>
                      <a:gd name="connsiteY18" fmla="*/ 67706 h 74902"/>
                      <a:gd name="connsiteX19" fmla="*/ 28028 w 52484"/>
                      <a:gd name="connsiteY19" fmla="*/ 73104 h 74902"/>
                      <a:gd name="connsiteX20" fmla="*/ 19856 w 52484"/>
                      <a:gd name="connsiteY20" fmla="*/ 74903 h 74902"/>
                      <a:gd name="connsiteX21" fmla="*/ 23246 w 52484"/>
                      <a:gd name="connsiteY21" fmla="*/ 65427 h 74902"/>
                      <a:gd name="connsiteX22" fmla="*/ 29178 w 52484"/>
                      <a:gd name="connsiteY22" fmla="*/ 63928 h 74902"/>
                      <a:gd name="connsiteX23" fmla="*/ 33295 w 52484"/>
                      <a:gd name="connsiteY23" fmla="*/ 59610 h 74902"/>
                      <a:gd name="connsiteX24" fmla="*/ 33295 w 52484"/>
                      <a:gd name="connsiteY24" fmla="*/ 37062 h 74902"/>
                      <a:gd name="connsiteX25" fmla="*/ 29239 w 52484"/>
                      <a:gd name="connsiteY25" fmla="*/ 32744 h 74902"/>
                      <a:gd name="connsiteX26" fmla="*/ 23367 w 52484"/>
                      <a:gd name="connsiteY26" fmla="*/ 31184 h 74902"/>
                      <a:gd name="connsiteX27" fmla="*/ 16950 w 52484"/>
                      <a:gd name="connsiteY27" fmla="*/ 33403 h 74902"/>
                      <a:gd name="connsiteX28" fmla="*/ 13257 w 52484"/>
                      <a:gd name="connsiteY28" fmla="*/ 39640 h 74902"/>
                      <a:gd name="connsiteX29" fmla="*/ 12047 w 52484"/>
                      <a:gd name="connsiteY29" fmla="*/ 48936 h 74902"/>
                      <a:gd name="connsiteX30" fmla="*/ 12047 w 52484"/>
                      <a:gd name="connsiteY30" fmla="*/ 49955 h 74902"/>
                      <a:gd name="connsiteX31" fmla="*/ 14710 w 52484"/>
                      <a:gd name="connsiteY31" fmla="*/ 61290 h 74902"/>
                      <a:gd name="connsiteX32" fmla="*/ 23306 w 52484"/>
                      <a:gd name="connsiteY32" fmla="*/ 65487 h 749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2484" h="74902">
                        <a:moveTo>
                          <a:pt x="19856" y="74843"/>
                        </a:moveTo>
                        <a:cubicBezTo>
                          <a:pt x="15679" y="74843"/>
                          <a:pt x="12107" y="73823"/>
                          <a:pt x="9141" y="71724"/>
                        </a:cubicBezTo>
                        <a:cubicBezTo>
                          <a:pt x="6175" y="69625"/>
                          <a:pt x="3935" y="66747"/>
                          <a:pt x="2361" y="62969"/>
                        </a:cubicBezTo>
                        <a:cubicBezTo>
                          <a:pt x="787" y="59251"/>
                          <a:pt x="0" y="54873"/>
                          <a:pt x="0" y="49895"/>
                        </a:cubicBezTo>
                        <a:lnTo>
                          <a:pt x="0" y="48876"/>
                        </a:lnTo>
                        <a:cubicBezTo>
                          <a:pt x="0" y="43418"/>
                          <a:pt x="787" y="38681"/>
                          <a:pt x="2361" y="34603"/>
                        </a:cubicBezTo>
                        <a:cubicBezTo>
                          <a:pt x="3935" y="30525"/>
                          <a:pt x="6235" y="27346"/>
                          <a:pt x="9201" y="25068"/>
                        </a:cubicBezTo>
                        <a:cubicBezTo>
                          <a:pt x="12168" y="22789"/>
                          <a:pt x="15739" y="21649"/>
                          <a:pt x="19856" y="21649"/>
                        </a:cubicBezTo>
                        <a:cubicBezTo>
                          <a:pt x="22822" y="21649"/>
                          <a:pt x="25425" y="22189"/>
                          <a:pt x="27604" y="23328"/>
                        </a:cubicBezTo>
                        <a:cubicBezTo>
                          <a:pt x="29844" y="24468"/>
                          <a:pt x="31721" y="26027"/>
                          <a:pt x="33295" y="28126"/>
                        </a:cubicBezTo>
                        <a:lnTo>
                          <a:pt x="33295" y="8756"/>
                        </a:lnTo>
                        <a:lnTo>
                          <a:pt x="25728" y="7316"/>
                        </a:lnTo>
                        <a:lnTo>
                          <a:pt x="25728" y="0"/>
                        </a:lnTo>
                        <a:lnTo>
                          <a:pt x="45341" y="0"/>
                        </a:lnTo>
                        <a:lnTo>
                          <a:pt x="45341" y="65128"/>
                        </a:lnTo>
                        <a:lnTo>
                          <a:pt x="52484" y="66567"/>
                        </a:lnTo>
                        <a:lnTo>
                          <a:pt x="52484" y="73883"/>
                        </a:lnTo>
                        <a:lnTo>
                          <a:pt x="34929" y="73883"/>
                        </a:lnTo>
                        <a:lnTo>
                          <a:pt x="33960" y="67706"/>
                        </a:lnTo>
                        <a:cubicBezTo>
                          <a:pt x="32326" y="70045"/>
                          <a:pt x="30328" y="71844"/>
                          <a:pt x="28028" y="73104"/>
                        </a:cubicBezTo>
                        <a:cubicBezTo>
                          <a:pt x="25728" y="74363"/>
                          <a:pt x="22943" y="74903"/>
                          <a:pt x="19856" y="74903"/>
                        </a:cubicBezTo>
                        <a:close/>
                        <a:moveTo>
                          <a:pt x="23246" y="65427"/>
                        </a:moveTo>
                        <a:cubicBezTo>
                          <a:pt x="25546" y="65427"/>
                          <a:pt x="27483" y="64948"/>
                          <a:pt x="29178" y="63928"/>
                        </a:cubicBezTo>
                        <a:cubicBezTo>
                          <a:pt x="30813" y="62909"/>
                          <a:pt x="32205" y="61469"/>
                          <a:pt x="33295" y="59610"/>
                        </a:cubicBezTo>
                        <a:lnTo>
                          <a:pt x="33295" y="37062"/>
                        </a:lnTo>
                        <a:cubicBezTo>
                          <a:pt x="32265" y="35262"/>
                          <a:pt x="30873" y="33763"/>
                          <a:pt x="29239" y="32744"/>
                        </a:cubicBezTo>
                        <a:cubicBezTo>
                          <a:pt x="27544" y="31664"/>
                          <a:pt x="25607" y="31184"/>
                          <a:pt x="23367" y="31184"/>
                        </a:cubicBezTo>
                        <a:cubicBezTo>
                          <a:pt x="20764" y="31184"/>
                          <a:pt x="18585" y="31904"/>
                          <a:pt x="16950" y="33403"/>
                        </a:cubicBezTo>
                        <a:cubicBezTo>
                          <a:pt x="15255" y="34903"/>
                          <a:pt x="14044" y="37002"/>
                          <a:pt x="13257" y="39640"/>
                        </a:cubicBezTo>
                        <a:cubicBezTo>
                          <a:pt x="12470" y="42279"/>
                          <a:pt x="12047" y="45397"/>
                          <a:pt x="12047" y="48936"/>
                        </a:cubicBezTo>
                        <a:lnTo>
                          <a:pt x="12047" y="49955"/>
                        </a:lnTo>
                        <a:cubicBezTo>
                          <a:pt x="12047" y="54693"/>
                          <a:pt x="12955" y="58471"/>
                          <a:pt x="14710" y="61290"/>
                        </a:cubicBezTo>
                        <a:cubicBezTo>
                          <a:pt x="16466" y="64108"/>
                          <a:pt x="19311" y="65487"/>
                          <a:pt x="23306" y="65487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7" name="Freeform 158">
                    <a:extLst>
                      <a:ext uri="{FF2B5EF4-FFF2-40B4-BE49-F238E27FC236}">
                        <a16:creationId xmlns:a16="http://schemas.microsoft.com/office/drawing/2014/main" id="{059AC64F-0B34-54AE-BB53-B6E781D00821}"/>
                      </a:ext>
                    </a:extLst>
                  </p:cNvPr>
                  <p:cNvSpPr/>
                  <p:nvPr/>
                </p:nvSpPr>
                <p:spPr>
                  <a:xfrm>
                    <a:off x="2617657" y="336057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1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4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4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2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500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8" name="Freeform 159">
                    <a:extLst>
                      <a:ext uri="{FF2B5EF4-FFF2-40B4-BE49-F238E27FC236}">
                        <a16:creationId xmlns:a16="http://schemas.microsoft.com/office/drawing/2014/main" id="{8C329EBC-1108-7793-712F-AAE7A6C2BD48}"/>
                      </a:ext>
                    </a:extLst>
                  </p:cNvPr>
                  <p:cNvSpPr/>
                  <p:nvPr/>
                </p:nvSpPr>
                <p:spPr>
                  <a:xfrm>
                    <a:off x="2667963" y="336057"/>
                    <a:ext cx="87837" cy="52413"/>
                  </a:xfrm>
                  <a:custGeom>
                    <a:avLst/>
                    <a:gdLst>
                      <a:gd name="connsiteX0" fmla="*/ 363 w 87837"/>
                      <a:gd name="connsiteY0" fmla="*/ 52234 h 52413"/>
                      <a:gd name="connsiteX1" fmla="*/ 363 w 87837"/>
                      <a:gd name="connsiteY1" fmla="*/ 44918 h 52413"/>
                      <a:gd name="connsiteX2" fmla="*/ 7567 w 87837"/>
                      <a:gd name="connsiteY2" fmla="*/ 43478 h 52413"/>
                      <a:gd name="connsiteX3" fmla="*/ 7567 w 87837"/>
                      <a:gd name="connsiteY3" fmla="*/ 9715 h 52413"/>
                      <a:gd name="connsiteX4" fmla="*/ 0 w 87837"/>
                      <a:gd name="connsiteY4" fmla="*/ 8276 h 52413"/>
                      <a:gd name="connsiteX5" fmla="*/ 0 w 87837"/>
                      <a:gd name="connsiteY5" fmla="*/ 960 h 52413"/>
                      <a:gd name="connsiteX6" fmla="*/ 18645 w 87837"/>
                      <a:gd name="connsiteY6" fmla="*/ 960 h 52413"/>
                      <a:gd name="connsiteX7" fmla="*/ 19190 w 87837"/>
                      <a:gd name="connsiteY7" fmla="*/ 7676 h 52413"/>
                      <a:gd name="connsiteX8" fmla="*/ 25546 w 87837"/>
                      <a:gd name="connsiteY8" fmla="*/ 2039 h 52413"/>
                      <a:gd name="connsiteX9" fmla="*/ 34384 w 87837"/>
                      <a:gd name="connsiteY9" fmla="*/ 0 h 52413"/>
                      <a:gd name="connsiteX10" fmla="*/ 43041 w 87837"/>
                      <a:gd name="connsiteY10" fmla="*/ 2219 h 52413"/>
                      <a:gd name="connsiteX11" fmla="*/ 48489 w 87837"/>
                      <a:gd name="connsiteY11" fmla="*/ 8996 h 52413"/>
                      <a:gd name="connsiteX12" fmla="*/ 54785 w 87837"/>
                      <a:gd name="connsiteY12" fmla="*/ 2399 h 52413"/>
                      <a:gd name="connsiteX13" fmla="*/ 63926 w 87837"/>
                      <a:gd name="connsiteY13" fmla="*/ 0 h 52413"/>
                      <a:gd name="connsiteX14" fmla="*/ 76154 w 87837"/>
                      <a:gd name="connsiteY14" fmla="*/ 5277 h 52413"/>
                      <a:gd name="connsiteX15" fmla="*/ 80634 w 87837"/>
                      <a:gd name="connsiteY15" fmla="*/ 21169 h 52413"/>
                      <a:gd name="connsiteX16" fmla="*/ 80634 w 87837"/>
                      <a:gd name="connsiteY16" fmla="*/ 43478 h 52413"/>
                      <a:gd name="connsiteX17" fmla="*/ 87837 w 87837"/>
                      <a:gd name="connsiteY17" fmla="*/ 44918 h 52413"/>
                      <a:gd name="connsiteX18" fmla="*/ 87837 w 87837"/>
                      <a:gd name="connsiteY18" fmla="*/ 52234 h 52413"/>
                      <a:gd name="connsiteX19" fmla="*/ 61807 w 87837"/>
                      <a:gd name="connsiteY19" fmla="*/ 52234 h 52413"/>
                      <a:gd name="connsiteX20" fmla="*/ 61807 w 87837"/>
                      <a:gd name="connsiteY20" fmla="*/ 44918 h 52413"/>
                      <a:gd name="connsiteX21" fmla="*/ 68587 w 87837"/>
                      <a:gd name="connsiteY21" fmla="*/ 43478 h 52413"/>
                      <a:gd name="connsiteX22" fmla="*/ 68587 w 87837"/>
                      <a:gd name="connsiteY22" fmla="*/ 21169 h 52413"/>
                      <a:gd name="connsiteX23" fmla="*/ 66408 w 87837"/>
                      <a:gd name="connsiteY23" fmla="*/ 12114 h 52413"/>
                      <a:gd name="connsiteX24" fmla="*/ 59931 w 87837"/>
                      <a:gd name="connsiteY24" fmla="*/ 9535 h 52413"/>
                      <a:gd name="connsiteX25" fmla="*/ 53393 w 87837"/>
                      <a:gd name="connsiteY25" fmla="*/ 12054 h 52413"/>
                      <a:gd name="connsiteX26" fmla="*/ 50063 w 87837"/>
                      <a:gd name="connsiteY26" fmla="*/ 18471 h 52413"/>
                      <a:gd name="connsiteX27" fmla="*/ 50063 w 87837"/>
                      <a:gd name="connsiteY27" fmla="*/ 43598 h 52413"/>
                      <a:gd name="connsiteX28" fmla="*/ 56601 w 87837"/>
                      <a:gd name="connsiteY28" fmla="*/ 45038 h 52413"/>
                      <a:gd name="connsiteX29" fmla="*/ 56601 w 87837"/>
                      <a:gd name="connsiteY29" fmla="*/ 52354 h 52413"/>
                      <a:gd name="connsiteX30" fmla="*/ 31539 w 87837"/>
                      <a:gd name="connsiteY30" fmla="*/ 52354 h 52413"/>
                      <a:gd name="connsiteX31" fmla="*/ 31539 w 87837"/>
                      <a:gd name="connsiteY31" fmla="*/ 45038 h 52413"/>
                      <a:gd name="connsiteX32" fmla="*/ 38077 w 87837"/>
                      <a:gd name="connsiteY32" fmla="*/ 43598 h 52413"/>
                      <a:gd name="connsiteX33" fmla="*/ 38077 w 87837"/>
                      <a:gd name="connsiteY33" fmla="*/ 21289 h 52413"/>
                      <a:gd name="connsiteX34" fmla="*/ 35837 w 87837"/>
                      <a:gd name="connsiteY34" fmla="*/ 12294 h 52413"/>
                      <a:gd name="connsiteX35" fmla="*/ 29360 w 87837"/>
                      <a:gd name="connsiteY35" fmla="*/ 9595 h 52413"/>
                      <a:gd name="connsiteX36" fmla="*/ 23427 w 87837"/>
                      <a:gd name="connsiteY36" fmla="*/ 11035 h 52413"/>
                      <a:gd name="connsiteX37" fmla="*/ 19553 w 87837"/>
                      <a:gd name="connsiteY37" fmla="*/ 15053 h 52413"/>
                      <a:gd name="connsiteX38" fmla="*/ 19553 w 87837"/>
                      <a:gd name="connsiteY38" fmla="*/ 43658 h 52413"/>
                      <a:gd name="connsiteX39" fmla="*/ 26273 w 87837"/>
                      <a:gd name="connsiteY39" fmla="*/ 45098 h 52413"/>
                      <a:gd name="connsiteX40" fmla="*/ 26273 w 87837"/>
                      <a:gd name="connsiteY40" fmla="*/ 52414 h 52413"/>
                      <a:gd name="connsiteX41" fmla="*/ 363 w 87837"/>
                      <a:gd name="connsiteY41" fmla="*/ 52414 h 524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7837" h="52413">
                        <a:moveTo>
                          <a:pt x="363" y="52234"/>
                        </a:moveTo>
                        <a:lnTo>
                          <a:pt x="363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190" y="7676"/>
                        </a:lnTo>
                        <a:cubicBezTo>
                          <a:pt x="20885" y="5277"/>
                          <a:pt x="23004" y="3358"/>
                          <a:pt x="25546" y="2039"/>
                        </a:cubicBezTo>
                        <a:cubicBezTo>
                          <a:pt x="28089" y="720"/>
                          <a:pt x="30994" y="0"/>
                          <a:pt x="34384" y="0"/>
                        </a:cubicBezTo>
                        <a:cubicBezTo>
                          <a:pt x="37774" y="0"/>
                          <a:pt x="40620" y="720"/>
                          <a:pt x="43041" y="2219"/>
                        </a:cubicBezTo>
                        <a:cubicBezTo>
                          <a:pt x="45462" y="3718"/>
                          <a:pt x="47278" y="5997"/>
                          <a:pt x="48489" y="8996"/>
                        </a:cubicBezTo>
                        <a:cubicBezTo>
                          <a:pt x="50063" y="6177"/>
                          <a:pt x="52182" y="3958"/>
                          <a:pt x="54785" y="2399"/>
                        </a:cubicBezTo>
                        <a:cubicBezTo>
                          <a:pt x="57388" y="780"/>
                          <a:pt x="60415" y="0"/>
                          <a:pt x="63926" y="0"/>
                        </a:cubicBezTo>
                        <a:cubicBezTo>
                          <a:pt x="69132" y="0"/>
                          <a:pt x="73188" y="1739"/>
                          <a:pt x="76154" y="5277"/>
                        </a:cubicBezTo>
                        <a:cubicBezTo>
                          <a:pt x="79120" y="8756"/>
                          <a:pt x="80634" y="14093"/>
                          <a:pt x="80634" y="21169"/>
                        </a:cubicBezTo>
                        <a:lnTo>
                          <a:pt x="80634" y="43478"/>
                        </a:lnTo>
                        <a:lnTo>
                          <a:pt x="87837" y="44918"/>
                        </a:lnTo>
                        <a:lnTo>
                          <a:pt x="87837" y="52234"/>
                        </a:lnTo>
                        <a:lnTo>
                          <a:pt x="61807" y="52234"/>
                        </a:lnTo>
                        <a:lnTo>
                          <a:pt x="61807" y="44918"/>
                        </a:lnTo>
                        <a:lnTo>
                          <a:pt x="68587" y="43478"/>
                        </a:lnTo>
                        <a:lnTo>
                          <a:pt x="68587" y="21169"/>
                        </a:lnTo>
                        <a:cubicBezTo>
                          <a:pt x="68587" y="16852"/>
                          <a:pt x="67861" y="13793"/>
                          <a:pt x="66408" y="12114"/>
                        </a:cubicBezTo>
                        <a:cubicBezTo>
                          <a:pt x="64955" y="10375"/>
                          <a:pt x="62776" y="9535"/>
                          <a:pt x="59931" y="9535"/>
                        </a:cubicBezTo>
                        <a:cubicBezTo>
                          <a:pt x="57267" y="9535"/>
                          <a:pt x="55088" y="10375"/>
                          <a:pt x="53393" y="12054"/>
                        </a:cubicBezTo>
                        <a:cubicBezTo>
                          <a:pt x="51698" y="13733"/>
                          <a:pt x="50608" y="15832"/>
                          <a:pt x="50063" y="18471"/>
                        </a:cubicBezTo>
                        <a:lnTo>
                          <a:pt x="50063" y="43598"/>
                        </a:lnTo>
                        <a:lnTo>
                          <a:pt x="56601" y="45038"/>
                        </a:lnTo>
                        <a:lnTo>
                          <a:pt x="56601" y="52354"/>
                        </a:lnTo>
                        <a:lnTo>
                          <a:pt x="31539" y="52354"/>
                        </a:lnTo>
                        <a:lnTo>
                          <a:pt x="31539" y="45038"/>
                        </a:lnTo>
                        <a:lnTo>
                          <a:pt x="38077" y="43598"/>
                        </a:lnTo>
                        <a:lnTo>
                          <a:pt x="38077" y="21289"/>
                        </a:lnTo>
                        <a:cubicBezTo>
                          <a:pt x="38077" y="17151"/>
                          <a:pt x="37351" y="14153"/>
                          <a:pt x="35837" y="12294"/>
                        </a:cubicBezTo>
                        <a:cubicBezTo>
                          <a:pt x="34324" y="10495"/>
                          <a:pt x="32205" y="9595"/>
                          <a:pt x="29360" y="9595"/>
                        </a:cubicBezTo>
                        <a:cubicBezTo>
                          <a:pt x="26999" y="9595"/>
                          <a:pt x="25001" y="10075"/>
                          <a:pt x="23427" y="11035"/>
                        </a:cubicBezTo>
                        <a:cubicBezTo>
                          <a:pt x="21793" y="11994"/>
                          <a:pt x="20522" y="13313"/>
                          <a:pt x="19553" y="15053"/>
                        </a:cubicBezTo>
                        <a:lnTo>
                          <a:pt x="19553" y="43658"/>
                        </a:lnTo>
                        <a:lnTo>
                          <a:pt x="26273" y="45098"/>
                        </a:lnTo>
                        <a:lnTo>
                          <a:pt x="26273" y="52414"/>
                        </a:lnTo>
                        <a:lnTo>
                          <a:pt x="363" y="5241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9" name="Freeform 160">
                    <a:extLst>
                      <a:ext uri="{FF2B5EF4-FFF2-40B4-BE49-F238E27FC236}">
                        <a16:creationId xmlns:a16="http://schemas.microsoft.com/office/drawing/2014/main" id="{40A0B0E3-B628-CF00-B15C-F23C3B506B5C}"/>
                      </a:ext>
                    </a:extLst>
                  </p:cNvPr>
                  <p:cNvSpPr/>
                  <p:nvPr/>
                </p:nvSpPr>
                <p:spPr>
                  <a:xfrm>
                    <a:off x="2755619" y="337137"/>
                    <a:ext cx="57448" cy="71844"/>
                  </a:xfrm>
                  <a:custGeom>
                    <a:avLst/>
                    <a:gdLst>
                      <a:gd name="connsiteX0" fmla="*/ 15134 w 57448"/>
                      <a:gd name="connsiteY0" fmla="*/ 71844 h 71844"/>
                      <a:gd name="connsiteX1" fmla="*/ 11744 w 57448"/>
                      <a:gd name="connsiteY1" fmla="*/ 71544 h 71844"/>
                      <a:gd name="connsiteX2" fmla="*/ 8354 w 57448"/>
                      <a:gd name="connsiteY2" fmla="*/ 70825 h 71844"/>
                      <a:gd name="connsiteX3" fmla="*/ 9686 w 57448"/>
                      <a:gd name="connsiteY3" fmla="*/ 61889 h 71844"/>
                      <a:gd name="connsiteX4" fmla="*/ 11744 w 57448"/>
                      <a:gd name="connsiteY4" fmla="*/ 62129 h 71844"/>
                      <a:gd name="connsiteX5" fmla="*/ 13681 w 57448"/>
                      <a:gd name="connsiteY5" fmla="*/ 62249 h 71844"/>
                      <a:gd name="connsiteX6" fmla="*/ 18766 w 57448"/>
                      <a:gd name="connsiteY6" fmla="*/ 60390 h 71844"/>
                      <a:gd name="connsiteX7" fmla="*/ 22096 w 57448"/>
                      <a:gd name="connsiteY7" fmla="*/ 55233 h 71844"/>
                      <a:gd name="connsiteX8" fmla="*/ 23670 w 57448"/>
                      <a:gd name="connsiteY8" fmla="*/ 51095 h 71844"/>
                      <a:gd name="connsiteX9" fmla="*/ 5993 w 57448"/>
                      <a:gd name="connsiteY9" fmla="*/ 8156 h 71844"/>
                      <a:gd name="connsiteX10" fmla="*/ 0 w 57448"/>
                      <a:gd name="connsiteY10" fmla="*/ 7316 h 71844"/>
                      <a:gd name="connsiteX11" fmla="*/ 0 w 57448"/>
                      <a:gd name="connsiteY11" fmla="*/ 0 h 71844"/>
                      <a:gd name="connsiteX12" fmla="*/ 25001 w 57448"/>
                      <a:gd name="connsiteY12" fmla="*/ 0 h 71844"/>
                      <a:gd name="connsiteX13" fmla="*/ 25001 w 57448"/>
                      <a:gd name="connsiteY13" fmla="*/ 7316 h 71844"/>
                      <a:gd name="connsiteX14" fmla="*/ 18645 w 57448"/>
                      <a:gd name="connsiteY14" fmla="*/ 8276 h 71844"/>
                      <a:gd name="connsiteX15" fmla="*/ 27604 w 57448"/>
                      <a:gd name="connsiteY15" fmla="*/ 32144 h 71844"/>
                      <a:gd name="connsiteX16" fmla="*/ 29178 w 57448"/>
                      <a:gd name="connsiteY16" fmla="*/ 36582 h 71844"/>
                      <a:gd name="connsiteX17" fmla="*/ 29481 w 57448"/>
                      <a:gd name="connsiteY17" fmla="*/ 36582 h 71844"/>
                      <a:gd name="connsiteX18" fmla="*/ 40075 w 57448"/>
                      <a:gd name="connsiteY18" fmla="*/ 8216 h 71844"/>
                      <a:gd name="connsiteX19" fmla="*/ 33718 w 57448"/>
                      <a:gd name="connsiteY19" fmla="*/ 7316 h 71844"/>
                      <a:gd name="connsiteX20" fmla="*/ 33718 w 57448"/>
                      <a:gd name="connsiteY20" fmla="*/ 0 h 71844"/>
                      <a:gd name="connsiteX21" fmla="*/ 57448 w 57448"/>
                      <a:gd name="connsiteY21" fmla="*/ 0 h 71844"/>
                      <a:gd name="connsiteX22" fmla="*/ 57448 w 57448"/>
                      <a:gd name="connsiteY22" fmla="*/ 7316 h 71844"/>
                      <a:gd name="connsiteX23" fmla="*/ 51879 w 57448"/>
                      <a:gd name="connsiteY23" fmla="*/ 8096 h 71844"/>
                      <a:gd name="connsiteX24" fmla="*/ 31842 w 57448"/>
                      <a:gd name="connsiteY24" fmla="*/ 58891 h 71844"/>
                      <a:gd name="connsiteX25" fmla="*/ 28270 w 57448"/>
                      <a:gd name="connsiteY25" fmla="*/ 65427 h 71844"/>
                      <a:gd name="connsiteX26" fmla="*/ 22943 w 57448"/>
                      <a:gd name="connsiteY26" fmla="*/ 70105 h 71844"/>
                      <a:gd name="connsiteX27" fmla="*/ 15073 w 57448"/>
                      <a:gd name="connsiteY27" fmla="*/ 71844 h 718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57448" h="71844">
                        <a:moveTo>
                          <a:pt x="15134" y="71844"/>
                        </a:moveTo>
                        <a:cubicBezTo>
                          <a:pt x="14165" y="71844"/>
                          <a:pt x="13015" y="71724"/>
                          <a:pt x="11744" y="71544"/>
                        </a:cubicBezTo>
                        <a:cubicBezTo>
                          <a:pt x="10473" y="71365"/>
                          <a:pt x="9323" y="71125"/>
                          <a:pt x="8354" y="70825"/>
                        </a:cubicBezTo>
                        <a:lnTo>
                          <a:pt x="9686" y="61889"/>
                        </a:lnTo>
                        <a:cubicBezTo>
                          <a:pt x="10231" y="62009"/>
                          <a:pt x="10957" y="62069"/>
                          <a:pt x="11744" y="62129"/>
                        </a:cubicBezTo>
                        <a:cubicBezTo>
                          <a:pt x="12531" y="62189"/>
                          <a:pt x="13197" y="62249"/>
                          <a:pt x="13681" y="62249"/>
                        </a:cubicBezTo>
                        <a:cubicBezTo>
                          <a:pt x="15679" y="62249"/>
                          <a:pt x="17374" y="61649"/>
                          <a:pt x="18766" y="60390"/>
                        </a:cubicBezTo>
                        <a:cubicBezTo>
                          <a:pt x="20158" y="59131"/>
                          <a:pt x="21248" y="57391"/>
                          <a:pt x="22096" y="55233"/>
                        </a:cubicBezTo>
                        <a:lnTo>
                          <a:pt x="23670" y="51095"/>
                        </a:lnTo>
                        <a:lnTo>
                          <a:pt x="5993" y="81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25001" y="0"/>
                        </a:lnTo>
                        <a:lnTo>
                          <a:pt x="25001" y="7316"/>
                        </a:lnTo>
                        <a:lnTo>
                          <a:pt x="18645" y="8276"/>
                        </a:lnTo>
                        <a:lnTo>
                          <a:pt x="27604" y="32144"/>
                        </a:lnTo>
                        <a:lnTo>
                          <a:pt x="29178" y="36582"/>
                        </a:lnTo>
                        <a:lnTo>
                          <a:pt x="29481" y="36582"/>
                        </a:lnTo>
                        <a:lnTo>
                          <a:pt x="40075" y="8216"/>
                        </a:lnTo>
                        <a:lnTo>
                          <a:pt x="33718" y="7316"/>
                        </a:lnTo>
                        <a:lnTo>
                          <a:pt x="33718" y="0"/>
                        </a:lnTo>
                        <a:lnTo>
                          <a:pt x="57448" y="0"/>
                        </a:lnTo>
                        <a:lnTo>
                          <a:pt x="57448" y="7316"/>
                        </a:lnTo>
                        <a:lnTo>
                          <a:pt x="51879" y="8096"/>
                        </a:lnTo>
                        <a:lnTo>
                          <a:pt x="31842" y="58891"/>
                        </a:lnTo>
                        <a:cubicBezTo>
                          <a:pt x="30873" y="61290"/>
                          <a:pt x="29723" y="63448"/>
                          <a:pt x="28270" y="65427"/>
                        </a:cubicBezTo>
                        <a:cubicBezTo>
                          <a:pt x="26878" y="67407"/>
                          <a:pt x="25062" y="68966"/>
                          <a:pt x="22943" y="70105"/>
                        </a:cubicBezTo>
                        <a:cubicBezTo>
                          <a:pt x="20764" y="71245"/>
                          <a:pt x="18161" y="71844"/>
                          <a:pt x="15073" y="7184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0" name="Freeform 161">
                    <a:extLst>
                      <a:ext uri="{FF2B5EF4-FFF2-40B4-BE49-F238E27FC236}">
                        <a16:creationId xmlns:a16="http://schemas.microsoft.com/office/drawing/2014/main" id="{40E22361-AE23-A04D-D498-335EF10C55EE}"/>
                      </a:ext>
                    </a:extLst>
                  </p:cNvPr>
                  <p:cNvSpPr/>
                  <p:nvPr/>
                </p:nvSpPr>
                <p:spPr>
                  <a:xfrm>
                    <a:off x="2841035" y="313448"/>
                    <a:ext cx="34021" cy="74842"/>
                  </a:xfrm>
                  <a:custGeom>
                    <a:avLst/>
                    <a:gdLst>
                      <a:gd name="connsiteX0" fmla="*/ 666 w 34021"/>
                      <a:gd name="connsiteY0" fmla="*/ 74843 h 74842"/>
                      <a:gd name="connsiteX1" fmla="*/ 666 w 34021"/>
                      <a:gd name="connsiteY1" fmla="*/ 67526 h 74842"/>
                      <a:gd name="connsiteX2" fmla="*/ 7870 w 34021"/>
                      <a:gd name="connsiteY2" fmla="*/ 66087 h 74842"/>
                      <a:gd name="connsiteX3" fmla="*/ 7870 w 34021"/>
                      <a:gd name="connsiteY3" fmla="*/ 32144 h 74842"/>
                      <a:gd name="connsiteX4" fmla="*/ 0 w 34021"/>
                      <a:gd name="connsiteY4" fmla="*/ 32144 h 74842"/>
                      <a:gd name="connsiteX5" fmla="*/ 0 w 34021"/>
                      <a:gd name="connsiteY5" fmla="*/ 23628 h 74842"/>
                      <a:gd name="connsiteX6" fmla="*/ 7870 w 34021"/>
                      <a:gd name="connsiteY6" fmla="*/ 23628 h 74842"/>
                      <a:gd name="connsiteX7" fmla="*/ 7870 w 34021"/>
                      <a:gd name="connsiteY7" fmla="*/ 17631 h 74842"/>
                      <a:gd name="connsiteX8" fmla="*/ 12591 w 34021"/>
                      <a:gd name="connsiteY8" fmla="*/ 4618 h 74842"/>
                      <a:gd name="connsiteX9" fmla="*/ 25728 w 34021"/>
                      <a:gd name="connsiteY9" fmla="*/ 0 h 74842"/>
                      <a:gd name="connsiteX10" fmla="*/ 29904 w 34021"/>
                      <a:gd name="connsiteY10" fmla="*/ 300 h 74842"/>
                      <a:gd name="connsiteX11" fmla="*/ 34021 w 34021"/>
                      <a:gd name="connsiteY11" fmla="*/ 1079 h 74842"/>
                      <a:gd name="connsiteX12" fmla="*/ 32810 w 34021"/>
                      <a:gd name="connsiteY12" fmla="*/ 10015 h 74842"/>
                      <a:gd name="connsiteX13" fmla="*/ 30328 w 34021"/>
                      <a:gd name="connsiteY13" fmla="*/ 9595 h 74842"/>
                      <a:gd name="connsiteX14" fmla="*/ 27423 w 34021"/>
                      <a:gd name="connsiteY14" fmla="*/ 9415 h 74842"/>
                      <a:gd name="connsiteX15" fmla="*/ 21732 w 34021"/>
                      <a:gd name="connsiteY15" fmla="*/ 11514 h 74842"/>
                      <a:gd name="connsiteX16" fmla="*/ 19856 w 34021"/>
                      <a:gd name="connsiteY16" fmla="*/ 17571 h 74842"/>
                      <a:gd name="connsiteX17" fmla="*/ 19856 w 34021"/>
                      <a:gd name="connsiteY17" fmla="*/ 23568 h 74842"/>
                      <a:gd name="connsiteX18" fmla="*/ 31418 w 34021"/>
                      <a:gd name="connsiteY18" fmla="*/ 23568 h 74842"/>
                      <a:gd name="connsiteX19" fmla="*/ 31418 w 34021"/>
                      <a:gd name="connsiteY19" fmla="*/ 32084 h 74842"/>
                      <a:gd name="connsiteX20" fmla="*/ 19856 w 34021"/>
                      <a:gd name="connsiteY20" fmla="*/ 32084 h 74842"/>
                      <a:gd name="connsiteX21" fmla="*/ 19856 w 34021"/>
                      <a:gd name="connsiteY21" fmla="*/ 66027 h 74842"/>
                      <a:gd name="connsiteX22" fmla="*/ 28875 w 34021"/>
                      <a:gd name="connsiteY22" fmla="*/ 67466 h 74842"/>
                      <a:gd name="connsiteX23" fmla="*/ 28875 w 34021"/>
                      <a:gd name="connsiteY23" fmla="*/ 74783 h 74842"/>
                      <a:gd name="connsiteX24" fmla="*/ 666 w 34021"/>
                      <a:gd name="connsiteY24" fmla="*/ 74783 h 748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34021" h="74842">
                        <a:moveTo>
                          <a:pt x="666" y="74843"/>
                        </a:moveTo>
                        <a:lnTo>
                          <a:pt x="666" y="67526"/>
                        </a:lnTo>
                        <a:lnTo>
                          <a:pt x="7870" y="66087"/>
                        </a:lnTo>
                        <a:lnTo>
                          <a:pt x="7870" y="32144"/>
                        </a:lnTo>
                        <a:lnTo>
                          <a:pt x="0" y="32144"/>
                        </a:lnTo>
                        <a:lnTo>
                          <a:pt x="0" y="23628"/>
                        </a:lnTo>
                        <a:lnTo>
                          <a:pt x="7870" y="23628"/>
                        </a:lnTo>
                        <a:lnTo>
                          <a:pt x="7870" y="17631"/>
                        </a:lnTo>
                        <a:cubicBezTo>
                          <a:pt x="7870" y="11994"/>
                          <a:pt x="9444" y="7676"/>
                          <a:pt x="12591" y="4618"/>
                        </a:cubicBezTo>
                        <a:cubicBezTo>
                          <a:pt x="15739" y="1559"/>
                          <a:pt x="20098" y="0"/>
                          <a:pt x="25728" y="0"/>
                        </a:cubicBezTo>
                        <a:cubicBezTo>
                          <a:pt x="27059" y="0"/>
                          <a:pt x="28452" y="120"/>
                          <a:pt x="29904" y="300"/>
                        </a:cubicBezTo>
                        <a:cubicBezTo>
                          <a:pt x="31418" y="480"/>
                          <a:pt x="32750" y="780"/>
                          <a:pt x="34021" y="1079"/>
                        </a:cubicBezTo>
                        <a:lnTo>
                          <a:pt x="32810" y="10015"/>
                        </a:lnTo>
                        <a:cubicBezTo>
                          <a:pt x="32144" y="9835"/>
                          <a:pt x="31297" y="9715"/>
                          <a:pt x="30328" y="9595"/>
                        </a:cubicBezTo>
                        <a:cubicBezTo>
                          <a:pt x="29360" y="9475"/>
                          <a:pt x="28391" y="9415"/>
                          <a:pt x="27423" y="9415"/>
                        </a:cubicBezTo>
                        <a:cubicBezTo>
                          <a:pt x="24880" y="9415"/>
                          <a:pt x="22943" y="10135"/>
                          <a:pt x="21732" y="11514"/>
                        </a:cubicBezTo>
                        <a:cubicBezTo>
                          <a:pt x="20461" y="12894"/>
                          <a:pt x="19856" y="14933"/>
                          <a:pt x="19856" y="17571"/>
                        </a:cubicBezTo>
                        <a:lnTo>
                          <a:pt x="19856" y="23568"/>
                        </a:lnTo>
                        <a:lnTo>
                          <a:pt x="31418" y="23568"/>
                        </a:lnTo>
                        <a:lnTo>
                          <a:pt x="31418" y="32084"/>
                        </a:lnTo>
                        <a:lnTo>
                          <a:pt x="19856" y="32084"/>
                        </a:lnTo>
                        <a:lnTo>
                          <a:pt x="19856" y="66027"/>
                        </a:lnTo>
                        <a:lnTo>
                          <a:pt x="28875" y="67466"/>
                        </a:lnTo>
                        <a:lnTo>
                          <a:pt x="28875" y="74783"/>
                        </a:lnTo>
                        <a:lnTo>
                          <a:pt x="666" y="747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1" name="Freeform 162">
                    <a:extLst>
                      <a:ext uri="{FF2B5EF4-FFF2-40B4-BE49-F238E27FC236}">
                        <a16:creationId xmlns:a16="http://schemas.microsoft.com/office/drawing/2014/main" id="{0ACF52FD-FF30-A396-741C-BE2D9DBEDE6C}"/>
                      </a:ext>
                    </a:extLst>
                  </p:cNvPr>
                  <p:cNvSpPr/>
                  <p:nvPr/>
                </p:nvSpPr>
                <p:spPr>
                  <a:xfrm>
                    <a:off x="2878082" y="336117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3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6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6" y="563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2" y="1139"/>
                          <a:pt x="36563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2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6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2" name="Freeform 163">
                    <a:extLst>
                      <a:ext uri="{FF2B5EF4-FFF2-40B4-BE49-F238E27FC236}">
                        <a16:creationId xmlns:a16="http://schemas.microsoft.com/office/drawing/2014/main" id="{D56D5E5D-167F-ADFA-ED24-7E83CC677B3F}"/>
                      </a:ext>
                    </a:extLst>
                  </p:cNvPr>
                  <p:cNvSpPr/>
                  <p:nvPr/>
                </p:nvSpPr>
                <p:spPr>
                  <a:xfrm>
                    <a:off x="2932504" y="336057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2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2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9" name="Graphic 6">
                  <a:extLst>
                    <a:ext uri="{FF2B5EF4-FFF2-40B4-BE49-F238E27FC236}">
                      <a16:creationId xmlns:a16="http://schemas.microsoft.com/office/drawing/2014/main" id="{B1691D47-0AD6-E900-CFE3-8A25A712808A}"/>
                    </a:ext>
                  </a:extLst>
                </p:cNvPr>
                <p:cNvGrpSpPr/>
                <p:nvPr/>
              </p:nvGrpSpPr>
              <p:grpSpPr>
                <a:xfrm>
                  <a:off x="2094326" y="420855"/>
                  <a:ext cx="973657" cy="93673"/>
                  <a:chOff x="2094326" y="420855"/>
                  <a:chExt cx="973657" cy="93673"/>
                </a:xfrm>
                <a:solidFill>
                  <a:srgbClr val="585860"/>
                </a:solidFill>
              </p:grpSpPr>
              <p:sp>
                <p:nvSpPr>
                  <p:cNvPr id="20" name="Freeform 131">
                    <a:extLst>
                      <a:ext uri="{FF2B5EF4-FFF2-40B4-BE49-F238E27FC236}">
                        <a16:creationId xmlns:a16="http://schemas.microsoft.com/office/drawing/2014/main" id="{99CF3E57-623C-5CE1-7AAC-3C76216DE579}"/>
                      </a:ext>
                    </a:extLst>
                  </p:cNvPr>
                  <p:cNvSpPr/>
                  <p:nvPr/>
                </p:nvSpPr>
                <p:spPr>
                  <a:xfrm>
                    <a:off x="2094326" y="424813"/>
                    <a:ext cx="54905" cy="70884"/>
                  </a:xfrm>
                  <a:custGeom>
                    <a:avLst/>
                    <a:gdLst>
                      <a:gd name="connsiteX0" fmla="*/ 32568 w 54905"/>
                      <a:gd name="connsiteY0" fmla="*/ 70885 h 70884"/>
                      <a:gd name="connsiteX1" fmla="*/ 15013 w 54905"/>
                      <a:gd name="connsiteY1" fmla="*/ 66567 h 70884"/>
                      <a:gd name="connsiteX2" fmla="*/ 3874 w 54905"/>
                      <a:gd name="connsiteY2" fmla="*/ 54453 h 70884"/>
                      <a:gd name="connsiteX3" fmla="*/ 0 w 54905"/>
                      <a:gd name="connsiteY3" fmla="*/ 36342 h 70884"/>
                      <a:gd name="connsiteX4" fmla="*/ 0 w 54905"/>
                      <a:gd name="connsiteY4" fmla="*/ 34603 h 70884"/>
                      <a:gd name="connsiteX5" fmla="*/ 3814 w 54905"/>
                      <a:gd name="connsiteY5" fmla="*/ 16732 h 70884"/>
                      <a:gd name="connsiteX6" fmla="*/ 14771 w 54905"/>
                      <a:gd name="connsiteY6" fmla="*/ 4498 h 70884"/>
                      <a:gd name="connsiteX7" fmla="*/ 31781 w 54905"/>
                      <a:gd name="connsiteY7" fmla="*/ 0 h 70884"/>
                      <a:gd name="connsiteX8" fmla="*/ 44615 w 54905"/>
                      <a:gd name="connsiteY8" fmla="*/ 2039 h 70884"/>
                      <a:gd name="connsiteX9" fmla="*/ 54906 w 54905"/>
                      <a:gd name="connsiteY9" fmla="*/ 7736 h 70884"/>
                      <a:gd name="connsiteX10" fmla="*/ 54906 w 54905"/>
                      <a:gd name="connsiteY10" fmla="*/ 23628 h 70884"/>
                      <a:gd name="connsiteX11" fmla="*/ 45765 w 54905"/>
                      <a:gd name="connsiteY11" fmla="*/ 23628 h 70884"/>
                      <a:gd name="connsiteX12" fmla="*/ 44494 w 54905"/>
                      <a:gd name="connsiteY12" fmla="*/ 12954 h 70884"/>
                      <a:gd name="connsiteX13" fmla="*/ 40983 w 54905"/>
                      <a:gd name="connsiteY13" fmla="*/ 11035 h 70884"/>
                      <a:gd name="connsiteX14" fmla="*/ 36806 w 54905"/>
                      <a:gd name="connsiteY14" fmla="*/ 9775 h 70884"/>
                      <a:gd name="connsiteX15" fmla="*/ 31842 w 54905"/>
                      <a:gd name="connsiteY15" fmla="*/ 9355 h 70884"/>
                      <a:gd name="connsiteX16" fmla="*/ 21127 w 54905"/>
                      <a:gd name="connsiteY16" fmla="*/ 12474 h 70884"/>
                      <a:gd name="connsiteX17" fmla="*/ 14347 w 54905"/>
                      <a:gd name="connsiteY17" fmla="*/ 21229 h 70884"/>
                      <a:gd name="connsiteX18" fmla="*/ 11986 w 54905"/>
                      <a:gd name="connsiteY18" fmla="*/ 34423 h 70884"/>
                      <a:gd name="connsiteX19" fmla="*/ 11986 w 54905"/>
                      <a:gd name="connsiteY19" fmla="*/ 36282 h 70884"/>
                      <a:gd name="connsiteX20" fmla="*/ 14468 w 54905"/>
                      <a:gd name="connsiteY20" fmla="*/ 49775 h 70884"/>
                      <a:gd name="connsiteX21" fmla="*/ 21611 w 54905"/>
                      <a:gd name="connsiteY21" fmla="*/ 58471 h 70884"/>
                      <a:gd name="connsiteX22" fmla="*/ 32750 w 54905"/>
                      <a:gd name="connsiteY22" fmla="*/ 61469 h 70884"/>
                      <a:gd name="connsiteX23" fmla="*/ 38985 w 54905"/>
                      <a:gd name="connsiteY23" fmla="*/ 60750 h 70884"/>
                      <a:gd name="connsiteX24" fmla="*/ 44433 w 54905"/>
                      <a:gd name="connsiteY24" fmla="*/ 58831 h 70884"/>
                      <a:gd name="connsiteX25" fmla="*/ 45704 w 54905"/>
                      <a:gd name="connsiteY25" fmla="*/ 49176 h 70884"/>
                      <a:gd name="connsiteX26" fmla="*/ 54785 w 54905"/>
                      <a:gd name="connsiteY26" fmla="*/ 49176 h 70884"/>
                      <a:gd name="connsiteX27" fmla="*/ 54785 w 54905"/>
                      <a:gd name="connsiteY27" fmla="*/ 65008 h 70884"/>
                      <a:gd name="connsiteX28" fmla="*/ 44978 w 54905"/>
                      <a:gd name="connsiteY28" fmla="*/ 69206 h 70884"/>
                      <a:gd name="connsiteX29" fmla="*/ 32508 w 54905"/>
                      <a:gd name="connsiteY29" fmla="*/ 70825 h 708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54905" h="70884">
                        <a:moveTo>
                          <a:pt x="32568" y="70885"/>
                        </a:moveTo>
                        <a:cubicBezTo>
                          <a:pt x="25728" y="70885"/>
                          <a:pt x="19856" y="69445"/>
                          <a:pt x="15013" y="66567"/>
                        </a:cubicBezTo>
                        <a:cubicBezTo>
                          <a:pt x="10170" y="63688"/>
                          <a:pt x="6417" y="59670"/>
                          <a:pt x="3874" y="54453"/>
                        </a:cubicBezTo>
                        <a:cubicBezTo>
                          <a:pt x="1332" y="49236"/>
                          <a:pt x="0" y="43239"/>
                          <a:pt x="0" y="36342"/>
                        </a:cubicBezTo>
                        <a:lnTo>
                          <a:pt x="0" y="34603"/>
                        </a:lnTo>
                        <a:cubicBezTo>
                          <a:pt x="0" y="27886"/>
                          <a:pt x="1271" y="21949"/>
                          <a:pt x="3814" y="16732"/>
                        </a:cubicBezTo>
                        <a:cubicBezTo>
                          <a:pt x="6356" y="11514"/>
                          <a:pt x="9988" y="7436"/>
                          <a:pt x="14771" y="4498"/>
                        </a:cubicBezTo>
                        <a:cubicBezTo>
                          <a:pt x="19493" y="1499"/>
                          <a:pt x="25183" y="0"/>
                          <a:pt x="31781" y="0"/>
                        </a:cubicBezTo>
                        <a:cubicBezTo>
                          <a:pt x="36382" y="0"/>
                          <a:pt x="40680" y="660"/>
                          <a:pt x="44615" y="2039"/>
                        </a:cubicBezTo>
                        <a:cubicBezTo>
                          <a:pt x="48550" y="3418"/>
                          <a:pt x="52000" y="5277"/>
                          <a:pt x="54906" y="7736"/>
                        </a:cubicBezTo>
                        <a:lnTo>
                          <a:pt x="54906" y="23628"/>
                        </a:lnTo>
                        <a:lnTo>
                          <a:pt x="45765" y="23628"/>
                        </a:lnTo>
                        <a:lnTo>
                          <a:pt x="44494" y="12954"/>
                        </a:lnTo>
                        <a:cubicBezTo>
                          <a:pt x="43465" y="12174"/>
                          <a:pt x="42254" y="11574"/>
                          <a:pt x="40983" y="11035"/>
                        </a:cubicBezTo>
                        <a:cubicBezTo>
                          <a:pt x="39711" y="10495"/>
                          <a:pt x="38319" y="10075"/>
                          <a:pt x="36806" y="9775"/>
                        </a:cubicBezTo>
                        <a:cubicBezTo>
                          <a:pt x="35292" y="9475"/>
                          <a:pt x="33658" y="9355"/>
                          <a:pt x="31842" y="9355"/>
                        </a:cubicBezTo>
                        <a:cubicBezTo>
                          <a:pt x="27665" y="9355"/>
                          <a:pt x="24093" y="10375"/>
                          <a:pt x="21127" y="12474"/>
                        </a:cubicBezTo>
                        <a:cubicBezTo>
                          <a:pt x="18161" y="14573"/>
                          <a:pt x="15860" y="17451"/>
                          <a:pt x="14347" y="21229"/>
                        </a:cubicBezTo>
                        <a:cubicBezTo>
                          <a:pt x="12773" y="25008"/>
                          <a:pt x="11986" y="29385"/>
                          <a:pt x="11986" y="34423"/>
                        </a:cubicBezTo>
                        <a:lnTo>
                          <a:pt x="11986" y="36282"/>
                        </a:lnTo>
                        <a:cubicBezTo>
                          <a:pt x="11986" y="41499"/>
                          <a:pt x="12834" y="45997"/>
                          <a:pt x="14468" y="49775"/>
                        </a:cubicBezTo>
                        <a:cubicBezTo>
                          <a:pt x="16103" y="53553"/>
                          <a:pt x="18524" y="56432"/>
                          <a:pt x="21611" y="58471"/>
                        </a:cubicBezTo>
                        <a:cubicBezTo>
                          <a:pt x="24699" y="60510"/>
                          <a:pt x="28452" y="61469"/>
                          <a:pt x="32750" y="61469"/>
                        </a:cubicBezTo>
                        <a:cubicBezTo>
                          <a:pt x="34868" y="61469"/>
                          <a:pt x="36927" y="61230"/>
                          <a:pt x="38985" y="60750"/>
                        </a:cubicBezTo>
                        <a:cubicBezTo>
                          <a:pt x="41043" y="60270"/>
                          <a:pt x="42859" y="59610"/>
                          <a:pt x="44433" y="58831"/>
                        </a:cubicBezTo>
                        <a:lnTo>
                          <a:pt x="45704" y="49176"/>
                        </a:lnTo>
                        <a:lnTo>
                          <a:pt x="54785" y="49176"/>
                        </a:lnTo>
                        <a:lnTo>
                          <a:pt x="54785" y="65008"/>
                        </a:lnTo>
                        <a:cubicBezTo>
                          <a:pt x="52121" y="66747"/>
                          <a:pt x="48852" y="68126"/>
                          <a:pt x="44978" y="69206"/>
                        </a:cubicBezTo>
                        <a:cubicBezTo>
                          <a:pt x="41104" y="70285"/>
                          <a:pt x="36927" y="70825"/>
                          <a:pt x="32508" y="70825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" name="Freeform 132">
                    <a:extLst>
                      <a:ext uri="{FF2B5EF4-FFF2-40B4-BE49-F238E27FC236}">
                        <a16:creationId xmlns:a16="http://schemas.microsoft.com/office/drawing/2014/main" id="{9934A1A4-F060-B312-0375-491A8CFAB09E}"/>
                      </a:ext>
                    </a:extLst>
                  </p:cNvPr>
                  <p:cNvSpPr/>
                  <p:nvPr/>
                </p:nvSpPr>
                <p:spPr>
                  <a:xfrm>
                    <a:off x="2157283" y="442564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4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6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6" y="557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2" y="1139"/>
                          <a:pt x="36564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2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7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2" name="Freeform 133">
                    <a:extLst>
                      <a:ext uri="{FF2B5EF4-FFF2-40B4-BE49-F238E27FC236}">
                        <a16:creationId xmlns:a16="http://schemas.microsoft.com/office/drawing/2014/main" id="{2DCC0753-395E-87D7-56CA-BA3A87EAA8D0}"/>
                      </a:ext>
                    </a:extLst>
                  </p:cNvPr>
                  <p:cNvSpPr/>
                  <p:nvPr/>
                </p:nvSpPr>
                <p:spPr>
                  <a:xfrm>
                    <a:off x="2211705" y="442504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2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2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" name="Freeform 134">
                    <a:extLst>
                      <a:ext uri="{FF2B5EF4-FFF2-40B4-BE49-F238E27FC236}">
                        <a16:creationId xmlns:a16="http://schemas.microsoft.com/office/drawing/2014/main" id="{787DF8C3-0B32-9533-4D71-BF5269EAA2B8}"/>
                      </a:ext>
                    </a:extLst>
                  </p:cNvPr>
                  <p:cNvSpPr/>
                  <p:nvPr/>
                </p:nvSpPr>
                <p:spPr>
                  <a:xfrm>
                    <a:off x="2252082" y="442624"/>
                    <a:ext cx="53089" cy="71904"/>
                  </a:xfrm>
                  <a:custGeom>
                    <a:avLst/>
                    <a:gdLst>
                      <a:gd name="connsiteX0" fmla="*/ 605 w 53089"/>
                      <a:gd name="connsiteY0" fmla="*/ 71784 h 71904"/>
                      <a:gd name="connsiteX1" fmla="*/ 605 w 53089"/>
                      <a:gd name="connsiteY1" fmla="*/ 64468 h 71904"/>
                      <a:gd name="connsiteX2" fmla="*/ 7567 w 53089"/>
                      <a:gd name="connsiteY2" fmla="*/ 63029 h 71904"/>
                      <a:gd name="connsiteX3" fmla="*/ 7567 w 53089"/>
                      <a:gd name="connsiteY3" fmla="*/ 9655 h 71904"/>
                      <a:gd name="connsiteX4" fmla="*/ 0 w 53089"/>
                      <a:gd name="connsiteY4" fmla="*/ 8216 h 71904"/>
                      <a:gd name="connsiteX5" fmla="*/ 0 w 53089"/>
                      <a:gd name="connsiteY5" fmla="*/ 900 h 71904"/>
                      <a:gd name="connsiteX6" fmla="*/ 18403 w 53089"/>
                      <a:gd name="connsiteY6" fmla="*/ 900 h 71904"/>
                      <a:gd name="connsiteX7" fmla="*/ 19190 w 53089"/>
                      <a:gd name="connsiteY7" fmla="*/ 6957 h 71904"/>
                      <a:gd name="connsiteX8" fmla="*/ 25001 w 53089"/>
                      <a:gd name="connsiteY8" fmla="*/ 1799 h 71904"/>
                      <a:gd name="connsiteX9" fmla="*/ 33113 w 53089"/>
                      <a:gd name="connsiteY9" fmla="*/ 0 h 71904"/>
                      <a:gd name="connsiteX10" fmla="*/ 43888 w 53089"/>
                      <a:gd name="connsiteY10" fmla="*/ 3418 h 71904"/>
                      <a:gd name="connsiteX11" fmla="*/ 50729 w 53089"/>
                      <a:gd name="connsiteY11" fmla="*/ 12954 h 71904"/>
                      <a:gd name="connsiteX12" fmla="*/ 53090 w 53089"/>
                      <a:gd name="connsiteY12" fmla="*/ 27226 h 71904"/>
                      <a:gd name="connsiteX13" fmla="*/ 53090 w 53089"/>
                      <a:gd name="connsiteY13" fmla="*/ 28246 h 71904"/>
                      <a:gd name="connsiteX14" fmla="*/ 50729 w 53089"/>
                      <a:gd name="connsiteY14" fmla="*/ 41319 h 71904"/>
                      <a:gd name="connsiteX15" fmla="*/ 43888 w 53089"/>
                      <a:gd name="connsiteY15" fmla="*/ 50075 h 71904"/>
                      <a:gd name="connsiteX16" fmla="*/ 33113 w 53089"/>
                      <a:gd name="connsiteY16" fmla="*/ 53194 h 71904"/>
                      <a:gd name="connsiteX17" fmla="*/ 25304 w 53089"/>
                      <a:gd name="connsiteY17" fmla="*/ 51634 h 71904"/>
                      <a:gd name="connsiteX18" fmla="*/ 19553 w 53089"/>
                      <a:gd name="connsiteY18" fmla="*/ 47137 h 71904"/>
                      <a:gd name="connsiteX19" fmla="*/ 19553 w 53089"/>
                      <a:gd name="connsiteY19" fmla="*/ 63149 h 71904"/>
                      <a:gd name="connsiteX20" fmla="*/ 26938 w 53089"/>
                      <a:gd name="connsiteY20" fmla="*/ 64588 h 71904"/>
                      <a:gd name="connsiteX21" fmla="*/ 26938 w 53089"/>
                      <a:gd name="connsiteY21" fmla="*/ 71904 h 71904"/>
                      <a:gd name="connsiteX22" fmla="*/ 605 w 53089"/>
                      <a:gd name="connsiteY22" fmla="*/ 71904 h 71904"/>
                      <a:gd name="connsiteX23" fmla="*/ 29420 w 53089"/>
                      <a:gd name="connsiteY23" fmla="*/ 43898 h 71904"/>
                      <a:gd name="connsiteX24" fmla="*/ 38198 w 53089"/>
                      <a:gd name="connsiteY24" fmla="*/ 39580 h 71904"/>
                      <a:gd name="connsiteX25" fmla="*/ 41043 w 53089"/>
                      <a:gd name="connsiteY25" fmla="*/ 28126 h 71904"/>
                      <a:gd name="connsiteX26" fmla="*/ 41043 w 53089"/>
                      <a:gd name="connsiteY26" fmla="*/ 27107 h 71904"/>
                      <a:gd name="connsiteX27" fmla="*/ 39772 w 53089"/>
                      <a:gd name="connsiteY27" fmla="*/ 17811 h 71904"/>
                      <a:gd name="connsiteX28" fmla="*/ 35898 w 53089"/>
                      <a:gd name="connsiteY28" fmla="*/ 11574 h 71904"/>
                      <a:gd name="connsiteX29" fmla="*/ 29360 w 53089"/>
                      <a:gd name="connsiteY29" fmla="*/ 9355 h 71904"/>
                      <a:gd name="connsiteX30" fmla="*/ 23548 w 53089"/>
                      <a:gd name="connsiteY30" fmla="*/ 10855 h 71904"/>
                      <a:gd name="connsiteX31" fmla="*/ 19553 w 53089"/>
                      <a:gd name="connsiteY31" fmla="*/ 15053 h 71904"/>
                      <a:gd name="connsiteX32" fmla="*/ 19553 w 53089"/>
                      <a:gd name="connsiteY32" fmla="*/ 38501 h 71904"/>
                      <a:gd name="connsiteX33" fmla="*/ 23488 w 53089"/>
                      <a:gd name="connsiteY33" fmla="*/ 42519 h 71904"/>
                      <a:gd name="connsiteX34" fmla="*/ 29420 w 53089"/>
                      <a:gd name="connsiteY34" fmla="*/ 43898 h 719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53089" h="71904">
                        <a:moveTo>
                          <a:pt x="605" y="71784"/>
                        </a:moveTo>
                        <a:lnTo>
                          <a:pt x="605" y="64468"/>
                        </a:lnTo>
                        <a:lnTo>
                          <a:pt x="7567" y="63029"/>
                        </a:lnTo>
                        <a:lnTo>
                          <a:pt x="7567" y="9655"/>
                        </a:lnTo>
                        <a:lnTo>
                          <a:pt x="0" y="8216"/>
                        </a:lnTo>
                        <a:lnTo>
                          <a:pt x="0" y="900"/>
                        </a:lnTo>
                        <a:lnTo>
                          <a:pt x="18403" y="900"/>
                        </a:lnTo>
                        <a:lnTo>
                          <a:pt x="19190" y="6957"/>
                        </a:lnTo>
                        <a:cubicBezTo>
                          <a:pt x="20764" y="4738"/>
                          <a:pt x="22701" y="2999"/>
                          <a:pt x="25001" y="1799"/>
                        </a:cubicBezTo>
                        <a:cubicBezTo>
                          <a:pt x="27302" y="600"/>
                          <a:pt x="30026" y="0"/>
                          <a:pt x="33113" y="0"/>
                        </a:cubicBezTo>
                        <a:cubicBezTo>
                          <a:pt x="37290" y="0"/>
                          <a:pt x="40922" y="1139"/>
                          <a:pt x="43888" y="3418"/>
                        </a:cubicBezTo>
                        <a:cubicBezTo>
                          <a:pt x="46855" y="5697"/>
                          <a:pt x="49155" y="8876"/>
                          <a:pt x="50729" y="12954"/>
                        </a:cubicBezTo>
                        <a:cubicBezTo>
                          <a:pt x="52303" y="17032"/>
                          <a:pt x="53090" y="21769"/>
                          <a:pt x="53090" y="27226"/>
                        </a:cubicBezTo>
                        <a:lnTo>
                          <a:pt x="53090" y="28246"/>
                        </a:lnTo>
                        <a:cubicBezTo>
                          <a:pt x="53090" y="33223"/>
                          <a:pt x="52303" y="37601"/>
                          <a:pt x="50729" y="41319"/>
                        </a:cubicBezTo>
                        <a:cubicBezTo>
                          <a:pt x="49155" y="45038"/>
                          <a:pt x="46855" y="47976"/>
                          <a:pt x="43888" y="50075"/>
                        </a:cubicBezTo>
                        <a:cubicBezTo>
                          <a:pt x="40922" y="52174"/>
                          <a:pt x="37350" y="53194"/>
                          <a:pt x="33113" y="53194"/>
                        </a:cubicBezTo>
                        <a:cubicBezTo>
                          <a:pt x="30147" y="53194"/>
                          <a:pt x="27544" y="52654"/>
                          <a:pt x="25304" y="51634"/>
                        </a:cubicBezTo>
                        <a:cubicBezTo>
                          <a:pt x="23064" y="50615"/>
                          <a:pt x="21188" y="49116"/>
                          <a:pt x="19553" y="47137"/>
                        </a:cubicBezTo>
                        <a:lnTo>
                          <a:pt x="19553" y="63149"/>
                        </a:lnTo>
                        <a:lnTo>
                          <a:pt x="26938" y="64588"/>
                        </a:lnTo>
                        <a:lnTo>
                          <a:pt x="26938" y="71904"/>
                        </a:lnTo>
                        <a:lnTo>
                          <a:pt x="605" y="71904"/>
                        </a:lnTo>
                        <a:close/>
                        <a:moveTo>
                          <a:pt x="29420" y="43898"/>
                        </a:moveTo>
                        <a:cubicBezTo>
                          <a:pt x="33355" y="43898"/>
                          <a:pt x="36261" y="42459"/>
                          <a:pt x="38198" y="39580"/>
                        </a:cubicBezTo>
                        <a:cubicBezTo>
                          <a:pt x="40075" y="36702"/>
                          <a:pt x="41043" y="32864"/>
                          <a:pt x="41043" y="28126"/>
                        </a:cubicBezTo>
                        <a:lnTo>
                          <a:pt x="41043" y="27107"/>
                        </a:lnTo>
                        <a:cubicBezTo>
                          <a:pt x="41043" y="23568"/>
                          <a:pt x="40619" y="20450"/>
                          <a:pt x="39772" y="17811"/>
                        </a:cubicBezTo>
                        <a:cubicBezTo>
                          <a:pt x="38924" y="15172"/>
                          <a:pt x="37653" y="13074"/>
                          <a:pt x="35898" y="11574"/>
                        </a:cubicBezTo>
                        <a:cubicBezTo>
                          <a:pt x="34142" y="10075"/>
                          <a:pt x="31963" y="9355"/>
                          <a:pt x="29360" y="9355"/>
                        </a:cubicBezTo>
                        <a:cubicBezTo>
                          <a:pt x="27120" y="9355"/>
                          <a:pt x="25183" y="9835"/>
                          <a:pt x="23548" y="10855"/>
                        </a:cubicBezTo>
                        <a:cubicBezTo>
                          <a:pt x="21914" y="11874"/>
                          <a:pt x="20582" y="13253"/>
                          <a:pt x="19553" y="15053"/>
                        </a:cubicBezTo>
                        <a:lnTo>
                          <a:pt x="19553" y="38501"/>
                        </a:lnTo>
                        <a:cubicBezTo>
                          <a:pt x="20582" y="40240"/>
                          <a:pt x="21914" y="41559"/>
                          <a:pt x="23488" y="42519"/>
                        </a:cubicBezTo>
                        <a:cubicBezTo>
                          <a:pt x="25122" y="43478"/>
                          <a:pt x="27059" y="43898"/>
                          <a:pt x="29420" y="4389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4" name="Freeform 135">
                    <a:extLst>
                      <a:ext uri="{FF2B5EF4-FFF2-40B4-BE49-F238E27FC236}">
                        <a16:creationId xmlns:a16="http://schemas.microsoft.com/office/drawing/2014/main" id="{60E85906-145B-A8CB-92B9-FBFC0233B543}"/>
                      </a:ext>
                    </a:extLst>
                  </p:cNvPr>
                  <p:cNvSpPr/>
                  <p:nvPr/>
                </p:nvSpPr>
                <p:spPr>
                  <a:xfrm>
                    <a:off x="2313284" y="442564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4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7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7" y="557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3" y="1139"/>
                          <a:pt x="36564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3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7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5" name="Freeform 136">
                    <a:extLst>
                      <a:ext uri="{FF2B5EF4-FFF2-40B4-BE49-F238E27FC236}">
                        <a16:creationId xmlns:a16="http://schemas.microsoft.com/office/drawing/2014/main" id="{AB376261-E9E7-799E-EDDC-15DBF710162C}"/>
                      </a:ext>
                    </a:extLst>
                  </p:cNvPr>
                  <p:cNvSpPr/>
                  <p:nvPr/>
                </p:nvSpPr>
                <p:spPr>
                  <a:xfrm>
                    <a:off x="2367705" y="442504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1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1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" name="Freeform 137">
                    <a:extLst>
                      <a:ext uri="{FF2B5EF4-FFF2-40B4-BE49-F238E27FC236}">
                        <a16:creationId xmlns:a16="http://schemas.microsoft.com/office/drawing/2014/main" id="{D36BE607-E4CD-9A3C-981E-66C01A001E26}"/>
                      </a:ext>
                    </a:extLst>
                  </p:cNvPr>
                  <p:cNvSpPr/>
                  <p:nvPr/>
                </p:nvSpPr>
                <p:spPr>
                  <a:xfrm>
                    <a:off x="2409112" y="442564"/>
                    <a:ext cx="48247" cy="53133"/>
                  </a:xfrm>
                  <a:custGeom>
                    <a:avLst/>
                    <a:gdLst>
                      <a:gd name="connsiteX0" fmla="*/ 16708 w 48247"/>
                      <a:gd name="connsiteY0" fmla="*/ 53134 h 53133"/>
                      <a:gd name="connsiteX1" fmla="*/ 4419 w 48247"/>
                      <a:gd name="connsiteY1" fmla="*/ 49116 h 53133"/>
                      <a:gd name="connsiteX2" fmla="*/ 0 w 48247"/>
                      <a:gd name="connsiteY2" fmla="*/ 38021 h 53133"/>
                      <a:gd name="connsiteX3" fmla="*/ 2664 w 48247"/>
                      <a:gd name="connsiteY3" fmla="*/ 29565 h 53133"/>
                      <a:gd name="connsiteX4" fmla="*/ 10473 w 48247"/>
                      <a:gd name="connsiteY4" fmla="*/ 23868 h 53133"/>
                      <a:gd name="connsiteX5" fmla="*/ 23004 w 48247"/>
                      <a:gd name="connsiteY5" fmla="*/ 21829 h 53133"/>
                      <a:gd name="connsiteX6" fmla="*/ 30873 w 48247"/>
                      <a:gd name="connsiteY6" fmla="*/ 21829 h 53133"/>
                      <a:gd name="connsiteX7" fmla="*/ 30873 w 48247"/>
                      <a:gd name="connsiteY7" fmla="*/ 17511 h 53133"/>
                      <a:gd name="connsiteX8" fmla="*/ 28391 w 48247"/>
                      <a:gd name="connsiteY8" fmla="*/ 11035 h 53133"/>
                      <a:gd name="connsiteX9" fmla="*/ 21248 w 48247"/>
                      <a:gd name="connsiteY9" fmla="*/ 8636 h 53133"/>
                      <a:gd name="connsiteX10" fmla="*/ 16526 w 48247"/>
                      <a:gd name="connsiteY10" fmla="*/ 9295 h 53133"/>
                      <a:gd name="connsiteX11" fmla="*/ 12834 w 48247"/>
                      <a:gd name="connsiteY11" fmla="*/ 11094 h 53133"/>
                      <a:gd name="connsiteX12" fmla="*/ 11744 w 48247"/>
                      <a:gd name="connsiteY12" fmla="*/ 17991 h 53133"/>
                      <a:gd name="connsiteX13" fmla="*/ 2906 w 48247"/>
                      <a:gd name="connsiteY13" fmla="*/ 17991 h 53133"/>
                      <a:gd name="connsiteX14" fmla="*/ 2785 w 48247"/>
                      <a:gd name="connsiteY14" fmla="*/ 5337 h 53133"/>
                      <a:gd name="connsiteX15" fmla="*/ 11260 w 48247"/>
                      <a:gd name="connsiteY15" fmla="*/ 1439 h 53133"/>
                      <a:gd name="connsiteX16" fmla="*/ 21672 w 48247"/>
                      <a:gd name="connsiteY16" fmla="*/ 0 h 53133"/>
                      <a:gd name="connsiteX17" fmla="*/ 37169 w 48247"/>
                      <a:gd name="connsiteY17" fmla="*/ 4558 h 53133"/>
                      <a:gd name="connsiteX18" fmla="*/ 42859 w 48247"/>
                      <a:gd name="connsiteY18" fmla="*/ 17631 h 53133"/>
                      <a:gd name="connsiteX19" fmla="*/ 42859 w 48247"/>
                      <a:gd name="connsiteY19" fmla="*/ 40180 h 53133"/>
                      <a:gd name="connsiteX20" fmla="*/ 42859 w 48247"/>
                      <a:gd name="connsiteY20" fmla="*/ 42219 h 53133"/>
                      <a:gd name="connsiteX21" fmla="*/ 42980 w 48247"/>
                      <a:gd name="connsiteY21" fmla="*/ 44138 h 53133"/>
                      <a:gd name="connsiteX22" fmla="*/ 48247 w 48247"/>
                      <a:gd name="connsiteY22" fmla="*/ 44798 h 53133"/>
                      <a:gd name="connsiteX23" fmla="*/ 48247 w 48247"/>
                      <a:gd name="connsiteY23" fmla="*/ 52114 h 53133"/>
                      <a:gd name="connsiteX24" fmla="*/ 32508 w 48247"/>
                      <a:gd name="connsiteY24" fmla="*/ 52114 h 53133"/>
                      <a:gd name="connsiteX25" fmla="*/ 31600 w 48247"/>
                      <a:gd name="connsiteY25" fmla="*/ 48876 h 53133"/>
                      <a:gd name="connsiteX26" fmla="*/ 30994 w 48247"/>
                      <a:gd name="connsiteY26" fmla="*/ 45757 h 53133"/>
                      <a:gd name="connsiteX27" fmla="*/ 24759 w 48247"/>
                      <a:gd name="connsiteY27" fmla="*/ 51035 h 53133"/>
                      <a:gd name="connsiteX28" fmla="*/ 16526 w 48247"/>
                      <a:gd name="connsiteY28" fmla="*/ 53074 h 53133"/>
                      <a:gd name="connsiteX29" fmla="*/ 19432 w 48247"/>
                      <a:gd name="connsiteY29" fmla="*/ 43898 h 53133"/>
                      <a:gd name="connsiteX30" fmla="*/ 26212 w 48247"/>
                      <a:gd name="connsiteY30" fmla="*/ 42219 h 53133"/>
                      <a:gd name="connsiteX31" fmla="*/ 30934 w 48247"/>
                      <a:gd name="connsiteY31" fmla="*/ 37961 h 53133"/>
                      <a:gd name="connsiteX32" fmla="*/ 30934 w 48247"/>
                      <a:gd name="connsiteY32" fmla="*/ 29385 h 53133"/>
                      <a:gd name="connsiteX33" fmla="*/ 22883 w 48247"/>
                      <a:gd name="connsiteY33" fmla="*/ 29385 h 53133"/>
                      <a:gd name="connsiteX34" fmla="*/ 14710 w 48247"/>
                      <a:gd name="connsiteY34" fmla="*/ 31844 h 53133"/>
                      <a:gd name="connsiteX35" fmla="*/ 11986 w 48247"/>
                      <a:gd name="connsiteY35" fmla="*/ 37661 h 53133"/>
                      <a:gd name="connsiteX36" fmla="*/ 13923 w 48247"/>
                      <a:gd name="connsiteY36" fmla="*/ 42279 h 53133"/>
                      <a:gd name="connsiteX37" fmla="*/ 19432 w 48247"/>
                      <a:gd name="connsiteY37" fmla="*/ 4389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48247" h="53133">
                        <a:moveTo>
                          <a:pt x="16708" y="53134"/>
                        </a:moveTo>
                        <a:cubicBezTo>
                          <a:pt x="11441" y="53134"/>
                          <a:pt x="7385" y="51814"/>
                          <a:pt x="4419" y="49116"/>
                        </a:cubicBezTo>
                        <a:cubicBezTo>
                          <a:pt x="1513" y="46417"/>
                          <a:pt x="0" y="42759"/>
                          <a:pt x="0" y="38021"/>
                        </a:cubicBezTo>
                        <a:cubicBezTo>
                          <a:pt x="0" y="34783"/>
                          <a:pt x="908" y="31964"/>
                          <a:pt x="2664" y="29565"/>
                        </a:cubicBezTo>
                        <a:cubicBezTo>
                          <a:pt x="4419" y="27166"/>
                          <a:pt x="7083" y="25247"/>
                          <a:pt x="10473" y="23868"/>
                        </a:cubicBezTo>
                        <a:cubicBezTo>
                          <a:pt x="13923" y="22489"/>
                          <a:pt x="18100" y="21829"/>
                          <a:pt x="23004" y="21829"/>
                        </a:cubicBezTo>
                        <a:lnTo>
                          <a:pt x="30873" y="21829"/>
                        </a:lnTo>
                        <a:lnTo>
                          <a:pt x="30873" y="17511"/>
                        </a:lnTo>
                        <a:cubicBezTo>
                          <a:pt x="30873" y="14813"/>
                          <a:pt x="30026" y="12654"/>
                          <a:pt x="28391" y="11035"/>
                        </a:cubicBezTo>
                        <a:cubicBezTo>
                          <a:pt x="26757" y="9415"/>
                          <a:pt x="24396" y="8636"/>
                          <a:pt x="21248" y="8636"/>
                        </a:cubicBezTo>
                        <a:cubicBezTo>
                          <a:pt x="19493" y="8636"/>
                          <a:pt x="17919" y="8876"/>
                          <a:pt x="16526" y="9295"/>
                        </a:cubicBezTo>
                        <a:cubicBezTo>
                          <a:pt x="15134" y="9715"/>
                          <a:pt x="13923" y="10315"/>
                          <a:pt x="12834" y="11094"/>
                        </a:cubicBezTo>
                        <a:lnTo>
                          <a:pt x="11744" y="17991"/>
                        </a:lnTo>
                        <a:lnTo>
                          <a:pt x="2906" y="17991"/>
                        </a:lnTo>
                        <a:lnTo>
                          <a:pt x="2785" y="5337"/>
                        </a:lnTo>
                        <a:cubicBezTo>
                          <a:pt x="5327" y="3718"/>
                          <a:pt x="8172" y="2399"/>
                          <a:pt x="11260" y="1439"/>
                        </a:cubicBezTo>
                        <a:cubicBezTo>
                          <a:pt x="14408" y="480"/>
                          <a:pt x="17858" y="0"/>
                          <a:pt x="21672" y="0"/>
                        </a:cubicBezTo>
                        <a:cubicBezTo>
                          <a:pt x="28210" y="0"/>
                          <a:pt x="33416" y="1499"/>
                          <a:pt x="37169" y="4558"/>
                        </a:cubicBezTo>
                        <a:cubicBezTo>
                          <a:pt x="40922" y="7616"/>
                          <a:pt x="42859" y="11934"/>
                          <a:pt x="42859" y="17631"/>
                        </a:cubicBezTo>
                        <a:lnTo>
                          <a:pt x="42859" y="40180"/>
                        </a:lnTo>
                        <a:cubicBezTo>
                          <a:pt x="42859" y="40900"/>
                          <a:pt x="42859" y="41559"/>
                          <a:pt x="42859" y="42219"/>
                        </a:cubicBezTo>
                        <a:cubicBezTo>
                          <a:pt x="42859" y="42879"/>
                          <a:pt x="42859" y="43538"/>
                          <a:pt x="42980" y="44138"/>
                        </a:cubicBezTo>
                        <a:lnTo>
                          <a:pt x="48247" y="44798"/>
                        </a:lnTo>
                        <a:lnTo>
                          <a:pt x="48247" y="52114"/>
                        </a:lnTo>
                        <a:lnTo>
                          <a:pt x="32508" y="52114"/>
                        </a:lnTo>
                        <a:cubicBezTo>
                          <a:pt x="32205" y="51035"/>
                          <a:pt x="31902" y="49955"/>
                          <a:pt x="31600" y="48876"/>
                        </a:cubicBezTo>
                        <a:cubicBezTo>
                          <a:pt x="31297" y="47796"/>
                          <a:pt x="31115" y="46777"/>
                          <a:pt x="30994" y="45757"/>
                        </a:cubicBezTo>
                        <a:cubicBezTo>
                          <a:pt x="29299" y="47916"/>
                          <a:pt x="27180" y="49655"/>
                          <a:pt x="24759" y="51035"/>
                        </a:cubicBezTo>
                        <a:cubicBezTo>
                          <a:pt x="22338" y="52414"/>
                          <a:pt x="19553" y="53074"/>
                          <a:pt x="16526" y="53074"/>
                        </a:cubicBezTo>
                        <a:close/>
                        <a:moveTo>
                          <a:pt x="19432" y="43898"/>
                        </a:moveTo>
                        <a:cubicBezTo>
                          <a:pt x="21853" y="43898"/>
                          <a:pt x="24093" y="43358"/>
                          <a:pt x="26212" y="42219"/>
                        </a:cubicBezTo>
                        <a:cubicBezTo>
                          <a:pt x="28331" y="41080"/>
                          <a:pt x="29905" y="39700"/>
                          <a:pt x="30934" y="37961"/>
                        </a:cubicBezTo>
                        <a:lnTo>
                          <a:pt x="30934" y="29385"/>
                        </a:lnTo>
                        <a:lnTo>
                          <a:pt x="22883" y="29385"/>
                        </a:lnTo>
                        <a:cubicBezTo>
                          <a:pt x="19311" y="29385"/>
                          <a:pt x="16587" y="30225"/>
                          <a:pt x="14710" y="31844"/>
                        </a:cubicBezTo>
                        <a:cubicBezTo>
                          <a:pt x="12834" y="33463"/>
                          <a:pt x="11986" y="35442"/>
                          <a:pt x="11986" y="37661"/>
                        </a:cubicBezTo>
                        <a:cubicBezTo>
                          <a:pt x="11986" y="39640"/>
                          <a:pt x="12652" y="41200"/>
                          <a:pt x="13923" y="42279"/>
                        </a:cubicBezTo>
                        <a:cubicBezTo>
                          <a:pt x="15194" y="43358"/>
                          <a:pt x="17011" y="43898"/>
                          <a:pt x="19432" y="4389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7" name="Freeform 138">
                    <a:extLst>
                      <a:ext uri="{FF2B5EF4-FFF2-40B4-BE49-F238E27FC236}">
                        <a16:creationId xmlns:a16="http://schemas.microsoft.com/office/drawing/2014/main" id="{EE3CD989-4EE9-82A6-34E6-C586A52EB039}"/>
                      </a:ext>
                    </a:extLst>
                  </p:cNvPr>
                  <p:cNvSpPr/>
                  <p:nvPr/>
                </p:nvSpPr>
                <p:spPr>
                  <a:xfrm>
                    <a:off x="2460265" y="431110"/>
                    <a:ext cx="31478" cy="64527"/>
                  </a:xfrm>
                  <a:custGeom>
                    <a:avLst/>
                    <a:gdLst>
                      <a:gd name="connsiteX0" fmla="*/ 21551 w 31478"/>
                      <a:gd name="connsiteY0" fmla="*/ 64528 h 64527"/>
                      <a:gd name="connsiteX1" fmla="*/ 11260 w 31478"/>
                      <a:gd name="connsiteY1" fmla="*/ 60870 h 64527"/>
                      <a:gd name="connsiteX2" fmla="*/ 7567 w 31478"/>
                      <a:gd name="connsiteY2" fmla="*/ 49176 h 64527"/>
                      <a:gd name="connsiteX3" fmla="*/ 7567 w 31478"/>
                      <a:gd name="connsiteY3" fmla="*/ 20990 h 64527"/>
                      <a:gd name="connsiteX4" fmla="*/ 0 w 31478"/>
                      <a:gd name="connsiteY4" fmla="*/ 20990 h 64527"/>
                      <a:gd name="connsiteX5" fmla="*/ 0 w 31478"/>
                      <a:gd name="connsiteY5" fmla="*/ 12474 h 64527"/>
                      <a:gd name="connsiteX6" fmla="*/ 7567 w 31478"/>
                      <a:gd name="connsiteY6" fmla="*/ 12474 h 64527"/>
                      <a:gd name="connsiteX7" fmla="*/ 7567 w 31478"/>
                      <a:gd name="connsiteY7" fmla="*/ 0 h 64527"/>
                      <a:gd name="connsiteX8" fmla="*/ 19553 w 31478"/>
                      <a:gd name="connsiteY8" fmla="*/ 0 h 64527"/>
                      <a:gd name="connsiteX9" fmla="*/ 19553 w 31478"/>
                      <a:gd name="connsiteY9" fmla="*/ 12474 h 64527"/>
                      <a:gd name="connsiteX10" fmla="*/ 29784 w 31478"/>
                      <a:gd name="connsiteY10" fmla="*/ 12474 h 64527"/>
                      <a:gd name="connsiteX11" fmla="*/ 29784 w 31478"/>
                      <a:gd name="connsiteY11" fmla="*/ 20990 h 64527"/>
                      <a:gd name="connsiteX12" fmla="*/ 19553 w 31478"/>
                      <a:gd name="connsiteY12" fmla="*/ 20990 h 64527"/>
                      <a:gd name="connsiteX13" fmla="*/ 19553 w 31478"/>
                      <a:gd name="connsiteY13" fmla="*/ 49176 h 64527"/>
                      <a:gd name="connsiteX14" fmla="*/ 20885 w 31478"/>
                      <a:gd name="connsiteY14" fmla="*/ 53913 h 64527"/>
                      <a:gd name="connsiteX15" fmla="*/ 24578 w 31478"/>
                      <a:gd name="connsiteY15" fmla="*/ 55412 h 64527"/>
                      <a:gd name="connsiteX16" fmla="*/ 27544 w 31478"/>
                      <a:gd name="connsiteY16" fmla="*/ 55173 h 64527"/>
                      <a:gd name="connsiteX17" fmla="*/ 30207 w 31478"/>
                      <a:gd name="connsiteY17" fmla="*/ 54693 h 64527"/>
                      <a:gd name="connsiteX18" fmla="*/ 31479 w 31478"/>
                      <a:gd name="connsiteY18" fmla="*/ 63089 h 64527"/>
                      <a:gd name="connsiteX19" fmla="*/ 26696 w 31478"/>
                      <a:gd name="connsiteY19" fmla="*/ 64108 h 64527"/>
                      <a:gd name="connsiteX20" fmla="*/ 21490 w 31478"/>
                      <a:gd name="connsiteY20" fmla="*/ 64528 h 645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1478" h="64527">
                        <a:moveTo>
                          <a:pt x="21551" y="64528"/>
                        </a:moveTo>
                        <a:cubicBezTo>
                          <a:pt x="17132" y="64528"/>
                          <a:pt x="13742" y="63329"/>
                          <a:pt x="11260" y="60870"/>
                        </a:cubicBezTo>
                        <a:cubicBezTo>
                          <a:pt x="8778" y="58411"/>
                          <a:pt x="7567" y="54513"/>
                          <a:pt x="7567" y="49176"/>
                        </a:cubicBezTo>
                        <a:lnTo>
                          <a:pt x="7567" y="20990"/>
                        </a:lnTo>
                        <a:lnTo>
                          <a:pt x="0" y="20990"/>
                        </a:lnTo>
                        <a:lnTo>
                          <a:pt x="0" y="12474"/>
                        </a:lnTo>
                        <a:lnTo>
                          <a:pt x="7567" y="12474"/>
                        </a:lnTo>
                        <a:lnTo>
                          <a:pt x="7567" y="0"/>
                        </a:lnTo>
                        <a:lnTo>
                          <a:pt x="19553" y="0"/>
                        </a:lnTo>
                        <a:lnTo>
                          <a:pt x="19553" y="12474"/>
                        </a:lnTo>
                        <a:lnTo>
                          <a:pt x="29784" y="12474"/>
                        </a:lnTo>
                        <a:lnTo>
                          <a:pt x="29784" y="20990"/>
                        </a:lnTo>
                        <a:lnTo>
                          <a:pt x="19553" y="20990"/>
                        </a:lnTo>
                        <a:lnTo>
                          <a:pt x="19553" y="49176"/>
                        </a:lnTo>
                        <a:cubicBezTo>
                          <a:pt x="19553" y="51334"/>
                          <a:pt x="19977" y="52954"/>
                          <a:pt x="20885" y="53913"/>
                        </a:cubicBezTo>
                        <a:cubicBezTo>
                          <a:pt x="21793" y="54933"/>
                          <a:pt x="23004" y="55412"/>
                          <a:pt x="24578" y="55412"/>
                        </a:cubicBezTo>
                        <a:cubicBezTo>
                          <a:pt x="25486" y="55412"/>
                          <a:pt x="26454" y="55352"/>
                          <a:pt x="27544" y="55173"/>
                        </a:cubicBezTo>
                        <a:cubicBezTo>
                          <a:pt x="28633" y="54993"/>
                          <a:pt x="29541" y="54873"/>
                          <a:pt x="30207" y="54693"/>
                        </a:cubicBezTo>
                        <a:lnTo>
                          <a:pt x="31479" y="63089"/>
                        </a:lnTo>
                        <a:cubicBezTo>
                          <a:pt x="30086" y="63508"/>
                          <a:pt x="28452" y="63868"/>
                          <a:pt x="26696" y="64108"/>
                        </a:cubicBezTo>
                        <a:cubicBezTo>
                          <a:pt x="24880" y="64408"/>
                          <a:pt x="23185" y="64528"/>
                          <a:pt x="21490" y="6452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8" name="Freeform 139">
                    <a:extLst>
                      <a:ext uri="{FF2B5EF4-FFF2-40B4-BE49-F238E27FC236}">
                        <a16:creationId xmlns:a16="http://schemas.microsoft.com/office/drawing/2014/main" id="{1A5D74E2-9330-533B-DDD3-88D531823612}"/>
                      </a:ext>
                    </a:extLst>
                  </p:cNvPr>
                  <p:cNvSpPr/>
                  <p:nvPr/>
                </p:nvSpPr>
                <p:spPr>
                  <a:xfrm>
                    <a:off x="2496465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591 w 44191"/>
                      <a:gd name="connsiteY22" fmla="*/ 21589 h 53193"/>
                      <a:gd name="connsiteX23" fmla="*/ 32629 w 44191"/>
                      <a:gd name="connsiteY23" fmla="*/ 21589 h 53193"/>
                      <a:gd name="connsiteX24" fmla="*/ 32629 w 44191"/>
                      <a:gd name="connsiteY24" fmla="*/ 20330 h 53193"/>
                      <a:gd name="connsiteX25" fmla="*/ 31600 w 44191"/>
                      <a:gd name="connsiteY25" fmla="*/ 14453 h 53193"/>
                      <a:gd name="connsiteX26" fmla="*/ 28391 w 44191"/>
                      <a:gd name="connsiteY26" fmla="*/ 10495 h 53193"/>
                      <a:gd name="connsiteX27" fmla="*/ 22883 w 44191"/>
                      <a:gd name="connsiteY27" fmla="*/ 9056 h 53193"/>
                      <a:gd name="connsiteX28" fmla="*/ 17798 w 44191"/>
                      <a:gd name="connsiteY28" fmla="*/ 10675 h 53193"/>
                      <a:gd name="connsiteX29" fmla="*/ 14286 w 44191"/>
                      <a:gd name="connsiteY29" fmla="*/ 15053 h 53193"/>
                      <a:gd name="connsiteX30" fmla="*/ 12470 w 44191"/>
                      <a:gd name="connsiteY30" fmla="*/ 21349 h 53193"/>
                      <a:gd name="connsiteX31" fmla="*/ 12591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591" y="21589"/>
                        </a:moveTo>
                        <a:lnTo>
                          <a:pt x="32629" y="21589"/>
                        </a:lnTo>
                        <a:lnTo>
                          <a:pt x="32629" y="20330"/>
                        </a:lnTo>
                        <a:cubicBezTo>
                          <a:pt x="32629" y="18111"/>
                          <a:pt x="32265" y="16132"/>
                          <a:pt x="31600" y="14453"/>
                        </a:cubicBezTo>
                        <a:cubicBezTo>
                          <a:pt x="30934" y="12774"/>
                          <a:pt x="29844" y="11454"/>
                          <a:pt x="28391" y="10495"/>
                        </a:cubicBezTo>
                        <a:cubicBezTo>
                          <a:pt x="26938" y="9535"/>
                          <a:pt x="25122" y="9056"/>
                          <a:pt x="22883" y="9056"/>
                        </a:cubicBezTo>
                        <a:cubicBezTo>
                          <a:pt x="20945" y="9056"/>
                          <a:pt x="19250" y="9595"/>
                          <a:pt x="17798" y="10675"/>
                        </a:cubicBezTo>
                        <a:cubicBezTo>
                          <a:pt x="16345" y="11754"/>
                          <a:pt x="15134" y="13193"/>
                          <a:pt x="14286" y="15053"/>
                        </a:cubicBezTo>
                        <a:cubicBezTo>
                          <a:pt x="13439" y="16912"/>
                          <a:pt x="12834" y="19011"/>
                          <a:pt x="12470" y="21349"/>
                        </a:cubicBezTo>
                        <a:lnTo>
                          <a:pt x="12591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9" name="Freeform 140">
                    <a:extLst>
                      <a:ext uri="{FF2B5EF4-FFF2-40B4-BE49-F238E27FC236}">
                        <a16:creationId xmlns:a16="http://schemas.microsoft.com/office/drawing/2014/main" id="{A98567A8-A5C1-8D25-422F-71EA7A3A4A22}"/>
                      </a:ext>
                    </a:extLst>
                  </p:cNvPr>
                  <p:cNvSpPr/>
                  <p:nvPr/>
                </p:nvSpPr>
                <p:spPr>
                  <a:xfrm>
                    <a:off x="2571408" y="425773"/>
                    <a:ext cx="54179" cy="68965"/>
                  </a:xfrm>
                  <a:custGeom>
                    <a:avLst/>
                    <a:gdLst>
                      <a:gd name="connsiteX0" fmla="*/ 60 w 54179"/>
                      <a:gd name="connsiteY0" fmla="*/ 68966 h 68965"/>
                      <a:gd name="connsiteX1" fmla="*/ 60 w 54179"/>
                      <a:gd name="connsiteY1" fmla="*/ 61649 h 68965"/>
                      <a:gd name="connsiteX2" fmla="*/ 7627 w 54179"/>
                      <a:gd name="connsiteY2" fmla="*/ 60210 h 68965"/>
                      <a:gd name="connsiteX3" fmla="*/ 7627 w 54179"/>
                      <a:gd name="connsiteY3" fmla="*/ 8756 h 68965"/>
                      <a:gd name="connsiteX4" fmla="*/ 60 w 54179"/>
                      <a:gd name="connsiteY4" fmla="*/ 7316 h 68965"/>
                      <a:gd name="connsiteX5" fmla="*/ 60 w 54179"/>
                      <a:gd name="connsiteY5" fmla="*/ 0 h 68965"/>
                      <a:gd name="connsiteX6" fmla="*/ 53029 w 54179"/>
                      <a:gd name="connsiteY6" fmla="*/ 0 h 68965"/>
                      <a:gd name="connsiteX7" fmla="*/ 53029 w 54179"/>
                      <a:gd name="connsiteY7" fmla="*/ 17751 h 68965"/>
                      <a:gd name="connsiteX8" fmla="*/ 43646 w 54179"/>
                      <a:gd name="connsiteY8" fmla="*/ 17751 h 68965"/>
                      <a:gd name="connsiteX9" fmla="*/ 42859 w 54179"/>
                      <a:gd name="connsiteY9" fmla="*/ 9175 h 68965"/>
                      <a:gd name="connsiteX10" fmla="*/ 19674 w 54179"/>
                      <a:gd name="connsiteY10" fmla="*/ 9175 h 68965"/>
                      <a:gd name="connsiteX11" fmla="*/ 19674 w 54179"/>
                      <a:gd name="connsiteY11" fmla="*/ 28666 h 68965"/>
                      <a:gd name="connsiteX12" fmla="*/ 44070 w 54179"/>
                      <a:gd name="connsiteY12" fmla="*/ 28666 h 68965"/>
                      <a:gd name="connsiteX13" fmla="*/ 44070 w 54179"/>
                      <a:gd name="connsiteY13" fmla="*/ 37901 h 68965"/>
                      <a:gd name="connsiteX14" fmla="*/ 19674 w 54179"/>
                      <a:gd name="connsiteY14" fmla="*/ 37901 h 68965"/>
                      <a:gd name="connsiteX15" fmla="*/ 19674 w 54179"/>
                      <a:gd name="connsiteY15" fmla="*/ 59790 h 68965"/>
                      <a:gd name="connsiteX16" fmla="*/ 44131 w 54179"/>
                      <a:gd name="connsiteY16" fmla="*/ 59790 h 68965"/>
                      <a:gd name="connsiteX17" fmla="*/ 44917 w 54179"/>
                      <a:gd name="connsiteY17" fmla="*/ 51035 h 68965"/>
                      <a:gd name="connsiteX18" fmla="*/ 54179 w 54179"/>
                      <a:gd name="connsiteY18" fmla="*/ 51035 h 68965"/>
                      <a:gd name="connsiteX19" fmla="*/ 54179 w 54179"/>
                      <a:gd name="connsiteY19" fmla="*/ 68846 h 68965"/>
                      <a:gd name="connsiteX20" fmla="*/ 0 w 54179"/>
                      <a:gd name="connsiteY20" fmla="*/ 6884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4179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53029" y="0"/>
                        </a:lnTo>
                        <a:lnTo>
                          <a:pt x="53029" y="17751"/>
                        </a:lnTo>
                        <a:lnTo>
                          <a:pt x="43646" y="17751"/>
                        </a:lnTo>
                        <a:lnTo>
                          <a:pt x="42859" y="9175"/>
                        </a:lnTo>
                        <a:lnTo>
                          <a:pt x="19674" y="9175"/>
                        </a:lnTo>
                        <a:lnTo>
                          <a:pt x="19674" y="28666"/>
                        </a:lnTo>
                        <a:lnTo>
                          <a:pt x="44070" y="28666"/>
                        </a:lnTo>
                        <a:lnTo>
                          <a:pt x="44070" y="37901"/>
                        </a:lnTo>
                        <a:lnTo>
                          <a:pt x="19674" y="37901"/>
                        </a:lnTo>
                        <a:lnTo>
                          <a:pt x="19674" y="59790"/>
                        </a:lnTo>
                        <a:lnTo>
                          <a:pt x="44131" y="59790"/>
                        </a:lnTo>
                        <a:lnTo>
                          <a:pt x="44917" y="51035"/>
                        </a:lnTo>
                        <a:lnTo>
                          <a:pt x="54179" y="51035"/>
                        </a:lnTo>
                        <a:lnTo>
                          <a:pt x="54179" y="68846"/>
                        </a:lnTo>
                        <a:lnTo>
                          <a:pt x="0" y="6884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" name="Freeform 141">
                    <a:extLst>
                      <a:ext uri="{FF2B5EF4-FFF2-40B4-BE49-F238E27FC236}">
                        <a16:creationId xmlns:a16="http://schemas.microsoft.com/office/drawing/2014/main" id="{04469F19-1BD9-2F34-4F62-5CB06C2636B7}"/>
                      </a:ext>
                    </a:extLst>
                  </p:cNvPr>
                  <p:cNvSpPr/>
                  <p:nvPr/>
                </p:nvSpPr>
                <p:spPr>
                  <a:xfrm>
                    <a:off x="2632368" y="443524"/>
                    <a:ext cx="57448" cy="51274"/>
                  </a:xfrm>
                  <a:custGeom>
                    <a:avLst/>
                    <a:gdLst>
                      <a:gd name="connsiteX0" fmla="*/ 0 w 57448"/>
                      <a:gd name="connsiteY0" fmla="*/ 51215 h 51274"/>
                      <a:gd name="connsiteX1" fmla="*/ 0 w 57448"/>
                      <a:gd name="connsiteY1" fmla="*/ 43898 h 51274"/>
                      <a:gd name="connsiteX2" fmla="*/ 6235 w 57448"/>
                      <a:gd name="connsiteY2" fmla="*/ 42939 h 51274"/>
                      <a:gd name="connsiteX3" fmla="*/ 21309 w 57448"/>
                      <a:gd name="connsiteY3" fmla="*/ 25427 h 51274"/>
                      <a:gd name="connsiteX4" fmla="*/ 6901 w 57448"/>
                      <a:gd name="connsiteY4" fmla="*/ 8276 h 51274"/>
                      <a:gd name="connsiteX5" fmla="*/ 1150 w 57448"/>
                      <a:gd name="connsiteY5" fmla="*/ 7316 h 51274"/>
                      <a:gd name="connsiteX6" fmla="*/ 1150 w 57448"/>
                      <a:gd name="connsiteY6" fmla="*/ 0 h 51274"/>
                      <a:gd name="connsiteX7" fmla="*/ 24517 w 57448"/>
                      <a:gd name="connsiteY7" fmla="*/ 0 h 51274"/>
                      <a:gd name="connsiteX8" fmla="*/ 24517 w 57448"/>
                      <a:gd name="connsiteY8" fmla="*/ 7136 h 51274"/>
                      <a:gd name="connsiteX9" fmla="*/ 20037 w 57448"/>
                      <a:gd name="connsiteY9" fmla="*/ 7676 h 51274"/>
                      <a:gd name="connsiteX10" fmla="*/ 28815 w 57448"/>
                      <a:gd name="connsiteY10" fmla="*/ 18831 h 51274"/>
                      <a:gd name="connsiteX11" fmla="*/ 37532 w 57448"/>
                      <a:gd name="connsiteY11" fmla="*/ 7676 h 51274"/>
                      <a:gd name="connsiteX12" fmla="*/ 32629 w 57448"/>
                      <a:gd name="connsiteY12" fmla="*/ 7136 h 51274"/>
                      <a:gd name="connsiteX13" fmla="*/ 32629 w 57448"/>
                      <a:gd name="connsiteY13" fmla="*/ 0 h 51274"/>
                      <a:gd name="connsiteX14" fmla="*/ 55330 w 57448"/>
                      <a:gd name="connsiteY14" fmla="*/ 0 h 51274"/>
                      <a:gd name="connsiteX15" fmla="*/ 55330 w 57448"/>
                      <a:gd name="connsiteY15" fmla="*/ 7316 h 51274"/>
                      <a:gd name="connsiteX16" fmla="*/ 49760 w 57448"/>
                      <a:gd name="connsiteY16" fmla="*/ 8276 h 51274"/>
                      <a:gd name="connsiteX17" fmla="*/ 36200 w 57448"/>
                      <a:gd name="connsiteY17" fmla="*/ 25068 h 51274"/>
                      <a:gd name="connsiteX18" fmla="*/ 51516 w 57448"/>
                      <a:gd name="connsiteY18" fmla="*/ 42939 h 51274"/>
                      <a:gd name="connsiteX19" fmla="*/ 57448 w 57448"/>
                      <a:gd name="connsiteY19" fmla="*/ 43898 h 51274"/>
                      <a:gd name="connsiteX20" fmla="*/ 57448 w 57448"/>
                      <a:gd name="connsiteY20" fmla="*/ 51215 h 51274"/>
                      <a:gd name="connsiteX21" fmla="*/ 32871 w 57448"/>
                      <a:gd name="connsiteY21" fmla="*/ 51215 h 51274"/>
                      <a:gd name="connsiteX22" fmla="*/ 32871 w 57448"/>
                      <a:gd name="connsiteY22" fmla="*/ 44138 h 51274"/>
                      <a:gd name="connsiteX23" fmla="*/ 38077 w 57448"/>
                      <a:gd name="connsiteY23" fmla="*/ 43598 h 51274"/>
                      <a:gd name="connsiteX24" fmla="*/ 28694 w 57448"/>
                      <a:gd name="connsiteY24" fmla="*/ 32204 h 51274"/>
                      <a:gd name="connsiteX25" fmla="*/ 19553 w 57448"/>
                      <a:gd name="connsiteY25" fmla="*/ 43658 h 51274"/>
                      <a:gd name="connsiteX26" fmla="*/ 24396 w 57448"/>
                      <a:gd name="connsiteY26" fmla="*/ 44198 h 51274"/>
                      <a:gd name="connsiteX27" fmla="*/ 24396 w 57448"/>
                      <a:gd name="connsiteY27" fmla="*/ 51275 h 51274"/>
                      <a:gd name="connsiteX28" fmla="*/ 60 w 57448"/>
                      <a:gd name="connsiteY28" fmla="*/ 51275 h 512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57448" h="51274">
                        <a:moveTo>
                          <a:pt x="0" y="51215"/>
                        </a:moveTo>
                        <a:lnTo>
                          <a:pt x="0" y="43898"/>
                        </a:lnTo>
                        <a:lnTo>
                          <a:pt x="6235" y="42939"/>
                        </a:lnTo>
                        <a:lnTo>
                          <a:pt x="21309" y="25427"/>
                        </a:lnTo>
                        <a:lnTo>
                          <a:pt x="6901" y="8276"/>
                        </a:lnTo>
                        <a:lnTo>
                          <a:pt x="1150" y="7316"/>
                        </a:lnTo>
                        <a:lnTo>
                          <a:pt x="1150" y="0"/>
                        </a:lnTo>
                        <a:lnTo>
                          <a:pt x="24517" y="0"/>
                        </a:lnTo>
                        <a:lnTo>
                          <a:pt x="24517" y="7136"/>
                        </a:lnTo>
                        <a:lnTo>
                          <a:pt x="20037" y="7676"/>
                        </a:lnTo>
                        <a:lnTo>
                          <a:pt x="28815" y="18831"/>
                        </a:lnTo>
                        <a:lnTo>
                          <a:pt x="37532" y="7676"/>
                        </a:lnTo>
                        <a:lnTo>
                          <a:pt x="32629" y="7136"/>
                        </a:lnTo>
                        <a:lnTo>
                          <a:pt x="32629" y="0"/>
                        </a:lnTo>
                        <a:lnTo>
                          <a:pt x="55330" y="0"/>
                        </a:lnTo>
                        <a:lnTo>
                          <a:pt x="55330" y="7316"/>
                        </a:lnTo>
                        <a:lnTo>
                          <a:pt x="49760" y="8276"/>
                        </a:lnTo>
                        <a:lnTo>
                          <a:pt x="36200" y="25068"/>
                        </a:lnTo>
                        <a:lnTo>
                          <a:pt x="51516" y="42939"/>
                        </a:lnTo>
                        <a:lnTo>
                          <a:pt x="57448" y="43898"/>
                        </a:lnTo>
                        <a:lnTo>
                          <a:pt x="57448" y="51215"/>
                        </a:lnTo>
                        <a:lnTo>
                          <a:pt x="32871" y="51215"/>
                        </a:lnTo>
                        <a:lnTo>
                          <a:pt x="32871" y="44138"/>
                        </a:lnTo>
                        <a:lnTo>
                          <a:pt x="38077" y="43598"/>
                        </a:lnTo>
                        <a:lnTo>
                          <a:pt x="28694" y="32204"/>
                        </a:lnTo>
                        <a:lnTo>
                          <a:pt x="19553" y="43658"/>
                        </a:lnTo>
                        <a:lnTo>
                          <a:pt x="24396" y="44198"/>
                        </a:lnTo>
                        <a:lnTo>
                          <a:pt x="24396" y="51275"/>
                        </a:lnTo>
                        <a:lnTo>
                          <a:pt x="60" y="51275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1" name="Freeform 142">
                    <a:extLst>
                      <a:ext uri="{FF2B5EF4-FFF2-40B4-BE49-F238E27FC236}">
                        <a16:creationId xmlns:a16="http://schemas.microsoft.com/office/drawing/2014/main" id="{5A06EACF-2743-1282-7DD5-F2FFCF80D973}"/>
                      </a:ext>
                    </a:extLst>
                  </p:cNvPr>
                  <p:cNvSpPr/>
                  <p:nvPr/>
                </p:nvSpPr>
                <p:spPr>
                  <a:xfrm>
                    <a:off x="2693812" y="442504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8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8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6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2" name="Freeform 143">
                    <a:extLst>
                      <a:ext uri="{FF2B5EF4-FFF2-40B4-BE49-F238E27FC236}">
                        <a16:creationId xmlns:a16="http://schemas.microsoft.com/office/drawing/2014/main" id="{ED5195FA-4D09-68D9-49A2-53AB14DBE043}"/>
                      </a:ext>
                    </a:extLst>
                  </p:cNvPr>
                  <p:cNvSpPr/>
                  <p:nvPr/>
                </p:nvSpPr>
                <p:spPr>
                  <a:xfrm>
                    <a:off x="2745630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499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3" name="Freeform 144">
                    <a:extLst>
                      <a:ext uri="{FF2B5EF4-FFF2-40B4-BE49-F238E27FC236}">
                        <a16:creationId xmlns:a16="http://schemas.microsoft.com/office/drawing/2014/main" id="{B54EE563-EE0E-E8AC-F59D-2E9F004F90F5}"/>
                      </a:ext>
                    </a:extLst>
                  </p:cNvPr>
                  <p:cNvSpPr/>
                  <p:nvPr/>
                </p:nvSpPr>
                <p:spPr>
                  <a:xfrm>
                    <a:off x="2795572" y="420855"/>
                    <a:ext cx="26817" cy="73883"/>
                  </a:xfrm>
                  <a:custGeom>
                    <a:avLst/>
                    <a:gdLst>
                      <a:gd name="connsiteX0" fmla="*/ 424 w 26817"/>
                      <a:gd name="connsiteY0" fmla="*/ 73883 h 73883"/>
                      <a:gd name="connsiteX1" fmla="*/ 424 w 26817"/>
                      <a:gd name="connsiteY1" fmla="*/ 66567 h 73883"/>
                      <a:gd name="connsiteX2" fmla="*/ 7628 w 26817"/>
                      <a:gd name="connsiteY2" fmla="*/ 65128 h 73883"/>
                      <a:gd name="connsiteX3" fmla="*/ 7628 w 26817"/>
                      <a:gd name="connsiteY3" fmla="*/ 8756 h 73883"/>
                      <a:gd name="connsiteX4" fmla="*/ 0 w 26817"/>
                      <a:gd name="connsiteY4" fmla="*/ 7316 h 73883"/>
                      <a:gd name="connsiteX5" fmla="*/ 0 w 26817"/>
                      <a:gd name="connsiteY5" fmla="*/ 0 h 73883"/>
                      <a:gd name="connsiteX6" fmla="*/ 19614 w 26817"/>
                      <a:gd name="connsiteY6" fmla="*/ 0 h 73883"/>
                      <a:gd name="connsiteX7" fmla="*/ 19614 w 26817"/>
                      <a:gd name="connsiteY7" fmla="*/ 65128 h 73883"/>
                      <a:gd name="connsiteX8" fmla="*/ 26817 w 26817"/>
                      <a:gd name="connsiteY8" fmla="*/ 66567 h 73883"/>
                      <a:gd name="connsiteX9" fmla="*/ 26817 w 26817"/>
                      <a:gd name="connsiteY9" fmla="*/ 73883 h 73883"/>
                      <a:gd name="connsiteX10" fmla="*/ 424 w 26817"/>
                      <a:gd name="connsiteY10" fmla="*/ 73883 h 73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817" h="73883">
                        <a:moveTo>
                          <a:pt x="424" y="73883"/>
                        </a:moveTo>
                        <a:lnTo>
                          <a:pt x="424" y="66567"/>
                        </a:lnTo>
                        <a:lnTo>
                          <a:pt x="7628" y="65128"/>
                        </a:lnTo>
                        <a:lnTo>
                          <a:pt x="7628" y="87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19614" y="0"/>
                        </a:lnTo>
                        <a:lnTo>
                          <a:pt x="19614" y="65128"/>
                        </a:lnTo>
                        <a:lnTo>
                          <a:pt x="26817" y="66567"/>
                        </a:lnTo>
                        <a:lnTo>
                          <a:pt x="26817" y="73883"/>
                        </a:lnTo>
                        <a:lnTo>
                          <a:pt x="424" y="738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4" name="Freeform 145">
                    <a:extLst>
                      <a:ext uri="{FF2B5EF4-FFF2-40B4-BE49-F238E27FC236}">
                        <a16:creationId xmlns:a16="http://schemas.microsoft.com/office/drawing/2014/main" id="{C4A447F6-5740-5D05-EFA0-295D92217366}"/>
                      </a:ext>
                    </a:extLst>
                  </p:cNvPr>
                  <p:cNvSpPr/>
                  <p:nvPr/>
                </p:nvSpPr>
                <p:spPr>
                  <a:xfrm>
                    <a:off x="2826748" y="420855"/>
                    <a:ext cx="26817" cy="73883"/>
                  </a:xfrm>
                  <a:custGeom>
                    <a:avLst/>
                    <a:gdLst>
                      <a:gd name="connsiteX0" fmla="*/ 424 w 26817"/>
                      <a:gd name="connsiteY0" fmla="*/ 73883 h 73883"/>
                      <a:gd name="connsiteX1" fmla="*/ 424 w 26817"/>
                      <a:gd name="connsiteY1" fmla="*/ 66567 h 73883"/>
                      <a:gd name="connsiteX2" fmla="*/ 7628 w 26817"/>
                      <a:gd name="connsiteY2" fmla="*/ 65128 h 73883"/>
                      <a:gd name="connsiteX3" fmla="*/ 7628 w 26817"/>
                      <a:gd name="connsiteY3" fmla="*/ 8756 h 73883"/>
                      <a:gd name="connsiteX4" fmla="*/ 0 w 26817"/>
                      <a:gd name="connsiteY4" fmla="*/ 7316 h 73883"/>
                      <a:gd name="connsiteX5" fmla="*/ 0 w 26817"/>
                      <a:gd name="connsiteY5" fmla="*/ 0 h 73883"/>
                      <a:gd name="connsiteX6" fmla="*/ 19614 w 26817"/>
                      <a:gd name="connsiteY6" fmla="*/ 0 h 73883"/>
                      <a:gd name="connsiteX7" fmla="*/ 19614 w 26817"/>
                      <a:gd name="connsiteY7" fmla="*/ 65128 h 73883"/>
                      <a:gd name="connsiteX8" fmla="*/ 26817 w 26817"/>
                      <a:gd name="connsiteY8" fmla="*/ 66567 h 73883"/>
                      <a:gd name="connsiteX9" fmla="*/ 26817 w 26817"/>
                      <a:gd name="connsiteY9" fmla="*/ 73883 h 73883"/>
                      <a:gd name="connsiteX10" fmla="*/ 424 w 26817"/>
                      <a:gd name="connsiteY10" fmla="*/ 73883 h 73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817" h="73883">
                        <a:moveTo>
                          <a:pt x="424" y="73883"/>
                        </a:moveTo>
                        <a:lnTo>
                          <a:pt x="424" y="66567"/>
                        </a:lnTo>
                        <a:lnTo>
                          <a:pt x="7628" y="65128"/>
                        </a:lnTo>
                        <a:lnTo>
                          <a:pt x="7628" y="87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19614" y="0"/>
                        </a:lnTo>
                        <a:lnTo>
                          <a:pt x="19614" y="65128"/>
                        </a:lnTo>
                        <a:lnTo>
                          <a:pt x="26817" y="66567"/>
                        </a:lnTo>
                        <a:lnTo>
                          <a:pt x="26817" y="73883"/>
                        </a:lnTo>
                        <a:lnTo>
                          <a:pt x="424" y="738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5" name="Freeform 146">
                    <a:extLst>
                      <a:ext uri="{FF2B5EF4-FFF2-40B4-BE49-F238E27FC236}">
                        <a16:creationId xmlns:a16="http://schemas.microsoft.com/office/drawing/2014/main" id="{DECAB9F6-0728-1779-0B93-F0652F9E1D1E}"/>
                      </a:ext>
                    </a:extLst>
                  </p:cNvPr>
                  <p:cNvSpPr/>
                  <p:nvPr/>
                </p:nvSpPr>
                <p:spPr>
                  <a:xfrm>
                    <a:off x="2858166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500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6" name="Freeform 147">
                    <a:extLst>
                      <a:ext uri="{FF2B5EF4-FFF2-40B4-BE49-F238E27FC236}">
                        <a16:creationId xmlns:a16="http://schemas.microsoft.com/office/drawing/2014/main" id="{9C4C2330-3BE0-E140-7534-2A5737D794AF}"/>
                      </a:ext>
                    </a:extLst>
                  </p:cNvPr>
                  <p:cNvSpPr/>
                  <p:nvPr/>
                </p:nvSpPr>
                <p:spPr>
                  <a:xfrm>
                    <a:off x="2908411" y="442504"/>
                    <a:ext cx="58356" cy="52234"/>
                  </a:xfrm>
                  <a:custGeom>
                    <a:avLst/>
                    <a:gdLst>
                      <a:gd name="connsiteX0" fmla="*/ 424 w 58356"/>
                      <a:gd name="connsiteY0" fmla="*/ 52234 h 52234"/>
                      <a:gd name="connsiteX1" fmla="*/ 424 w 58356"/>
                      <a:gd name="connsiteY1" fmla="*/ 44918 h 52234"/>
                      <a:gd name="connsiteX2" fmla="*/ 7567 w 58356"/>
                      <a:gd name="connsiteY2" fmla="*/ 43478 h 52234"/>
                      <a:gd name="connsiteX3" fmla="*/ 7567 w 58356"/>
                      <a:gd name="connsiteY3" fmla="*/ 9715 h 52234"/>
                      <a:gd name="connsiteX4" fmla="*/ 0 w 58356"/>
                      <a:gd name="connsiteY4" fmla="*/ 8276 h 52234"/>
                      <a:gd name="connsiteX5" fmla="*/ 0 w 58356"/>
                      <a:gd name="connsiteY5" fmla="*/ 960 h 52234"/>
                      <a:gd name="connsiteX6" fmla="*/ 18645 w 58356"/>
                      <a:gd name="connsiteY6" fmla="*/ 960 h 52234"/>
                      <a:gd name="connsiteX7" fmla="*/ 19251 w 58356"/>
                      <a:gd name="connsiteY7" fmla="*/ 8396 h 52234"/>
                      <a:gd name="connsiteX8" fmla="*/ 25667 w 58356"/>
                      <a:gd name="connsiteY8" fmla="*/ 2219 h 52234"/>
                      <a:gd name="connsiteX9" fmla="*/ 34384 w 58356"/>
                      <a:gd name="connsiteY9" fmla="*/ 0 h 52234"/>
                      <a:gd name="connsiteX10" fmla="*/ 46794 w 58356"/>
                      <a:gd name="connsiteY10" fmla="*/ 4858 h 52234"/>
                      <a:gd name="connsiteX11" fmla="*/ 51213 w 58356"/>
                      <a:gd name="connsiteY11" fmla="*/ 20030 h 52234"/>
                      <a:gd name="connsiteX12" fmla="*/ 51213 w 58356"/>
                      <a:gd name="connsiteY12" fmla="*/ 43478 h 52234"/>
                      <a:gd name="connsiteX13" fmla="*/ 58357 w 58356"/>
                      <a:gd name="connsiteY13" fmla="*/ 44918 h 52234"/>
                      <a:gd name="connsiteX14" fmla="*/ 58357 w 58356"/>
                      <a:gd name="connsiteY14" fmla="*/ 52234 h 52234"/>
                      <a:gd name="connsiteX15" fmla="*/ 32447 w 58356"/>
                      <a:gd name="connsiteY15" fmla="*/ 52234 h 52234"/>
                      <a:gd name="connsiteX16" fmla="*/ 32447 w 58356"/>
                      <a:gd name="connsiteY16" fmla="*/ 44918 h 52234"/>
                      <a:gd name="connsiteX17" fmla="*/ 39167 w 58356"/>
                      <a:gd name="connsiteY17" fmla="*/ 43478 h 52234"/>
                      <a:gd name="connsiteX18" fmla="*/ 39167 w 58356"/>
                      <a:gd name="connsiteY18" fmla="*/ 20150 h 52234"/>
                      <a:gd name="connsiteX19" fmla="*/ 36806 w 58356"/>
                      <a:gd name="connsiteY19" fmla="*/ 11874 h 52234"/>
                      <a:gd name="connsiteX20" fmla="*/ 29844 w 58356"/>
                      <a:gd name="connsiteY20" fmla="*/ 9415 h 52234"/>
                      <a:gd name="connsiteX21" fmla="*/ 23730 w 58356"/>
                      <a:gd name="connsiteY21" fmla="*/ 10975 h 52234"/>
                      <a:gd name="connsiteX22" fmla="*/ 19493 w 58356"/>
                      <a:gd name="connsiteY22" fmla="*/ 15232 h 52234"/>
                      <a:gd name="connsiteX23" fmla="*/ 19493 w 58356"/>
                      <a:gd name="connsiteY23" fmla="*/ 43418 h 52234"/>
                      <a:gd name="connsiteX24" fmla="*/ 26030 w 58356"/>
                      <a:gd name="connsiteY24" fmla="*/ 44858 h 52234"/>
                      <a:gd name="connsiteX25" fmla="*/ 26030 w 58356"/>
                      <a:gd name="connsiteY25" fmla="*/ 52174 h 52234"/>
                      <a:gd name="connsiteX26" fmla="*/ 303 w 58356"/>
                      <a:gd name="connsiteY26" fmla="*/ 5217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58356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1" y="8396"/>
                        </a:lnTo>
                        <a:cubicBezTo>
                          <a:pt x="20946" y="5757"/>
                          <a:pt x="23125" y="3658"/>
                          <a:pt x="25667" y="2219"/>
                        </a:cubicBezTo>
                        <a:cubicBezTo>
                          <a:pt x="28210" y="780"/>
                          <a:pt x="31115" y="0"/>
                          <a:pt x="34384" y="0"/>
                        </a:cubicBezTo>
                        <a:cubicBezTo>
                          <a:pt x="39711" y="0"/>
                          <a:pt x="43828" y="1619"/>
                          <a:pt x="46794" y="4858"/>
                        </a:cubicBezTo>
                        <a:cubicBezTo>
                          <a:pt x="49760" y="8096"/>
                          <a:pt x="51213" y="13133"/>
                          <a:pt x="51213" y="20030"/>
                        </a:cubicBezTo>
                        <a:lnTo>
                          <a:pt x="51213" y="43478"/>
                        </a:lnTo>
                        <a:lnTo>
                          <a:pt x="58357" y="44918"/>
                        </a:lnTo>
                        <a:lnTo>
                          <a:pt x="58357" y="52234"/>
                        </a:lnTo>
                        <a:lnTo>
                          <a:pt x="32447" y="52234"/>
                        </a:lnTo>
                        <a:lnTo>
                          <a:pt x="32447" y="44918"/>
                        </a:lnTo>
                        <a:lnTo>
                          <a:pt x="39167" y="43478"/>
                        </a:lnTo>
                        <a:lnTo>
                          <a:pt x="39167" y="20150"/>
                        </a:lnTo>
                        <a:cubicBezTo>
                          <a:pt x="39167" y="16252"/>
                          <a:pt x="38380" y="13493"/>
                          <a:pt x="36806" y="11874"/>
                        </a:cubicBezTo>
                        <a:cubicBezTo>
                          <a:pt x="35232" y="10255"/>
                          <a:pt x="32931" y="9415"/>
                          <a:pt x="29844" y="9415"/>
                        </a:cubicBezTo>
                        <a:cubicBezTo>
                          <a:pt x="27544" y="9415"/>
                          <a:pt x="25486" y="9955"/>
                          <a:pt x="23730" y="10975"/>
                        </a:cubicBezTo>
                        <a:cubicBezTo>
                          <a:pt x="21975" y="11994"/>
                          <a:pt x="20582" y="13433"/>
                          <a:pt x="19493" y="15232"/>
                        </a:cubicBezTo>
                        <a:lnTo>
                          <a:pt x="19493" y="43418"/>
                        </a:lnTo>
                        <a:lnTo>
                          <a:pt x="26030" y="44858"/>
                        </a:lnTo>
                        <a:lnTo>
                          <a:pt x="26030" y="52174"/>
                        </a:lnTo>
                        <a:lnTo>
                          <a:pt x="303" y="5217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7" name="Freeform 148">
                    <a:extLst>
                      <a:ext uri="{FF2B5EF4-FFF2-40B4-BE49-F238E27FC236}">
                        <a16:creationId xmlns:a16="http://schemas.microsoft.com/office/drawing/2014/main" id="{174676E6-9D22-CA62-2FCA-95918CFD25B1}"/>
                      </a:ext>
                    </a:extLst>
                  </p:cNvPr>
                  <p:cNvSpPr/>
                  <p:nvPr/>
                </p:nvSpPr>
                <p:spPr>
                  <a:xfrm>
                    <a:off x="2971913" y="442504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7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7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6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8" name="Freeform 149">
                    <a:extLst>
                      <a:ext uri="{FF2B5EF4-FFF2-40B4-BE49-F238E27FC236}">
                        <a16:creationId xmlns:a16="http://schemas.microsoft.com/office/drawing/2014/main" id="{1A1C5307-13F4-0AED-8202-F2B46936AF04}"/>
                      </a:ext>
                    </a:extLst>
                  </p:cNvPr>
                  <p:cNvSpPr/>
                  <p:nvPr/>
                </p:nvSpPr>
                <p:spPr>
                  <a:xfrm>
                    <a:off x="3023792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1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592 w 44191"/>
                      <a:gd name="connsiteY22" fmla="*/ 21589 h 53193"/>
                      <a:gd name="connsiteX23" fmla="*/ 32629 w 44191"/>
                      <a:gd name="connsiteY23" fmla="*/ 21589 h 53193"/>
                      <a:gd name="connsiteX24" fmla="*/ 32629 w 44191"/>
                      <a:gd name="connsiteY24" fmla="*/ 20330 h 53193"/>
                      <a:gd name="connsiteX25" fmla="*/ 31600 w 44191"/>
                      <a:gd name="connsiteY25" fmla="*/ 14453 h 53193"/>
                      <a:gd name="connsiteX26" fmla="*/ 28391 w 44191"/>
                      <a:gd name="connsiteY26" fmla="*/ 10495 h 53193"/>
                      <a:gd name="connsiteX27" fmla="*/ 22883 w 44191"/>
                      <a:gd name="connsiteY27" fmla="*/ 9056 h 53193"/>
                      <a:gd name="connsiteX28" fmla="*/ 17798 w 44191"/>
                      <a:gd name="connsiteY28" fmla="*/ 10675 h 53193"/>
                      <a:gd name="connsiteX29" fmla="*/ 14287 w 44191"/>
                      <a:gd name="connsiteY29" fmla="*/ 15053 h 53193"/>
                      <a:gd name="connsiteX30" fmla="*/ 12471 w 44191"/>
                      <a:gd name="connsiteY30" fmla="*/ 21349 h 53193"/>
                      <a:gd name="connsiteX31" fmla="*/ 1259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1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4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4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1" y="29925"/>
                        </a:lnTo>
                        <a:lnTo>
                          <a:pt x="12349" y="30165"/>
                        </a:lnTo>
                        <a:cubicBezTo>
                          <a:pt x="12471" y="32864"/>
                          <a:pt x="13015" y="35203"/>
                          <a:pt x="14044" y="37301"/>
                        </a:cubicBezTo>
                        <a:cubicBezTo>
                          <a:pt x="15074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592" y="21589"/>
                        </a:moveTo>
                        <a:lnTo>
                          <a:pt x="32629" y="21589"/>
                        </a:lnTo>
                        <a:lnTo>
                          <a:pt x="32629" y="20330"/>
                        </a:lnTo>
                        <a:cubicBezTo>
                          <a:pt x="32629" y="18111"/>
                          <a:pt x="32266" y="16132"/>
                          <a:pt x="31600" y="14453"/>
                        </a:cubicBezTo>
                        <a:cubicBezTo>
                          <a:pt x="30934" y="12774"/>
                          <a:pt x="29844" y="11454"/>
                          <a:pt x="28391" y="10495"/>
                        </a:cubicBezTo>
                        <a:cubicBezTo>
                          <a:pt x="26938" y="9535"/>
                          <a:pt x="25122" y="9056"/>
                          <a:pt x="22883" y="9056"/>
                        </a:cubicBezTo>
                        <a:cubicBezTo>
                          <a:pt x="20946" y="9056"/>
                          <a:pt x="19251" y="9595"/>
                          <a:pt x="17798" y="10675"/>
                        </a:cubicBezTo>
                        <a:cubicBezTo>
                          <a:pt x="16345" y="11754"/>
                          <a:pt x="15134" y="13193"/>
                          <a:pt x="14287" y="15053"/>
                        </a:cubicBezTo>
                        <a:cubicBezTo>
                          <a:pt x="13439" y="16912"/>
                          <a:pt x="12834" y="19011"/>
                          <a:pt x="12471" y="21349"/>
                        </a:cubicBezTo>
                        <a:lnTo>
                          <a:pt x="1259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5178B426-A3E9-C331-F674-EFBC2E171DC1}"/>
              </a:ext>
            </a:extLst>
          </p:cNvPr>
          <p:cNvSpPr txBox="1">
            <a:spLocks/>
          </p:cNvSpPr>
          <p:nvPr/>
        </p:nvSpPr>
        <p:spPr>
          <a:xfrm>
            <a:off x="211870" y="1026717"/>
            <a:ext cx="8562288" cy="4670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9875">
              <a:lnSpc>
                <a:spcPct val="100000"/>
              </a:lnSpc>
              <a:spcBef>
                <a:spcPts val="1025"/>
              </a:spcBef>
            </a:pP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Slab" pitchFamily="2" charset="0"/>
                <a:ea typeface="Roboto Slab" pitchFamily="2" charset="0"/>
                <a:cs typeface="+mn-cs"/>
              </a:rPr>
              <a:t>Creating a Virtual Machine</a:t>
            </a:r>
          </a:p>
          <a:p>
            <a:pPr marL="269875">
              <a:lnSpc>
                <a:spcPct val="100000"/>
              </a:lnSpc>
              <a:spcBef>
                <a:spcPts val="1025"/>
              </a:spcBef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Slab" pitchFamily="2" charset="0"/>
                <a:ea typeface="Roboto Slab" pitchFamily="2" charset="0"/>
                <a:cs typeface="+mn-cs"/>
              </a:rPr>
              <a:t>Step-by-step guide to creating your ﬁrst VM in Hyper-V Manager</a:t>
            </a:r>
          </a:p>
        </p:txBody>
      </p:sp>
      <p:sp>
        <p:nvSpPr>
          <p:cNvPr id="361" name="object 3">
            <a:extLst>
              <a:ext uri="{FF2B5EF4-FFF2-40B4-BE49-F238E27FC236}">
                <a16:creationId xmlns:a16="http://schemas.microsoft.com/office/drawing/2014/main" id="{7714EC31-A6A9-9E86-149B-F54E0B74B5BE}"/>
              </a:ext>
            </a:extLst>
          </p:cNvPr>
          <p:cNvSpPr/>
          <p:nvPr/>
        </p:nvSpPr>
        <p:spPr>
          <a:xfrm>
            <a:off x="578321" y="6800507"/>
            <a:ext cx="11129010" cy="8890"/>
          </a:xfrm>
          <a:custGeom>
            <a:avLst/>
            <a:gdLst/>
            <a:ahLst/>
            <a:cxnLst/>
            <a:rect l="l" t="t" r="r" b="b"/>
            <a:pathLst>
              <a:path w="11129010" h="8889">
                <a:moveTo>
                  <a:pt x="11128902" y="8769"/>
                </a:moveTo>
                <a:lnTo>
                  <a:pt x="0" y="8769"/>
                </a:lnTo>
                <a:lnTo>
                  <a:pt x="0" y="0"/>
                </a:lnTo>
                <a:lnTo>
                  <a:pt x="11128902" y="0"/>
                </a:lnTo>
                <a:lnTo>
                  <a:pt x="11128902" y="8769"/>
                </a:lnTo>
                <a:close/>
              </a:path>
            </a:pathLst>
          </a:custGeom>
          <a:solidFill>
            <a:srgbClr val="E2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C81237AB-7944-3291-790D-464528615600}"/>
              </a:ext>
            </a:extLst>
          </p:cNvPr>
          <p:cNvGrpSpPr/>
          <p:nvPr/>
        </p:nvGrpSpPr>
        <p:grpSpPr>
          <a:xfrm>
            <a:off x="582705" y="2016570"/>
            <a:ext cx="5481320" cy="4639310"/>
            <a:chOff x="547309" y="1469700"/>
            <a:chExt cx="5481320" cy="4639310"/>
          </a:xfrm>
        </p:grpSpPr>
        <p:sp>
          <p:nvSpPr>
            <p:cNvPr id="363" name="object 6">
              <a:extLst>
                <a:ext uri="{FF2B5EF4-FFF2-40B4-BE49-F238E27FC236}">
                  <a16:creationId xmlns:a16="http://schemas.microsoft.com/office/drawing/2014/main" id="{A44F51F9-E6C9-884F-EF9F-ECDEFBF93DA6}"/>
                </a:ext>
              </a:extLst>
            </p:cNvPr>
            <p:cNvSpPr/>
            <p:nvPr/>
          </p:nvSpPr>
          <p:spPr>
            <a:xfrm>
              <a:off x="547309" y="1469700"/>
              <a:ext cx="5481320" cy="4639310"/>
            </a:xfrm>
            <a:custGeom>
              <a:avLst/>
              <a:gdLst/>
              <a:ahLst/>
              <a:cxnLst/>
              <a:rect l="l" t="t" r="r" b="b"/>
              <a:pathLst>
                <a:path w="5481320" h="4639310">
                  <a:moveTo>
                    <a:pt x="0" y="4538382"/>
                  </a:moveTo>
                  <a:lnTo>
                    <a:pt x="0" y="100852"/>
                  </a:lnTo>
                  <a:lnTo>
                    <a:pt x="0" y="94230"/>
                  </a:lnTo>
                  <a:lnTo>
                    <a:pt x="645" y="87672"/>
                  </a:lnTo>
                  <a:lnTo>
                    <a:pt x="1937" y="81177"/>
                  </a:lnTo>
                  <a:lnTo>
                    <a:pt x="3229" y="74682"/>
                  </a:lnTo>
                  <a:lnTo>
                    <a:pt x="5142" y="68376"/>
                  </a:lnTo>
                  <a:lnTo>
                    <a:pt x="24856" y="34221"/>
                  </a:lnTo>
                  <a:lnTo>
                    <a:pt x="29539" y="29539"/>
                  </a:lnTo>
                  <a:lnTo>
                    <a:pt x="34221" y="24856"/>
                  </a:lnTo>
                  <a:lnTo>
                    <a:pt x="39315" y="20675"/>
                  </a:lnTo>
                  <a:lnTo>
                    <a:pt x="44822" y="16996"/>
                  </a:lnTo>
                  <a:lnTo>
                    <a:pt x="50328" y="13317"/>
                  </a:lnTo>
                  <a:lnTo>
                    <a:pt x="81177" y="1937"/>
                  </a:lnTo>
                  <a:lnTo>
                    <a:pt x="87672" y="645"/>
                  </a:lnTo>
                  <a:lnTo>
                    <a:pt x="94230" y="0"/>
                  </a:lnTo>
                  <a:lnTo>
                    <a:pt x="100852" y="0"/>
                  </a:lnTo>
                  <a:lnTo>
                    <a:pt x="5380284" y="0"/>
                  </a:lnTo>
                  <a:lnTo>
                    <a:pt x="5386906" y="0"/>
                  </a:lnTo>
                  <a:lnTo>
                    <a:pt x="5393464" y="645"/>
                  </a:lnTo>
                  <a:lnTo>
                    <a:pt x="5399959" y="1937"/>
                  </a:lnTo>
                  <a:lnTo>
                    <a:pt x="5406454" y="3229"/>
                  </a:lnTo>
                  <a:lnTo>
                    <a:pt x="5436314" y="16996"/>
                  </a:lnTo>
                  <a:lnTo>
                    <a:pt x="5441821" y="20675"/>
                  </a:lnTo>
                  <a:lnTo>
                    <a:pt x="5446915" y="24856"/>
                  </a:lnTo>
                  <a:lnTo>
                    <a:pt x="5451598" y="29539"/>
                  </a:lnTo>
                  <a:lnTo>
                    <a:pt x="5456280" y="34221"/>
                  </a:lnTo>
                  <a:lnTo>
                    <a:pt x="5473459" y="62258"/>
                  </a:lnTo>
                  <a:lnTo>
                    <a:pt x="5475994" y="68376"/>
                  </a:lnTo>
                  <a:lnTo>
                    <a:pt x="5477907" y="74682"/>
                  </a:lnTo>
                  <a:lnTo>
                    <a:pt x="5479199" y="81177"/>
                  </a:lnTo>
                  <a:lnTo>
                    <a:pt x="5480491" y="87672"/>
                  </a:lnTo>
                  <a:lnTo>
                    <a:pt x="5481137" y="94230"/>
                  </a:lnTo>
                  <a:lnTo>
                    <a:pt x="5481137" y="100852"/>
                  </a:lnTo>
                  <a:lnTo>
                    <a:pt x="5481137" y="4538382"/>
                  </a:lnTo>
                  <a:lnTo>
                    <a:pt x="5481137" y="4545003"/>
                  </a:lnTo>
                  <a:lnTo>
                    <a:pt x="5480491" y="4551561"/>
                  </a:lnTo>
                  <a:lnTo>
                    <a:pt x="5479199" y="4558056"/>
                  </a:lnTo>
                  <a:lnTo>
                    <a:pt x="5477907" y="4564551"/>
                  </a:lnTo>
                  <a:lnTo>
                    <a:pt x="5475994" y="4570857"/>
                  </a:lnTo>
                  <a:lnTo>
                    <a:pt x="5473459" y="4576975"/>
                  </a:lnTo>
                  <a:lnTo>
                    <a:pt x="5470925" y="4583093"/>
                  </a:lnTo>
                  <a:lnTo>
                    <a:pt x="5446915" y="4614377"/>
                  </a:lnTo>
                  <a:lnTo>
                    <a:pt x="5412761" y="4634091"/>
                  </a:lnTo>
                  <a:lnTo>
                    <a:pt x="5380284" y="4639234"/>
                  </a:lnTo>
                  <a:lnTo>
                    <a:pt x="100852" y="4639234"/>
                  </a:lnTo>
                  <a:lnTo>
                    <a:pt x="62258" y="4631557"/>
                  </a:lnTo>
                  <a:lnTo>
                    <a:pt x="29539" y="4609695"/>
                  </a:lnTo>
                  <a:lnTo>
                    <a:pt x="16996" y="4594411"/>
                  </a:lnTo>
                  <a:lnTo>
                    <a:pt x="13317" y="4588905"/>
                  </a:lnTo>
                  <a:lnTo>
                    <a:pt x="10211" y="4583093"/>
                  </a:lnTo>
                  <a:lnTo>
                    <a:pt x="7676" y="4576975"/>
                  </a:lnTo>
                  <a:lnTo>
                    <a:pt x="5142" y="4570857"/>
                  </a:lnTo>
                  <a:lnTo>
                    <a:pt x="3229" y="4564551"/>
                  </a:lnTo>
                  <a:lnTo>
                    <a:pt x="1937" y="4558056"/>
                  </a:lnTo>
                  <a:lnTo>
                    <a:pt x="645" y="4551561"/>
                  </a:lnTo>
                  <a:lnTo>
                    <a:pt x="0" y="4545003"/>
                  </a:lnTo>
                  <a:lnTo>
                    <a:pt x="0" y="4538382"/>
                  </a:lnTo>
                  <a:close/>
                </a:path>
              </a:pathLst>
            </a:custGeom>
            <a:ln w="8769">
              <a:solidFill>
                <a:srgbClr val="E2E7F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364" name="object 7">
              <a:extLst>
                <a:ext uri="{FF2B5EF4-FFF2-40B4-BE49-F238E27FC236}">
                  <a16:creationId xmlns:a16="http://schemas.microsoft.com/office/drawing/2014/main" id="{81E99D81-5AC0-4C9C-1671-EBAA68D7EF2E}"/>
                </a:ext>
              </a:extLst>
            </p:cNvPr>
            <p:cNvSpPr/>
            <p:nvPr/>
          </p:nvSpPr>
          <p:spPr>
            <a:xfrm>
              <a:off x="709551" y="1842417"/>
              <a:ext cx="5156835" cy="17780"/>
            </a:xfrm>
            <a:custGeom>
              <a:avLst/>
              <a:gdLst/>
              <a:ahLst/>
              <a:cxnLst/>
              <a:rect l="l" t="t" r="r" b="b"/>
              <a:pathLst>
                <a:path w="5156835" h="17780">
                  <a:moveTo>
                    <a:pt x="5156654" y="17539"/>
                  </a:moveTo>
                  <a:lnTo>
                    <a:pt x="0" y="17539"/>
                  </a:lnTo>
                  <a:lnTo>
                    <a:pt x="0" y="0"/>
                  </a:lnTo>
                  <a:lnTo>
                    <a:pt x="5156654" y="0"/>
                  </a:lnTo>
                  <a:lnTo>
                    <a:pt x="5156654" y="1753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</p:grpSp>
      <p:sp>
        <p:nvSpPr>
          <p:cNvPr id="365" name="object 8">
            <a:extLst>
              <a:ext uri="{FF2B5EF4-FFF2-40B4-BE49-F238E27FC236}">
                <a16:creationId xmlns:a16="http://schemas.microsoft.com/office/drawing/2014/main" id="{B71B4DD8-B8E6-F340-028A-AF035DFF3165}"/>
              </a:ext>
            </a:extLst>
          </p:cNvPr>
          <p:cNvSpPr txBox="1"/>
          <p:nvPr/>
        </p:nvSpPr>
        <p:spPr>
          <a:xfrm>
            <a:off x="732247" y="2120805"/>
            <a:ext cx="2476224" cy="1962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spc="-95" dirty="0">
                <a:solidFill>
                  <a:srgbClr val="1D293B"/>
                </a:solidFill>
                <a:latin typeface="Roboto Slab" pitchFamily="2" charset="0"/>
                <a:ea typeface="Roboto Slab" pitchFamily="2" charset="0"/>
                <a:cs typeface="Arial"/>
              </a:rPr>
              <a:t>VM</a:t>
            </a:r>
            <a:r>
              <a:rPr sz="1200" b="1" spc="-35" dirty="0">
                <a:solidFill>
                  <a:srgbClr val="1D293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1200" b="1" spc="-65" dirty="0">
                <a:solidFill>
                  <a:srgbClr val="1D293B"/>
                </a:solidFill>
                <a:latin typeface="Roboto Slab" pitchFamily="2" charset="0"/>
                <a:ea typeface="Roboto Slab" pitchFamily="2" charset="0"/>
                <a:cs typeface="Arial"/>
              </a:rPr>
              <a:t>Creation</a:t>
            </a:r>
            <a:r>
              <a:rPr sz="1200" b="1" spc="-20" dirty="0">
                <a:solidFill>
                  <a:srgbClr val="1D293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1200" b="1" spc="-35" dirty="0">
                <a:solidFill>
                  <a:srgbClr val="1D293B"/>
                </a:solidFill>
                <a:latin typeface="Roboto Slab" pitchFamily="2" charset="0"/>
                <a:ea typeface="Roboto Slab" pitchFamily="2" charset="0"/>
                <a:cs typeface="Arial"/>
              </a:rPr>
              <a:t>Work</a:t>
            </a:r>
            <a:r>
              <a:rPr sz="1050" b="1" spc="-35" dirty="0">
                <a:solidFill>
                  <a:srgbClr val="1D293B"/>
                </a:solidFill>
                <a:latin typeface="Roboto Slab" pitchFamily="2" charset="0"/>
                <a:ea typeface="Roboto Slab" pitchFamily="2" charset="0"/>
                <a:cs typeface="Arial"/>
              </a:rPr>
              <a:t>ﬂ</a:t>
            </a:r>
            <a:r>
              <a:rPr sz="1200" b="1" spc="-35" dirty="0">
                <a:solidFill>
                  <a:srgbClr val="1D293B"/>
                </a:solidFill>
                <a:latin typeface="Roboto Slab" pitchFamily="2" charset="0"/>
                <a:ea typeface="Roboto Slab" pitchFamily="2" charset="0"/>
                <a:cs typeface="Arial"/>
              </a:rPr>
              <a:t>ow</a:t>
            </a:r>
            <a:endParaRPr sz="1200" dirty="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pic>
        <p:nvPicPr>
          <p:cNvPr id="366" name="object 9">
            <a:extLst>
              <a:ext uri="{FF2B5EF4-FFF2-40B4-BE49-F238E27FC236}">
                <a16:creationId xmlns:a16="http://schemas.microsoft.com/office/drawing/2014/main" id="{497EA9DE-7EAD-F870-5E11-709B39EFB0D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947" y="2512064"/>
            <a:ext cx="210475" cy="210475"/>
          </a:xfrm>
          <a:prstGeom prst="rect">
            <a:avLst/>
          </a:prstGeom>
        </p:spPr>
      </p:pic>
      <p:sp>
        <p:nvSpPr>
          <p:cNvPr id="367" name="object 10">
            <a:extLst>
              <a:ext uri="{FF2B5EF4-FFF2-40B4-BE49-F238E27FC236}">
                <a16:creationId xmlns:a16="http://schemas.microsoft.com/office/drawing/2014/main" id="{180FEAB7-4590-9C21-55C2-AE57F0EBEEFC}"/>
              </a:ext>
            </a:extLst>
          </p:cNvPr>
          <p:cNvSpPr txBox="1"/>
          <p:nvPr/>
        </p:nvSpPr>
        <p:spPr>
          <a:xfrm>
            <a:off x="809805" y="2519973"/>
            <a:ext cx="69215" cy="1461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b="1" spc="-8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1</a:t>
            </a:r>
            <a:endParaRPr sz="85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sp>
        <p:nvSpPr>
          <p:cNvPr id="368" name="object 11">
            <a:extLst>
              <a:ext uri="{FF2B5EF4-FFF2-40B4-BE49-F238E27FC236}">
                <a16:creationId xmlns:a16="http://schemas.microsoft.com/office/drawing/2014/main" id="{EDA3A16E-4581-7389-8048-1BE1862A4ECD}"/>
              </a:ext>
            </a:extLst>
          </p:cNvPr>
          <p:cNvSpPr txBox="1"/>
          <p:nvPr/>
        </p:nvSpPr>
        <p:spPr>
          <a:xfrm>
            <a:off x="1030420" y="2445974"/>
            <a:ext cx="2553607" cy="337272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950" b="1" spc="-7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Launch</a:t>
            </a:r>
            <a:r>
              <a:rPr sz="950" b="1" spc="2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5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Hyper-</a:t>
            </a:r>
            <a:r>
              <a:rPr sz="950" b="1" spc="-6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V</a:t>
            </a:r>
            <a:r>
              <a:rPr sz="950" b="1" spc="-7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1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Manager</a:t>
            </a:r>
            <a:endParaRPr sz="950" dirty="0">
              <a:latin typeface="Roboto Slab" pitchFamily="2" charset="0"/>
              <a:ea typeface="Roboto Slab" pitchFamily="2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800" spc="-5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Open</a:t>
            </a:r>
            <a:r>
              <a:rPr sz="800" spc="-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2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from </a:t>
            </a:r>
            <a:r>
              <a:rPr sz="800" spc="-4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Start</a:t>
            </a:r>
            <a:r>
              <a:rPr sz="800" spc="-3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4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Menu</a:t>
            </a:r>
            <a:r>
              <a:rPr sz="80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Liberation Sans"/>
              </a:rPr>
              <a:t>→</a:t>
            </a:r>
            <a:r>
              <a:rPr sz="700" spc="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Liberation Sans"/>
              </a:rPr>
              <a:t> </a:t>
            </a:r>
            <a:r>
              <a:rPr sz="800" spc="-5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search</a:t>
            </a:r>
            <a:r>
              <a:rPr sz="80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4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"Hyper-</a:t>
            </a:r>
            <a:r>
              <a:rPr sz="800" spc="-8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V</a:t>
            </a:r>
            <a:r>
              <a:rPr sz="800" spc="-7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2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Manager"</a:t>
            </a:r>
            <a:endParaRPr sz="800" dirty="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pic>
        <p:nvPicPr>
          <p:cNvPr id="369" name="object 12">
            <a:extLst>
              <a:ext uri="{FF2B5EF4-FFF2-40B4-BE49-F238E27FC236}">
                <a16:creationId xmlns:a16="http://schemas.microsoft.com/office/drawing/2014/main" id="{68F70A46-1F1A-DE70-73CA-2E638F1251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947" y="2871627"/>
            <a:ext cx="210475" cy="210475"/>
          </a:xfrm>
          <a:prstGeom prst="rect">
            <a:avLst/>
          </a:prstGeom>
        </p:spPr>
      </p:pic>
      <p:sp>
        <p:nvSpPr>
          <p:cNvPr id="370" name="object 13">
            <a:extLst>
              <a:ext uri="{FF2B5EF4-FFF2-40B4-BE49-F238E27FC236}">
                <a16:creationId xmlns:a16="http://schemas.microsoft.com/office/drawing/2014/main" id="{E9037E60-BED5-3EEF-8A7E-F9C0AD71E979}"/>
              </a:ext>
            </a:extLst>
          </p:cNvPr>
          <p:cNvSpPr txBox="1"/>
          <p:nvPr/>
        </p:nvSpPr>
        <p:spPr>
          <a:xfrm>
            <a:off x="809805" y="2888306"/>
            <a:ext cx="82550" cy="1461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b="1" spc="-5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2</a:t>
            </a:r>
            <a:endParaRPr sz="85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sp>
        <p:nvSpPr>
          <p:cNvPr id="371" name="object 14">
            <a:extLst>
              <a:ext uri="{FF2B5EF4-FFF2-40B4-BE49-F238E27FC236}">
                <a16:creationId xmlns:a16="http://schemas.microsoft.com/office/drawing/2014/main" id="{3B3B05AD-2088-94DE-5248-81A18D1BC5D1}"/>
              </a:ext>
            </a:extLst>
          </p:cNvPr>
          <p:cNvSpPr txBox="1"/>
          <p:nvPr/>
        </p:nvSpPr>
        <p:spPr>
          <a:xfrm>
            <a:off x="1030421" y="2805536"/>
            <a:ext cx="3163207" cy="337272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950" b="1" spc="-7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Select</a:t>
            </a:r>
            <a:r>
              <a:rPr sz="950" b="1" spc="-3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5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"New"</a:t>
            </a:r>
            <a:r>
              <a:rPr sz="950" b="1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b="1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Liberation Sans"/>
              </a:rPr>
              <a:t>→</a:t>
            </a:r>
            <a:r>
              <a:rPr sz="800" b="1" spc="1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Liberation Sans"/>
              </a:rPr>
              <a:t> </a:t>
            </a:r>
            <a:r>
              <a:rPr sz="950" b="1" spc="-3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"Virtual</a:t>
            </a:r>
            <a:r>
              <a:rPr sz="950" b="1" spc="3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1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Machine"</a:t>
            </a:r>
            <a:endParaRPr sz="950" dirty="0">
              <a:latin typeface="Roboto Slab" pitchFamily="2" charset="0"/>
              <a:ea typeface="Roboto Slab" pitchFamily="2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800" spc="-4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Right-</a:t>
            </a:r>
            <a:r>
              <a:rPr sz="800" spc="-3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click</a:t>
            </a:r>
            <a:r>
              <a:rPr sz="800" spc="-5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3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your</a:t>
            </a:r>
            <a:r>
              <a:rPr sz="800" spc="-2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4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server</a:t>
            </a:r>
            <a:r>
              <a:rPr sz="800" spc="-3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5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name</a:t>
            </a:r>
            <a:r>
              <a:rPr sz="800" spc="-1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in</a:t>
            </a:r>
            <a:r>
              <a:rPr sz="800" spc="1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2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the</a:t>
            </a:r>
            <a:r>
              <a:rPr sz="800" spc="-1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left</a:t>
            </a:r>
            <a:r>
              <a:rPr sz="800" spc="-2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panel</a:t>
            </a:r>
            <a:endParaRPr sz="800" dirty="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pic>
        <p:nvPicPr>
          <p:cNvPr id="372" name="object 15">
            <a:extLst>
              <a:ext uri="{FF2B5EF4-FFF2-40B4-BE49-F238E27FC236}">
                <a16:creationId xmlns:a16="http://schemas.microsoft.com/office/drawing/2014/main" id="{1DD85100-49C9-9F85-3697-DA330C2B631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947" y="3231190"/>
            <a:ext cx="210475" cy="210475"/>
          </a:xfrm>
          <a:prstGeom prst="rect">
            <a:avLst/>
          </a:prstGeom>
        </p:spPr>
      </p:pic>
      <p:sp>
        <p:nvSpPr>
          <p:cNvPr id="373" name="object 16">
            <a:extLst>
              <a:ext uri="{FF2B5EF4-FFF2-40B4-BE49-F238E27FC236}">
                <a16:creationId xmlns:a16="http://schemas.microsoft.com/office/drawing/2014/main" id="{E1C720BC-BCFA-6CFD-7D65-FFCCC4B98128}"/>
              </a:ext>
            </a:extLst>
          </p:cNvPr>
          <p:cNvSpPr txBox="1"/>
          <p:nvPr/>
        </p:nvSpPr>
        <p:spPr>
          <a:xfrm>
            <a:off x="809805" y="3247869"/>
            <a:ext cx="81915" cy="1461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b="1" spc="-5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3</a:t>
            </a:r>
            <a:endParaRPr sz="85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sp>
        <p:nvSpPr>
          <p:cNvPr id="374" name="object 17">
            <a:extLst>
              <a:ext uri="{FF2B5EF4-FFF2-40B4-BE49-F238E27FC236}">
                <a16:creationId xmlns:a16="http://schemas.microsoft.com/office/drawing/2014/main" id="{7B932BB2-AD7C-31A6-6153-934E44A2DD3F}"/>
              </a:ext>
            </a:extLst>
          </p:cNvPr>
          <p:cNvSpPr txBox="1"/>
          <p:nvPr/>
        </p:nvSpPr>
        <p:spPr>
          <a:xfrm>
            <a:off x="1030421" y="3154576"/>
            <a:ext cx="2553606" cy="360354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950" b="1" spc="-5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Con</a:t>
            </a:r>
            <a:r>
              <a:rPr sz="850" b="1" spc="-5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ﬁ</a:t>
            </a:r>
            <a:r>
              <a:rPr sz="950" b="1" spc="-5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gure</a:t>
            </a:r>
            <a:r>
              <a:rPr sz="950" b="1" spc="-3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7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VM</a:t>
            </a:r>
            <a:r>
              <a:rPr sz="950" b="1" spc="-1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4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Name</a:t>
            </a:r>
            <a:r>
              <a:rPr sz="950" b="1" spc="-3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1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&amp;</a:t>
            </a:r>
            <a:r>
              <a:rPr sz="950" b="1" spc="-9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1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Location</a:t>
            </a:r>
            <a:endParaRPr sz="950" dirty="0">
              <a:latin typeface="Roboto Slab" pitchFamily="2" charset="0"/>
              <a:ea typeface="Roboto Slab" pitchFamily="2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800" spc="-4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Enter</a:t>
            </a:r>
            <a:r>
              <a:rPr sz="800" spc="-2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3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descriptive</a:t>
            </a:r>
            <a:r>
              <a:rPr sz="800" spc="-1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5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name</a:t>
            </a:r>
            <a:r>
              <a:rPr sz="800" spc="-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5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(e.g.,</a:t>
            </a:r>
            <a:r>
              <a:rPr sz="800" spc="3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7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"Win1</a:t>
            </a:r>
            <a:r>
              <a:rPr sz="800" spc="-7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19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1</a:t>
            </a:r>
            <a:r>
              <a:rPr sz="800" spc="-7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6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-</a:t>
            </a:r>
            <a:r>
              <a:rPr sz="800" spc="-7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Dev-</a:t>
            </a:r>
            <a:r>
              <a:rPr sz="800" spc="-2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VM")</a:t>
            </a:r>
            <a:endParaRPr sz="800" dirty="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pic>
        <p:nvPicPr>
          <p:cNvPr id="375" name="object 18">
            <a:extLst>
              <a:ext uri="{FF2B5EF4-FFF2-40B4-BE49-F238E27FC236}">
                <a16:creationId xmlns:a16="http://schemas.microsoft.com/office/drawing/2014/main" id="{3427B1D1-638F-441F-F6FB-44CEC158570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4947" y="3599522"/>
            <a:ext cx="210475" cy="210475"/>
          </a:xfrm>
          <a:prstGeom prst="rect">
            <a:avLst/>
          </a:prstGeom>
        </p:spPr>
      </p:pic>
      <p:sp>
        <p:nvSpPr>
          <p:cNvPr id="376" name="object 19">
            <a:extLst>
              <a:ext uri="{FF2B5EF4-FFF2-40B4-BE49-F238E27FC236}">
                <a16:creationId xmlns:a16="http://schemas.microsoft.com/office/drawing/2014/main" id="{219B2553-3A98-5254-C0D8-B95834F3708C}"/>
              </a:ext>
            </a:extLst>
          </p:cNvPr>
          <p:cNvSpPr txBox="1"/>
          <p:nvPr/>
        </p:nvSpPr>
        <p:spPr>
          <a:xfrm>
            <a:off x="809805" y="3616201"/>
            <a:ext cx="84455" cy="1461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b="1" spc="-5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4</a:t>
            </a:r>
            <a:endParaRPr sz="85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sp>
        <p:nvSpPr>
          <p:cNvPr id="377" name="object 20">
            <a:extLst>
              <a:ext uri="{FF2B5EF4-FFF2-40B4-BE49-F238E27FC236}">
                <a16:creationId xmlns:a16="http://schemas.microsoft.com/office/drawing/2014/main" id="{53E27D2F-CC9B-6B7B-11D6-E1DB48879AFB}"/>
              </a:ext>
            </a:extLst>
          </p:cNvPr>
          <p:cNvSpPr txBox="1"/>
          <p:nvPr/>
        </p:nvSpPr>
        <p:spPr>
          <a:xfrm>
            <a:off x="1030421" y="3533431"/>
            <a:ext cx="2689860" cy="34480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950" b="1" spc="-9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Choose</a:t>
            </a:r>
            <a:r>
              <a:rPr sz="950" b="1" spc="-3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5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Generation</a:t>
            </a:r>
            <a:r>
              <a:rPr sz="950" b="1" spc="-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8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(Gen</a:t>
            </a:r>
            <a:r>
              <a:rPr sz="950" b="1" spc="-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17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1</a:t>
            </a:r>
            <a:r>
              <a:rPr sz="950" b="1" spc="8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3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or</a:t>
            </a:r>
            <a:r>
              <a:rPr sz="950" b="1" spc="-4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9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Gen</a:t>
            </a:r>
            <a:r>
              <a:rPr sz="950" b="1" spc="-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2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2)</a:t>
            </a:r>
            <a:endParaRPr sz="950">
              <a:latin typeface="Roboto Slab" pitchFamily="2" charset="0"/>
              <a:ea typeface="Roboto Slab" pitchFamily="2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800" b="1" spc="-7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Gen</a:t>
            </a:r>
            <a:r>
              <a:rPr sz="800" b="1" spc="-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b="1" spc="-8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2:</a:t>
            </a:r>
            <a:r>
              <a:rPr sz="800" b="1" spc="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9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UEFI-</a:t>
            </a:r>
            <a:r>
              <a:rPr sz="800" spc="-5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based,</a:t>
            </a:r>
            <a:r>
              <a:rPr sz="800" spc="2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3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supports</a:t>
            </a:r>
            <a:r>
              <a:rPr sz="800" spc="-1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6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Secure</a:t>
            </a:r>
            <a:r>
              <a:rPr sz="800" spc="-1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3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Boot</a:t>
            </a:r>
            <a:r>
              <a:rPr sz="800" spc="-3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5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(Windows</a:t>
            </a:r>
            <a:r>
              <a:rPr sz="800" spc="-1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19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1</a:t>
            </a:r>
            <a:r>
              <a:rPr sz="800" spc="-8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0/1</a:t>
            </a:r>
            <a:r>
              <a:rPr sz="800" spc="-7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19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1</a:t>
            </a:r>
            <a:r>
              <a:rPr sz="800" spc="-8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9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,</a:t>
            </a:r>
            <a:r>
              <a:rPr sz="800" spc="2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2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Linux)</a:t>
            </a:r>
            <a:endParaRPr sz="80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pic>
        <p:nvPicPr>
          <p:cNvPr id="378" name="object 21">
            <a:extLst>
              <a:ext uri="{FF2B5EF4-FFF2-40B4-BE49-F238E27FC236}">
                <a16:creationId xmlns:a16="http://schemas.microsoft.com/office/drawing/2014/main" id="{2C3AF65E-793D-4859-188F-D7D1D62A512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947" y="3959085"/>
            <a:ext cx="210475" cy="210475"/>
          </a:xfrm>
          <a:prstGeom prst="rect">
            <a:avLst/>
          </a:prstGeom>
        </p:spPr>
      </p:pic>
      <p:sp>
        <p:nvSpPr>
          <p:cNvPr id="379" name="object 22">
            <a:extLst>
              <a:ext uri="{FF2B5EF4-FFF2-40B4-BE49-F238E27FC236}">
                <a16:creationId xmlns:a16="http://schemas.microsoft.com/office/drawing/2014/main" id="{9E771D92-8C43-2AB3-C9F4-BC2F87B818EE}"/>
              </a:ext>
            </a:extLst>
          </p:cNvPr>
          <p:cNvSpPr txBox="1"/>
          <p:nvPr/>
        </p:nvSpPr>
        <p:spPr>
          <a:xfrm>
            <a:off x="809805" y="3975764"/>
            <a:ext cx="81280" cy="1461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b="1" spc="-5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5</a:t>
            </a:r>
            <a:endParaRPr sz="85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sp>
        <p:nvSpPr>
          <p:cNvPr id="380" name="object 23">
            <a:extLst>
              <a:ext uri="{FF2B5EF4-FFF2-40B4-BE49-F238E27FC236}">
                <a16:creationId xmlns:a16="http://schemas.microsoft.com/office/drawing/2014/main" id="{1BDE3EDC-0F5D-5F37-20C2-E86268745F9B}"/>
              </a:ext>
            </a:extLst>
          </p:cNvPr>
          <p:cNvSpPr txBox="1"/>
          <p:nvPr/>
        </p:nvSpPr>
        <p:spPr>
          <a:xfrm>
            <a:off x="1030421" y="3921829"/>
            <a:ext cx="2178050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8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Assign</a:t>
            </a:r>
            <a:r>
              <a:rPr sz="950" b="1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4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Memory</a:t>
            </a:r>
            <a:r>
              <a:rPr sz="950" b="1" spc="-8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4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(RAM)</a:t>
            </a:r>
            <a:endParaRPr sz="950" dirty="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sp>
        <p:nvSpPr>
          <p:cNvPr id="381" name="object 24">
            <a:extLst>
              <a:ext uri="{FF2B5EF4-FFF2-40B4-BE49-F238E27FC236}">
                <a16:creationId xmlns:a16="http://schemas.microsoft.com/office/drawing/2014/main" id="{CE8DA48D-FE4A-0A69-4F15-CF0028E42B11}"/>
              </a:ext>
            </a:extLst>
          </p:cNvPr>
          <p:cNvSpPr txBox="1"/>
          <p:nvPr/>
        </p:nvSpPr>
        <p:spPr>
          <a:xfrm>
            <a:off x="1030421" y="4099857"/>
            <a:ext cx="2649584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Minimum </a:t>
            </a:r>
            <a:r>
              <a:rPr sz="800" spc="-6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2</a:t>
            </a:r>
            <a:r>
              <a:rPr sz="800" spc="-2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10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GB;</a:t>
            </a:r>
            <a:r>
              <a:rPr sz="800" spc="2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4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recommended</a:t>
            </a:r>
            <a:r>
              <a:rPr sz="800" spc="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6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4-8</a:t>
            </a:r>
            <a:r>
              <a:rPr sz="800" spc="-3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114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GB</a:t>
            </a:r>
            <a:r>
              <a:rPr sz="800" spc="-2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for</a:t>
            </a:r>
            <a:r>
              <a:rPr sz="800" spc="-3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3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modern</a:t>
            </a:r>
            <a:r>
              <a:rPr sz="80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5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OS</a:t>
            </a:r>
            <a:endParaRPr sz="800" dirty="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pic>
        <p:nvPicPr>
          <p:cNvPr id="382" name="object 25">
            <a:extLst>
              <a:ext uri="{FF2B5EF4-FFF2-40B4-BE49-F238E27FC236}">
                <a16:creationId xmlns:a16="http://schemas.microsoft.com/office/drawing/2014/main" id="{3E0968FD-FF5F-EEE0-462F-41402C7C34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947" y="4327417"/>
            <a:ext cx="210475" cy="210475"/>
          </a:xfrm>
          <a:prstGeom prst="rect">
            <a:avLst/>
          </a:prstGeom>
        </p:spPr>
      </p:pic>
      <p:sp>
        <p:nvSpPr>
          <p:cNvPr id="383" name="object 26">
            <a:extLst>
              <a:ext uri="{FF2B5EF4-FFF2-40B4-BE49-F238E27FC236}">
                <a16:creationId xmlns:a16="http://schemas.microsoft.com/office/drawing/2014/main" id="{B4E92C8A-CA7F-47CB-7830-E5528F9A005E}"/>
              </a:ext>
            </a:extLst>
          </p:cNvPr>
          <p:cNvSpPr txBox="1"/>
          <p:nvPr/>
        </p:nvSpPr>
        <p:spPr>
          <a:xfrm>
            <a:off x="809805" y="4335326"/>
            <a:ext cx="82550" cy="1461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b="1" spc="-5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6</a:t>
            </a:r>
            <a:endParaRPr sz="85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sp>
        <p:nvSpPr>
          <p:cNvPr id="384" name="object 27">
            <a:extLst>
              <a:ext uri="{FF2B5EF4-FFF2-40B4-BE49-F238E27FC236}">
                <a16:creationId xmlns:a16="http://schemas.microsoft.com/office/drawing/2014/main" id="{7618DCF5-FAAA-3397-B565-B066FF6040D7}"/>
              </a:ext>
            </a:extLst>
          </p:cNvPr>
          <p:cNvSpPr txBox="1"/>
          <p:nvPr/>
        </p:nvSpPr>
        <p:spPr>
          <a:xfrm>
            <a:off x="1030421" y="4261327"/>
            <a:ext cx="2427482" cy="337272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950" b="1" spc="-5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Con</a:t>
            </a:r>
            <a:r>
              <a:rPr sz="850" b="1" spc="-5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ﬁ</a:t>
            </a:r>
            <a:r>
              <a:rPr sz="950" b="1" spc="-5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gure</a:t>
            </a:r>
            <a:r>
              <a:rPr sz="950" b="1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1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Networking</a:t>
            </a:r>
            <a:endParaRPr sz="950" dirty="0">
              <a:latin typeface="Roboto Slab" pitchFamily="2" charset="0"/>
              <a:ea typeface="Roboto Slab" pitchFamily="2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800" spc="-6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Select</a:t>
            </a:r>
            <a:r>
              <a:rPr sz="800" spc="-2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3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"Default</a:t>
            </a:r>
            <a:r>
              <a:rPr sz="800" spc="-1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4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Switch"</a:t>
            </a:r>
            <a:r>
              <a:rPr sz="800" spc="2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for</a:t>
            </a:r>
            <a:r>
              <a:rPr sz="800" spc="-2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2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internet</a:t>
            </a:r>
            <a:r>
              <a:rPr sz="800" spc="-1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5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access</a:t>
            </a:r>
            <a:endParaRPr sz="800" dirty="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pic>
        <p:nvPicPr>
          <p:cNvPr id="385" name="object 28">
            <a:extLst>
              <a:ext uri="{FF2B5EF4-FFF2-40B4-BE49-F238E27FC236}">
                <a16:creationId xmlns:a16="http://schemas.microsoft.com/office/drawing/2014/main" id="{98F16710-F759-CF4A-14ED-9EE6A28CD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947" y="4686980"/>
            <a:ext cx="210475" cy="210475"/>
          </a:xfrm>
          <a:prstGeom prst="rect">
            <a:avLst/>
          </a:prstGeom>
        </p:spPr>
      </p:pic>
      <p:sp>
        <p:nvSpPr>
          <p:cNvPr id="386" name="object 29">
            <a:extLst>
              <a:ext uri="{FF2B5EF4-FFF2-40B4-BE49-F238E27FC236}">
                <a16:creationId xmlns:a16="http://schemas.microsoft.com/office/drawing/2014/main" id="{77E1BF58-C450-FC46-78AE-4130F024C9C8}"/>
              </a:ext>
            </a:extLst>
          </p:cNvPr>
          <p:cNvSpPr txBox="1"/>
          <p:nvPr/>
        </p:nvSpPr>
        <p:spPr>
          <a:xfrm>
            <a:off x="809805" y="4703659"/>
            <a:ext cx="82550" cy="1461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b="1" spc="-5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7</a:t>
            </a:r>
            <a:endParaRPr sz="85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sp>
        <p:nvSpPr>
          <p:cNvPr id="387" name="object 30">
            <a:extLst>
              <a:ext uri="{FF2B5EF4-FFF2-40B4-BE49-F238E27FC236}">
                <a16:creationId xmlns:a16="http://schemas.microsoft.com/office/drawing/2014/main" id="{949832A4-CBB5-16C7-B818-4235D72CBBFC}"/>
              </a:ext>
            </a:extLst>
          </p:cNvPr>
          <p:cNvSpPr txBox="1"/>
          <p:nvPr/>
        </p:nvSpPr>
        <p:spPr>
          <a:xfrm>
            <a:off x="1030421" y="4620889"/>
            <a:ext cx="2427482" cy="337272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950" b="1" spc="-5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Create</a:t>
            </a:r>
            <a:r>
              <a:rPr sz="950" b="1" spc="-4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3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Virtual</a:t>
            </a:r>
            <a:r>
              <a:rPr sz="950" b="1" spc="2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5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Hard</a:t>
            </a:r>
            <a:r>
              <a:rPr sz="950" b="1" spc="-1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2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Disk</a:t>
            </a:r>
            <a:endParaRPr sz="950" dirty="0">
              <a:latin typeface="Roboto Slab" pitchFamily="2" charset="0"/>
              <a:ea typeface="Roboto Slab" pitchFamily="2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800" spc="-7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Set</a:t>
            </a:r>
            <a:r>
              <a:rPr sz="800" spc="-3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5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size</a:t>
            </a:r>
            <a:r>
              <a:rPr sz="800" spc="-2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5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(e.g.,</a:t>
            </a:r>
            <a:r>
              <a:rPr sz="800" spc="2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5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60</a:t>
            </a:r>
            <a:r>
              <a:rPr sz="800" spc="-2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114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GB</a:t>
            </a:r>
            <a:r>
              <a:rPr sz="800" spc="-2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for</a:t>
            </a:r>
            <a:r>
              <a:rPr sz="800" spc="-4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6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Windows,</a:t>
            </a:r>
            <a:r>
              <a:rPr sz="800" spc="2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5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20</a:t>
            </a:r>
            <a:r>
              <a:rPr sz="800" spc="-2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114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GB</a:t>
            </a:r>
            <a:r>
              <a:rPr sz="800" spc="-2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1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for</a:t>
            </a:r>
            <a:r>
              <a:rPr sz="800" spc="-4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2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Linux)</a:t>
            </a:r>
            <a:endParaRPr sz="800" dirty="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pic>
        <p:nvPicPr>
          <p:cNvPr id="388" name="object 31">
            <a:extLst>
              <a:ext uri="{FF2B5EF4-FFF2-40B4-BE49-F238E27FC236}">
                <a16:creationId xmlns:a16="http://schemas.microsoft.com/office/drawing/2014/main" id="{216AB528-84C1-E698-AE81-4EC76CC30DC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947" y="5046543"/>
            <a:ext cx="210475" cy="210475"/>
          </a:xfrm>
          <a:prstGeom prst="rect">
            <a:avLst/>
          </a:prstGeom>
        </p:spPr>
      </p:pic>
      <p:sp>
        <p:nvSpPr>
          <p:cNvPr id="389" name="object 32">
            <a:extLst>
              <a:ext uri="{FF2B5EF4-FFF2-40B4-BE49-F238E27FC236}">
                <a16:creationId xmlns:a16="http://schemas.microsoft.com/office/drawing/2014/main" id="{E03ACF7E-5015-7B2A-6D59-78C9BE535040}"/>
              </a:ext>
            </a:extLst>
          </p:cNvPr>
          <p:cNvSpPr txBox="1"/>
          <p:nvPr/>
        </p:nvSpPr>
        <p:spPr>
          <a:xfrm>
            <a:off x="809805" y="5063221"/>
            <a:ext cx="82550" cy="1461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b="1" spc="-5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8</a:t>
            </a:r>
            <a:endParaRPr sz="85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sp>
        <p:nvSpPr>
          <p:cNvPr id="390" name="object 33">
            <a:extLst>
              <a:ext uri="{FF2B5EF4-FFF2-40B4-BE49-F238E27FC236}">
                <a16:creationId xmlns:a16="http://schemas.microsoft.com/office/drawing/2014/main" id="{A75C20A8-596E-24DB-B646-4550CC6F6F21}"/>
              </a:ext>
            </a:extLst>
          </p:cNvPr>
          <p:cNvSpPr txBox="1"/>
          <p:nvPr/>
        </p:nvSpPr>
        <p:spPr>
          <a:xfrm>
            <a:off x="1030421" y="4969928"/>
            <a:ext cx="2308752" cy="360354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950" b="1" spc="-2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Install</a:t>
            </a:r>
            <a:r>
              <a:rPr sz="950" b="1" spc="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13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OS</a:t>
            </a:r>
            <a:r>
              <a:rPr sz="950" b="1" spc="-5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3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from</a:t>
            </a:r>
            <a:r>
              <a:rPr sz="950" b="1" spc="-5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8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ISO</a:t>
            </a:r>
            <a:r>
              <a:rPr sz="950" b="1" spc="-55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950" b="1" spc="-20" dirty="0">
                <a:solidFill>
                  <a:srgbClr val="334054"/>
                </a:solidFill>
                <a:latin typeface="Roboto Slab" pitchFamily="2" charset="0"/>
                <a:ea typeface="Roboto Slab" pitchFamily="2" charset="0"/>
                <a:cs typeface="Arial"/>
              </a:rPr>
              <a:t>File</a:t>
            </a:r>
            <a:endParaRPr sz="950" dirty="0">
              <a:latin typeface="Roboto Slab" pitchFamily="2" charset="0"/>
              <a:ea typeface="Roboto Slab" pitchFamily="2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800" spc="-5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Browse</a:t>
            </a:r>
            <a:r>
              <a:rPr sz="800" spc="-3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to</a:t>
            </a:r>
            <a:r>
              <a:rPr sz="800" spc="-3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8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ISO</a:t>
            </a:r>
            <a:r>
              <a:rPr sz="800" spc="-4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ﬁ</a:t>
            </a:r>
            <a:r>
              <a:rPr sz="80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le</a:t>
            </a:r>
            <a:r>
              <a:rPr sz="800" spc="-3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00" spc="-3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location</a:t>
            </a:r>
            <a:r>
              <a:rPr sz="800" spc="-1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Liberation Sans"/>
              </a:rPr>
              <a:t>→</a:t>
            </a:r>
            <a:r>
              <a:rPr sz="700" spc="-1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Liberation Sans"/>
              </a:rPr>
              <a:t> </a:t>
            </a:r>
            <a:r>
              <a:rPr sz="800" spc="-4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Finish</a:t>
            </a:r>
            <a:r>
              <a:rPr sz="800" spc="-1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Liberation Sans"/>
              </a:rPr>
              <a:t>→</a:t>
            </a:r>
            <a:r>
              <a:rPr sz="700" spc="-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Liberation Sans"/>
              </a:rPr>
              <a:t> </a:t>
            </a:r>
            <a:r>
              <a:rPr sz="800" spc="-40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Start</a:t>
            </a:r>
            <a:r>
              <a:rPr sz="800" spc="-45" dirty="0">
                <a:solidFill>
                  <a:srgbClr val="64738B"/>
                </a:solidFill>
                <a:latin typeface="Roboto Slab" pitchFamily="2" charset="0"/>
                <a:ea typeface="Roboto Slab" pitchFamily="2" charset="0"/>
                <a:cs typeface="Arial"/>
              </a:rPr>
              <a:t> VM</a:t>
            </a:r>
            <a:endParaRPr sz="800" dirty="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sp>
        <p:nvSpPr>
          <p:cNvPr id="391" name="object 34">
            <a:extLst>
              <a:ext uri="{FF2B5EF4-FFF2-40B4-BE49-F238E27FC236}">
                <a16:creationId xmlns:a16="http://schemas.microsoft.com/office/drawing/2014/main" id="{D8DF9F06-E977-8168-F067-C59796899550}"/>
              </a:ext>
            </a:extLst>
          </p:cNvPr>
          <p:cNvSpPr/>
          <p:nvPr/>
        </p:nvSpPr>
        <p:spPr>
          <a:xfrm>
            <a:off x="6212930" y="2016570"/>
            <a:ext cx="5490210" cy="1877060"/>
          </a:xfrm>
          <a:custGeom>
            <a:avLst/>
            <a:gdLst/>
            <a:ahLst/>
            <a:cxnLst/>
            <a:rect l="l" t="t" r="r" b="b"/>
            <a:pathLst>
              <a:path w="5490209" h="1877060">
                <a:moveTo>
                  <a:pt x="0" y="1775888"/>
                </a:moveTo>
                <a:lnTo>
                  <a:pt x="0" y="100852"/>
                </a:lnTo>
                <a:lnTo>
                  <a:pt x="0" y="94230"/>
                </a:lnTo>
                <a:lnTo>
                  <a:pt x="646" y="87672"/>
                </a:lnTo>
                <a:lnTo>
                  <a:pt x="1937" y="81177"/>
                </a:lnTo>
                <a:lnTo>
                  <a:pt x="3229" y="74682"/>
                </a:lnTo>
                <a:lnTo>
                  <a:pt x="5142" y="68376"/>
                </a:lnTo>
                <a:lnTo>
                  <a:pt x="7676" y="62258"/>
                </a:lnTo>
                <a:lnTo>
                  <a:pt x="10211" y="56140"/>
                </a:lnTo>
                <a:lnTo>
                  <a:pt x="13317" y="50327"/>
                </a:lnTo>
                <a:lnTo>
                  <a:pt x="16996" y="44821"/>
                </a:lnTo>
                <a:lnTo>
                  <a:pt x="20676" y="39315"/>
                </a:lnTo>
                <a:lnTo>
                  <a:pt x="24857" y="34221"/>
                </a:lnTo>
                <a:lnTo>
                  <a:pt x="29539" y="29539"/>
                </a:lnTo>
                <a:lnTo>
                  <a:pt x="34222" y="24856"/>
                </a:lnTo>
                <a:lnTo>
                  <a:pt x="68376" y="5142"/>
                </a:lnTo>
                <a:lnTo>
                  <a:pt x="81177" y="1937"/>
                </a:lnTo>
                <a:lnTo>
                  <a:pt x="87672" y="645"/>
                </a:lnTo>
                <a:lnTo>
                  <a:pt x="94231" y="0"/>
                </a:lnTo>
                <a:lnTo>
                  <a:pt x="100853" y="0"/>
                </a:lnTo>
                <a:lnTo>
                  <a:pt x="5389055" y="0"/>
                </a:lnTo>
                <a:lnTo>
                  <a:pt x="5395676" y="0"/>
                </a:lnTo>
                <a:lnTo>
                  <a:pt x="5402235" y="645"/>
                </a:lnTo>
                <a:lnTo>
                  <a:pt x="5439577" y="13317"/>
                </a:lnTo>
                <a:lnTo>
                  <a:pt x="5445083" y="16996"/>
                </a:lnTo>
                <a:lnTo>
                  <a:pt x="5450589" y="20675"/>
                </a:lnTo>
                <a:lnTo>
                  <a:pt x="5476588" y="50327"/>
                </a:lnTo>
                <a:lnTo>
                  <a:pt x="5482229" y="62258"/>
                </a:lnTo>
                <a:lnTo>
                  <a:pt x="5484763" y="68376"/>
                </a:lnTo>
                <a:lnTo>
                  <a:pt x="5486677" y="74682"/>
                </a:lnTo>
                <a:lnTo>
                  <a:pt x="5487969" y="81177"/>
                </a:lnTo>
                <a:lnTo>
                  <a:pt x="5489261" y="87672"/>
                </a:lnTo>
                <a:lnTo>
                  <a:pt x="5489907" y="94230"/>
                </a:lnTo>
                <a:lnTo>
                  <a:pt x="5489908" y="100852"/>
                </a:lnTo>
                <a:lnTo>
                  <a:pt x="5489908" y="1775888"/>
                </a:lnTo>
                <a:lnTo>
                  <a:pt x="5489907" y="1782510"/>
                </a:lnTo>
                <a:lnTo>
                  <a:pt x="5489261" y="1789068"/>
                </a:lnTo>
                <a:lnTo>
                  <a:pt x="5487969" y="1795563"/>
                </a:lnTo>
                <a:lnTo>
                  <a:pt x="5486677" y="1802058"/>
                </a:lnTo>
                <a:lnTo>
                  <a:pt x="5472909" y="1831918"/>
                </a:lnTo>
                <a:lnTo>
                  <a:pt x="5469230" y="1837425"/>
                </a:lnTo>
                <a:lnTo>
                  <a:pt x="5445083" y="1859744"/>
                </a:lnTo>
                <a:lnTo>
                  <a:pt x="5439577" y="1863423"/>
                </a:lnTo>
                <a:lnTo>
                  <a:pt x="5433767" y="1866529"/>
                </a:lnTo>
                <a:lnTo>
                  <a:pt x="5427649" y="1869064"/>
                </a:lnTo>
                <a:lnTo>
                  <a:pt x="5421530" y="1871598"/>
                </a:lnTo>
                <a:lnTo>
                  <a:pt x="5389055" y="1876741"/>
                </a:lnTo>
                <a:lnTo>
                  <a:pt x="100853" y="1876741"/>
                </a:lnTo>
                <a:lnTo>
                  <a:pt x="94231" y="1876741"/>
                </a:lnTo>
                <a:lnTo>
                  <a:pt x="87672" y="1876094"/>
                </a:lnTo>
                <a:lnTo>
                  <a:pt x="81177" y="1874803"/>
                </a:lnTo>
                <a:lnTo>
                  <a:pt x="74682" y="1873511"/>
                </a:lnTo>
                <a:lnTo>
                  <a:pt x="39316" y="1856065"/>
                </a:lnTo>
                <a:lnTo>
                  <a:pt x="13317" y="1826413"/>
                </a:lnTo>
                <a:lnTo>
                  <a:pt x="1937" y="1795563"/>
                </a:lnTo>
                <a:lnTo>
                  <a:pt x="646" y="1789068"/>
                </a:lnTo>
                <a:lnTo>
                  <a:pt x="0" y="1782510"/>
                </a:lnTo>
                <a:lnTo>
                  <a:pt x="0" y="1775888"/>
                </a:lnTo>
                <a:close/>
              </a:path>
            </a:pathLst>
          </a:custGeom>
          <a:ln w="8769">
            <a:solidFill>
              <a:srgbClr val="E2E7F0"/>
            </a:solidFill>
          </a:ln>
        </p:spPr>
        <p:txBody>
          <a:bodyPr wrap="square" lIns="0" tIns="0" rIns="0" bIns="0" rtlCol="0"/>
          <a:lstStyle/>
          <a:p>
            <a:endParaRPr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392" name="object 35">
            <a:extLst>
              <a:ext uri="{FF2B5EF4-FFF2-40B4-BE49-F238E27FC236}">
                <a16:creationId xmlns:a16="http://schemas.microsoft.com/office/drawing/2014/main" id="{08B4FB44-F2F5-1EB9-8AC6-4B8229E5E47F}"/>
              </a:ext>
            </a:extLst>
          </p:cNvPr>
          <p:cNvSpPr txBox="1"/>
          <p:nvPr/>
        </p:nvSpPr>
        <p:spPr>
          <a:xfrm>
            <a:off x="6347399" y="2128840"/>
            <a:ext cx="2263775" cy="1962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="1" spc="-90" dirty="0">
                <a:solidFill>
                  <a:srgbClr val="1D293B"/>
                </a:solidFill>
                <a:latin typeface="Roboto Slab" pitchFamily="2" charset="0"/>
                <a:ea typeface="Roboto Slab" pitchFamily="2" charset="0"/>
                <a:cs typeface="Arial"/>
              </a:rPr>
              <a:t>Recommended</a:t>
            </a:r>
            <a:r>
              <a:rPr sz="1200" b="1" spc="-15" dirty="0">
                <a:solidFill>
                  <a:srgbClr val="1D293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1200" b="1" spc="-95" dirty="0">
                <a:solidFill>
                  <a:srgbClr val="1D293B"/>
                </a:solidFill>
                <a:latin typeface="Roboto Slab" pitchFamily="2" charset="0"/>
                <a:ea typeface="Roboto Slab" pitchFamily="2" charset="0"/>
                <a:cs typeface="Arial"/>
              </a:rPr>
              <a:t>VM</a:t>
            </a:r>
            <a:r>
              <a:rPr sz="1200" b="1" spc="-20" dirty="0">
                <a:solidFill>
                  <a:srgbClr val="1D293B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1200" b="1" spc="-55" dirty="0">
                <a:solidFill>
                  <a:srgbClr val="1D293B"/>
                </a:solidFill>
                <a:latin typeface="Roboto Slab" pitchFamily="2" charset="0"/>
                <a:ea typeface="Roboto Slab" pitchFamily="2" charset="0"/>
                <a:cs typeface="Arial"/>
              </a:rPr>
              <a:t>Con</a:t>
            </a:r>
            <a:r>
              <a:rPr sz="1050" b="1" spc="-55" dirty="0">
                <a:solidFill>
                  <a:srgbClr val="1D293B"/>
                </a:solidFill>
                <a:latin typeface="Roboto Slab" pitchFamily="2" charset="0"/>
                <a:ea typeface="Roboto Slab" pitchFamily="2" charset="0"/>
                <a:cs typeface="Arial"/>
              </a:rPr>
              <a:t>ﬁ</a:t>
            </a:r>
            <a:r>
              <a:rPr sz="1200" b="1" spc="-55" dirty="0">
                <a:solidFill>
                  <a:srgbClr val="1D293B"/>
                </a:solidFill>
                <a:latin typeface="Roboto Slab" pitchFamily="2" charset="0"/>
                <a:ea typeface="Roboto Slab" pitchFamily="2" charset="0"/>
                <a:cs typeface="Arial"/>
              </a:rPr>
              <a:t>gurations</a:t>
            </a:r>
            <a:endParaRPr sz="120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graphicFrame>
        <p:nvGraphicFramePr>
          <p:cNvPr id="393" name="object 36">
            <a:extLst>
              <a:ext uri="{FF2B5EF4-FFF2-40B4-BE49-F238E27FC236}">
                <a16:creationId xmlns:a16="http://schemas.microsoft.com/office/drawing/2014/main" id="{AD8EAA83-97D1-DF64-421C-2C698AD02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213172"/>
              </p:ext>
            </p:extLst>
          </p:nvPr>
        </p:nvGraphicFramePr>
        <p:xfrm>
          <a:off x="6357632" y="2406827"/>
          <a:ext cx="5200015" cy="1340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5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b="1" spc="-9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OS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800" b="1" spc="-2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TYPE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solidFill>
                      <a:srgbClr val="1D293B"/>
                    </a:solidFill>
                  </a:tcPr>
                </a:tc>
                <a:tc>
                  <a:txBody>
                    <a:bodyPr/>
                    <a:lstStyle/>
                    <a:p>
                      <a:pPr marL="6223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b="1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GEN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solidFill>
                      <a:srgbClr val="1D293B"/>
                    </a:solidFill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b="1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RAM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solidFill>
                      <a:srgbClr val="1D293B"/>
                    </a:solidFill>
                  </a:tcPr>
                </a:tc>
                <a:tc>
                  <a:txBody>
                    <a:bodyPr/>
                    <a:lstStyle/>
                    <a:p>
                      <a:pPr marL="37528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b="1" spc="-2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DISK</a:t>
                      </a:r>
                      <a:endParaRPr sz="8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solidFill>
                      <a:srgbClr val="1D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30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00" spc="-70" dirty="0">
                          <a:solidFill>
                            <a:srgbClr val="334054"/>
                          </a:solidFill>
                          <a:latin typeface="Lucida Sans"/>
                          <a:cs typeface="Lucida Sans"/>
                        </a:rPr>
                        <a:t>Windows</a:t>
                      </a:r>
                      <a:r>
                        <a:rPr sz="1000" spc="-45" dirty="0">
                          <a:solidFill>
                            <a:srgbClr val="334054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000" spc="-285" dirty="0">
                          <a:solidFill>
                            <a:srgbClr val="334054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1000" spc="-145" dirty="0">
                          <a:solidFill>
                            <a:srgbClr val="334054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000" spc="-335" dirty="0">
                          <a:solidFill>
                            <a:srgbClr val="334054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endParaRPr sz="1000">
                        <a:latin typeface="Lucida Sans"/>
                        <a:cs typeface="Lucida Sans"/>
                      </a:endParaRPr>
                    </a:p>
                  </a:txBody>
                  <a:tcPr marL="0" marR="0" marT="48260" marB="0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2230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00" spc="-8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Gen</a:t>
                      </a:r>
                      <a:r>
                        <a:rPr sz="1000" spc="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00" spc="-5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4-8</a:t>
                      </a:r>
                      <a:r>
                        <a:rPr sz="1000" spc="-3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7528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00" spc="-5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60</a:t>
                      </a:r>
                      <a:r>
                        <a:rPr sz="1000" spc="-3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65" dirty="0">
                          <a:solidFill>
                            <a:srgbClr val="334054"/>
                          </a:solidFill>
                          <a:latin typeface="Lucida Sans"/>
                          <a:cs typeface="Lucida Sans"/>
                        </a:rPr>
                        <a:t>Ubuntu</a:t>
                      </a:r>
                      <a:r>
                        <a:rPr sz="1000" spc="-40" dirty="0">
                          <a:solidFill>
                            <a:srgbClr val="334054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000" spc="-10" dirty="0">
                          <a:solidFill>
                            <a:srgbClr val="334054"/>
                          </a:solidFill>
                          <a:latin typeface="Lucida Sans"/>
                          <a:cs typeface="Lucida Sans"/>
                        </a:rPr>
                        <a:t>22.04</a:t>
                      </a:r>
                      <a:endParaRPr sz="1000">
                        <a:latin typeface="Lucida Sans"/>
                        <a:cs typeface="Lucida Sans"/>
                      </a:endParaRPr>
                    </a:p>
                  </a:txBody>
                  <a:tcPr marL="0" marR="0" marT="38735" marB="0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22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8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Gen</a:t>
                      </a:r>
                      <a:r>
                        <a:rPr sz="1000" spc="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6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2-</a:t>
                      </a:r>
                      <a:r>
                        <a:rPr sz="100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000" spc="-5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3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752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6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25</a:t>
                      </a:r>
                      <a:r>
                        <a:rPr sz="1000" spc="-2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3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spc="-70" dirty="0">
                          <a:solidFill>
                            <a:srgbClr val="334054"/>
                          </a:solidFill>
                          <a:latin typeface="Lucida Sans"/>
                          <a:cs typeface="Lucida Sans"/>
                        </a:rPr>
                        <a:t>Windows</a:t>
                      </a:r>
                      <a:r>
                        <a:rPr sz="1000" spc="-30" dirty="0">
                          <a:solidFill>
                            <a:srgbClr val="334054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000" spc="-10" dirty="0">
                          <a:solidFill>
                            <a:srgbClr val="334054"/>
                          </a:solidFill>
                          <a:latin typeface="Lucida Sans"/>
                          <a:cs typeface="Lucida Sans"/>
                        </a:rPr>
                        <a:t>Server</a:t>
                      </a:r>
                      <a:endParaRPr sz="1000">
                        <a:latin typeface="Lucida Sans"/>
                        <a:cs typeface="Lucida Sans"/>
                      </a:endParaRPr>
                    </a:p>
                  </a:txBody>
                  <a:tcPr marL="0" marR="0" marT="43180" marB="0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2230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spc="-8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Gen</a:t>
                      </a:r>
                      <a:r>
                        <a:rPr sz="1000" spc="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spc="-5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4-</a:t>
                      </a:r>
                      <a:r>
                        <a:rPr sz="1000" spc="-22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000" spc="-10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6</a:t>
                      </a:r>
                      <a:r>
                        <a:rPr sz="1000" spc="-3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752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000" spc="-5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80</a:t>
                      </a:r>
                      <a:r>
                        <a:rPr sz="1000" spc="-3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5" dirty="0">
                          <a:solidFill>
                            <a:srgbClr val="334054"/>
                          </a:solidFill>
                          <a:latin typeface="Lucida Sans"/>
                          <a:cs typeface="Lucida Sans"/>
                        </a:rPr>
                        <a:t>Legacy</a:t>
                      </a:r>
                      <a:r>
                        <a:rPr sz="1000" spc="-105" dirty="0">
                          <a:solidFill>
                            <a:srgbClr val="334054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000" spc="-25" dirty="0">
                          <a:solidFill>
                            <a:srgbClr val="334054"/>
                          </a:solidFill>
                          <a:latin typeface="Lucida Sans"/>
                          <a:cs typeface="Lucida Sans"/>
                        </a:rPr>
                        <a:t>OS</a:t>
                      </a:r>
                      <a:endParaRPr sz="1000">
                        <a:latin typeface="Lucida Sans"/>
                        <a:cs typeface="Lucida Sans"/>
                      </a:endParaRPr>
                    </a:p>
                  </a:txBody>
                  <a:tcPr marL="0" marR="0" marT="38735" marB="0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2230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8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Gen</a:t>
                      </a:r>
                      <a:r>
                        <a:rPr sz="1000" spc="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5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168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000" spc="-4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3752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000" spc="-5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40</a:t>
                      </a:r>
                      <a:r>
                        <a:rPr sz="1000" spc="-30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spc="-25" dirty="0">
                          <a:solidFill>
                            <a:srgbClr val="334054"/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94" name="Group 393">
            <a:extLst>
              <a:ext uri="{FF2B5EF4-FFF2-40B4-BE49-F238E27FC236}">
                <a16:creationId xmlns:a16="http://schemas.microsoft.com/office/drawing/2014/main" id="{22D07902-00AF-EFC1-95E4-C284EDE4AAD0}"/>
              </a:ext>
            </a:extLst>
          </p:cNvPr>
          <p:cNvGrpSpPr/>
          <p:nvPr/>
        </p:nvGrpSpPr>
        <p:grpSpPr>
          <a:xfrm>
            <a:off x="6134443" y="3981965"/>
            <a:ext cx="2849880" cy="917575"/>
            <a:chOff x="6099047" y="3435095"/>
            <a:chExt cx="2849880" cy="917575"/>
          </a:xfrm>
        </p:grpSpPr>
        <p:sp>
          <p:nvSpPr>
            <p:cNvPr id="395" name="object 38">
              <a:extLst>
                <a:ext uri="{FF2B5EF4-FFF2-40B4-BE49-F238E27FC236}">
                  <a16:creationId xmlns:a16="http://schemas.microsoft.com/office/drawing/2014/main" id="{0BAFB267-D1A7-AA01-65D4-A87FEA3107FD}"/>
                </a:ext>
              </a:extLst>
            </p:cNvPr>
            <p:cNvSpPr/>
            <p:nvPr/>
          </p:nvSpPr>
          <p:spPr>
            <a:xfrm>
              <a:off x="6099047" y="3435095"/>
              <a:ext cx="2849880" cy="917575"/>
            </a:xfrm>
            <a:custGeom>
              <a:avLst/>
              <a:gdLst/>
              <a:ahLst/>
              <a:cxnLst/>
              <a:rect l="l" t="t" r="r" b="b"/>
              <a:pathLst>
                <a:path w="2849879" h="917575">
                  <a:moveTo>
                    <a:pt x="2849879" y="917447"/>
                  </a:moveTo>
                  <a:lnTo>
                    <a:pt x="0" y="917447"/>
                  </a:lnTo>
                  <a:lnTo>
                    <a:pt x="0" y="0"/>
                  </a:lnTo>
                  <a:lnTo>
                    <a:pt x="2849879" y="0"/>
                  </a:lnTo>
                  <a:lnTo>
                    <a:pt x="2849879" y="56047"/>
                  </a:lnTo>
                  <a:lnTo>
                    <a:pt x="161800" y="56047"/>
                  </a:lnTo>
                  <a:lnTo>
                    <a:pt x="153160" y="56465"/>
                  </a:lnTo>
                  <a:lnTo>
                    <a:pt x="113067" y="70813"/>
                  </a:lnTo>
                  <a:lnTo>
                    <a:pt x="84467" y="102363"/>
                  </a:lnTo>
                  <a:lnTo>
                    <a:pt x="74101" y="143746"/>
                  </a:lnTo>
                  <a:lnTo>
                    <a:pt x="74101" y="740093"/>
                  </a:lnTo>
                  <a:lnTo>
                    <a:pt x="84468" y="781475"/>
                  </a:lnTo>
                  <a:lnTo>
                    <a:pt x="113067" y="813025"/>
                  </a:lnTo>
                  <a:lnTo>
                    <a:pt x="153160" y="827374"/>
                  </a:lnTo>
                  <a:lnTo>
                    <a:pt x="161800" y="827792"/>
                  </a:lnTo>
                  <a:lnTo>
                    <a:pt x="2849879" y="827792"/>
                  </a:lnTo>
                  <a:lnTo>
                    <a:pt x="2849879" y="917447"/>
                  </a:lnTo>
                  <a:close/>
                </a:path>
                <a:path w="2849879" h="917575">
                  <a:moveTo>
                    <a:pt x="2849879" y="827792"/>
                  </a:moveTo>
                  <a:lnTo>
                    <a:pt x="2687508" y="827792"/>
                  </a:lnTo>
                  <a:lnTo>
                    <a:pt x="2696147" y="827374"/>
                  </a:lnTo>
                  <a:lnTo>
                    <a:pt x="2704619" y="826122"/>
                  </a:lnTo>
                  <a:lnTo>
                    <a:pt x="2743115" y="807919"/>
                  </a:lnTo>
                  <a:lnTo>
                    <a:pt x="2768530" y="773653"/>
                  </a:lnTo>
                  <a:lnTo>
                    <a:pt x="2775206" y="740093"/>
                  </a:lnTo>
                  <a:lnTo>
                    <a:pt x="2775206" y="143746"/>
                  </a:lnTo>
                  <a:lnTo>
                    <a:pt x="2764838" y="102363"/>
                  </a:lnTo>
                  <a:lnTo>
                    <a:pt x="2736238" y="70813"/>
                  </a:lnTo>
                  <a:lnTo>
                    <a:pt x="2696147" y="56465"/>
                  </a:lnTo>
                  <a:lnTo>
                    <a:pt x="2687508" y="56047"/>
                  </a:lnTo>
                  <a:lnTo>
                    <a:pt x="2849879" y="56047"/>
                  </a:lnTo>
                  <a:lnTo>
                    <a:pt x="2849879" y="827792"/>
                  </a:lnTo>
                  <a:close/>
                </a:path>
              </a:pathLst>
            </a:custGeom>
            <a:solidFill>
              <a:srgbClr val="0078D4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pic>
          <p:nvPicPr>
            <p:cNvPr id="396" name="object 39">
              <a:extLst>
                <a:ext uri="{FF2B5EF4-FFF2-40B4-BE49-F238E27FC236}">
                  <a16:creationId xmlns:a16="http://schemas.microsoft.com/office/drawing/2014/main" id="{D0701004-1E60-2F81-3B1B-A1921BC8C5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3149" y="3491143"/>
              <a:ext cx="2701105" cy="771744"/>
            </a:xfrm>
            <a:prstGeom prst="rect">
              <a:avLst/>
            </a:prstGeom>
          </p:spPr>
        </p:pic>
      </p:grpSp>
      <p:sp>
        <p:nvSpPr>
          <p:cNvPr id="397" name="object 40">
            <a:extLst>
              <a:ext uri="{FF2B5EF4-FFF2-40B4-BE49-F238E27FC236}">
                <a16:creationId xmlns:a16="http://schemas.microsoft.com/office/drawing/2014/main" id="{78C539E3-2CA0-D594-AB0B-B09F12178A4D}"/>
              </a:ext>
            </a:extLst>
          </p:cNvPr>
          <p:cNvSpPr txBox="1"/>
          <p:nvPr/>
        </p:nvSpPr>
        <p:spPr>
          <a:xfrm>
            <a:off x="6321089" y="4084948"/>
            <a:ext cx="853440" cy="70019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b="1" spc="-37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1</a:t>
            </a:r>
            <a:r>
              <a:rPr sz="2200" b="1" spc="-375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2200" b="1" spc="-2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,024</a:t>
            </a:r>
            <a:endParaRPr sz="2200">
              <a:latin typeface="Roboto Slab" pitchFamily="2" charset="0"/>
              <a:ea typeface="Roboto Slab" pitchFamily="2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700" b="1" spc="-45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Lucida Sans"/>
              </a:rPr>
              <a:t>MAX</a:t>
            </a:r>
            <a:r>
              <a:rPr sz="700" b="1" spc="-3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Lucida Sans"/>
              </a:rPr>
              <a:t> </a:t>
            </a:r>
            <a:r>
              <a:rPr sz="700" b="1" spc="-5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Lucida Sans"/>
              </a:rPr>
              <a:t>VMS</a:t>
            </a:r>
            <a:r>
              <a:rPr sz="700" b="1" spc="1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Lucida Sans"/>
              </a:rPr>
              <a:t> </a:t>
            </a:r>
            <a:r>
              <a:rPr sz="700" b="1" spc="-45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Lucida Sans"/>
              </a:rPr>
              <a:t>PER</a:t>
            </a:r>
            <a:r>
              <a:rPr sz="700" b="1" spc="-15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Lucida Sans"/>
              </a:rPr>
              <a:t> </a:t>
            </a:r>
            <a:r>
              <a:rPr sz="700" b="1" spc="-4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Lucida Sans"/>
              </a:rPr>
              <a:t>HOST</a:t>
            </a:r>
            <a:endParaRPr sz="700">
              <a:latin typeface="Roboto Slab" pitchFamily="2" charset="0"/>
              <a:ea typeface="Roboto Slab" pitchFamily="2" charset="0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600" spc="-25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Server</a:t>
            </a:r>
            <a:r>
              <a:rPr sz="600" spc="-1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2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2022</a:t>
            </a:r>
            <a:r>
              <a:rPr sz="600" spc="5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1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capacity</a:t>
            </a:r>
            <a:endParaRPr sz="60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E2234122-99F7-7A55-059C-C3F1C9E92347}"/>
              </a:ext>
            </a:extLst>
          </p:cNvPr>
          <p:cNvGrpSpPr/>
          <p:nvPr/>
        </p:nvGrpSpPr>
        <p:grpSpPr>
          <a:xfrm>
            <a:off x="8923363" y="3981965"/>
            <a:ext cx="2856230" cy="917575"/>
            <a:chOff x="8887967" y="3435095"/>
            <a:chExt cx="2856230" cy="917575"/>
          </a:xfrm>
        </p:grpSpPr>
        <p:sp>
          <p:nvSpPr>
            <p:cNvPr id="399" name="object 42">
              <a:extLst>
                <a:ext uri="{FF2B5EF4-FFF2-40B4-BE49-F238E27FC236}">
                  <a16:creationId xmlns:a16="http://schemas.microsoft.com/office/drawing/2014/main" id="{20F391CE-264F-6DE3-204E-166F90B36718}"/>
                </a:ext>
              </a:extLst>
            </p:cNvPr>
            <p:cNvSpPr/>
            <p:nvPr/>
          </p:nvSpPr>
          <p:spPr>
            <a:xfrm>
              <a:off x="8887967" y="3435095"/>
              <a:ext cx="2856230" cy="917575"/>
            </a:xfrm>
            <a:custGeom>
              <a:avLst/>
              <a:gdLst/>
              <a:ahLst/>
              <a:cxnLst/>
              <a:rect l="l" t="t" r="r" b="b"/>
              <a:pathLst>
                <a:path w="2856229" h="917575">
                  <a:moveTo>
                    <a:pt x="2855975" y="917447"/>
                  </a:moveTo>
                  <a:lnTo>
                    <a:pt x="0" y="917447"/>
                  </a:lnTo>
                  <a:lnTo>
                    <a:pt x="0" y="0"/>
                  </a:lnTo>
                  <a:lnTo>
                    <a:pt x="2855975" y="0"/>
                  </a:lnTo>
                  <a:lnTo>
                    <a:pt x="2855975" y="56047"/>
                  </a:lnTo>
                  <a:lnTo>
                    <a:pt x="161683" y="56047"/>
                  </a:lnTo>
                  <a:lnTo>
                    <a:pt x="153043" y="56465"/>
                  </a:lnTo>
                  <a:lnTo>
                    <a:pt x="112949" y="70813"/>
                  </a:lnTo>
                  <a:lnTo>
                    <a:pt x="84350" y="102363"/>
                  </a:lnTo>
                  <a:lnTo>
                    <a:pt x="73984" y="143746"/>
                  </a:lnTo>
                  <a:lnTo>
                    <a:pt x="73984" y="740093"/>
                  </a:lnTo>
                  <a:lnTo>
                    <a:pt x="84350" y="781475"/>
                  </a:lnTo>
                  <a:lnTo>
                    <a:pt x="112950" y="813025"/>
                  </a:lnTo>
                  <a:lnTo>
                    <a:pt x="153043" y="827374"/>
                  </a:lnTo>
                  <a:lnTo>
                    <a:pt x="161683" y="827792"/>
                  </a:lnTo>
                  <a:lnTo>
                    <a:pt x="2855975" y="827792"/>
                  </a:lnTo>
                  <a:lnTo>
                    <a:pt x="2855975" y="917447"/>
                  </a:lnTo>
                  <a:close/>
                </a:path>
                <a:path w="2856229" h="917575">
                  <a:moveTo>
                    <a:pt x="2855975" y="827792"/>
                  </a:moveTo>
                  <a:lnTo>
                    <a:pt x="2696161" y="827792"/>
                  </a:lnTo>
                  <a:lnTo>
                    <a:pt x="2704799" y="827374"/>
                  </a:lnTo>
                  <a:lnTo>
                    <a:pt x="2713272" y="826122"/>
                  </a:lnTo>
                  <a:lnTo>
                    <a:pt x="2751769" y="807919"/>
                  </a:lnTo>
                  <a:lnTo>
                    <a:pt x="2777182" y="773653"/>
                  </a:lnTo>
                  <a:lnTo>
                    <a:pt x="2783859" y="740093"/>
                  </a:lnTo>
                  <a:lnTo>
                    <a:pt x="2783859" y="143746"/>
                  </a:lnTo>
                  <a:lnTo>
                    <a:pt x="2773491" y="102363"/>
                  </a:lnTo>
                  <a:lnTo>
                    <a:pt x="2744891" y="70813"/>
                  </a:lnTo>
                  <a:lnTo>
                    <a:pt x="2704799" y="56465"/>
                  </a:lnTo>
                  <a:lnTo>
                    <a:pt x="2696161" y="56047"/>
                  </a:lnTo>
                  <a:lnTo>
                    <a:pt x="2855975" y="56047"/>
                  </a:lnTo>
                  <a:lnTo>
                    <a:pt x="2855975" y="827792"/>
                  </a:lnTo>
                  <a:close/>
                </a:path>
              </a:pathLst>
            </a:custGeom>
            <a:solidFill>
              <a:srgbClr val="4F4F4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pic>
          <p:nvPicPr>
            <p:cNvPr id="400" name="object 43">
              <a:extLst>
                <a:ext uri="{FF2B5EF4-FFF2-40B4-BE49-F238E27FC236}">
                  <a16:creationId xmlns:a16="http://schemas.microsoft.com/office/drawing/2014/main" id="{E741594A-1C6C-5438-E3C9-8BF25D8CF14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61952" y="3491143"/>
              <a:ext cx="2709874" cy="771744"/>
            </a:xfrm>
            <a:prstGeom prst="rect">
              <a:avLst/>
            </a:prstGeom>
          </p:spPr>
        </p:pic>
      </p:grpSp>
      <p:sp>
        <p:nvSpPr>
          <p:cNvPr id="401" name="object 44">
            <a:extLst>
              <a:ext uri="{FF2B5EF4-FFF2-40B4-BE49-F238E27FC236}">
                <a16:creationId xmlns:a16="http://schemas.microsoft.com/office/drawing/2014/main" id="{E5BCDC8E-C614-DD94-611D-1CADC1B6FA35}"/>
              </a:ext>
            </a:extLst>
          </p:cNvPr>
          <p:cNvSpPr txBox="1"/>
          <p:nvPr/>
        </p:nvSpPr>
        <p:spPr>
          <a:xfrm>
            <a:off x="9111125" y="4084948"/>
            <a:ext cx="718185" cy="605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b="1" spc="-19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Gen</a:t>
            </a:r>
            <a:r>
              <a:rPr sz="2200" b="1" spc="-4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2200" b="1" spc="-5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2</a:t>
            </a:r>
            <a:endParaRPr sz="2200">
              <a:latin typeface="Roboto Slab" pitchFamily="2" charset="0"/>
              <a:ea typeface="Roboto Slab" pitchFamily="2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700" b="1" spc="-3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Lucida Sans"/>
              </a:rPr>
              <a:t>RECOMMENDED</a:t>
            </a:r>
            <a:endParaRPr sz="700">
              <a:latin typeface="Roboto Slab" pitchFamily="2" charset="0"/>
              <a:ea typeface="Roboto Slab" pitchFamily="2" charset="0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600" spc="-6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UEFI</a:t>
            </a:r>
            <a:r>
              <a:rPr sz="600" spc="5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5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+</a:t>
            </a:r>
            <a:r>
              <a:rPr sz="600" spc="-5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3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Secure</a:t>
            </a:r>
            <a:r>
              <a:rPr sz="600" spc="-5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2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Boot</a:t>
            </a:r>
            <a:endParaRPr sz="60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09ECE8E0-D1FD-4CF2-BDB9-992A1F406A79}"/>
              </a:ext>
            </a:extLst>
          </p:cNvPr>
          <p:cNvGrpSpPr/>
          <p:nvPr/>
        </p:nvGrpSpPr>
        <p:grpSpPr>
          <a:xfrm>
            <a:off x="6134443" y="4841502"/>
            <a:ext cx="2849880" cy="927100"/>
            <a:chOff x="6099047" y="4294632"/>
            <a:chExt cx="2849880" cy="927100"/>
          </a:xfrm>
        </p:grpSpPr>
        <p:sp>
          <p:nvSpPr>
            <p:cNvPr id="403" name="object 46">
              <a:extLst>
                <a:ext uri="{FF2B5EF4-FFF2-40B4-BE49-F238E27FC236}">
                  <a16:creationId xmlns:a16="http://schemas.microsoft.com/office/drawing/2014/main" id="{008F72ED-3A7C-18C7-E77A-F24BFCB65ACF}"/>
                </a:ext>
              </a:extLst>
            </p:cNvPr>
            <p:cNvSpPr/>
            <p:nvPr/>
          </p:nvSpPr>
          <p:spPr>
            <a:xfrm>
              <a:off x="6099047" y="4294632"/>
              <a:ext cx="2849880" cy="927100"/>
            </a:xfrm>
            <a:custGeom>
              <a:avLst/>
              <a:gdLst/>
              <a:ahLst/>
              <a:cxnLst/>
              <a:rect l="l" t="t" r="r" b="b"/>
              <a:pathLst>
                <a:path w="2849879" h="927100">
                  <a:moveTo>
                    <a:pt x="2849879" y="926591"/>
                  </a:moveTo>
                  <a:lnTo>
                    <a:pt x="0" y="926591"/>
                  </a:lnTo>
                  <a:lnTo>
                    <a:pt x="0" y="0"/>
                  </a:lnTo>
                  <a:lnTo>
                    <a:pt x="2849879" y="0"/>
                  </a:lnTo>
                  <a:lnTo>
                    <a:pt x="2849879" y="55954"/>
                  </a:lnTo>
                  <a:lnTo>
                    <a:pt x="161800" y="55954"/>
                  </a:lnTo>
                  <a:lnTo>
                    <a:pt x="153160" y="56371"/>
                  </a:lnTo>
                  <a:lnTo>
                    <a:pt x="113067" y="70719"/>
                  </a:lnTo>
                  <a:lnTo>
                    <a:pt x="84467" y="102269"/>
                  </a:lnTo>
                  <a:lnTo>
                    <a:pt x="74101" y="143652"/>
                  </a:lnTo>
                  <a:lnTo>
                    <a:pt x="74101" y="748770"/>
                  </a:lnTo>
                  <a:lnTo>
                    <a:pt x="84468" y="790152"/>
                  </a:lnTo>
                  <a:lnTo>
                    <a:pt x="113068" y="821701"/>
                  </a:lnTo>
                  <a:lnTo>
                    <a:pt x="153160" y="836050"/>
                  </a:lnTo>
                  <a:lnTo>
                    <a:pt x="161800" y="836468"/>
                  </a:lnTo>
                  <a:lnTo>
                    <a:pt x="2849879" y="836468"/>
                  </a:lnTo>
                  <a:lnTo>
                    <a:pt x="2849879" y="926591"/>
                  </a:lnTo>
                  <a:close/>
                </a:path>
                <a:path w="2849879" h="927100">
                  <a:moveTo>
                    <a:pt x="2849879" y="836468"/>
                  </a:moveTo>
                  <a:lnTo>
                    <a:pt x="2687508" y="836468"/>
                  </a:lnTo>
                  <a:lnTo>
                    <a:pt x="2696147" y="836050"/>
                  </a:lnTo>
                  <a:lnTo>
                    <a:pt x="2704619" y="834799"/>
                  </a:lnTo>
                  <a:lnTo>
                    <a:pt x="2743115" y="816595"/>
                  </a:lnTo>
                  <a:lnTo>
                    <a:pt x="2768530" y="782330"/>
                  </a:lnTo>
                  <a:lnTo>
                    <a:pt x="2775206" y="748770"/>
                  </a:lnTo>
                  <a:lnTo>
                    <a:pt x="2775206" y="143652"/>
                  </a:lnTo>
                  <a:lnTo>
                    <a:pt x="2764838" y="102269"/>
                  </a:lnTo>
                  <a:lnTo>
                    <a:pt x="2736238" y="70719"/>
                  </a:lnTo>
                  <a:lnTo>
                    <a:pt x="2696147" y="56371"/>
                  </a:lnTo>
                  <a:lnTo>
                    <a:pt x="2687508" y="55954"/>
                  </a:lnTo>
                  <a:lnTo>
                    <a:pt x="2849879" y="55954"/>
                  </a:lnTo>
                  <a:lnTo>
                    <a:pt x="2849879" y="836468"/>
                  </a:lnTo>
                  <a:close/>
                </a:path>
              </a:pathLst>
            </a:custGeom>
            <a:solidFill>
              <a:srgbClr val="FFB900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pic>
          <p:nvPicPr>
            <p:cNvPr id="404" name="object 47">
              <a:extLst>
                <a:ext uri="{FF2B5EF4-FFF2-40B4-BE49-F238E27FC236}">
                  <a16:creationId xmlns:a16="http://schemas.microsoft.com/office/drawing/2014/main" id="{4294C80B-5D5A-F680-C49A-ADB00F35217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73149" y="4350586"/>
              <a:ext cx="2701105" cy="780514"/>
            </a:xfrm>
            <a:prstGeom prst="rect">
              <a:avLst/>
            </a:prstGeom>
          </p:spPr>
        </p:pic>
      </p:grpSp>
      <p:sp>
        <p:nvSpPr>
          <p:cNvPr id="405" name="object 48">
            <a:extLst>
              <a:ext uri="{FF2B5EF4-FFF2-40B4-BE49-F238E27FC236}">
                <a16:creationId xmlns:a16="http://schemas.microsoft.com/office/drawing/2014/main" id="{69C5D808-533B-5A3B-135D-10E091963F16}"/>
              </a:ext>
            </a:extLst>
          </p:cNvPr>
          <p:cNvSpPr txBox="1"/>
          <p:nvPr/>
        </p:nvSpPr>
        <p:spPr>
          <a:xfrm>
            <a:off x="6321089" y="4944390"/>
            <a:ext cx="690880" cy="69762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b="1" spc="-7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4</a:t>
            </a:r>
            <a:r>
              <a:rPr sz="2200" b="1" spc="-175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2200" b="1" spc="-34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GB</a:t>
            </a:r>
            <a:endParaRPr sz="2200">
              <a:latin typeface="Roboto Slab" pitchFamily="2" charset="0"/>
              <a:ea typeface="Roboto Slab" pitchFamily="2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700" b="1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Lucida Sans"/>
              </a:rPr>
              <a:t>MIN</a:t>
            </a:r>
            <a:r>
              <a:rPr sz="700" b="1" spc="-5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Lucida Sans"/>
              </a:rPr>
              <a:t> </a:t>
            </a:r>
            <a:r>
              <a:rPr sz="700" b="1" spc="-25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Lucida Sans"/>
              </a:rPr>
              <a:t>RAM</a:t>
            </a:r>
            <a:endParaRPr sz="700">
              <a:latin typeface="Roboto Slab" pitchFamily="2" charset="0"/>
              <a:ea typeface="Roboto Slab" pitchFamily="2" charset="0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60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Modern </a:t>
            </a:r>
            <a:r>
              <a:rPr sz="600" spc="-75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OS</a:t>
            </a:r>
            <a:r>
              <a:rPr sz="600" spc="-2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1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baseline</a:t>
            </a:r>
            <a:endParaRPr sz="60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9BD0E650-1C20-F35D-362C-DA9A2DDFEC6B}"/>
              </a:ext>
            </a:extLst>
          </p:cNvPr>
          <p:cNvGrpSpPr/>
          <p:nvPr/>
        </p:nvGrpSpPr>
        <p:grpSpPr>
          <a:xfrm>
            <a:off x="8923363" y="4841502"/>
            <a:ext cx="2856230" cy="927100"/>
            <a:chOff x="8887967" y="4294632"/>
            <a:chExt cx="2856230" cy="927100"/>
          </a:xfrm>
        </p:grpSpPr>
        <p:sp>
          <p:nvSpPr>
            <p:cNvPr id="407" name="object 50">
              <a:extLst>
                <a:ext uri="{FF2B5EF4-FFF2-40B4-BE49-F238E27FC236}">
                  <a16:creationId xmlns:a16="http://schemas.microsoft.com/office/drawing/2014/main" id="{E3D1FE9E-9A71-ED25-1E89-8892EECE3777}"/>
                </a:ext>
              </a:extLst>
            </p:cNvPr>
            <p:cNvSpPr/>
            <p:nvPr/>
          </p:nvSpPr>
          <p:spPr>
            <a:xfrm>
              <a:off x="8887967" y="4294632"/>
              <a:ext cx="2856230" cy="927100"/>
            </a:xfrm>
            <a:custGeom>
              <a:avLst/>
              <a:gdLst/>
              <a:ahLst/>
              <a:cxnLst/>
              <a:rect l="l" t="t" r="r" b="b"/>
              <a:pathLst>
                <a:path w="2856229" h="927100">
                  <a:moveTo>
                    <a:pt x="2855975" y="926591"/>
                  </a:moveTo>
                  <a:lnTo>
                    <a:pt x="0" y="926591"/>
                  </a:lnTo>
                  <a:lnTo>
                    <a:pt x="0" y="0"/>
                  </a:lnTo>
                  <a:lnTo>
                    <a:pt x="2855975" y="0"/>
                  </a:lnTo>
                  <a:lnTo>
                    <a:pt x="2855975" y="55954"/>
                  </a:lnTo>
                  <a:lnTo>
                    <a:pt x="161683" y="55954"/>
                  </a:lnTo>
                  <a:lnTo>
                    <a:pt x="153043" y="56371"/>
                  </a:lnTo>
                  <a:lnTo>
                    <a:pt x="112949" y="70719"/>
                  </a:lnTo>
                  <a:lnTo>
                    <a:pt x="84350" y="102269"/>
                  </a:lnTo>
                  <a:lnTo>
                    <a:pt x="73984" y="143652"/>
                  </a:lnTo>
                  <a:lnTo>
                    <a:pt x="73984" y="748770"/>
                  </a:lnTo>
                  <a:lnTo>
                    <a:pt x="84350" y="790152"/>
                  </a:lnTo>
                  <a:lnTo>
                    <a:pt x="112950" y="821701"/>
                  </a:lnTo>
                  <a:lnTo>
                    <a:pt x="153043" y="836050"/>
                  </a:lnTo>
                  <a:lnTo>
                    <a:pt x="161683" y="836468"/>
                  </a:lnTo>
                  <a:lnTo>
                    <a:pt x="2855975" y="836468"/>
                  </a:lnTo>
                  <a:lnTo>
                    <a:pt x="2855975" y="926591"/>
                  </a:lnTo>
                  <a:close/>
                </a:path>
                <a:path w="2856229" h="927100">
                  <a:moveTo>
                    <a:pt x="2855975" y="836468"/>
                  </a:moveTo>
                  <a:lnTo>
                    <a:pt x="2696161" y="836468"/>
                  </a:lnTo>
                  <a:lnTo>
                    <a:pt x="2704799" y="836050"/>
                  </a:lnTo>
                  <a:lnTo>
                    <a:pt x="2713272" y="834799"/>
                  </a:lnTo>
                  <a:lnTo>
                    <a:pt x="2751769" y="816595"/>
                  </a:lnTo>
                  <a:lnTo>
                    <a:pt x="2777182" y="782330"/>
                  </a:lnTo>
                  <a:lnTo>
                    <a:pt x="2783859" y="748770"/>
                  </a:lnTo>
                  <a:lnTo>
                    <a:pt x="2783859" y="143652"/>
                  </a:lnTo>
                  <a:lnTo>
                    <a:pt x="2773491" y="102269"/>
                  </a:lnTo>
                  <a:lnTo>
                    <a:pt x="2744891" y="70719"/>
                  </a:lnTo>
                  <a:lnTo>
                    <a:pt x="2704799" y="56371"/>
                  </a:lnTo>
                  <a:lnTo>
                    <a:pt x="2696161" y="55954"/>
                  </a:lnTo>
                  <a:lnTo>
                    <a:pt x="2855975" y="55954"/>
                  </a:lnTo>
                  <a:lnTo>
                    <a:pt x="2855975" y="836468"/>
                  </a:lnTo>
                  <a:close/>
                </a:path>
              </a:pathLst>
            </a:custGeom>
            <a:solidFill>
              <a:srgbClr val="0FB981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pic>
          <p:nvPicPr>
            <p:cNvPr id="408" name="object 51">
              <a:extLst>
                <a:ext uri="{FF2B5EF4-FFF2-40B4-BE49-F238E27FC236}">
                  <a16:creationId xmlns:a16="http://schemas.microsoft.com/office/drawing/2014/main" id="{92F76F0D-2010-A6E7-C6C4-69005ABF09A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61952" y="4350586"/>
              <a:ext cx="2709874" cy="780514"/>
            </a:xfrm>
            <a:prstGeom prst="rect">
              <a:avLst/>
            </a:prstGeom>
          </p:spPr>
        </p:pic>
      </p:grpSp>
      <p:sp>
        <p:nvSpPr>
          <p:cNvPr id="409" name="object 52">
            <a:extLst>
              <a:ext uri="{FF2B5EF4-FFF2-40B4-BE49-F238E27FC236}">
                <a16:creationId xmlns:a16="http://schemas.microsoft.com/office/drawing/2014/main" id="{45CE1762-608E-0253-128E-51C5708EBC68}"/>
              </a:ext>
            </a:extLst>
          </p:cNvPr>
          <p:cNvSpPr txBox="1"/>
          <p:nvPr/>
        </p:nvSpPr>
        <p:spPr>
          <a:xfrm>
            <a:off x="9111125" y="4944390"/>
            <a:ext cx="713105" cy="6134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b="1" spc="-13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60</a:t>
            </a:r>
            <a:r>
              <a:rPr sz="2200" b="1" spc="-12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2200" b="1" spc="-340" dirty="0">
                <a:solidFill>
                  <a:srgbClr val="FFFFFF"/>
                </a:solidFill>
                <a:latin typeface="Roboto Slab" pitchFamily="2" charset="0"/>
                <a:ea typeface="Roboto Slab" pitchFamily="2" charset="0"/>
                <a:cs typeface="Arial"/>
              </a:rPr>
              <a:t>GB</a:t>
            </a:r>
            <a:endParaRPr sz="2200">
              <a:latin typeface="Roboto Slab" pitchFamily="2" charset="0"/>
              <a:ea typeface="Roboto Slab" pitchFamily="2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700" b="1" spc="-4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Lucida Sans"/>
              </a:rPr>
              <a:t>DISK</a:t>
            </a:r>
            <a:r>
              <a:rPr sz="700" b="1" spc="5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Lucida Sans"/>
              </a:rPr>
              <a:t> </a:t>
            </a:r>
            <a:r>
              <a:rPr sz="700" b="1" spc="-1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Lucida Sans"/>
              </a:rPr>
              <a:t>SPACE</a:t>
            </a:r>
            <a:endParaRPr sz="700">
              <a:latin typeface="Roboto Slab" pitchFamily="2" charset="0"/>
              <a:ea typeface="Roboto Slab" pitchFamily="2" charset="0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600" spc="-2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Windows</a:t>
            </a:r>
            <a:r>
              <a:rPr sz="600" spc="-5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130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1</a:t>
            </a:r>
            <a:r>
              <a:rPr sz="600" spc="-55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125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1</a:t>
            </a:r>
            <a:r>
              <a:rPr sz="600" spc="105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25" dirty="0">
                <a:solidFill>
                  <a:srgbClr val="FEFEFE"/>
                </a:solidFill>
                <a:latin typeface="Roboto Slab" pitchFamily="2" charset="0"/>
                <a:ea typeface="Roboto Slab" pitchFamily="2" charset="0"/>
                <a:cs typeface="Arial"/>
              </a:rPr>
              <a:t>VHD</a:t>
            </a:r>
            <a:endParaRPr sz="60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0CF5979A-3235-3DC0-D8B4-A1E0EFDC6CD5}"/>
              </a:ext>
            </a:extLst>
          </p:cNvPr>
          <p:cNvGrpSpPr/>
          <p:nvPr/>
        </p:nvGrpSpPr>
        <p:grpSpPr>
          <a:xfrm>
            <a:off x="6208545" y="5818287"/>
            <a:ext cx="5499100" cy="842010"/>
            <a:chOff x="6173149" y="5271417"/>
            <a:chExt cx="5499100" cy="842010"/>
          </a:xfrm>
        </p:grpSpPr>
        <p:sp>
          <p:nvSpPr>
            <p:cNvPr id="411" name="object 54">
              <a:extLst>
                <a:ext uri="{FF2B5EF4-FFF2-40B4-BE49-F238E27FC236}">
                  <a16:creationId xmlns:a16="http://schemas.microsoft.com/office/drawing/2014/main" id="{4D55F83D-EF60-9B1D-26CB-16656D70C3F3}"/>
                </a:ext>
              </a:extLst>
            </p:cNvPr>
            <p:cNvSpPr/>
            <p:nvPr/>
          </p:nvSpPr>
          <p:spPr>
            <a:xfrm>
              <a:off x="6173149" y="5271417"/>
              <a:ext cx="5499100" cy="842010"/>
            </a:xfrm>
            <a:custGeom>
              <a:avLst/>
              <a:gdLst/>
              <a:ahLst/>
              <a:cxnLst/>
              <a:rect l="l" t="t" r="r" b="b"/>
              <a:pathLst>
                <a:path w="5499100" h="842010">
                  <a:moveTo>
                    <a:pt x="5410979" y="841902"/>
                  </a:moveTo>
                  <a:lnTo>
                    <a:pt x="87698" y="841902"/>
                  </a:lnTo>
                  <a:lnTo>
                    <a:pt x="79058" y="841485"/>
                  </a:lnTo>
                  <a:lnTo>
                    <a:pt x="38965" y="827135"/>
                  </a:lnTo>
                  <a:lnTo>
                    <a:pt x="10366" y="795586"/>
                  </a:lnTo>
                  <a:lnTo>
                    <a:pt x="0" y="754204"/>
                  </a:lnTo>
                  <a:lnTo>
                    <a:pt x="0" y="87697"/>
                  </a:lnTo>
                  <a:lnTo>
                    <a:pt x="10366" y="46314"/>
                  </a:lnTo>
                  <a:lnTo>
                    <a:pt x="38965" y="14765"/>
                  </a:lnTo>
                  <a:lnTo>
                    <a:pt x="79058" y="417"/>
                  </a:lnTo>
                  <a:lnTo>
                    <a:pt x="87698" y="0"/>
                  </a:lnTo>
                  <a:lnTo>
                    <a:pt x="5410979" y="0"/>
                  </a:lnTo>
                  <a:lnTo>
                    <a:pt x="5452360" y="10366"/>
                  </a:lnTo>
                  <a:lnTo>
                    <a:pt x="5483911" y="38965"/>
                  </a:lnTo>
                  <a:lnTo>
                    <a:pt x="5498260" y="79058"/>
                  </a:lnTo>
                  <a:lnTo>
                    <a:pt x="5498677" y="87697"/>
                  </a:lnTo>
                  <a:lnTo>
                    <a:pt x="5498677" y="754204"/>
                  </a:lnTo>
                  <a:lnTo>
                    <a:pt x="5488309" y="795586"/>
                  </a:lnTo>
                  <a:lnTo>
                    <a:pt x="5459709" y="827135"/>
                  </a:lnTo>
                  <a:lnTo>
                    <a:pt x="5419618" y="841485"/>
                  </a:lnTo>
                  <a:lnTo>
                    <a:pt x="5410979" y="841902"/>
                  </a:lnTo>
                  <a:close/>
                </a:path>
              </a:pathLst>
            </a:custGeom>
            <a:solidFill>
              <a:srgbClr val="FFB900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412" name="object 55">
              <a:extLst>
                <a:ext uri="{FF2B5EF4-FFF2-40B4-BE49-F238E27FC236}">
                  <a16:creationId xmlns:a16="http://schemas.microsoft.com/office/drawing/2014/main" id="{94E925F5-0C4E-CC93-8087-492B58702729}"/>
                </a:ext>
              </a:extLst>
            </p:cNvPr>
            <p:cNvSpPr/>
            <p:nvPr/>
          </p:nvSpPr>
          <p:spPr>
            <a:xfrm>
              <a:off x="6173149" y="5271417"/>
              <a:ext cx="5499100" cy="842010"/>
            </a:xfrm>
            <a:custGeom>
              <a:avLst/>
              <a:gdLst/>
              <a:ahLst/>
              <a:cxnLst/>
              <a:rect l="l" t="t" r="r" b="b"/>
              <a:pathLst>
                <a:path w="5499100" h="842010">
                  <a:moveTo>
                    <a:pt x="5410979" y="841902"/>
                  </a:moveTo>
                  <a:lnTo>
                    <a:pt x="87698" y="841902"/>
                  </a:lnTo>
                  <a:lnTo>
                    <a:pt x="79058" y="841485"/>
                  </a:lnTo>
                  <a:lnTo>
                    <a:pt x="38965" y="827135"/>
                  </a:lnTo>
                  <a:lnTo>
                    <a:pt x="10366" y="795586"/>
                  </a:lnTo>
                  <a:lnTo>
                    <a:pt x="0" y="754204"/>
                  </a:lnTo>
                  <a:lnTo>
                    <a:pt x="0" y="87697"/>
                  </a:lnTo>
                  <a:lnTo>
                    <a:pt x="10366" y="46314"/>
                  </a:lnTo>
                  <a:lnTo>
                    <a:pt x="38965" y="14765"/>
                  </a:lnTo>
                  <a:lnTo>
                    <a:pt x="79058" y="417"/>
                  </a:lnTo>
                  <a:lnTo>
                    <a:pt x="87698" y="0"/>
                  </a:lnTo>
                  <a:lnTo>
                    <a:pt x="5410979" y="0"/>
                  </a:lnTo>
                  <a:lnTo>
                    <a:pt x="5448977" y="8769"/>
                  </a:lnTo>
                  <a:lnTo>
                    <a:pt x="82515" y="8769"/>
                  </a:lnTo>
                  <a:lnTo>
                    <a:pt x="77382" y="9275"/>
                  </a:lnTo>
                  <a:lnTo>
                    <a:pt x="39538" y="24950"/>
                  </a:lnTo>
                  <a:lnTo>
                    <a:pt x="12796" y="62277"/>
                  </a:lnTo>
                  <a:lnTo>
                    <a:pt x="8769" y="82515"/>
                  </a:lnTo>
                  <a:lnTo>
                    <a:pt x="8769" y="759386"/>
                  </a:lnTo>
                  <a:lnTo>
                    <a:pt x="24950" y="802363"/>
                  </a:lnTo>
                  <a:lnTo>
                    <a:pt x="62281" y="829107"/>
                  </a:lnTo>
                  <a:lnTo>
                    <a:pt x="82515" y="833132"/>
                  </a:lnTo>
                  <a:lnTo>
                    <a:pt x="5448973" y="833132"/>
                  </a:lnTo>
                  <a:lnTo>
                    <a:pt x="5444538" y="835225"/>
                  </a:lnTo>
                  <a:lnTo>
                    <a:pt x="5436397" y="838146"/>
                  </a:lnTo>
                  <a:lnTo>
                    <a:pt x="5428090" y="840233"/>
                  </a:lnTo>
                  <a:lnTo>
                    <a:pt x="5419618" y="841485"/>
                  </a:lnTo>
                  <a:lnTo>
                    <a:pt x="5410979" y="841902"/>
                  </a:lnTo>
                  <a:close/>
                </a:path>
                <a:path w="5499100" h="842010">
                  <a:moveTo>
                    <a:pt x="5448973" y="833132"/>
                  </a:moveTo>
                  <a:lnTo>
                    <a:pt x="5416161" y="833132"/>
                  </a:lnTo>
                  <a:lnTo>
                    <a:pt x="5421294" y="832627"/>
                  </a:lnTo>
                  <a:lnTo>
                    <a:pt x="5431460" y="830605"/>
                  </a:lnTo>
                  <a:lnTo>
                    <a:pt x="5470454" y="806350"/>
                  </a:lnTo>
                  <a:lnTo>
                    <a:pt x="5489402" y="764519"/>
                  </a:lnTo>
                  <a:lnTo>
                    <a:pt x="5489907" y="759386"/>
                  </a:lnTo>
                  <a:lnTo>
                    <a:pt x="5489907" y="82515"/>
                  </a:lnTo>
                  <a:lnTo>
                    <a:pt x="5473726" y="39538"/>
                  </a:lnTo>
                  <a:lnTo>
                    <a:pt x="5436395" y="12794"/>
                  </a:lnTo>
                  <a:lnTo>
                    <a:pt x="5416161" y="8769"/>
                  </a:lnTo>
                  <a:lnTo>
                    <a:pt x="5448977" y="8769"/>
                  </a:lnTo>
                  <a:lnTo>
                    <a:pt x="5483911" y="38965"/>
                  </a:lnTo>
                  <a:lnTo>
                    <a:pt x="5498260" y="79058"/>
                  </a:lnTo>
                  <a:lnTo>
                    <a:pt x="5498677" y="87697"/>
                  </a:lnTo>
                  <a:lnTo>
                    <a:pt x="5498677" y="754204"/>
                  </a:lnTo>
                  <a:lnTo>
                    <a:pt x="5488309" y="795586"/>
                  </a:lnTo>
                  <a:lnTo>
                    <a:pt x="5459709" y="827135"/>
                  </a:lnTo>
                  <a:lnTo>
                    <a:pt x="5452360" y="831534"/>
                  </a:lnTo>
                  <a:lnTo>
                    <a:pt x="5448973" y="833132"/>
                  </a:lnTo>
                  <a:close/>
                </a:path>
              </a:pathLst>
            </a:custGeom>
            <a:solidFill>
              <a:srgbClr val="FFB9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pic>
          <p:nvPicPr>
            <p:cNvPr id="413" name="object 56">
              <a:extLst>
                <a:ext uri="{FF2B5EF4-FFF2-40B4-BE49-F238E27FC236}">
                  <a16:creationId xmlns:a16="http://schemas.microsoft.com/office/drawing/2014/main" id="{DB63E609-D7DE-11AA-C2D1-1205BAAD55AF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04696" y="5402965"/>
              <a:ext cx="105237" cy="111084"/>
            </a:xfrm>
            <a:prstGeom prst="rect">
              <a:avLst/>
            </a:prstGeom>
          </p:spPr>
        </p:pic>
      </p:grpSp>
      <p:sp>
        <p:nvSpPr>
          <p:cNvPr id="414" name="object 57">
            <a:extLst>
              <a:ext uri="{FF2B5EF4-FFF2-40B4-BE49-F238E27FC236}">
                <a16:creationId xmlns:a16="http://schemas.microsoft.com/office/drawing/2014/main" id="{77AD967E-E347-6422-E7A5-61355FC37C05}"/>
              </a:ext>
            </a:extLst>
          </p:cNvPr>
          <p:cNvSpPr txBox="1"/>
          <p:nvPr/>
        </p:nvSpPr>
        <p:spPr>
          <a:xfrm>
            <a:off x="6452636" y="5913894"/>
            <a:ext cx="4768686" cy="48590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20"/>
              </a:spcBef>
            </a:pPr>
            <a:r>
              <a:rPr sz="850" b="1" spc="-50" dirty="0">
                <a:solidFill>
                  <a:srgbClr val="D97705"/>
                </a:solidFill>
                <a:latin typeface="Roboto Slab" pitchFamily="2" charset="0"/>
                <a:ea typeface="Roboto Slab" pitchFamily="2" charset="0"/>
                <a:cs typeface="Arial"/>
              </a:rPr>
              <a:t>Pro</a:t>
            </a:r>
            <a:r>
              <a:rPr sz="850" b="1" spc="-45" dirty="0">
                <a:solidFill>
                  <a:srgbClr val="D97705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850" b="1" spc="-20" dirty="0">
                <a:solidFill>
                  <a:srgbClr val="D97705"/>
                </a:solidFill>
                <a:latin typeface="Roboto Slab" pitchFamily="2" charset="0"/>
                <a:ea typeface="Roboto Slab" pitchFamily="2" charset="0"/>
                <a:cs typeface="Arial"/>
              </a:rPr>
              <a:t>Tips</a:t>
            </a:r>
            <a:endParaRPr sz="850" dirty="0">
              <a:latin typeface="Roboto Slab" pitchFamily="2" charset="0"/>
              <a:ea typeface="Roboto Slab" pitchFamily="2" charset="0"/>
              <a:cs typeface="Arial"/>
            </a:endParaRPr>
          </a:p>
          <a:p>
            <a:pPr marL="12700" marR="5080">
              <a:lnSpc>
                <a:spcPct val="131500"/>
              </a:lnSpc>
              <a:spcBef>
                <a:spcPts val="385"/>
              </a:spcBef>
            </a:pPr>
            <a:r>
              <a:rPr sz="700" spc="-45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Enable</a:t>
            </a:r>
            <a:r>
              <a:rPr sz="700" spc="-5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b="1" spc="-4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Dynamic</a:t>
            </a:r>
            <a:r>
              <a:rPr sz="700" b="1" spc="-25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b="1" spc="-2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Memory</a:t>
            </a:r>
            <a:r>
              <a:rPr sz="700" b="1" spc="-5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for</a:t>
            </a:r>
            <a:r>
              <a:rPr sz="700" spc="-2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1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ﬂ</a:t>
            </a:r>
            <a:r>
              <a:rPr sz="700" spc="-1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exible</a:t>
            </a:r>
            <a:r>
              <a:rPr sz="700" spc="-5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spc="-85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RAM</a:t>
            </a:r>
            <a:r>
              <a:rPr sz="700" spc="1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spc="-1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allocation</a:t>
            </a:r>
            <a:r>
              <a:rPr sz="700" spc="50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spc="-65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Use</a:t>
            </a:r>
            <a:r>
              <a:rPr sz="70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b="1" spc="-45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Checkpoints</a:t>
            </a:r>
            <a:r>
              <a:rPr sz="700" b="1" spc="-5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spc="-2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before</a:t>
            </a:r>
            <a:r>
              <a:rPr sz="700" spc="5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spc="-1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major</a:t>
            </a:r>
            <a:r>
              <a:rPr sz="700" spc="-15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spc="-8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VM</a:t>
            </a:r>
            <a:r>
              <a:rPr sz="700" spc="15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spc="-1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changes</a:t>
            </a:r>
            <a:endParaRPr sz="700" dirty="0">
              <a:latin typeface="Roboto Slab" pitchFamily="2" charset="0"/>
              <a:ea typeface="Roboto Slab" pitchFamily="2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700" spc="-4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Create</a:t>
            </a:r>
            <a:r>
              <a:rPr sz="700" spc="-1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spc="-65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VMs</a:t>
            </a:r>
            <a:r>
              <a:rPr sz="700" spc="-1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spc="-3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on</a:t>
            </a:r>
            <a:r>
              <a:rPr sz="700" spc="1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spc="-11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SSD</a:t>
            </a:r>
            <a:r>
              <a:rPr sz="700" spc="-1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for</a:t>
            </a:r>
            <a:r>
              <a:rPr sz="700" spc="-25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spc="-2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faster</a:t>
            </a:r>
            <a:r>
              <a:rPr sz="700" spc="-25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700" spc="-1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boot</a:t>
            </a:r>
            <a:r>
              <a:rPr sz="700" spc="-20" dirty="0">
                <a:solidFill>
                  <a:srgbClr val="91400D"/>
                </a:solidFill>
                <a:latin typeface="Roboto Slab" pitchFamily="2" charset="0"/>
                <a:ea typeface="Roboto Slab" pitchFamily="2" charset="0"/>
                <a:cs typeface="Arial"/>
              </a:rPr>
              <a:t> times</a:t>
            </a:r>
            <a:endParaRPr sz="700" dirty="0">
              <a:latin typeface="Roboto Slab" pitchFamily="2" charset="0"/>
              <a:ea typeface="Roboto Slab" pitchFamily="2" charset="0"/>
              <a:cs typeface="Arial"/>
            </a:endParaRPr>
          </a:p>
        </p:txBody>
      </p:sp>
      <p:sp>
        <p:nvSpPr>
          <p:cNvPr id="415" name="object 58">
            <a:extLst>
              <a:ext uri="{FF2B5EF4-FFF2-40B4-BE49-F238E27FC236}">
                <a16:creationId xmlns:a16="http://schemas.microsoft.com/office/drawing/2014/main" id="{1563A743-84E9-5345-1FEC-4CF8FB1EC54B}"/>
              </a:ext>
            </a:extLst>
          </p:cNvPr>
          <p:cNvSpPr txBox="1"/>
          <p:nvPr/>
        </p:nvSpPr>
        <p:spPr>
          <a:xfrm>
            <a:off x="636403" y="6657163"/>
            <a:ext cx="5572142" cy="1096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b="1" spc="-4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Sources:</a:t>
            </a:r>
            <a:r>
              <a:rPr sz="600" b="1" spc="2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Microsoft</a:t>
            </a:r>
            <a:r>
              <a:rPr sz="600" spc="-5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5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Tech</a:t>
            </a:r>
            <a:r>
              <a:rPr sz="600" spc="2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1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Community</a:t>
            </a:r>
            <a:r>
              <a:rPr sz="600" spc="-35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3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(2025)</a:t>
            </a:r>
            <a:r>
              <a:rPr sz="600" spc="1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100" spc="25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—</a:t>
            </a:r>
            <a:r>
              <a:rPr sz="100" spc="105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2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Hyper-</a:t>
            </a:r>
            <a:r>
              <a:rPr sz="600" spc="-4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V </a:t>
            </a:r>
            <a:r>
              <a:rPr sz="600" spc="-2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Capabilities</a:t>
            </a:r>
            <a:r>
              <a:rPr sz="600" spc="5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on</a:t>
            </a:r>
            <a:r>
              <a:rPr sz="600" spc="2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2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Windows</a:t>
            </a:r>
            <a:r>
              <a:rPr sz="600" spc="5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25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Server</a:t>
            </a:r>
            <a:r>
              <a:rPr sz="600" spc="-1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2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2022;</a:t>
            </a:r>
            <a:r>
              <a:rPr sz="600" spc="3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Microsoft</a:t>
            </a:r>
            <a:r>
              <a:rPr sz="600" spc="-5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1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Learn</a:t>
            </a:r>
            <a:r>
              <a:rPr sz="600" spc="25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3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(2026)</a:t>
            </a:r>
            <a:r>
              <a:rPr sz="600" spc="1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100" spc="25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—</a:t>
            </a:r>
            <a:r>
              <a:rPr sz="100" spc="105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2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Hyper-</a:t>
            </a:r>
            <a:r>
              <a:rPr sz="600" spc="-4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V</a:t>
            </a:r>
            <a:r>
              <a:rPr sz="600" spc="-45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 </a:t>
            </a:r>
            <a:r>
              <a:rPr sz="600" spc="-10" dirty="0">
                <a:solidFill>
                  <a:srgbClr val="94A2B8"/>
                </a:solidFill>
                <a:latin typeface="Roboto Slab" pitchFamily="2" charset="0"/>
                <a:ea typeface="Roboto Slab" pitchFamily="2" charset="0"/>
                <a:cs typeface="Arial"/>
              </a:rPr>
              <a:t>Documentation</a:t>
            </a:r>
            <a:endParaRPr sz="600">
              <a:latin typeface="Roboto Slab" pitchFamily="2" charset="0"/>
              <a:ea typeface="Roboto Slab" pitchFamily="2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4060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11203-C24F-D94B-493D-82ED20A23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D0E928D-D93C-10C1-8B68-A53B476E50B7}"/>
              </a:ext>
            </a:extLst>
          </p:cNvPr>
          <p:cNvGrpSpPr/>
          <p:nvPr/>
        </p:nvGrpSpPr>
        <p:grpSpPr>
          <a:xfrm>
            <a:off x="231304" y="205261"/>
            <a:ext cx="11721956" cy="641092"/>
            <a:chOff x="231304" y="205261"/>
            <a:chExt cx="11721956" cy="641092"/>
          </a:xfrm>
        </p:grpSpPr>
        <p:grpSp>
          <p:nvGrpSpPr>
            <p:cNvPr id="7" name="Graphic 6">
              <a:extLst>
                <a:ext uri="{FF2B5EF4-FFF2-40B4-BE49-F238E27FC236}">
                  <a16:creationId xmlns:a16="http://schemas.microsoft.com/office/drawing/2014/main" id="{83922ECB-C6A3-DD46-0314-800EA6A331F2}"/>
                </a:ext>
              </a:extLst>
            </p:cNvPr>
            <p:cNvGrpSpPr/>
            <p:nvPr/>
          </p:nvGrpSpPr>
          <p:grpSpPr>
            <a:xfrm>
              <a:off x="9664040" y="214747"/>
              <a:ext cx="2289220" cy="631606"/>
              <a:chOff x="8823238" y="98156"/>
              <a:chExt cx="2289220" cy="631606"/>
            </a:xfrm>
          </p:grpSpPr>
          <p:sp>
            <p:nvSpPr>
              <p:cNvPr id="101" name="Freeform 212">
                <a:extLst>
                  <a:ext uri="{FF2B5EF4-FFF2-40B4-BE49-F238E27FC236}">
                    <a16:creationId xmlns:a16="http://schemas.microsoft.com/office/drawing/2014/main" id="{C95BBA56-F227-EEC3-7670-3110419FB941}"/>
                  </a:ext>
                </a:extLst>
              </p:cNvPr>
              <p:cNvSpPr/>
              <p:nvPr/>
            </p:nvSpPr>
            <p:spPr>
              <a:xfrm>
                <a:off x="10380520" y="639207"/>
                <a:ext cx="722373" cy="90554"/>
              </a:xfrm>
              <a:custGeom>
                <a:avLst/>
                <a:gdLst>
                  <a:gd name="connsiteX0" fmla="*/ 29179 w 722373"/>
                  <a:gd name="connsiteY0" fmla="*/ 4738 h 90554"/>
                  <a:gd name="connsiteX1" fmla="*/ 45523 w 722373"/>
                  <a:gd name="connsiteY1" fmla="*/ 9175 h 90554"/>
                  <a:gd name="connsiteX2" fmla="*/ 51395 w 722373"/>
                  <a:gd name="connsiteY2" fmla="*/ 22549 h 90554"/>
                  <a:gd name="connsiteX3" fmla="*/ 48610 w 722373"/>
                  <a:gd name="connsiteY3" fmla="*/ 30405 h 90554"/>
                  <a:gd name="connsiteX4" fmla="*/ 41165 w 722373"/>
                  <a:gd name="connsiteY4" fmla="*/ 35562 h 90554"/>
                  <a:gd name="connsiteX5" fmla="*/ 50608 w 722373"/>
                  <a:gd name="connsiteY5" fmla="*/ 41379 h 90554"/>
                  <a:gd name="connsiteX6" fmla="*/ 54059 w 722373"/>
                  <a:gd name="connsiteY6" fmla="*/ 52054 h 90554"/>
                  <a:gd name="connsiteX7" fmla="*/ 48126 w 722373"/>
                  <a:gd name="connsiteY7" fmla="*/ 65907 h 90554"/>
                  <a:gd name="connsiteX8" fmla="*/ 32024 w 722373"/>
                  <a:gd name="connsiteY8" fmla="*/ 70705 h 90554"/>
                  <a:gd name="connsiteX9" fmla="*/ 0 w 722373"/>
                  <a:gd name="connsiteY9" fmla="*/ 70705 h 90554"/>
                  <a:gd name="connsiteX10" fmla="*/ 0 w 722373"/>
                  <a:gd name="connsiteY10" fmla="*/ 65008 h 90554"/>
                  <a:gd name="connsiteX11" fmla="*/ 7446 w 722373"/>
                  <a:gd name="connsiteY11" fmla="*/ 63748 h 90554"/>
                  <a:gd name="connsiteX12" fmla="*/ 7446 w 722373"/>
                  <a:gd name="connsiteY12" fmla="*/ 11754 h 90554"/>
                  <a:gd name="connsiteX13" fmla="*/ 0 w 722373"/>
                  <a:gd name="connsiteY13" fmla="*/ 10495 h 90554"/>
                  <a:gd name="connsiteX14" fmla="*/ 0 w 722373"/>
                  <a:gd name="connsiteY14" fmla="*/ 4738 h 90554"/>
                  <a:gd name="connsiteX15" fmla="*/ 29179 w 722373"/>
                  <a:gd name="connsiteY15" fmla="*/ 4738 h 90554"/>
                  <a:gd name="connsiteX16" fmla="*/ 16466 w 722373"/>
                  <a:gd name="connsiteY16" fmla="*/ 39760 h 90554"/>
                  <a:gd name="connsiteX17" fmla="*/ 16466 w 722373"/>
                  <a:gd name="connsiteY17" fmla="*/ 63748 h 90554"/>
                  <a:gd name="connsiteX18" fmla="*/ 32024 w 722373"/>
                  <a:gd name="connsiteY18" fmla="*/ 63748 h 90554"/>
                  <a:gd name="connsiteX19" fmla="*/ 41588 w 722373"/>
                  <a:gd name="connsiteY19" fmla="*/ 60750 h 90554"/>
                  <a:gd name="connsiteX20" fmla="*/ 44978 w 722373"/>
                  <a:gd name="connsiteY20" fmla="*/ 52174 h 90554"/>
                  <a:gd name="connsiteX21" fmla="*/ 42133 w 722373"/>
                  <a:gd name="connsiteY21" fmla="*/ 43059 h 90554"/>
                  <a:gd name="connsiteX22" fmla="*/ 33355 w 722373"/>
                  <a:gd name="connsiteY22" fmla="*/ 39760 h 90554"/>
                  <a:gd name="connsiteX23" fmla="*/ 16406 w 722373"/>
                  <a:gd name="connsiteY23" fmla="*/ 39760 h 90554"/>
                  <a:gd name="connsiteX24" fmla="*/ 16466 w 722373"/>
                  <a:gd name="connsiteY24" fmla="*/ 32804 h 90554"/>
                  <a:gd name="connsiteX25" fmla="*/ 31540 w 722373"/>
                  <a:gd name="connsiteY25" fmla="*/ 32804 h 90554"/>
                  <a:gd name="connsiteX26" fmla="*/ 39348 w 722373"/>
                  <a:gd name="connsiteY26" fmla="*/ 29925 h 90554"/>
                  <a:gd name="connsiteX27" fmla="*/ 42314 w 722373"/>
                  <a:gd name="connsiteY27" fmla="*/ 22429 h 90554"/>
                  <a:gd name="connsiteX28" fmla="*/ 38925 w 722373"/>
                  <a:gd name="connsiteY28" fmla="*/ 14453 h 90554"/>
                  <a:gd name="connsiteX29" fmla="*/ 29118 w 722373"/>
                  <a:gd name="connsiteY29" fmla="*/ 11814 h 90554"/>
                  <a:gd name="connsiteX30" fmla="*/ 16406 w 722373"/>
                  <a:gd name="connsiteY30" fmla="*/ 11814 h 90554"/>
                  <a:gd name="connsiteX31" fmla="*/ 16406 w 722373"/>
                  <a:gd name="connsiteY31" fmla="*/ 32864 h 90554"/>
                  <a:gd name="connsiteX32" fmla="*/ 16406 w 722373"/>
                  <a:gd name="connsiteY32" fmla="*/ 32864 h 90554"/>
                  <a:gd name="connsiteX33" fmla="*/ 469637 w 722373"/>
                  <a:gd name="connsiteY33" fmla="*/ 67466 h 90554"/>
                  <a:gd name="connsiteX34" fmla="*/ 467397 w 722373"/>
                  <a:gd name="connsiteY34" fmla="*/ 76762 h 90554"/>
                  <a:gd name="connsiteX35" fmla="*/ 461403 w 722373"/>
                  <a:gd name="connsiteY35" fmla="*/ 84798 h 90554"/>
                  <a:gd name="connsiteX36" fmla="*/ 456319 w 722373"/>
                  <a:gd name="connsiteY36" fmla="*/ 81440 h 90554"/>
                  <a:gd name="connsiteX37" fmla="*/ 459588 w 722373"/>
                  <a:gd name="connsiteY37" fmla="*/ 74783 h 90554"/>
                  <a:gd name="connsiteX38" fmla="*/ 460677 w 722373"/>
                  <a:gd name="connsiteY38" fmla="*/ 67586 h 90554"/>
                  <a:gd name="connsiteX39" fmla="*/ 460677 w 722373"/>
                  <a:gd name="connsiteY39" fmla="*/ 60690 h 90554"/>
                  <a:gd name="connsiteX40" fmla="*/ 469697 w 722373"/>
                  <a:gd name="connsiteY40" fmla="*/ 60690 h 90554"/>
                  <a:gd name="connsiteX41" fmla="*/ 469697 w 722373"/>
                  <a:gd name="connsiteY41" fmla="*/ 67466 h 90554"/>
                  <a:gd name="connsiteX42" fmla="*/ 469697 w 722373"/>
                  <a:gd name="connsiteY42" fmla="*/ 67466 h 90554"/>
                  <a:gd name="connsiteX43" fmla="*/ 500207 w 722373"/>
                  <a:gd name="connsiteY43" fmla="*/ 10495 h 90554"/>
                  <a:gd name="connsiteX44" fmla="*/ 500207 w 722373"/>
                  <a:gd name="connsiteY44" fmla="*/ 4738 h 90554"/>
                  <a:gd name="connsiteX45" fmla="*/ 524119 w 722373"/>
                  <a:gd name="connsiteY45" fmla="*/ 4738 h 90554"/>
                  <a:gd name="connsiteX46" fmla="*/ 524119 w 722373"/>
                  <a:gd name="connsiteY46" fmla="*/ 10495 h 90554"/>
                  <a:gd name="connsiteX47" fmla="*/ 516673 w 722373"/>
                  <a:gd name="connsiteY47" fmla="*/ 11754 h 90554"/>
                  <a:gd name="connsiteX48" fmla="*/ 516673 w 722373"/>
                  <a:gd name="connsiteY48" fmla="*/ 63748 h 90554"/>
                  <a:gd name="connsiteX49" fmla="*/ 524119 w 722373"/>
                  <a:gd name="connsiteY49" fmla="*/ 65008 h 90554"/>
                  <a:gd name="connsiteX50" fmla="*/ 524119 w 722373"/>
                  <a:gd name="connsiteY50" fmla="*/ 70705 h 90554"/>
                  <a:gd name="connsiteX51" fmla="*/ 500207 w 722373"/>
                  <a:gd name="connsiteY51" fmla="*/ 70705 h 90554"/>
                  <a:gd name="connsiteX52" fmla="*/ 500207 w 722373"/>
                  <a:gd name="connsiteY52" fmla="*/ 65008 h 90554"/>
                  <a:gd name="connsiteX53" fmla="*/ 507713 w 722373"/>
                  <a:gd name="connsiteY53" fmla="*/ 63748 h 90554"/>
                  <a:gd name="connsiteX54" fmla="*/ 507713 w 722373"/>
                  <a:gd name="connsiteY54" fmla="*/ 11754 h 90554"/>
                  <a:gd name="connsiteX55" fmla="*/ 500207 w 722373"/>
                  <a:gd name="connsiteY55" fmla="*/ 10495 h 90554"/>
                  <a:gd name="connsiteX56" fmla="*/ 500207 w 722373"/>
                  <a:gd name="connsiteY56" fmla="*/ 10495 h 90554"/>
                  <a:gd name="connsiteX57" fmla="*/ 530051 w 722373"/>
                  <a:gd name="connsiteY57" fmla="*/ 65008 h 90554"/>
                  <a:gd name="connsiteX58" fmla="*/ 537497 w 722373"/>
                  <a:gd name="connsiteY58" fmla="*/ 63748 h 90554"/>
                  <a:gd name="connsiteX59" fmla="*/ 537497 w 722373"/>
                  <a:gd name="connsiteY59" fmla="*/ 28726 h 90554"/>
                  <a:gd name="connsiteX60" fmla="*/ 530051 w 722373"/>
                  <a:gd name="connsiteY60" fmla="*/ 27466 h 90554"/>
                  <a:gd name="connsiteX61" fmla="*/ 530051 w 722373"/>
                  <a:gd name="connsiteY61" fmla="*/ 21709 h 90554"/>
                  <a:gd name="connsiteX62" fmla="*/ 545548 w 722373"/>
                  <a:gd name="connsiteY62" fmla="*/ 21709 h 90554"/>
                  <a:gd name="connsiteX63" fmla="*/ 546214 w 722373"/>
                  <a:gd name="connsiteY63" fmla="*/ 29026 h 90554"/>
                  <a:gd name="connsiteX64" fmla="*/ 552449 w 722373"/>
                  <a:gd name="connsiteY64" fmla="*/ 22969 h 90554"/>
                  <a:gd name="connsiteX65" fmla="*/ 560925 w 722373"/>
                  <a:gd name="connsiteY65" fmla="*/ 20810 h 90554"/>
                  <a:gd name="connsiteX66" fmla="*/ 573335 w 722373"/>
                  <a:gd name="connsiteY66" fmla="*/ 25487 h 90554"/>
                  <a:gd name="connsiteX67" fmla="*/ 577754 w 722373"/>
                  <a:gd name="connsiteY67" fmla="*/ 39820 h 90554"/>
                  <a:gd name="connsiteX68" fmla="*/ 577754 w 722373"/>
                  <a:gd name="connsiteY68" fmla="*/ 63808 h 90554"/>
                  <a:gd name="connsiteX69" fmla="*/ 585199 w 722373"/>
                  <a:gd name="connsiteY69" fmla="*/ 65068 h 90554"/>
                  <a:gd name="connsiteX70" fmla="*/ 585199 w 722373"/>
                  <a:gd name="connsiteY70" fmla="*/ 70765 h 90554"/>
                  <a:gd name="connsiteX71" fmla="*/ 561287 w 722373"/>
                  <a:gd name="connsiteY71" fmla="*/ 70765 h 90554"/>
                  <a:gd name="connsiteX72" fmla="*/ 561287 w 722373"/>
                  <a:gd name="connsiteY72" fmla="*/ 65068 h 90554"/>
                  <a:gd name="connsiteX73" fmla="*/ 568734 w 722373"/>
                  <a:gd name="connsiteY73" fmla="*/ 63808 h 90554"/>
                  <a:gd name="connsiteX74" fmla="*/ 568734 w 722373"/>
                  <a:gd name="connsiteY74" fmla="*/ 40000 h 90554"/>
                  <a:gd name="connsiteX75" fmla="*/ 566131 w 722373"/>
                  <a:gd name="connsiteY75" fmla="*/ 30825 h 90554"/>
                  <a:gd name="connsiteX76" fmla="*/ 558261 w 722373"/>
                  <a:gd name="connsiteY76" fmla="*/ 28126 h 90554"/>
                  <a:gd name="connsiteX77" fmla="*/ 551360 w 722373"/>
                  <a:gd name="connsiteY77" fmla="*/ 29985 h 90554"/>
                  <a:gd name="connsiteX78" fmla="*/ 546578 w 722373"/>
                  <a:gd name="connsiteY78" fmla="*/ 35083 h 90554"/>
                  <a:gd name="connsiteX79" fmla="*/ 546578 w 722373"/>
                  <a:gd name="connsiteY79" fmla="*/ 63868 h 90554"/>
                  <a:gd name="connsiteX80" fmla="*/ 554023 w 722373"/>
                  <a:gd name="connsiteY80" fmla="*/ 65128 h 90554"/>
                  <a:gd name="connsiteX81" fmla="*/ 554023 w 722373"/>
                  <a:gd name="connsiteY81" fmla="*/ 70825 h 90554"/>
                  <a:gd name="connsiteX82" fmla="*/ 530112 w 722373"/>
                  <a:gd name="connsiteY82" fmla="*/ 70825 h 90554"/>
                  <a:gd name="connsiteX83" fmla="*/ 530112 w 722373"/>
                  <a:gd name="connsiteY83" fmla="*/ 65128 h 90554"/>
                  <a:gd name="connsiteX84" fmla="*/ 530112 w 722373"/>
                  <a:gd name="connsiteY84" fmla="*/ 65128 h 90554"/>
                  <a:gd name="connsiteX85" fmla="*/ 624548 w 722373"/>
                  <a:gd name="connsiteY85" fmla="*/ 64888 h 90554"/>
                  <a:gd name="connsiteX86" fmla="*/ 618615 w 722373"/>
                  <a:gd name="connsiteY86" fmla="*/ 69925 h 90554"/>
                  <a:gd name="connsiteX87" fmla="*/ 610503 w 722373"/>
                  <a:gd name="connsiteY87" fmla="*/ 71664 h 90554"/>
                  <a:gd name="connsiteX88" fmla="*/ 596338 w 722373"/>
                  <a:gd name="connsiteY88" fmla="*/ 65128 h 90554"/>
                  <a:gd name="connsiteX89" fmla="*/ 591253 w 722373"/>
                  <a:gd name="connsiteY89" fmla="*/ 48036 h 90554"/>
                  <a:gd name="connsiteX90" fmla="*/ 591253 w 722373"/>
                  <a:gd name="connsiteY90" fmla="*/ 47077 h 90554"/>
                  <a:gd name="connsiteX91" fmla="*/ 596338 w 722373"/>
                  <a:gd name="connsiteY91" fmla="*/ 28006 h 90554"/>
                  <a:gd name="connsiteX92" fmla="*/ 610564 w 722373"/>
                  <a:gd name="connsiteY92" fmla="*/ 20750 h 90554"/>
                  <a:gd name="connsiteX93" fmla="*/ 618312 w 722373"/>
                  <a:gd name="connsiteY93" fmla="*/ 22369 h 90554"/>
                  <a:gd name="connsiteX94" fmla="*/ 624003 w 722373"/>
                  <a:gd name="connsiteY94" fmla="*/ 27047 h 90554"/>
                  <a:gd name="connsiteX95" fmla="*/ 624003 w 722373"/>
                  <a:gd name="connsiteY95" fmla="*/ 7017 h 90554"/>
                  <a:gd name="connsiteX96" fmla="*/ 616557 w 722373"/>
                  <a:gd name="connsiteY96" fmla="*/ 5757 h 90554"/>
                  <a:gd name="connsiteX97" fmla="*/ 616557 w 722373"/>
                  <a:gd name="connsiteY97" fmla="*/ 0 h 90554"/>
                  <a:gd name="connsiteX98" fmla="*/ 633023 w 722373"/>
                  <a:gd name="connsiteY98" fmla="*/ 0 h 90554"/>
                  <a:gd name="connsiteX99" fmla="*/ 633023 w 722373"/>
                  <a:gd name="connsiteY99" fmla="*/ 63748 h 90554"/>
                  <a:gd name="connsiteX100" fmla="*/ 640469 w 722373"/>
                  <a:gd name="connsiteY100" fmla="*/ 65008 h 90554"/>
                  <a:gd name="connsiteX101" fmla="*/ 640469 w 722373"/>
                  <a:gd name="connsiteY101" fmla="*/ 70705 h 90554"/>
                  <a:gd name="connsiteX102" fmla="*/ 625153 w 722373"/>
                  <a:gd name="connsiteY102" fmla="*/ 70705 h 90554"/>
                  <a:gd name="connsiteX103" fmla="*/ 624426 w 722373"/>
                  <a:gd name="connsiteY103" fmla="*/ 64828 h 90554"/>
                  <a:gd name="connsiteX104" fmla="*/ 624426 w 722373"/>
                  <a:gd name="connsiteY104" fmla="*/ 64828 h 90554"/>
                  <a:gd name="connsiteX105" fmla="*/ 600212 w 722373"/>
                  <a:gd name="connsiteY105" fmla="*/ 48036 h 90554"/>
                  <a:gd name="connsiteX106" fmla="*/ 603239 w 722373"/>
                  <a:gd name="connsiteY106" fmla="*/ 59910 h 90554"/>
                  <a:gd name="connsiteX107" fmla="*/ 612743 w 722373"/>
                  <a:gd name="connsiteY107" fmla="*/ 64408 h 90554"/>
                  <a:gd name="connsiteX108" fmla="*/ 619523 w 722373"/>
                  <a:gd name="connsiteY108" fmla="*/ 62609 h 90554"/>
                  <a:gd name="connsiteX109" fmla="*/ 624063 w 722373"/>
                  <a:gd name="connsiteY109" fmla="*/ 57511 h 90554"/>
                  <a:gd name="connsiteX110" fmla="*/ 624063 w 722373"/>
                  <a:gd name="connsiteY110" fmla="*/ 34783 h 90554"/>
                  <a:gd name="connsiteX111" fmla="*/ 619523 w 722373"/>
                  <a:gd name="connsiteY111" fmla="*/ 29865 h 90554"/>
                  <a:gd name="connsiteX112" fmla="*/ 612864 w 722373"/>
                  <a:gd name="connsiteY112" fmla="*/ 28066 h 90554"/>
                  <a:gd name="connsiteX113" fmla="*/ 603360 w 722373"/>
                  <a:gd name="connsiteY113" fmla="*/ 33343 h 90554"/>
                  <a:gd name="connsiteX114" fmla="*/ 600273 w 722373"/>
                  <a:gd name="connsiteY114" fmla="*/ 47137 h 90554"/>
                  <a:gd name="connsiteX115" fmla="*/ 600273 w 722373"/>
                  <a:gd name="connsiteY115" fmla="*/ 48096 h 90554"/>
                  <a:gd name="connsiteX116" fmla="*/ 600273 w 722373"/>
                  <a:gd name="connsiteY116" fmla="*/ 48096 h 90554"/>
                  <a:gd name="connsiteX117" fmla="*/ 647370 w 722373"/>
                  <a:gd name="connsiteY117" fmla="*/ 65008 h 90554"/>
                  <a:gd name="connsiteX118" fmla="*/ 654816 w 722373"/>
                  <a:gd name="connsiteY118" fmla="*/ 63748 h 90554"/>
                  <a:gd name="connsiteX119" fmla="*/ 654816 w 722373"/>
                  <a:gd name="connsiteY119" fmla="*/ 28726 h 90554"/>
                  <a:gd name="connsiteX120" fmla="*/ 647370 w 722373"/>
                  <a:gd name="connsiteY120" fmla="*/ 27466 h 90554"/>
                  <a:gd name="connsiteX121" fmla="*/ 647370 w 722373"/>
                  <a:gd name="connsiteY121" fmla="*/ 21709 h 90554"/>
                  <a:gd name="connsiteX122" fmla="*/ 663835 w 722373"/>
                  <a:gd name="connsiteY122" fmla="*/ 21709 h 90554"/>
                  <a:gd name="connsiteX123" fmla="*/ 663835 w 722373"/>
                  <a:gd name="connsiteY123" fmla="*/ 63748 h 90554"/>
                  <a:gd name="connsiteX124" fmla="*/ 671281 w 722373"/>
                  <a:gd name="connsiteY124" fmla="*/ 65008 h 90554"/>
                  <a:gd name="connsiteX125" fmla="*/ 671281 w 722373"/>
                  <a:gd name="connsiteY125" fmla="*/ 70705 h 90554"/>
                  <a:gd name="connsiteX126" fmla="*/ 647370 w 722373"/>
                  <a:gd name="connsiteY126" fmla="*/ 70705 h 90554"/>
                  <a:gd name="connsiteX127" fmla="*/ 647370 w 722373"/>
                  <a:gd name="connsiteY127" fmla="*/ 65008 h 90554"/>
                  <a:gd name="connsiteX128" fmla="*/ 647370 w 722373"/>
                  <a:gd name="connsiteY128" fmla="*/ 65008 h 90554"/>
                  <a:gd name="connsiteX129" fmla="*/ 663835 w 722373"/>
                  <a:gd name="connsiteY129" fmla="*/ 9115 h 90554"/>
                  <a:gd name="connsiteX130" fmla="*/ 654816 w 722373"/>
                  <a:gd name="connsiteY130" fmla="*/ 9115 h 90554"/>
                  <a:gd name="connsiteX131" fmla="*/ 654816 w 722373"/>
                  <a:gd name="connsiteY131" fmla="*/ 0 h 90554"/>
                  <a:gd name="connsiteX132" fmla="*/ 663835 w 722373"/>
                  <a:gd name="connsiteY132" fmla="*/ 0 h 90554"/>
                  <a:gd name="connsiteX133" fmla="*/ 663835 w 722373"/>
                  <a:gd name="connsiteY133" fmla="*/ 9115 h 90554"/>
                  <a:gd name="connsiteX134" fmla="*/ 663835 w 722373"/>
                  <a:gd name="connsiteY134" fmla="*/ 9115 h 90554"/>
                  <a:gd name="connsiteX135" fmla="*/ 710508 w 722373"/>
                  <a:gd name="connsiteY135" fmla="*/ 70705 h 90554"/>
                  <a:gd name="connsiteX136" fmla="*/ 709903 w 722373"/>
                  <a:gd name="connsiteY136" fmla="*/ 67107 h 90554"/>
                  <a:gd name="connsiteX137" fmla="*/ 709600 w 722373"/>
                  <a:gd name="connsiteY137" fmla="*/ 63928 h 90554"/>
                  <a:gd name="connsiteX138" fmla="*/ 703062 w 722373"/>
                  <a:gd name="connsiteY138" fmla="*/ 69445 h 90554"/>
                  <a:gd name="connsiteX139" fmla="*/ 694708 w 722373"/>
                  <a:gd name="connsiteY139" fmla="*/ 71664 h 90554"/>
                  <a:gd name="connsiteX140" fmla="*/ 682965 w 722373"/>
                  <a:gd name="connsiteY140" fmla="*/ 67946 h 90554"/>
                  <a:gd name="connsiteX141" fmla="*/ 678909 w 722373"/>
                  <a:gd name="connsiteY141" fmla="*/ 57391 h 90554"/>
                  <a:gd name="connsiteX142" fmla="*/ 684599 w 722373"/>
                  <a:gd name="connsiteY142" fmla="*/ 46657 h 90554"/>
                  <a:gd name="connsiteX143" fmla="*/ 700217 w 722373"/>
                  <a:gd name="connsiteY143" fmla="*/ 42879 h 90554"/>
                  <a:gd name="connsiteX144" fmla="*/ 709540 w 722373"/>
                  <a:gd name="connsiteY144" fmla="*/ 42879 h 90554"/>
                  <a:gd name="connsiteX145" fmla="*/ 709540 w 722373"/>
                  <a:gd name="connsiteY145" fmla="*/ 37182 h 90554"/>
                  <a:gd name="connsiteX146" fmla="*/ 706816 w 722373"/>
                  <a:gd name="connsiteY146" fmla="*/ 30345 h 90554"/>
                  <a:gd name="connsiteX147" fmla="*/ 699188 w 722373"/>
                  <a:gd name="connsiteY147" fmla="*/ 27826 h 90554"/>
                  <a:gd name="connsiteX148" fmla="*/ 693195 w 722373"/>
                  <a:gd name="connsiteY148" fmla="*/ 28666 h 90554"/>
                  <a:gd name="connsiteX149" fmla="*/ 689018 w 722373"/>
                  <a:gd name="connsiteY149" fmla="*/ 31005 h 90554"/>
                  <a:gd name="connsiteX150" fmla="*/ 688110 w 722373"/>
                  <a:gd name="connsiteY150" fmla="*/ 36162 h 90554"/>
                  <a:gd name="connsiteX151" fmla="*/ 681148 w 722373"/>
                  <a:gd name="connsiteY151" fmla="*/ 36162 h 90554"/>
                  <a:gd name="connsiteX152" fmla="*/ 681148 w 722373"/>
                  <a:gd name="connsiteY152" fmla="*/ 26627 h 90554"/>
                  <a:gd name="connsiteX153" fmla="*/ 689381 w 722373"/>
                  <a:gd name="connsiteY153" fmla="*/ 22309 h 90554"/>
                  <a:gd name="connsiteX154" fmla="*/ 699793 w 722373"/>
                  <a:gd name="connsiteY154" fmla="*/ 20690 h 90554"/>
                  <a:gd name="connsiteX155" fmla="*/ 713414 w 722373"/>
                  <a:gd name="connsiteY155" fmla="*/ 24948 h 90554"/>
                  <a:gd name="connsiteX156" fmla="*/ 718620 w 722373"/>
                  <a:gd name="connsiteY156" fmla="*/ 37122 h 90554"/>
                  <a:gd name="connsiteX157" fmla="*/ 718620 w 722373"/>
                  <a:gd name="connsiteY157" fmla="*/ 62549 h 90554"/>
                  <a:gd name="connsiteX158" fmla="*/ 718741 w 722373"/>
                  <a:gd name="connsiteY158" fmla="*/ 64348 h 90554"/>
                  <a:gd name="connsiteX159" fmla="*/ 722374 w 722373"/>
                  <a:gd name="connsiteY159" fmla="*/ 64888 h 90554"/>
                  <a:gd name="connsiteX160" fmla="*/ 722374 w 722373"/>
                  <a:gd name="connsiteY160" fmla="*/ 70585 h 90554"/>
                  <a:gd name="connsiteX161" fmla="*/ 710569 w 722373"/>
                  <a:gd name="connsiteY161" fmla="*/ 70585 h 90554"/>
                  <a:gd name="connsiteX162" fmla="*/ 695979 w 722373"/>
                  <a:gd name="connsiteY162" fmla="*/ 64228 h 90554"/>
                  <a:gd name="connsiteX163" fmla="*/ 704213 w 722373"/>
                  <a:gd name="connsiteY163" fmla="*/ 62069 h 90554"/>
                  <a:gd name="connsiteX164" fmla="*/ 709540 w 722373"/>
                  <a:gd name="connsiteY164" fmla="*/ 56972 h 90554"/>
                  <a:gd name="connsiteX165" fmla="*/ 709540 w 722373"/>
                  <a:gd name="connsiteY165" fmla="*/ 48936 h 90554"/>
                  <a:gd name="connsiteX166" fmla="*/ 699914 w 722373"/>
                  <a:gd name="connsiteY166" fmla="*/ 48936 h 90554"/>
                  <a:gd name="connsiteX167" fmla="*/ 691137 w 722373"/>
                  <a:gd name="connsiteY167" fmla="*/ 51454 h 90554"/>
                  <a:gd name="connsiteX168" fmla="*/ 687928 w 722373"/>
                  <a:gd name="connsiteY168" fmla="*/ 57571 h 90554"/>
                  <a:gd name="connsiteX169" fmla="*/ 689926 w 722373"/>
                  <a:gd name="connsiteY169" fmla="*/ 62489 h 90554"/>
                  <a:gd name="connsiteX170" fmla="*/ 695979 w 722373"/>
                  <a:gd name="connsiteY170" fmla="*/ 64228 h 90554"/>
                  <a:gd name="connsiteX171" fmla="*/ 695979 w 722373"/>
                  <a:gd name="connsiteY171" fmla="*/ 64228 h 90554"/>
                  <a:gd name="connsiteX172" fmla="*/ 84932 w 722373"/>
                  <a:gd name="connsiteY172" fmla="*/ 71664 h 90554"/>
                  <a:gd name="connsiteX173" fmla="*/ 68527 w 722373"/>
                  <a:gd name="connsiteY173" fmla="*/ 64828 h 90554"/>
                  <a:gd name="connsiteX174" fmla="*/ 62413 w 722373"/>
                  <a:gd name="connsiteY174" fmla="*/ 47137 h 90554"/>
                  <a:gd name="connsiteX175" fmla="*/ 62413 w 722373"/>
                  <a:gd name="connsiteY175" fmla="*/ 45158 h 90554"/>
                  <a:gd name="connsiteX176" fmla="*/ 68708 w 722373"/>
                  <a:gd name="connsiteY176" fmla="*/ 27706 h 90554"/>
                  <a:gd name="connsiteX177" fmla="*/ 83600 w 722373"/>
                  <a:gd name="connsiteY177" fmla="*/ 20750 h 90554"/>
                  <a:gd name="connsiteX178" fmla="*/ 98734 w 722373"/>
                  <a:gd name="connsiteY178" fmla="*/ 26747 h 90554"/>
                  <a:gd name="connsiteX179" fmla="*/ 103880 w 722373"/>
                  <a:gd name="connsiteY179" fmla="*/ 42699 h 90554"/>
                  <a:gd name="connsiteX180" fmla="*/ 103880 w 722373"/>
                  <a:gd name="connsiteY180" fmla="*/ 48276 h 90554"/>
                  <a:gd name="connsiteX181" fmla="*/ 71735 w 722373"/>
                  <a:gd name="connsiteY181" fmla="*/ 48276 h 90554"/>
                  <a:gd name="connsiteX182" fmla="*/ 71614 w 722373"/>
                  <a:gd name="connsiteY182" fmla="*/ 48516 h 90554"/>
                  <a:gd name="connsiteX183" fmla="*/ 75246 w 722373"/>
                  <a:gd name="connsiteY183" fmla="*/ 60150 h 90554"/>
                  <a:gd name="connsiteX184" fmla="*/ 84992 w 722373"/>
                  <a:gd name="connsiteY184" fmla="*/ 64708 h 90554"/>
                  <a:gd name="connsiteX185" fmla="*/ 93043 w 722373"/>
                  <a:gd name="connsiteY185" fmla="*/ 63388 h 90554"/>
                  <a:gd name="connsiteX186" fmla="*/ 98976 w 722373"/>
                  <a:gd name="connsiteY186" fmla="*/ 59850 h 90554"/>
                  <a:gd name="connsiteX187" fmla="*/ 102487 w 722373"/>
                  <a:gd name="connsiteY187" fmla="*/ 65667 h 90554"/>
                  <a:gd name="connsiteX188" fmla="*/ 95465 w 722373"/>
                  <a:gd name="connsiteY188" fmla="*/ 69985 h 90554"/>
                  <a:gd name="connsiteX189" fmla="*/ 84992 w 722373"/>
                  <a:gd name="connsiteY189" fmla="*/ 71724 h 90554"/>
                  <a:gd name="connsiteX190" fmla="*/ 84992 w 722373"/>
                  <a:gd name="connsiteY190" fmla="*/ 71724 h 90554"/>
                  <a:gd name="connsiteX191" fmla="*/ 83600 w 722373"/>
                  <a:gd name="connsiteY191" fmla="*/ 27826 h 90554"/>
                  <a:gd name="connsiteX192" fmla="*/ 75851 w 722373"/>
                  <a:gd name="connsiteY192" fmla="*/ 31604 h 90554"/>
                  <a:gd name="connsiteX193" fmla="*/ 71917 w 722373"/>
                  <a:gd name="connsiteY193" fmla="*/ 41080 h 90554"/>
                  <a:gd name="connsiteX194" fmla="*/ 72038 w 722373"/>
                  <a:gd name="connsiteY194" fmla="*/ 41319 h 90554"/>
                  <a:gd name="connsiteX195" fmla="*/ 94860 w 722373"/>
                  <a:gd name="connsiteY195" fmla="*/ 41319 h 90554"/>
                  <a:gd name="connsiteX196" fmla="*/ 94860 w 722373"/>
                  <a:gd name="connsiteY196" fmla="*/ 40120 h 90554"/>
                  <a:gd name="connsiteX197" fmla="*/ 92015 w 722373"/>
                  <a:gd name="connsiteY197" fmla="*/ 31304 h 90554"/>
                  <a:gd name="connsiteX198" fmla="*/ 83600 w 722373"/>
                  <a:gd name="connsiteY198" fmla="*/ 27766 h 90554"/>
                  <a:gd name="connsiteX199" fmla="*/ 83600 w 722373"/>
                  <a:gd name="connsiteY199" fmla="*/ 27766 h 90554"/>
                  <a:gd name="connsiteX200" fmla="*/ 111386 w 722373"/>
                  <a:gd name="connsiteY200" fmla="*/ 65008 h 90554"/>
                  <a:gd name="connsiteX201" fmla="*/ 118832 w 722373"/>
                  <a:gd name="connsiteY201" fmla="*/ 63748 h 90554"/>
                  <a:gd name="connsiteX202" fmla="*/ 118832 w 722373"/>
                  <a:gd name="connsiteY202" fmla="*/ 28726 h 90554"/>
                  <a:gd name="connsiteX203" fmla="*/ 111386 w 722373"/>
                  <a:gd name="connsiteY203" fmla="*/ 27466 h 90554"/>
                  <a:gd name="connsiteX204" fmla="*/ 111386 w 722373"/>
                  <a:gd name="connsiteY204" fmla="*/ 21709 h 90554"/>
                  <a:gd name="connsiteX205" fmla="*/ 126883 w 722373"/>
                  <a:gd name="connsiteY205" fmla="*/ 21709 h 90554"/>
                  <a:gd name="connsiteX206" fmla="*/ 127549 w 722373"/>
                  <a:gd name="connsiteY206" fmla="*/ 29026 h 90554"/>
                  <a:gd name="connsiteX207" fmla="*/ 133784 w 722373"/>
                  <a:gd name="connsiteY207" fmla="*/ 22969 h 90554"/>
                  <a:gd name="connsiteX208" fmla="*/ 142259 w 722373"/>
                  <a:gd name="connsiteY208" fmla="*/ 20810 h 90554"/>
                  <a:gd name="connsiteX209" fmla="*/ 154669 w 722373"/>
                  <a:gd name="connsiteY209" fmla="*/ 25487 h 90554"/>
                  <a:gd name="connsiteX210" fmla="*/ 159088 w 722373"/>
                  <a:gd name="connsiteY210" fmla="*/ 39820 h 90554"/>
                  <a:gd name="connsiteX211" fmla="*/ 159088 w 722373"/>
                  <a:gd name="connsiteY211" fmla="*/ 63808 h 90554"/>
                  <a:gd name="connsiteX212" fmla="*/ 166534 w 722373"/>
                  <a:gd name="connsiteY212" fmla="*/ 65068 h 90554"/>
                  <a:gd name="connsiteX213" fmla="*/ 166534 w 722373"/>
                  <a:gd name="connsiteY213" fmla="*/ 70765 h 90554"/>
                  <a:gd name="connsiteX214" fmla="*/ 142623 w 722373"/>
                  <a:gd name="connsiteY214" fmla="*/ 70765 h 90554"/>
                  <a:gd name="connsiteX215" fmla="*/ 142623 w 722373"/>
                  <a:gd name="connsiteY215" fmla="*/ 65068 h 90554"/>
                  <a:gd name="connsiteX216" fmla="*/ 150068 w 722373"/>
                  <a:gd name="connsiteY216" fmla="*/ 63808 h 90554"/>
                  <a:gd name="connsiteX217" fmla="*/ 150068 w 722373"/>
                  <a:gd name="connsiteY217" fmla="*/ 40000 h 90554"/>
                  <a:gd name="connsiteX218" fmla="*/ 147465 w 722373"/>
                  <a:gd name="connsiteY218" fmla="*/ 30825 h 90554"/>
                  <a:gd name="connsiteX219" fmla="*/ 139596 w 722373"/>
                  <a:gd name="connsiteY219" fmla="*/ 28126 h 90554"/>
                  <a:gd name="connsiteX220" fmla="*/ 132695 w 722373"/>
                  <a:gd name="connsiteY220" fmla="*/ 29985 h 90554"/>
                  <a:gd name="connsiteX221" fmla="*/ 127912 w 722373"/>
                  <a:gd name="connsiteY221" fmla="*/ 35083 h 90554"/>
                  <a:gd name="connsiteX222" fmla="*/ 127912 w 722373"/>
                  <a:gd name="connsiteY222" fmla="*/ 63868 h 90554"/>
                  <a:gd name="connsiteX223" fmla="*/ 135358 w 722373"/>
                  <a:gd name="connsiteY223" fmla="*/ 65128 h 90554"/>
                  <a:gd name="connsiteX224" fmla="*/ 135358 w 722373"/>
                  <a:gd name="connsiteY224" fmla="*/ 70825 h 90554"/>
                  <a:gd name="connsiteX225" fmla="*/ 111447 w 722373"/>
                  <a:gd name="connsiteY225" fmla="*/ 70825 h 90554"/>
                  <a:gd name="connsiteX226" fmla="*/ 111447 w 722373"/>
                  <a:gd name="connsiteY226" fmla="*/ 65128 h 90554"/>
                  <a:gd name="connsiteX227" fmla="*/ 111447 w 722373"/>
                  <a:gd name="connsiteY227" fmla="*/ 65128 h 90554"/>
                  <a:gd name="connsiteX228" fmla="*/ 172588 w 722373"/>
                  <a:gd name="connsiteY228" fmla="*/ 47137 h 90554"/>
                  <a:gd name="connsiteX229" fmla="*/ 177793 w 722373"/>
                  <a:gd name="connsiteY229" fmla="*/ 28066 h 90554"/>
                  <a:gd name="connsiteX230" fmla="*/ 192201 w 722373"/>
                  <a:gd name="connsiteY230" fmla="*/ 20810 h 90554"/>
                  <a:gd name="connsiteX231" fmla="*/ 200373 w 722373"/>
                  <a:gd name="connsiteY231" fmla="*/ 22609 h 90554"/>
                  <a:gd name="connsiteX232" fmla="*/ 206246 w 722373"/>
                  <a:gd name="connsiteY232" fmla="*/ 27886 h 90554"/>
                  <a:gd name="connsiteX233" fmla="*/ 207093 w 722373"/>
                  <a:gd name="connsiteY233" fmla="*/ 21709 h 90554"/>
                  <a:gd name="connsiteX234" fmla="*/ 214720 w 722373"/>
                  <a:gd name="connsiteY234" fmla="*/ 21709 h 90554"/>
                  <a:gd name="connsiteX235" fmla="*/ 214720 w 722373"/>
                  <a:gd name="connsiteY235" fmla="*/ 70105 h 90554"/>
                  <a:gd name="connsiteX236" fmla="*/ 209333 w 722373"/>
                  <a:gd name="connsiteY236" fmla="*/ 85098 h 90554"/>
                  <a:gd name="connsiteX237" fmla="*/ 194078 w 722373"/>
                  <a:gd name="connsiteY237" fmla="*/ 90555 h 90554"/>
                  <a:gd name="connsiteX238" fmla="*/ 186329 w 722373"/>
                  <a:gd name="connsiteY238" fmla="*/ 89595 h 90554"/>
                  <a:gd name="connsiteX239" fmla="*/ 179005 w 722373"/>
                  <a:gd name="connsiteY239" fmla="*/ 86957 h 90554"/>
                  <a:gd name="connsiteX240" fmla="*/ 181366 w 722373"/>
                  <a:gd name="connsiteY240" fmla="*/ 80000 h 90554"/>
                  <a:gd name="connsiteX241" fmla="*/ 187298 w 722373"/>
                  <a:gd name="connsiteY241" fmla="*/ 82159 h 90554"/>
                  <a:gd name="connsiteX242" fmla="*/ 193957 w 722373"/>
                  <a:gd name="connsiteY242" fmla="*/ 82999 h 90554"/>
                  <a:gd name="connsiteX243" fmla="*/ 202795 w 722373"/>
                  <a:gd name="connsiteY243" fmla="*/ 79640 h 90554"/>
                  <a:gd name="connsiteX244" fmla="*/ 205640 w 722373"/>
                  <a:gd name="connsiteY244" fmla="*/ 70105 h 90554"/>
                  <a:gd name="connsiteX245" fmla="*/ 205640 w 722373"/>
                  <a:gd name="connsiteY245" fmla="*/ 65427 h 90554"/>
                  <a:gd name="connsiteX246" fmla="*/ 199829 w 722373"/>
                  <a:gd name="connsiteY246" fmla="*/ 70105 h 90554"/>
                  <a:gd name="connsiteX247" fmla="*/ 192080 w 722373"/>
                  <a:gd name="connsiteY247" fmla="*/ 71664 h 90554"/>
                  <a:gd name="connsiteX248" fmla="*/ 177733 w 722373"/>
                  <a:gd name="connsiteY248" fmla="*/ 65128 h 90554"/>
                  <a:gd name="connsiteX249" fmla="*/ 172527 w 722373"/>
                  <a:gd name="connsiteY249" fmla="*/ 48036 h 90554"/>
                  <a:gd name="connsiteX250" fmla="*/ 172527 w 722373"/>
                  <a:gd name="connsiteY250" fmla="*/ 47077 h 90554"/>
                  <a:gd name="connsiteX251" fmla="*/ 172527 w 722373"/>
                  <a:gd name="connsiteY251" fmla="*/ 47077 h 90554"/>
                  <a:gd name="connsiteX252" fmla="*/ 181607 w 722373"/>
                  <a:gd name="connsiteY252" fmla="*/ 48036 h 90554"/>
                  <a:gd name="connsiteX253" fmla="*/ 184755 w 722373"/>
                  <a:gd name="connsiteY253" fmla="*/ 59910 h 90554"/>
                  <a:gd name="connsiteX254" fmla="*/ 194380 w 722373"/>
                  <a:gd name="connsiteY254" fmla="*/ 64408 h 90554"/>
                  <a:gd name="connsiteX255" fmla="*/ 201221 w 722373"/>
                  <a:gd name="connsiteY255" fmla="*/ 62549 h 90554"/>
                  <a:gd name="connsiteX256" fmla="*/ 205761 w 722373"/>
                  <a:gd name="connsiteY256" fmla="*/ 57391 h 90554"/>
                  <a:gd name="connsiteX257" fmla="*/ 205761 w 722373"/>
                  <a:gd name="connsiteY257" fmla="*/ 34843 h 90554"/>
                  <a:gd name="connsiteX258" fmla="*/ 201221 w 722373"/>
                  <a:gd name="connsiteY258" fmla="*/ 29865 h 90554"/>
                  <a:gd name="connsiteX259" fmla="*/ 194501 w 722373"/>
                  <a:gd name="connsiteY259" fmla="*/ 28006 h 90554"/>
                  <a:gd name="connsiteX260" fmla="*/ 184876 w 722373"/>
                  <a:gd name="connsiteY260" fmla="*/ 33343 h 90554"/>
                  <a:gd name="connsiteX261" fmla="*/ 181668 w 722373"/>
                  <a:gd name="connsiteY261" fmla="*/ 47077 h 90554"/>
                  <a:gd name="connsiteX262" fmla="*/ 181668 w 722373"/>
                  <a:gd name="connsiteY262" fmla="*/ 48036 h 90554"/>
                  <a:gd name="connsiteX263" fmla="*/ 181668 w 722373"/>
                  <a:gd name="connsiteY263" fmla="*/ 48036 h 90554"/>
                  <a:gd name="connsiteX264" fmla="*/ 257882 w 722373"/>
                  <a:gd name="connsiteY264" fmla="*/ 70705 h 90554"/>
                  <a:gd name="connsiteX265" fmla="*/ 257216 w 722373"/>
                  <a:gd name="connsiteY265" fmla="*/ 67107 h 90554"/>
                  <a:gd name="connsiteX266" fmla="*/ 256914 w 722373"/>
                  <a:gd name="connsiteY266" fmla="*/ 63928 h 90554"/>
                  <a:gd name="connsiteX267" fmla="*/ 250376 w 722373"/>
                  <a:gd name="connsiteY267" fmla="*/ 69445 h 90554"/>
                  <a:gd name="connsiteX268" fmla="*/ 242022 w 722373"/>
                  <a:gd name="connsiteY268" fmla="*/ 71664 h 90554"/>
                  <a:gd name="connsiteX269" fmla="*/ 230278 w 722373"/>
                  <a:gd name="connsiteY269" fmla="*/ 67946 h 90554"/>
                  <a:gd name="connsiteX270" fmla="*/ 226222 w 722373"/>
                  <a:gd name="connsiteY270" fmla="*/ 57391 h 90554"/>
                  <a:gd name="connsiteX271" fmla="*/ 231913 w 722373"/>
                  <a:gd name="connsiteY271" fmla="*/ 46657 h 90554"/>
                  <a:gd name="connsiteX272" fmla="*/ 247531 w 722373"/>
                  <a:gd name="connsiteY272" fmla="*/ 42879 h 90554"/>
                  <a:gd name="connsiteX273" fmla="*/ 256793 w 722373"/>
                  <a:gd name="connsiteY273" fmla="*/ 42879 h 90554"/>
                  <a:gd name="connsiteX274" fmla="*/ 256793 w 722373"/>
                  <a:gd name="connsiteY274" fmla="*/ 37182 h 90554"/>
                  <a:gd name="connsiteX275" fmla="*/ 254068 w 722373"/>
                  <a:gd name="connsiteY275" fmla="*/ 30345 h 90554"/>
                  <a:gd name="connsiteX276" fmla="*/ 246442 w 722373"/>
                  <a:gd name="connsiteY276" fmla="*/ 27826 h 90554"/>
                  <a:gd name="connsiteX277" fmla="*/ 240448 w 722373"/>
                  <a:gd name="connsiteY277" fmla="*/ 28666 h 90554"/>
                  <a:gd name="connsiteX278" fmla="*/ 236271 w 722373"/>
                  <a:gd name="connsiteY278" fmla="*/ 31005 h 90554"/>
                  <a:gd name="connsiteX279" fmla="*/ 235302 w 722373"/>
                  <a:gd name="connsiteY279" fmla="*/ 36162 h 90554"/>
                  <a:gd name="connsiteX280" fmla="*/ 228341 w 722373"/>
                  <a:gd name="connsiteY280" fmla="*/ 36162 h 90554"/>
                  <a:gd name="connsiteX281" fmla="*/ 228341 w 722373"/>
                  <a:gd name="connsiteY281" fmla="*/ 26627 h 90554"/>
                  <a:gd name="connsiteX282" fmla="*/ 236514 w 722373"/>
                  <a:gd name="connsiteY282" fmla="*/ 22309 h 90554"/>
                  <a:gd name="connsiteX283" fmla="*/ 246926 w 722373"/>
                  <a:gd name="connsiteY283" fmla="*/ 20690 h 90554"/>
                  <a:gd name="connsiteX284" fmla="*/ 260546 w 722373"/>
                  <a:gd name="connsiteY284" fmla="*/ 24948 h 90554"/>
                  <a:gd name="connsiteX285" fmla="*/ 265752 w 722373"/>
                  <a:gd name="connsiteY285" fmla="*/ 37122 h 90554"/>
                  <a:gd name="connsiteX286" fmla="*/ 265752 w 722373"/>
                  <a:gd name="connsiteY286" fmla="*/ 60750 h 90554"/>
                  <a:gd name="connsiteX287" fmla="*/ 265752 w 722373"/>
                  <a:gd name="connsiteY287" fmla="*/ 62609 h 90554"/>
                  <a:gd name="connsiteX288" fmla="*/ 265873 w 722373"/>
                  <a:gd name="connsiteY288" fmla="*/ 64408 h 90554"/>
                  <a:gd name="connsiteX289" fmla="*/ 269505 w 722373"/>
                  <a:gd name="connsiteY289" fmla="*/ 64948 h 90554"/>
                  <a:gd name="connsiteX290" fmla="*/ 269505 w 722373"/>
                  <a:gd name="connsiteY290" fmla="*/ 70645 h 90554"/>
                  <a:gd name="connsiteX291" fmla="*/ 257701 w 722373"/>
                  <a:gd name="connsiteY291" fmla="*/ 70645 h 90554"/>
                  <a:gd name="connsiteX292" fmla="*/ 243415 w 722373"/>
                  <a:gd name="connsiteY292" fmla="*/ 64228 h 90554"/>
                  <a:gd name="connsiteX293" fmla="*/ 251587 w 722373"/>
                  <a:gd name="connsiteY293" fmla="*/ 62069 h 90554"/>
                  <a:gd name="connsiteX294" fmla="*/ 256914 w 722373"/>
                  <a:gd name="connsiteY294" fmla="*/ 56972 h 90554"/>
                  <a:gd name="connsiteX295" fmla="*/ 256914 w 722373"/>
                  <a:gd name="connsiteY295" fmla="*/ 48936 h 90554"/>
                  <a:gd name="connsiteX296" fmla="*/ 247288 w 722373"/>
                  <a:gd name="connsiteY296" fmla="*/ 48936 h 90554"/>
                  <a:gd name="connsiteX297" fmla="*/ 238511 w 722373"/>
                  <a:gd name="connsiteY297" fmla="*/ 51454 h 90554"/>
                  <a:gd name="connsiteX298" fmla="*/ 235302 w 722373"/>
                  <a:gd name="connsiteY298" fmla="*/ 57571 h 90554"/>
                  <a:gd name="connsiteX299" fmla="*/ 237301 w 722373"/>
                  <a:gd name="connsiteY299" fmla="*/ 62489 h 90554"/>
                  <a:gd name="connsiteX300" fmla="*/ 243354 w 722373"/>
                  <a:gd name="connsiteY300" fmla="*/ 64228 h 90554"/>
                  <a:gd name="connsiteX301" fmla="*/ 243354 w 722373"/>
                  <a:gd name="connsiteY301" fmla="*/ 64228 h 90554"/>
                  <a:gd name="connsiteX302" fmla="*/ 275982 w 722373"/>
                  <a:gd name="connsiteY302" fmla="*/ 5757 h 90554"/>
                  <a:gd name="connsiteX303" fmla="*/ 275982 w 722373"/>
                  <a:gd name="connsiteY303" fmla="*/ 0 h 90554"/>
                  <a:gd name="connsiteX304" fmla="*/ 292449 w 722373"/>
                  <a:gd name="connsiteY304" fmla="*/ 0 h 90554"/>
                  <a:gd name="connsiteX305" fmla="*/ 292449 w 722373"/>
                  <a:gd name="connsiteY305" fmla="*/ 63748 h 90554"/>
                  <a:gd name="connsiteX306" fmla="*/ 299894 w 722373"/>
                  <a:gd name="connsiteY306" fmla="*/ 65008 h 90554"/>
                  <a:gd name="connsiteX307" fmla="*/ 299894 w 722373"/>
                  <a:gd name="connsiteY307" fmla="*/ 70705 h 90554"/>
                  <a:gd name="connsiteX308" fmla="*/ 275982 w 722373"/>
                  <a:gd name="connsiteY308" fmla="*/ 70705 h 90554"/>
                  <a:gd name="connsiteX309" fmla="*/ 275982 w 722373"/>
                  <a:gd name="connsiteY309" fmla="*/ 65008 h 90554"/>
                  <a:gd name="connsiteX310" fmla="*/ 283429 w 722373"/>
                  <a:gd name="connsiteY310" fmla="*/ 63748 h 90554"/>
                  <a:gd name="connsiteX311" fmla="*/ 283429 w 722373"/>
                  <a:gd name="connsiteY311" fmla="*/ 7076 h 90554"/>
                  <a:gd name="connsiteX312" fmla="*/ 275982 w 722373"/>
                  <a:gd name="connsiteY312" fmla="*/ 5817 h 90554"/>
                  <a:gd name="connsiteX313" fmla="*/ 275982 w 722373"/>
                  <a:gd name="connsiteY313" fmla="*/ 5817 h 90554"/>
                  <a:gd name="connsiteX314" fmla="*/ 342088 w 722373"/>
                  <a:gd name="connsiteY314" fmla="*/ 63448 h 90554"/>
                  <a:gd name="connsiteX315" fmla="*/ 336095 w 722373"/>
                  <a:gd name="connsiteY315" fmla="*/ 69505 h 90554"/>
                  <a:gd name="connsiteX316" fmla="*/ 327619 w 722373"/>
                  <a:gd name="connsiteY316" fmla="*/ 71664 h 90554"/>
                  <a:gd name="connsiteX317" fmla="*/ 315028 w 722373"/>
                  <a:gd name="connsiteY317" fmla="*/ 66507 h 90554"/>
                  <a:gd name="connsiteX318" fmla="*/ 310488 w 722373"/>
                  <a:gd name="connsiteY318" fmla="*/ 50555 h 90554"/>
                  <a:gd name="connsiteX319" fmla="*/ 310488 w 722373"/>
                  <a:gd name="connsiteY319" fmla="*/ 28666 h 90554"/>
                  <a:gd name="connsiteX320" fmla="*/ 304797 w 722373"/>
                  <a:gd name="connsiteY320" fmla="*/ 27406 h 90554"/>
                  <a:gd name="connsiteX321" fmla="*/ 304797 w 722373"/>
                  <a:gd name="connsiteY321" fmla="*/ 21649 h 90554"/>
                  <a:gd name="connsiteX322" fmla="*/ 319508 w 722373"/>
                  <a:gd name="connsiteY322" fmla="*/ 21649 h 90554"/>
                  <a:gd name="connsiteX323" fmla="*/ 319508 w 722373"/>
                  <a:gd name="connsiteY323" fmla="*/ 50675 h 90554"/>
                  <a:gd name="connsiteX324" fmla="*/ 321808 w 722373"/>
                  <a:gd name="connsiteY324" fmla="*/ 61469 h 90554"/>
                  <a:gd name="connsiteX325" fmla="*/ 329072 w 722373"/>
                  <a:gd name="connsiteY325" fmla="*/ 64408 h 90554"/>
                  <a:gd name="connsiteX326" fmla="*/ 337003 w 722373"/>
                  <a:gd name="connsiteY326" fmla="*/ 62489 h 90554"/>
                  <a:gd name="connsiteX327" fmla="*/ 341725 w 722373"/>
                  <a:gd name="connsiteY327" fmla="*/ 57032 h 90554"/>
                  <a:gd name="connsiteX328" fmla="*/ 341725 w 722373"/>
                  <a:gd name="connsiteY328" fmla="*/ 28726 h 90554"/>
                  <a:gd name="connsiteX329" fmla="*/ 335065 w 722373"/>
                  <a:gd name="connsiteY329" fmla="*/ 27466 h 90554"/>
                  <a:gd name="connsiteX330" fmla="*/ 335065 w 722373"/>
                  <a:gd name="connsiteY330" fmla="*/ 21709 h 90554"/>
                  <a:gd name="connsiteX331" fmla="*/ 350684 w 722373"/>
                  <a:gd name="connsiteY331" fmla="*/ 21709 h 90554"/>
                  <a:gd name="connsiteX332" fmla="*/ 350684 w 722373"/>
                  <a:gd name="connsiteY332" fmla="*/ 63748 h 90554"/>
                  <a:gd name="connsiteX333" fmla="*/ 356374 w 722373"/>
                  <a:gd name="connsiteY333" fmla="*/ 65008 h 90554"/>
                  <a:gd name="connsiteX334" fmla="*/ 356374 w 722373"/>
                  <a:gd name="connsiteY334" fmla="*/ 70705 h 90554"/>
                  <a:gd name="connsiteX335" fmla="*/ 342632 w 722373"/>
                  <a:gd name="connsiteY335" fmla="*/ 70705 h 90554"/>
                  <a:gd name="connsiteX336" fmla="*/ 342027 w 722373"/>
                  <a:gd name="connsiteY336" fmla="*/ 63448 h 90554"/>
                  <a:gd name="connsiteX337" fmla="*/ 342027 w 722373"/>
                  <a:gd name="connsiteY337" fmla="*/ 63448 h 90554"/>
                  <a:gd name="connsiteX338" fmla="*/ 363639 w 722373"/>
                  <a:gd name="connsiteY338" fmla="*/ 27466 h 90554"/>
                  <a:gd name="connsiteX339" fmla="*/ 363639 w 722373"/>
                  <a:gd name="connsiteY339" fmla="*/ 21709 h 90554"/>
                  <a:gd name="connsiteX340" fmla="*/ 379135 w 722373"/>
                  <a:gd name="connsiteY340" fmla="*/ 21709 h 90554"/>
                  <a:gd name="connsiteX341" fmla="*/ 379983 w 722373"/>
                  <a:gd name="connsiteY341" fmla="*/ 28846 h 90554"/>
                  <a:gd name="connsiteX342" fmla="*/ 385189 w 722373"/>
                  <a:gd name="connsiteY342" fmla="*/ 22969 h 90554"/>
                  <a:gd name="connsiteX343" fmla="*/ 392272 w 722373"/>
                  <a:gd name="connsiteY343" fmla="*/ 20810 h 90554"/>
                  <a:gd name="connsiteX344" fmla="*/ 394451 w 722373"/>
                  <a:gd name="connsiteY344" fmla="*/ 20990 h 90554"/>
                  <a:gd name="connsiteX345" fmla="*/ 396146 w 722373"/>
                  <a:gd name="connsiteY345" fmla="*/ 21349 h 90554"/>
                  <a:gd name="connsiteX346" fmla="*/ 394935 w 722373"/>
                  <a:gd name="connsiteY346" fmla="*/ 29625 h 90554"/>
                  <a:gd name="connsiteX347" fmla="*/ 389850 w 722373"/>
                  <a:gd name="connsiteY347" fmla="*/ 29325 h 90554"/>
                  <a:gd name="connsiteX348" fmla="*/ 383857 w 722373"/>
                  <a:gd name="connsiteY348" fmla="*/ 31005 h 90554"/>
                  <a:gd name="connsiteX349" fmla="*/ 380104 w 722373"/>
                  <a:gd name="connsiteY349" fmla="*/ 35682 h 90554"/>
                  <a:gd name="connsiteX350" fmla="*/ 380104 w 722373"/>
                  <a:gd name="connsiteY350" fmla="*/ 63808 h 90554"/>
                  <a:gd name="connsiteX351" fmla="*/ 387550 w 722373"/>
                  <a:gd name="connsiteY351" fmla="*/ 65068 h 90554"/>
                  <a:gd name="connsiteX352" fmla="*/ 387550 w 722373"/>
                  <a:gd name="connsiteY352" fmla="*/ 70765 h 90554"/>
                  <a:gd name="connsiteX353" fmla="*/ 363639 w 722373"/>
                  <a:gd name="connsiteY353" fmla="*/ 70765 h 90554"/>
                  <a:gd name="connsiteX354" fmla="*/ 363639 w 722373"/>
                  <a:gd name="connsiteY354" fmla="*/ 65068 h 90554"/>
                  <a:gd name="connsiteX355" fmla="*/ 371084 w 722373"/>
                  <a:gd name="connsiteY355" fmla="*/ 63808 h 90554"/>
                  <a:gd name="connsiteX356" fmla="*/ 371084 w 722373"/>
                  <a:gd name="connsiteY356" fmla="*/ 28786 h 90554"/>
                  <a:gd name="connsiteX357" fmla="*/ 363639 w 722373"/>
                  <a:gd name="connsiteY357" fmla="*/ 27526 h 90554"/>
                  <a:gd name="connsiteX358" fmla="*/ 363639 w 722373"/>
                  <a:gd name="connsiteY358" fmla="*/ 27526 h 90554"/>
                  <a:gd name="connsiteX359" fmla="*/ 437795 w 722373"/>
                  <a:gd name="connsiteY359" fmla="*/ 63448 h 90554"/>
                  <a:gd name="connsiteX360" fmla="*/ 431741 w 722373"/>
                  <a:gd name="connsiteY360" fmla="*/ 69505 h 90554"/>
                  <a:gd name="connsiteX361" fmla="*/ 423266 w 722373"/>
                  <a:gd name="connsiteY361" fmla="*/ 71664 h 90554"/>
                  <a:gd name="connsiteX362" fmla="*/ 410674 w 722373"/>
                  <a:gd name="connsiteY362" fmla="*/ 66507 h 90554"/>
                  <a:gd name="connsiteX363" fmla="*/ 406134 w 722373"/>
                  <a:gd name="connsiteY363" fmla="*/ 50555 h 90554"/>
                  <a:gd name="connsiteX364" fmla="*/ 406134 w 722373"/>
                  <a:gd name="connsiteY364" fmla="*/ 28666 h 90554"/>
                  <a:gd name="connsiteX365" fmla="*/ 400444 w 722373"/>
                  <a:gd name="connsiteY365" fmla="*/ 27406 h 90554"/>
                  <a:gd name="connsiteX366" fmla="*/ 400444 w 722373"/>
                  <a:gd name="connsiteY366" fmla="*/ 21649 h 90554"/>
                  <a:gd name="connsiteX367" fmla="*/ 415155 w 722373"/>
                  <a:gd name="connsiteY367" fmla="*/ 21649 h 90554"/>
                  <a:gd name="connsiteX368" fmla="*/ 415155 w 722373"/>
                  <a:gd name="connsiteY368" fmla="*/ 50675 h 90554"/>
                  <a:gd name="connsiteX369" fmla="*/ 417455 w 722373"/>
                  <a:gd name="connsiteY369" fmla="*/ 61469 h 90554"/>
                  <a:gd name="connsiteX370" fmla="*/ 424719 w 722373"/>
                  <a:gd name="connsiteY370" fmla="*/ 64408 h 90554"/>
                  <a:gd name="connsiteX371" fmla="*/ 432649 w 722373"/>
                  <a:gd name="connsiteY371" fmla="*/ 62489 h 90554"/>
                  <a:gd name="connsiteX372" fmla="*/ 437371 w 722373"/>
                  <a:gd name="connsiteY372" fmla="*/ 57032 h 90554"/>
                  <a:gd name="connsiteX373" fmla="*/ 437371 w 722373"/>
                  <a:gd name="connsiteY373" fmla="*/ 28726 h 90554"/>
                  <a:gd name="connsiteX374" fmla="*/ 430712 w 722373"/>
                  <a:gd name="connsiteY374" fmla="*/ 27466 h 90554"/>
                  <a:gd name="connsiteX375" fmla="*/ 430712 w 722373"/>
                  <a:gd name="connsiteY375" fmla="*/ 21709 h 90554"/>
                  <a:gd name="connsiteX376" fmla="*/ 446330 w 722373"/>
                  <a:gd name="connsiteY376" fmla="*/ 21709 h 90554"/>
                  <a:gd name="connsiteX377" fmla="*/ 446330 w 722373"/>
                  <a:gd name="connsiteY377" fmla="*/ 63748 h 90554"/>
                  <a:gd name="connsiteX378" fmla="*/ 452021 w 722373"/>
                  <a:gd name="connsiteY378" fmla="*/ 65008 h 90554"/>
                  <a:gd name="connsiteX379" fmla="*/ 452021 w 722373"/>
                  <a:gd name="connsiteY379" fmla="*/ 70705 h 90554"/>
                  <a:gd name="connsiteX380" fmla="*/ 438279 w 722373"/>
                  <a:gd name="connsiteY380" fmla="*/ 70705 h 90554"/>
                  <a:gd name="connsiteX381" fmla="*/ 437674 w 722373"/>
                  <a:gd name="connsiteY381" fmla="*/ 63448 h 90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</a:cxnLst>
                <a:rect l="l" t="t" r="r" b="b"/>
                <a:pathLst>
                  <a:path w="722373" h="90554">
                    <a:moveTo>
                      <a:pt x="29179" y="4738"/>
                    </a:moveTo>
                    <a:cubicBezTo>
                      <a:pt x="36140" y="4738"/>
                      <a:pt x="41588" y="6237"/>
                      <a:pt x="45523" y="9175"/>
                    </a:cubicBezTo>
                    <a:cubicBezTo>
                      <a:pt x="49458" y="12174"/>
                      <a:pt x="51395" y="16612"/>
                      <a:pt x="51395" y="22549"/>
                    </a:cubicBezTo>
                    <a:cubicBezTo>
                      <a:pt x="51395" y="25487"/>
                      <a:pt x="50487" y="28126"/>
                      <a:pt x="48610" y="30405"/>
                    </a:cubicBezTo>
                    <a:cubicBezTo>
                      <a:pt x="46733" y="32684"/>
                      <a:pt x="44252" y="34423"/>
                      <a:pt x="41165" y="35562"/>
                    </a:cubicBezTo>
                    <a:cubicBezTo>
                      <a:pt x="45160" y="36402"/>
                      <a:pt x="48307" y="38321"/>
                      <a:pt x="50608" y="41379"/>
                    </a:cubicBezTo>
                    <a:cubicBezTo>
                      <a:pt x="52969" y="44438"/>
                      <a:pt x="54059" y="47976"/>
                      <a:pt x="54059" y="52054"/>
                    </a:cubicBezTo>
                    <a:cubicBezTo>
                      <a:pt x="54059" y="58111"/>
                      <a:pt x="52061" y="62729"/>
                      <a:pt x="48126" y="65907"/>
                    </a:cubicBezTo>
                    <a:cubicBezTo>
                      <a:pt x="44191" y="69086"/>
                      <a:pt x="38804" y="70705"/>
                      <a:pt x="32024" y="70705"/>
                    </a:cubicBezTo>
                    <a:lnTo>
                      <a:pt x="0" y="70705"/>
                    </a:lnTo>
                    <a:lnTo>
                      <a:pt x="0" y="65008"/>
                    </a:lnTo>
                    <a:lnTo>
                      <a:pt x="7446" y="63748"/>
                    </a:lnTo>
                    <a:lnTo>
                      <a:pt x="7446" y="11754"/>
                    </a:lnTo>
                    <a:lnTo>
                      <a:pt x="0" y="10495"/>
                    </a:lnTo>
                    <a:lnTo>
                      <a:pt x="0" y="4738"/>
                    </a:lnTo>
                    <a:lnTo>
                      <a:pt x="29179" y="4738"/>
                    </a:lnTo>
                    <a:close/>
                    <a:moveTo>
                      <a:pt x="16466" y="39760"/>
                    </a:moveTo>
                    <a:lnTo>
                      <a:pt x="16466" y="63748"/>
                    </a:lnTo>
                    <a:lnTo>
                      <a:pt x="32024" y="63748"/>
                    </a:lnTo>
                    <a:cubicBezTo>
                      <a:pt x="36140" y="63748"/>
                      <a:pt x="39348" y="62729"/>
                      <a:pt x="41588" y="60750"/>
                    </a:cubicBezTo>
                    <a:cubicBezTo>
                      <a:pt x="43828" y="58711"/>
                      <a:pt x="44978" y="55892"/>
                      <a:pt x="44978" y="52174"/>
                    </a:cubicBezTo>
                    <a:cubicBezTo>
                      <a:pt x="44978" y="48276"/>
                      <a:pt x="44010" y="45277"/>
                      <a:pt x="42133" y="43059"/>
                    </a:cubicBezTo>
                    <a:cubicBezTo>
                      <a:pt x="40256" y="40840"/>
                      <a:pt x="37290" y="39760"/>
                      <a:pt x="33355" y="39760"/>
                    </a:cubicBezTo>
                    <a:lnTo>
                      <a:pt x="16406" y="39760"/>
                    </a:lnTo>
                    <a:close/>
                    <a:moveTo>
                      <a:pt x="16466" y="32804"/>
                    </a:moveTo>
                    <a:lnTo>
                      <a:pt x="31540" y="32804"/>
                    </a:lnTo>
                    <a:cubicBezTo>
                      <a:pt x="34808" y="32744"/>
                      <a:pt x="37411" y="31724"/>
                      <a:pt x="39348" y="29925"/>
                    </a:cubicBezTo>
                    <a:cubicBezTo>
                      <a:pt x="41346" y="28126"/>
                      <a:pt x="42314" y="25607"/>
                      <a:pt x="42314" y="22429"/>
                    </a:cubicBezTo>
                    <a:cubicBezTo>
                      <a:pt x="42314" y="18891"/>
                      <a:pt x="41165" y="16192"/>
                      <a:pt x="38925" y="14453"/>
                    </a:cubicBezTo>
                    <a:cubicBezTo>
                      <a:pt x="36685" y="12654"/>
                      <a:pt x="33416" y="11814"/>
                      <a:pt x="29118" y="11814"/>
                    </a:cubicBezTo>
                    <a:lnTo>
                      <a:pt x="16406" y="11814"/>
                    </a:lnTo>
                    <a:lnTo>
                      <a:pt x="16406" y="32864"/>
                    </a:lnTo>
                    <a:lnTo>
                      <a:pt x="16406" y="32864"/>
                    </a:lnTo>
                    <a:close/>
                    <a:moveTo>
                      <a:pt x="469637" y="67466"/>
                    </a:moveTo>
                    <a:cubicBezTo>
                      <a:pt x="469637" y="70405"/>
                      <a:pt x="468910" y="73523"/>
                      <a:pt x="467397" y="76762"/>
                    </a:cubicBezTo>
                    <a:cubicBezTo>
                      <a:pt x="465944" y="80000"/>
                      <a:pt x="463886" y="82699"/>
                      <a:pt x="461403" y="84798"/>
                    </a:cubicBezTo>
                    <a:lnTo>
                      <a:pt x="456319" y="81440"/>
                    </a:lnTo>
                    <a:cubicBezTo>
                      <a:pt x="457771" y="79281"/>
                      <a:pt x="458861" y="77062"/>
                      <a:pt x="459588" y="74783"/>
                    </a:cubicBezTo>
                    <a:cubicBezTo>
                      <a:pt x="460314" y="72504"/>
                      <a:pt x="460677" y="70105"/>
                      <a:pt x="460677" y="67586"/>
                    </a:cubicBezTo>
                    <a:lnTo>
                      <a:pt x="460677" y="60690"/>
                    </a:lnTo>
                    <a:lnTo>
                      <a:pt x="469697" y="60690"/>
                    </a:lnTo>
                    <a:lnTo>
                      <a:pt x="469697" y="67466"/>
                    </a:lnTo>
                    <a:lnTo>
                      <a:pt x="469697" y="67466"/>
                    </a:lnTo>
                    <a:close/>
                    <a:moveTo>
                      <a:pt x="500207" y="10495"/>
                    </a:moveTo>
                    <a:lnTo>
                      <a:pt x="500207" y="4738"/>
                    </a:lnTo>
                    <a:lnTo>
                      <a:pt x="524119" y="4738"/>
                    </a:lnTo>
                    <a:lnTo>
                      <a:pt x="524119" y="10495"/>
                    </a:lnTo>
                    <a:lnTo>
                      <a:pt x="516673" y="11754"/>
                    </a:lnTo>
                    <a:lnTo>
                      <a:pt x="516673" y="63748"/>
                    </a:lnTo>
                    <a:lnTo>
                      <a:pt x="524119" y="65008"/>
                    </a:lnTo>
                    <a:lnTo>
                      <a:pt x="524119" y="70705"/>
                    </a:lnTo>
                    <a:lnTo>
                      <a:pt x="500207" y="70705"/>
                    </a:lnTo>
                    <a:lnTo>
                      <a:pt x="500207" y="65008"/>
                    </a:lnTo>
                    <a:lnTo>
                      <a:pt x="507713" y="63748"/>
                    </a:lnTo>
                    <a:lnTo>
                      <a:pt x="507713" y="11754"/>
                    </a:lnTo>
                    <a:lnTo>
                      <a:pt x="500207" y="10495"/>
                    </a:lnTo>
                    <a:lnTo>
                      <a:pt x="500207" y="10495"/>
                    </a:lnTo>
                    <a:close/>
                    <a:moveTo>
                      <a:pt x="530051" y="65008"/>
                    </a:moveTo>
                    <a:lnTo>
                      <a:pt x="537497" y="63748"/>
                    </a:lnTo>
                    <a:lnTo>
                      <a:pt x="537497" y="28726"/>
                    </a:lnTo>
                    <a:lnTo>
                      <a:pt x="530051" y="27466"/>
                    </a:lnTo>
                    <a:lnTo>
                      <a:pt x="530051" y="21709"/>
                    </a:lnTo>
                    <a:lnTo>
                      <a:pt x="545548" y="21709"/>
                    </a:lnTo>
                    <a:lnTo>
                      <a:pt x="546214" y="29026"/>
                    </a:lnTo>
                    <a:cubicBezTo>
                      <a:pt x="547849" y="26447"/>
                      <a:pt x="549907" y="24408"/>
                      <a:pt x="552449" y="22969"/>
                    </a:cubicBezTo>
                    <a:cubicBezTo>
                      <a:pt x="554932" y="21529"/>
                      <a:pt x="557777" y="20810"/>
                      <a:pt x="560925" y="20810"/>
                    </a:cubicBezTo>
                    <a:cubicBezTo>
                      <a:pt x="566312" y="20810"/>
                      <a:pt x="570428" y="22369"/>
                      <a:pt x="573335" y="25487"/>
                    </a:cubicBezTo>
                    <a:cubicBezTo>
                      <a:pt x="576301" y="28606"/>
                      <a:pt x="577754" y="33343"/>
                      <a:pt x="577754" y="39820"/>
                    </a:cubicBezTo>
                    <a:lnTo>
                      <a:pt x="577754" y="63808"/>
                    </a:lnTo>
                    <a:lnTo>
                      <a:pt x="585199" y="65068"/>
                    </a:lnTo>
                    <a:lnTo>
                      <a:pt x="585199" y="70765"/>
                    </a:lnTo>
                    <a:lnTo>
                      <a:pt x="561287" y="70765"/>
                    </a:lnTo>
                    <a:lnTo>
                      <a:pt x="561287" y="65068"/>
                    </a:lnTo>
                    <a:lnTo>
                      <a:pt x="568734" y="63808"/>
                    </a:lnTo>
                    <a:lnTo>
                      <a:pt x="568734" y="40000"/>
                    </a:lnTo>
                    <a:cubicBezTo>
                      <a:pt x="568734" y="35682"/>
                      <a:pt x="567886" y="32624"/>
                      <a:pt x="566131" y="30825"/>
                    </a:cubicBezTo>
                    <a:cubicBezTo>
                      <a:pt x="564435" y="29026"/>
                      <a:pt x="561772" y="28126"/>
                      <a:pt x="558261" y="28126"/>
                    </a:cubicBezTo>
                    <a:cubicBezTo>
                      <a:pt x="555658" y="28126"/>
                      <a:pt x="553358" y="28726"/>
                      <a:pt x="551360" y="29985"/>
                    </a:cubicBezTo>
                    <a:cubicBezTo>
                      <a:pt x="549362" y="31244"/>
                      <a:pt x="547788" y="32924"/>
                      <a:pt x="546578" y="35083"/>
                    </a:cubicBezTo>
                    <a:lnTo>
                      <a:pt x="546578" y="63868"/>
                    </a:lnTo>
                    <a:lnTo>
                      <a:pt x="554023" y="65128"/>
                    </a:lnTo>
                    <a:lnTo>
                      <a:pt x="554023" y="70825"/>
                    </a:lnTo>
                    <a:lnTo>
                      <a:pt x="530112" y="70825"/>
                    </a:lnTo>
                    <a:lnTo>
                      <a:pt x="530112" y="65128"/>
                    </a:lnTo>
                    <a:lnTo>
                      <a:pt x="530112" y="65128"/>
                    </a:lnTo>
                    <a:close/>
                    <a:moveTo>
                      <a:pt x="624548" y="64888"/>
                    </a:moveTo>
                    <a:cubicBezTo>
                      <a:pt x="622913" y="67107"/>
                      <a:pt x="620916" y="68786"/>
                      <a:pt x="618615" y="69925"/>
                    </a:cubicBezTo>
                    <a:cubicBezTo>
                      <a:pt x="616315" y="71065"/>
                      <a:pt x="613590" y="71664"/>
                      <a:pt x="610503" y="71664"/>
                    </a:cubicBezTo>
                    <a:cubicBezTo>
                      <a:pt x="604449" y="71664"/>
                      <a:pt x="599728" y="69505"/>
                      <a:pt x="596338" y="65128"/>
                    </a:cubicBezTo>
                    <a:cubicBezTo>
                      <a:pt x="592948" y="60810"/>
                      <a:pt x="591253" y="55113"/>
                      <a:pt x="591253" y="48036"/>
                    </a:cubicBezTo>
                    <a:lnTo>
                      <a:pt x="591253" y="47077"/>
                    </a:lnTo>
                    <a:cubicBezTo>
                      <a:pt x="591253" y="39161"/>
                      <a:pt x="592948" y="32804"/>
                      <a:pt x="596338" y="28006"/>
                    </a:cubicBezTo>
                    <a:cubicBezTo>
                      <a:pt x="599728" y="23148"/>
                      <a:pt x="604510" y="20750"/>
                      <a:pt x="610564" y="20750"/>
                    </a:cubicBezTo>
                    <a:cubicBezTo>
                      <a:pt x="613469" y="20750"/>
                      <a:pt x="616073" y="21289"/>
                      <a:pt x="618312" y="22369"/>
                    </a:cubicBezTo>
                    <a:cubicBezTo>
                      <a:pt x="620552" y="23448"/>
                      <a:pt x="622429" y="25008"/>
                      <a:pt x="624003" y="27047"/>
                    </a:cubicBezTo>
                    <a:lnTo>
                      <a:pt x="624003" y="7017"/>
                    </a:lnTo>
                    <a:lnTo>
                      <a:pt x="616557" y="5757"/>
                    </a:lnTo>
                    <a:lnTo>
                      <a:pt x="616557" y="0"/>
                    </a:lnTo>
                    <a:lnTo>
                      <a:pt x="633023" y="0"/>
                    </a:lnTo>
                    <a:lnTo>
                      <a:pt x="633023" y="63748"/>
                    </a:lnTo>
                    <a:lnTo>
                      <a:pt x="640469" y="65008"/>
                    </a:lnTo>
                    <a:lnTo>
                      <a:pt x="640469" y="70705"/>
                    </a:lnTo>
                    <a:lnTo>
                      <a:pt x="625153" y="70705"/>
                    </a:lnTo>
                    <a:lnTo>
                      <a:pt x="624426" y="64828"/>
                    </a:lnTo>
                    <a:lnTo>
                      <a:pt x="624426" y="64828"/>
                    </a:lnTo>
                    <a:close/>
                    <a:moveTo>
                      <a:pt x="600212" y="48036"/>
                    </a:moveTo>
                    <a:cubicBezTo>
                      <a:pt x="600212" y="52954"/>
                      <a:pt x="601242" y="56912"/>
                      <a:pt x="603239" y="59910"/>
                    </a:cubicBezTo>
                    <a:cubicBezTo>
                      <a:pt x="605297" y="62909"/>
                      <a:pt x="608445" y="64408"/>
                      <a:pt x="612743" y="64408"/>
                    </a:cubicBezTo>
                    <a:cubicBezTo>
                      <a:pt x="615407" y="64408"/>
                      <a:pt x="617707" y="63808"/>
                      <a:pt x="619523" y="62609"/>
                    </a:cubicBezTo>
                    <a:cubicBezTo>
                      <a:pt x="621339" y="61409"/>
                      <a:pt x="622852" y="59670"/>
                      <a:pt x="624063" y="57511"/>
                    </a:cubicBezTo>
                    <a:lnTo>
                      <a:pt x="624063" y="34783"/>
                    </a:lnTo>
                    <a:cubicBezTo>
                      <a:pt x="622913" y="32744"/>
                      <a:pt x="621400" y="31065"/>
                      <a:pt x="619523" y="29865"/>
                    </a:cubicBezTo>
                    <a:cubicBezTo>
                      <a:pt x="617647" y="28666"/>
                      <a:pt x="615467" y="28066"/>
                      <a:pt x="612864" y="28066"/>
                    </a:cubicBezTo>
                    <a:cubicBezTo>
                      <a:pt x="608566" y="28066"/>
                      <a:pt x="605358" y="29865"/>
                      <a:pt x="603360" y="33343"/>
                    </a:cubicBezTo>
                    <a:cubicBezTo>
                      <a:pt x="601302" y="36882"/>
                      <a:pt x="600273" y="41439"/>
                      <a:pt x="600273" y="47137"/>
                    </a:cubicBezTo>
                    <a:lnTo>
                      <a:pt x="600273" y="48096"/>
                    </a:lnTo>
                    <a:lnTo>
                      <a:pt x="600273" y="48096"/>
                    </a:lnTo>
                    <a:close/>
                    <a:moveTo>
                      <a:pt x="647370" y="65008"/>
                    </a:moveTo>
                    <a:lnTo>
                      <a:pt x="654816" y="63748"/>
                    </a:lnTo>
                    <a:lnTo>
                      <a:pt x="654816" y="28726"/>
                    </a:lnTo>
                    <a:lnTo>
                      <a:pt x="647370" y="27466"/>
                    </a:lnTo>
                    <a:lnTo>
                      <a:pt x="647370" y="21709"/>
                    </a:lnTo>
                    <a:lnTo>
                      <a:pt x="663835" y="21709"/>
                    </a:lnTo>
                    <a:lnTo>
                      <a:pt x="663835" y="63748"/>
                    </a:lnTo>
                    <a:lnTo>
                      <a:pt x="671281" y="65008"/>
                    </a:lnTo>
                    <a:lnTo>
                      <a:pt x="671281" y="70705"/>
                    </a:lnTo>
                    <a:lnTo>
                      <a:pt x="647370" y="70705"/>
                    </a:lnTo>
                    <a:lnTo>
                      <a:pt x="647370" y="65008"/>
                    </a:lnTo>
                    <a:lnTo>
                      <a:pt x="647370" y="65008"/>
                    </a:lnTo>
                    <a:close/>
                    <a:moveTo>
                      <a:pt x="663835" y="9115"/>
                    </a:moveTo>
                    <a:lnTo>
                      <a:pt x="654816" y="9115"/>
                    </a:lnTo>
                    <a:lnTo>
                      <a:pt x="654816" y="0"/>
                    </a:lnTo>
                    <a:lnTo>
                      <a:pt x="663835" y="0"/>
                    </a:lnTo>
                    <a:lnTo>
                      <a:pt x="663835" y="9115"/>
                    </a:lnTo>
                    <a:lnTo>
                      <a:pt x="663835" y="9115"/>
                    </a:lnTo>
                    <a:close/>
                    <a:moveTo>
                      <a:pt x="710508" y="70705"/>
                    </a:moveTo>
                    <a:cubicBezTo>
                      <a:pt x="710267" y="69386"/>
                      <a:pt x="710024" y="68186"/>
                      <a:pt x="709903" y="67107"/>
                    </a:cubicBezTo>
                    <a:cubicBezTo>
                      <a:pt x="709721" y="66027"/>
                      <a:pt x="709661" y="65008"/>
                      <a:pt x="709600" y="63928"/>
                    </a:cubicBezTo>
                    <a:cubicBezTo>
                      <a:pt x="707845" y="66147"/>
                      <a:pt x="705666" y="68006"/>
                      <a:pt x="703062" y="69445"/>
                    </a:cubicBezTo>
                    <a:cubicBezTo>
                      <a:pt x="700460" y="70945"/>
                      <a:pt x="697675" y="71604"/>
                      <a:pt x="694708" y="71664"/>
                    </a:cubicBezTo>
                    <a:cubicBezTo>
                      <a:pt x="689563" y="71664"/>
                      <a:pt x="685628" y="70405"/>
                      <a:pt x="682965" y="67946"/>
                    </a:cubicBezTo>
                    <a:cubicBezTo>
                      <a:pt x="680301" y="65427"/>
                      <a:pt x="678909" y="61949"/>
                      <a:pt x="678909" y="57391"/>
                    </a:cubicBezTo>
                    <a:cubicBezTo>
                      <a:pt x="678909" y="52834"/>
                      <a:pt x="680786" y="49176"/>
                      <a:pt x="684599" y="46657"/>
                    </a:cubicBezTo>
                    <a:cubicBezTo>
                      <a:pt x="688412" y="44138"/>
                      <a:pt x="693619" y="42879"/>
                      <a:pt x="700217" y="42879"/>
                    </a:cubicBezTo>
                    <a:lnTo>
                      <a:pt x="709540" y="42879"/>
                    </a:lnTo>
                    <a:lnTo>
                      <a:pt x="709540" y="37182"/>
                    </a:lnTo>
                    <a:cubicBezTo>
                      <a:pt x="709540" y="34303"/>
                      <a:pt x="708632" y="32024"/>
                      <a:pt x="706816" y="30345"/>
                    </a:cubicBezTo>
                    <a:cubicBezTo>
                      <a:pt x="705000" y="28666"/>
                      <a:pt x="702457" y="27826"/>
                      <a:pt x="699188" y="27826"/>
                    </a:cubicBezTo>
                    <a:cubicBezTo>
                      <a:pt x="696948" y="27826"/>
                      <a:pt x="694951" y="28066"/>
                      <a:pt x="693195" y="28666"/>
                    </a:cubicBezTo>
                    <a:cubicBezTo>
                      <a:pt x="691500" y="29205"/>
                      <a:pt x="690108" y="30045"/>
                      <a:pt x="689018" y="31005"/>
                    </a:cubicBezTo>
                    <a:lnTo>
                      <a:pt x="688110" y="36162"/>
                    </a:lnTo>
                    <a:lnTo>
                      <a:pt x="681148" y="36162"/>
                    </a:lnTo>
                    <a:lnTo>
                      <a:pt x="681148" y="26627"/>
                    </a:lnTo>
                    <a:cubicBezTo>
                      <a:pt x="683388" y="24828"/>
                      <a:pt x="686173" y="23448"/>
                      <a:pt x="689381" y="22309"/>
                    </a:cubicBezTo>
                    <a:cubicBezTo>
                      <a:pt x="692590" y="21229"/>
                      <a:pt x="696040" y="20690"/>
                      <a:pt x="699793" y="20690"/>
                    </a:cubicBezTo>
                    <a:cubicBezTo>
                      <a:pt x="705363" y="20690"/>
                      <a:pt x="709964" y="22129"/>
                      <a:pt x="713414" y="24948"/>
                    </a:cubicBezTo>
                    <a:cubicBezTo>
                      <a:pt x="716865" y="27766"/>
                      <a:pt x="718620" y="31844"/>
                      <a:pt x="718620" y="37122"/>
                    </a:cubicBezTo>
                    <a:lnTo>
                      <a:pt x="718620" y="62549"/>
                    </a:lnTo>
                    <a:cubicBezTo>
                      <a:pt x="718620" y="63149"/>
                      <a:pt x="718680" y="63748"/>
                      <a:pt x="718741" y="64348"/>
                    </a:cubicBezTo>
                    <a:lnTo>
                      <a:pt x="722374" y="64888"/>
                    </a:lnTo>
                    <a:lnTo>
                      <a:pt x="722374" y="70585"/>
                    </a:lnTo>
                    <a:lnTo>
                      <a:pt x="710569" y="70585"/>
                    </a:lnTo>
                    <a:close/>
                    <a:moveTo>
                      <a:pt x="695979" y="64228"/>
                    </a:moveTo>
                    <a:cubicBezTo>
                      <a:pt x="699006" y="64228"/>
                      <a:pt x="701731" y="63508"/>
                      <a:pt x="704213" y="62069"/>
                    </a:cubicBezTo>
                    <a:cubicBezTo>
                      <a:pt x="706694" y="60630"/>
                      <a:pt x="708450" y="58951"/>
                      <a:pt x="709540" y="56972"/>
                    </a:cubicBezTo>
                    <a:lnTo>
                      <a:pt x="709540" y="48936"/>
                    </a:lnTo>
                    <a:lnTo>
                      <a:pt x="699914" y="48936"/>
                    </a:lnTo>
                    <a:cubicBezTo>
                      <a:pt x="696222" y="48936"/>
                      <a:pt x="693316" y="49775"/>
                      <a:pt x="691137" y="51454"/>
                    </a:cubicBezTo>
                    <a:cubicBezTo>
                      <a:pt x="689018" y="53134"/>
                      <a:pt x="687928" y="55173"/>
                      <a:pt x="687928" y="57571"/>
                    </a:cubicBezTo>
                    <a:cubicBezTo>
                      <a:pt x="687928" y="59730"/>
                      <a:pt x="688594" y="61349"/>
                      <a:pt x="689926" y="62489"/>
                    </a:cubicBezTo>
                    <a:cubicBezTo>
                      <a:pt x="691258" y="63628"/>
                      <a:pt x="693316" y="64228"/>
                      <a:pt x="695979" y="64228"/>
                    </a:cubicBezTo>
                    <a:lnTo>
                      <a:pt x="695979" y="64228"/>
                    </a:lnTo>
                    <a:close/>
                    <a:moveTo>
                      <a:pt x="84932" y="71664"/>
                    </a:moveTo>
                    <a:cubicBezTo>
                      <a:pt x="78031" y="71664"/>
                      <a:pt x="72582" y="69386"/>
                      <a:pt x="68527" y="64828"/>
                    </a:cubicBezTo>
                    <a:cubicBezTo>
                      <a:pt x="64471" y="60270"/>
                      <a:pt x="62413" y="54333"/>
                      <a:pt x="62413" y="47137"/>
                    </a:cubicBezTo>
                    <a:lnTo>
                      <a:pt x="62413" y="45158"/>
                    </a:lnTo>
                    <a:cubicBezTo>
                      <a:pt x="62413" y="38141"/>
                      <a:pt x="64471" y="32384"/>
                      <a:pt x="68708" y="27706"/>
                    </a:cubicBezTo>
                    <a:cubicBezTo>
                      <a:pt x="72885" y="23029"/>
                      <a:pt x="77849" y="20750"/>
                      <a:pt x="83600" y="20750"/>
                    </a:cubicBezTo>
                    <a:cubicBezTo>
                      <a:pt x="90259" y="20750"/>
                      <a:pt x="95283" y="22729"/>
                      <a:pt x="98734" y="26747"/>
                    </a:cubicBezTo>
                    <a:cubicBezTo>
                      <a:pt x="102184" y="30765"/>
                      <a:pt x="103880" y="36042"/>
                      <a:pt x="103880" y="42699"/>
                    </a:cubicBezTo>
                    <a:lnTo>
                      <a:pt x="103880" y="48276"/>
                    </a:lnTo>
                    <a:lnTo>
                      <a:pt x="71735" y="48276"/>
                    </a:lnTo>
                    <a:lnTo>
                      <a:pt x="71614" y="48516"/>
                    </a:lnTo>
                    <a:cubicBezTo>
                      <a:pt x="71674" y="53254"/>
                      <a:pt x="72885" y="57092"/>
                      <a:pt x="75246" y="60150"/>
                    </a:cubicBezTo>
                    <a:cubicBezTo>
                      <a:pt x="77547" y="63209"/>
                      <a:pt x="80815" y="64708"/>
                      <a:pt x="84992" y="64708"/>
                    </a:cubicBezTo>
                    <a:cubicBezTo>
                      <a:pt x="88019" y="64708"/>
                      <a:pt x="90743" y="64288"/>
                      <a:pt x="93043" y="63388"/>
                    </a:cubicBezTo>
                    <a:cubicBezTo>
                      <a:pt x="95344" y="62549"/>
                      <a:pt x="97342" y="61349"/>
                      <a:pt x="98976" y="59850"/>
                    </a:cubicBezTo>
                    <a:lnTo>
                      <a:pt x="102487" y="65667"/>
                    </a:lnTo>
                    <a:cubicBezTo>
                      <a:pt x="100732" y="67347"/>
                      <a:pt x="98371" y="68786"/>
                      <a:pt x="95465" y="69985"/>
                    </a:cubicBezTo>
                    <a:cubicBezTo>
                      <a:pt x="92559" y="71125"/>
                      <a:pt x="89049" y="71724"/>
                      <a:pt x="84992" y="71724"/>
                    </a:cubicBezTo>
                    <a:lnTo>
                      <a:pt x="84992" y="71724"/>
                    </a:lnTo>
                    <a:close/>
                    <a:moveTo>
                      <a:pt x="83600" y="27826"/>
                    </a:moveTo>
                    <a:cubicBezTo>
                      <a:pt x="80573" y="27826"/>
                      <a:pt x="78031" y="29086"/>
                      <a:pt x="75851" y="31604"/>
                    </a:cubicBezTo>
                    <a:cubicBezTo>
                      <a:pt x="73733" y="34123"/>
                      <a:pt x="72401" y="37301"/>
                      <a:pt x="71917" y="41080"/>
                    </a:cubicBezTo>
                    <a:lnTo>
                      <a:pt x="72038" y="41319"/>
                    </a:lnTo>
                    <a:lnTo>
                      <a:pt x="94860" y="41319"/>
                    </a:lnTo>
                    <a:lnTo>
                      <a:pt x="94860" y="40120"/>
                    </a:lnTo>
                    <a:cubicBezTo>
                      <a:pt x="94860" y="36642"/>
                      <a:pt x="93891" y="33703"/>
                      <a:pt x="92015" y="31304"/>
                    </a:cubicBezTo>
                    <a:cubicBezTo>
                      <a:pt x="90138" y="28966"/>
                      <a:pt x="87293" y="27766"/>
                      <a:pt x="83600" y="27766"/>
                    </a:cubicBezTo>
                    <a:lnTo>
                      <a:pt x="83600" y="27766"/>
                    </a:lnTo>
                    <a:close/>
                    <a:moveTo>
                      <a:pt x="111386" y="65008"/>
                    </a:moveTo>
                    <a:lnTo>
                      <a:pt x="118832" y="63748"/>
                    </a:lnTo>
                    <a:lnTo>
                      <a:pt x="118832" y="28726"/>
                    </a:lnTo>
                    <a:lnTo>
                      <a:pt x="111386" y="27466"/>
                    </a:lnTo>
                    <a:lnTo>
                      <a:pt x="111386" y="21709"/>
                    </a:lnTo>
                    <a:lnTo>
                      <a:pt x="126883" y="21709"/>
                    </a:lnTo>
                    <a:lnTo>
                      <a:pt x="127549" y="29026"/>
                    </a:lnTo>
                    <a:cubicBezTo>
                      <a:pt x="129183" y="26447"/>
                      <a:pt x="131302" y="24408"/>
                      <a:pt x="133784" y="22969"/>
                    </a:cubicBezTo>
                    <a:cubicBezTo>
                      <a:pt x="136266" y="21529"/>
                      <a:pt x="139111" y="20810"/>
                      <a:pt x="142259" y="20810"/>
                    </a:cubicBezTo>
                    <a:cubicBezTo>
                      <a:pt x="147586" y="20810"/>
                      <a:pt x="151764" y="22369"/>
                      <a:pt x="154669" y="25487"/>
                    </a:cubicBezTo>
                    <a:cubicBezTo>
                      <a:pt x="157575" y="28606"/>
                      <a:pt x="159088" y="33343"/>
                      <a:pt x="159088" y="39820"/>
                    </a:cubicBezTo>
                    <a:lnTo>
                      <a:pt x="159088" y="63808"/>
                    </a:lnTo>
                    <a:lnTo>
                      <a:pt x="166534" y="65068"/>
                    </a:lnTo>
                    <a:lnTo>
                      <a:pt x="166534" y="70765"/>
                    </a:lnTo>
                    <a:lnTo>
                      <a:pt x="142623" y="70765"/>
                    </a:lnTo>
                    <a:lnTo>
                      <a:pt x="142623" y="65068"/>
                    </a:lnTo>
                    <a:lnTo>
                      <a:pt x="150068" y="63808"/>
                    </a:lnTo>
                    <a:lnTo>
                      <a:pt x="150068" y="40000"/>
                    </a:lnTo>
                    <a:cubicBezTo>
                      <a:pt x="150068" y="35682"/>
                      <a:pt x="149221" y="32624"/>
                      <a:pt x="147465" y="30825"/>
                    </a:cubicBezTo>
                    <a:cubicBezTo>
                      <a:pt x="145710" y="29026"/>
                      <a:pt x="143107" y="28126"/>
                      <a:pt x="139596" y="28126"/>
                    </a:cubicBezTo>
                    <a:cubicBezTo>
                      <a:pt x="136992" y="28126"/>
                      <a:pt x="134692" y="28726"/>
                      <a:pt x="132695" y="29985"/>
                    </a:cubicBezTo>
                    <a:cubicBezTo>
                      <a:pt x="130696" y="31244"/>
                      <a:pt x="129123" y="32924"/>
                      <a:pt x="127912" y="35083"/>
                    </a:cubicBezTo>
                    <a:lnTo>
                      <a:pt x="127912" y="63868"/>
                    </a:lnTo>
                    <a:lnTo>
                      <a:pt x="135358" y="65128"/>
                    </a:lnTo>
                    <a:lnTo>
                      <a:pt x="135358" y="70825"/>
                    </a:lnTo>
                    <a:lnTo>
                      <a:pt x="111447" y="70825"/>
                    </a:lnTo>
                    <a:lnTo>
                      <a:pt x="111447" y="65128"/>
                    </a:lnTo>
                    <a:lnTo>
                      <a:pt x="111447" y="65128"/>
                    </a:lnTo>
                    <a:close/>
                    <a:moveTo>
                      <a:pt x="172588" y="47137"/>
                    </a:moveTo>
                    <a:cubicBezTo>
                      <a:pt x="172588" y="39221"/>
                      <a:pt x="174343" y="32864"/>
                      <a:pt x="177793" y="28066"/>
                    </a:cubicBezTo>
                    <a:cubicBezTo>
                      <a:pt x="181244" y="23208"/>
                      <a:pt x="186087" y="20810"/>
                      <a:pt x="192201" y="20810"/>
                    </a:cubicBezTo>
                    <a:cubicBezTo>
                      <a:pt x="195288" y="20810"/>
                      <a:pt x="198013" y="21409"/>
                      <a:pt x="200373" y="22609"/>
                    </a:cubicBezTo>
                    <a:cubicBezTo>
                      <a:pt x="202734" y="23808"/>
                      <a:pt x="204672" y="25547"/>
                      <a:pt x="206246" y="27886"/>
                    </a:cubicBezTo>
                    <a:lnTo>
                      <a:pt x="207093" y="21709"/>
                    </a:lnTo>
                    <a:lnTo>
                      <a:pt x="214720" y="21709"/>
                    </a:lnTo>
                    <a:lnTo>
                      <a:pt x="214720" y="70105"/>
                    </a:lnTo>
                    <a:cubicBezTo>
                      <a:pt x="214720" y="76462"/>
                      <a:pt x="212905" y="81440"/>
                      <a:pt x="209333" y="85098"/>
                    </a:cubicBezTo>
                    <a:cubicBezTo>
                      <a:pt x="205761" y="88756"/>
                      <a:pt x="200676" y="90555"/>
                      <a:pt x="194078" y="90555"/>
                    </a:cubicBezTo>
                    <a:cubicBezTo>
                      <a:pt x="191656" y="90555"/>
                      <a:pt x="189114" y="90255"/>
                      <a:pt x="186329" y="89595"/>
                    </a:cubicBezTo>
                    <a:cubicBezTo>
                      <a:pt x="183545" y="88936"/>
                      <a:pt x="181123" y="88036"/>
                      <a:pt x="179005" y="86957"/>
                    </a:cubicBezTo>
                    <a:lnTo>
                      <a:pt x="181366" y="80000"/>
                    </a:lnTo>
                    <a:cubicBezTo>
                      <a:pt x="183060" y="80900"/>
                      <a:pt x="184998" y="81559"/>
                      <a:pt x="187298" y="82159"/>
                    </a:cubicBezTo>
                    <a:cubicBezTo>
                      <a:pt x="189598" y="82699"/>
                      <a:pt x="191838" y="82999"/>
                      <a:pt x="193957" y="82999"/>
                    </a:cubicBezTo>
                    <a:cubicBezTo>
                      <a:pt x="198013" y="82999"/>
                      <a:pt x="200979" y="81859"/>
                      <a:pt x="202795" y="79640"/>
                    </a:cubicBezTo>
                    <a:cubicBezTo>
                      <a:pt x="204672" y="77421"/>
                      <a:pt x="205640" y="74243"/>
                      <a:pt x="205640" y="70105"/>
                    </a:cubicBezTo>
                    <a:lnTo>
                      <a:pt x="205640" y="65427"/>
                    </a:lnTo>
                    <a:cubicBezTo>
                      <a:pt x="204006" y="67466"/>
                      <a:pt x="202068" y="69026"/>
                      <a:pt x="199829" y="70105"/>
                    </a:cubicBezTo>
                    <a:cubicBezTo>
                      <a:pt x="197589" y="71185"/>
                      <a:pt x="194986" y="71664"/>
                      <a:pt x="192080" y="71664"/>
                    </a:cubicBezTo>
                    <a:cubicBezTo>
                      <a:pt x="186026" y="71664"/>
                      <a:pt x="181244" y="69505"/>
                      <a:pt x="177733" y="65128"/>
                    </a:cubicBezTo>
                    <a:cubicBezTo>
                      <a:pt x="174283" y="60750"/>
                      <a:pt x="172527" y="55053"/>
                      <a:pt x="172527" y="48036"/>
                    </a:cubicBezTo>
                    <a:lnTo>
                      <a:pt x="172527" y="47077"/>
                    </a:lnTo>
                    <a:lnTo>
                      <a:pt x="172527" y="47077"/>
                    </a:lnTo>
                    <a:close/>
                    <a:moveTo>
                      <a:pt x="181607" y="48036"/>
                    </a:moveTo>
                    <a:cubicBezTo>
                      <a:pt x="181607" y="52954"/>
                      <a:pt x="182637" y="56912"/>
                      <a:pt x="184755" y="59910"/>
                    </a:cubicBezTo>
                    <a:cubicBezTo>
                      <a:pt x="186874" y="62909"/>
                      <a:pt x="190082" y="64408"/>
                      <a:pt x="194380" y="64408"/>
                    </a:cubicBezTo>
                    <a:cubicBezTo>
                      <a:pt x="197105" y="64408"/>
                      <a:pt x="199405" y="63808"/>
                      <a:pt x="201221" y="62549"/>
                    </a:cubicBezTo>
                    <a:cubicBezTo>
                      <a:pt x="203037" y="61349"/>
                      <a:pt x="204551" y="59610"/>
                      <a:pt x="205761" y="57391"/>
                    </a:cubicBezTo>
                    <a:lnTo>
                      <a:pt x="205761" y="34843"/>
                    </a:lnTo>
                    <a:cubicBezTo>
                      <a:pt x="204611" y="32744"/>
                      <a:pt x="203098" y="31125"/>
                      <a:pt x="201221" y="29865"/>
                    </a:cubicBezTo>
                    <a:cubicBezTo>
                      <a:pt x="199345" y="28666"/>
                      <a:pt x="197105" y="28006"/>
                      <a:pt x="194501" y="28006"/>
                    </a:cubicBezTo>
                    <a:cubicBezTo>
                      <a:pt x="190204" y="28006"/>
                      <a:pt x="186995" y="29805"/>
                      <a:pt x="184876" y="33343"/>
                    </a:cubicBezTo>
                    <a:cubicBezTo>
                      <a:pt x="182758" y="36882"/>
                      <a:pt x="181668" y="41499"/>
                      <a:pt x="181668" y="47077"/>
                    </a:cubicBezTo>
                    <a:lnTo>
                      <a:pt x="181668" y="48036"/>
                    </a:lnTo>
                    <a:lnTo>
                      <a:pt x="181668" y="48036"/>
                    </a:lnTo>
                    <a:close/>
                    <a:moveTo>
                      <a:pt x="257882" y="70705"/>
                    </a:moveTo>
                    <a:cubicBezTo>
                      <a:pt x="257641" y="69386"/>
                      <a:pt x="257398" y="68186"/>
                      <a:pt x="257216" y="67107"/>
                    </a:cubicBezTo>
                    <a:cubicBezTo>
                      <a:pt x="257095" y="66027"/>
                      <a:pt x="256975" y="65008"/>
                      <a:pt x="256914" y="63928"/>
                    </a:cubicBezTo>
                    <a:cubicBezTo>
                      <a:pt x="255158" y="66147"/>
                      <a:pt x="252979" y="68006"/>
                      <a:pt x="250376" y="69445"/>
                    </a:cubicBezTo>
                    <a:cubicBezTo>
                      <a:pt x="247773" y="70945"/>
                      <a:pt x="244988" y="71604"/>
                      <a:pt x="242022" y="71664"/>
                    </a:cubicBezTo>
                    <a:cubicBezTo>
                      <a:pt x="236876" y="71664"/>
                      <a:pt x="232941" y="70405"/>
                      <a:pt x="230278" y="67946"/>
                    </a:cubicBezTo>
                    <a:cubicBezTo>
                      <a:pt x="227614" y="65427"/>
                      <a:pt x="226222" y="61949"/>
                      <a:pt x="226222" y="57391"/>
                    </a:cubicBezTo>
                    <a:cubicBezTo>
                      <a:pt x="226222" y="52834"/>
                      <a:pt x="228099" y="49176"/>
                      <a:pt x="231913" y="46657"/>
                    </a:cubicBezTo>
                    <a:cubicBezTo>
                      <a:pt x="235727" y="44138"/>
                      <a:pt x="240933" y="42879"/>
                      <a:pt x="247531" y="42879"/>
                    </a:cubicBezTo>
                    <a:lnTo>
                      <a:pt x="256793" y="42879"/>
                    </a:lnTo>
                    <a:lnTo>
                      <a:pt x="256793" y="37182"/>
                    </a:lnTo>
                    <a:cubicBezTo>
                      <a:pt x="256793" y="34303"/>
                      <a:pt x="255885" y="32024"/>
                      <a:pt x="254068" y="30345"/>
                    </a:cubicBezTo>
                    <a:cubicBezTo>
                      <a:pt x="252253" y="28666"/>
                      <a:pt x="249710" y="27826"/>
                      <a:pt x="246442" y="27826"/>
                    </a:cubicBezTo>
                    <a:cubicBezTo>
                      <a:pt x="244201" y="27826"/>
                      <a:pt x="242204" y="28066"/>
                      <a:pt x="240448" y="28666"/>
                    </a:cubicBezTo>
                    <a:cubicBezTo>
                      <a:pt x="238753" y="29205"/>
                      <a:pt x="237361" y="30045"/>
                      <a:pt x="236271" y="31005"/>
                    </a:cubicBezTo>
                    <a:lnTo>
                      <a:pt x="235302" y="36162"/>
                    </a:lnTo>
                    <a:lnTo>
                      <a:pt x="228341" y="36162"/>
                    </a:lnTo>
                    <a:lnTo>
                      <a:pt x="228341" y="26627"/>
                    </a:lnTo>
                    <a:cubicBezTo>
                      <a:pt x="230580" y="24828"/>
                      <a:pt x="233305" y="23448"/>
                      <a:pt x="236514" y="22309"/>
                    </a:cubicBezTo>
                    <a:cubicBezTo>
                      <a:pt x="239721" y="21229"/>
                      <a:pt x="243172" y="20690"/>
                      <a:pt x="246926" y="20690"/>
                    </a:cubicBezTo>
                    <a:cubicBezTo>
                      <a:pt x="252555" y="20690"/>
                      <a:pt x="257095" y="22129"/>
                      <a:pt x="260546" y="24948"/>
                    </a:cubicBezTo>
                    <a:cubicBezTo>
                      <a:pt x="264057" y="27766"/>
                      <a:pt x="265752" y="31844"/>
                      <a:pt x="265752" y="37122"/>
                    </a:cubicBezTo>
                    <a:lnTo>
                      <a:pt x="265752" y="60750"/>
                    </a:lnTo>
                    <a:cubicBezTo>
                      <a:pt x="265752" y="61349"/>
                      <a:pt x="265752" y="62009"/>
                      <a:pt x="265752" y="62609"/>
                    </a:cubicBezTo>
                    <a:cubicBezTo>
                      <a:pt x="265752" y="63209"/>
                      <a:pt x="265752" y="63808"/>
                      <a:pt x="265873" y="64408"/>
                    </a:cubicBezTo>
                    <a:lnTo>
                      <a:pt x="269505" y="64948"/>
                    </a:lnTo>
                    <a:lnTo>
                      <a:pt x="269505" y="70645"/>
                    </a:lnTo>
                    <a:lnTo>
                      <a:pt x="257701" y="70645"/>
                    </a:lnTo>
                    <a:close/>
                    <a:moveTo>
                      <a:pt x="243415" y="64228"/>
                    </a:moveTo>
                    <a:cubicBezTo>
                      <a:pt x="246381" y="64228"/>
                      <a:pt x="249105" y="63508"/>
                      <a:pt x="251587" y="62069"/>
                    </a:cubicBezTo>
                    <a:cubicBezTo>
                      <a:pt x="254068" y="60630"/>
                      <a:pt x="255824" y="58951"/>
                      <a:pt x="256914" y="56972"/>
                    </a:cubicBezTo>
                    <a:lnTo>
                      <a:pt x="256914" y="48936"/>
                    </a:lnTo>
                    <a:lnTo>
                      <a:pt x="247288" y="48936"/>
                    </a:lnTo>
                    <a:cubicBezTo>
                      <a:pt x="243596" y="48936"/>
                      <a:pt x="240690" y="49775"/>
                      <a:pt x="238511" y="51454"/>
                    </a:cubicBezTo>
                    <a:cubicBezTo>
                      <a:pt x="236392" y="53134"/>
                      <a:pt x="235302" y="55173"/>
                      <a:pt x="235302" y="57571"/>
                    </a:cubicBezTo>
                    <a:cubicBezTo>
                      <a:pt x="235302" y="59730"/>
                      <a:pt x="235968" y="61349"/>
                      <a:pt x="237301" y="62489"/>
                    </a:cubicBezTo>
                    <a:cubicBezTo>
                      <a:pt x="238632" y="63628"/>
                      <a:pt x="240690" y="64228"/>
                      <a:pt x="243354" y="64228"/>
                    </a:cubicBezTo>
                    <a:lnTo>
                      <a:pt x="243354" y="64228"/>
                    </a:lnTo>
                    <a:close/>
                    <a:moveTo>
                      <a:pt x="275982" y="5757"/>
                    </a:moveTo>
                    <a:lnTo>
                      <a:pt x="275982" y="0"/>
                    </a:lnTo>
                    <a:lnTo>
                      <a:pt x="292449" y="0"/>
                    </a:lnTo>
                    <a:lnTo>
                      <a:pt x="292449" y="63748"/>
                    </a:lnTo>
                    <a:lnTo>
                      <a:pt x="299894" y="65008"/>
                    </a:lnTo>
                    <a:lnTo>
                      <a:pt x="299894" y="70705"/>
                    </a:lnTo>
                    <a:lnTo>
                      <a:pt x="275982" y="70705"/>
                    </a:lnTo>
                    <a:lnTo>
                      <a:pt x="275982" y="65008"/>
                    </a:lnTo>
                    <a:lnTo>
                      <a:pt x="283429" y="63748"/>
                    </a:lnTo>
                    <a:lnTo>
                      <a:pt x="283429" y="7076"/>
                    </a:lnTo>
                    <a:lnTo>
                      <a:pt x="275982" y="5817"/>
                    </a:lnTo>
                    <a:lnTo>
                      <a:pt x="275982" y="5817"/>
                    </a:lnTo>
                    <a:close/>
                    <a:moveTo>
                      <a:pt x="342088" y="63448"/>
                    </a:moveTo>
                    <a:cubicBezTo>
                      <a:pt x="340574" y="66087"/>
                      <a:pt x="338516" y="68126"/>
                      <a:pt x="336095" y="69505"/>
                    </a:cubicBezTo>
                    <a:cubicBezTo>
                      <a:pt x="333673" y="70945"/>
                      <a:pt x="330828" y="71604"/>
                      <a:pt x="327619" y="71664"/>
                    </a:cubicBezTo>
                    <a:cubicBezTo>
                      <a:pt x="322232" y="71664"/>
                      <a:pt x="318055" y="69925"/>
                      <a:pt x="315028" y="66507"/>
                    </a:cubicBezTo>
                    <a:cubicBezTo>
                      <a:pt x="312002" y="63089"/>
                      <a:pt x="310488" y="57751"/>
                      <a:pt x="310488" y="50555"/>
                    </a:cubicBezTo>
                    <a:lnTo>
                      <a:pt x="310488" y="28666"/>
                    </a:lnTo>
                    <a:lnTo>
                      <a:pt x="304797" y="27406"/>
                    </a:lnTo>
                    <a:lnTo>
                      <a:pt x="304797" y="21649"/>
                    </a:lnTo>
                    <a:lnTo>
                      <a:pt x="319508" y="21649"/>
                    </a:lnTo>
                    <a:lnTo>
                      <a:pt x="319508" y="50675"/>
                    </a:lnTo>
                    <a:cubicBezTo>
                      <a:pt x="319508" y="55892"/>
                      <a:pt x="320295" y="59490"/>
                      <a:pt x="321808" y="61469"/>
                    </a:cubicBezTo>
                    <a:cubicBezTo>
                      <a:pt x="323382" y="63448"/>
                      <a:pt x="325804" y="64408"/>
                      <a:pt x="329072" y="64408"/>
                    </a:cubicBezTo>
                    <a:cubicBezTo>
                      <a:pt x="332341" y="64408"/>
                      <a:pt x="334945" y="63748"/>
                      <a:pt x="337003" y="62489"/>
                    </a:cubicBezTo>
                    <a:cubicBezTo>
                      <a:pt x="339061" y="61230"/>
                      <a:pt x="340635" y="59430"/>
                      <a:pt x="341725" y="57032"/>
                    </a:cubicBezTo>
                    <a:lnTo>
                      <a:pt x="341725" y="28726"/>
                    </a:lnTo>
                    <a:lnTo>
                      <a:pt x="335065" y="27466"/>
                    </a:lnTo>
                    <a:lnTo>
                      <a:pt x="335065" y="21709"/>
                    </a:lnTo>
                    <a:lnTo>
                      <a:pt x="350684" y="21709"/>
                    </a:lnTo>
                    <a:lnTo>
                      <a:pt x="350684" y="63748"/>
                    </a:lnTo>
                    <a:lnTo>
                      <a:pt x="356374" y="65008"/>
                    </a:lnTo>
                    <a:lnTo>
                      <a:pt x="356374" y="70705"/>
                    </a:lnTo>
                    <a:lnTo>
                      <a:pt x="342632" y="70705"/>
                    </a:lnTo>
                    <a:lnTo>
                      <a:pt x="342027" y="63448"/>
                    </a:lnTo>
                    <a:lnTo>
                      <a:pt x="342027" y="63448"/>
                    </a:lnTo>
                    <a:close/>
                    <a:moveTo>
                      <a:pt x="363639" y="27466"/>
                    </a:moveTo>
                    <a:lnTo>
                      <a:pt x="363639" y="21709"/>
                    </a:lnTo>
                    <a:lnTo>
                      <a:pt x="379135" y="21709"/>
                    </a:lnTo>
                    <a:lnTo>
                      <a:pt x="379983" y="28846"/>
                    </a:lnTo>
                    <a:cubicBezTo>
                      <a:pt x="381375" y="26327"/>
                      <a:pt x="383131" y="24348"/>
                      <a:pt x="385189" y="22969"/>
                    </a:cubicBezTo>
                    <a:cubicBezTo>
                      <a:pt x="387247" y="21529"/>
                      <a:pt x="389608" y="20810"/>
                      <a:pt x="392272" y="20810"/>
                    </a:cubicBezTo>
                    <a:cubicBezTo>
                      <a:pt x="392998" y="20810"/>
                      <a:pt x="393664" y="20870"/>
                      <a:pt x="394451" y="20990"/>
                    </a:cubicBezTo>
                    <a:cubicBezTo>
                      <a:pt x="395178" y="21109"/>
                      <a:pt x="395783" y="21229"/>
                      <a:pt x="396146" y="21349"/>
                    </a:cubicBezTo>
                    <a:lnTo>
                      <a:pt x="394935" y="29625"/>
                    </a:lnTo>
                    <a:lnTo>
                      <a:pt x="389850" y="29325"/>
                    </a:lnTo>
                    <a:cubicBezTo>
                      <a:pt x="387489" y="29325"/>
                      <a:pt x="385431" y="29865"/>
                      <a:pt x="383857" y="31005"/>
                    </a:cubicBezTo>
                    <a:cubicBezTo>
                      <a:pt x="382223" y="32084"/>
                      <a:pt x="381012" y="33643"/>
                      <a:pt x="380104" y="35682"/>
                    </a:cubicBezTo>
                    <a:lnTo>
                      <a:pt x="380104" y="63808"/>
                    </a:lnTo>
                    <a:lnTo>
                      <a:pt x="387550" y="65068"/>
                    </a:lnTo>
                    <a:lnTo>
                      <a:pt x="387550" y="70765"/>
                    </a:lnTo>
                    <a:lnTo>
                      <a:pt x="363639" y="70765"/>
                    </a:lnTo>
                    <a:lnTo>
                      <a:pt x="363639" y="65068"/>
                    </a:lnTo>
                    <a:lnTo>
                      <a:pt x="371084" y="63808"/>
                    </a:lnTo>
                    <a:lnTo>
                      <a:pt x="371084" y="28786"/>
                    </a:lnTo>
                    <a:lnTo>
                      <a:pt x="363639" y="27526"/>
                    </a:lnTo>
                    <a:lnTo>
                      <a:pt x="363639" y="27526"/>
                    </a:lnTo>
                    <a:close/>
                    <a:moveTo>
                      <a:pt x="437795" y="63448"/>
                    </a:moveTo>
                    <a:cubicBezTo>
                      <a:pt x="436221" y="66087"/>
                      <a:pt x="434223" y="68126"/>
                      <a:pt x="431741" y="69505"/>
                    </a:cubicBezTo>
                    <a:cubicBezTo>
                      <a:pt x="429320" y="70945"/>
                      <a:pt x="426475" y="71604"/>
                      <a:pt x="423266" y="71664"/>
                    </a:cubicBezTo>
                    <a:cubicBezTo>
                      <a:pt x="417879" y="71664"/>
                      <a:pt x="413701" y="69925"/>
                      <a:pt x="410674" y="66507"/>
                    </a:cubicBezTo>
                    <a:cubicBezTo>
                      <a:pt x="407708" y="63089"/>
                      <a:pt x="406134" y="57751"/>
                      <a:pt x="406134" y="50555"/>
                    </a:cubicBezTo>
                    <a:lnTo>
                      <a:pt x="406134" y="28666"/>
                    </a:lnTo>
                    <a:lnTo>
                      <a:pt x="400444" y="27406"/>
                    </a:lnTo>
                    <a:lnTo>
                      <a:pt x="400444" y="21649"/>
                    </a:lnTo>
                    <a:lnTo>
                      <a:pt x="415155" y="21649"/>
                    </a:lnTo>
                    <a:lnTo>
                      <a:pt x="415155" y="50675"/>
                    </a:lnTo>
                    <a:cubicBezTo>
                      <a:pt x="415155" y="55892"/>
                      <a:pt x="415942" y="59490"/>
                      <a:pt x="417455" y="61469"/>
                    </a:cubicBezTo>
                    <a:cubicBezTo>
                      <a:pt x="419028" y="63448"/>
                      <a:pt x="421450" y="64408"/>
                      <a:pt x="424719" y="64408"/>
                    </a:cubicBezTo>
                    <a:cubicBezTo>
                      <a:pt x="427988" y="64408"/>
                      <a:pt x="430591" y="63748"/>
                      <a:pt x="432649" y="62489"/>
                    </a:cubicBezTo>
                    <a:cubicBezTo>
                      <a:pt x="434708" y="61230"/>
                      <a:pt x="436342" y="59430"/>
                      <a:pt x="437371" y="57032"/>
                    </a:cubicBezTo>
                    <a:lnTo>
                      <a:pt x="437371" y="28726"/>
                    </a:lnTo>
                    <a:lnTo>
                      <a:pt x="430712" y="27466"/>
                    </a:lnTo>
                    <a:lnTo>
                      <a:pt x="430712" y="21709"/>
                    </a:lnTo>
                    <a:lnTo>
                      <a:pt x="446330" y="21709"/>
                    </a:lnTo>
                    <a:lnTo>
                      <a:pt x="446330" y="63748"/>
                    </a:lnTo>
                    <a:lnTo>
                      <a:pt x="452021" y="65008"/>
                    </a:lnTo>
                    <a:lnTo>
                      <a:pt x="452021" y="70705"/>
                    </a:lnTo>
                    <a:lnTo>
                      <a:pt x="438279" y="70705"/>
                    </a:lnTo>
                    <a:lnTo>
                      <a:pt x="437674" y="63448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 213">
                <a:extLst>
                  <a:ext uri="{FF2B5EF4-FFF2-40B4-BE49-F238E27FC236}">
                    <a16:creationId xmlns:a16="http://schemas.microsoft.com/office/drawing/2014/main" id="{2FC980F3-F119-7BD4-E20F-C973F7BECF60}"/>
                  </a:ext>
                </a:extLst>
              </p:cNvPr>
              <p:cNvSpPr/>
              <p:nvPr/>
            </p:nvSpPr>
            <p:spPr>
              <a:xfrm>
                <a:off x="8823238" y="257316"/>
                <a:ext cx="170287" cy="147646"/>
              </a:xfrm>
              <a:custGeom>
                <a:avLst/>
                <a:gdLst>
                  <a:gd name="connsiteX0" fmla="*/ 0 w 170287"/>
                  <a:gd name="connsiteY0" fmla="*/ 73823 h 147646"/>
                  <a:gd name="connsiteX1" fmla="*/ 74459 w 170287"/>
                  <a:gd name="connsiteY1" fmla="*/ 147647 h 147646"/>
                  <a:gd name="connsiteX2" fmla="*/ 170287 w 170287"/>
                  <a:gd name="connsiteY2" fmla="*/ 52774 h 147646"/>
                  <a:gd name="connsiteX3" fmla="*/ 148978 w 170287"/>
                  <a:gd name="connsiteY3" fmla="*/ 31664 h 147646"/>
                  <a:gd name="connsiteX4" fmla="*/ 74459 w 170287"/>
                  <a:gd name="connsiteY4" fmla="*/ 105428 h 147646"/>
                  <a:gd name="connsiteX5" fmla="*/ 42557 w 170287"/>
                  <a:gd name="connsiteY5" fmla="*/ 73823 h 147646"/>
                  <a:gd name="connsiteX6" fmla="*/ 74459 w 170287"/>
                  <a:gd name="connsiteY6" fmla="*/ 42159 h 147646"/>
                  <a:gd name="connsiteX7" fmla="*/ 95768 w 170287"/>
                  <a:gd name="connsiteY7" fmla="*/ 63269 h 147646"/>
                  <a:gd name="connsiteX8" fmla="*/ 117016 w 170287"/>
                  <a:gd name="connsiteY8" fmla="*/ 42159 h 147646"/>
                  <a:gd name="connsiteX9" fmla="*/ 74459 w 170287"/>
                  <a:gd name="connsiteY9" fmla="*/ 0 h 147646"/>
                  <a:gd name="connsiteX10" fmla="*/ 0 w 170287"/>
                  <a:gd name="connsiteY10" fmla="*/ 73823 h 1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0287" h="147646">
                    <a:moveTo>
                      <a:pt x="0" y="73823"/>
                    </a:moveTo>
                    <a:lnTo>
                      <a:pt x="74459" y="147647"/>
                    </a:lnTo>
                    <a:lnTo>
                      <a:pt x="170287" y="52774"/>
                    </a:lnTo>
                    <a:lnTo>
                      <a:pt x="148978" y="31664"/>
                    </a:lnTo>
                    <a:lnTo>
                      <a:pt x="74459" y="105428"/>
                    </a:lnTo>
                    <a:lnTo>
                      <a:pt x="42557" y="73823"/>
                    </a:lnTo>
                    <a:lnTo>
                      <a:pt x="74459" y="42159"/>
                    </a:lnTo>
                    <a:lnTo>
                      <a:pt x="95768" y="63269"/>
                    </a:lnTo>
                    <a:lnTo>
                      <a:pt x="117016" y="42159"/>
                    </a:lnTo>
                    <a:lnTo>
                      <a:pt x="74459" y="0"/>
                    </a:lnTo>
                    <a:lnTo>
                      <a:pt x="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 214">
                <a:extLst>
                  <a:ext uri="{FF2B5EF4-FFF2-40B4-BE49-F238E27FC236}">
                    <a16:creationId xmlns:a16="http://schemas.microsoft.com/office/drawing/2014/main" id="{41DBD456-EF62-DF97-C726-EBFB8C4EE080}"/>
                  </a:ext>
                </a:extLst>
              </p:cNvPr>
              <p:cNvSpPr/>
              <p:nvPr/>
            </p:nvSpPr>
            <p:spPr>
              <a:xfrm>
                <a:off x="9121195" y="257436"/>
                <a:ext cx="170287" cy="147586"/>
              </a:xfrm>
              <a:custGeom>
                <a:avLst/>
                <a:gdLst>
                  <a:gd name="connsiteX0" fmla="*/ 170287 w 170287"/>
                  <a:gd name="connsiteY0" fmla="*/ 73763 h 147586"/>
                  <a:gd name="connsiteX1" fmla="*/ 95829 w 170287"/>
                  <a:gd name="connsiteY1" fmla="*/ 147587 h 147586"/>
                  <a:gd name="connsiteX2" fmla="*/ 53211 w 170287"/>
                  <a:gd name="connsiteY2" fmla="*/ 105428 h 147586"/>
                  <a:gd name="connsiteX3" fmla="*/ 74459 w 170287"/>
                  <a:gd name="connsiteY3" fmla="*/ 84378 h 147586"/>
                  <a:gd name="connsiteX4" fmla="*/ 95829 w 170287"/>
                  <a:gd name="connsiteY4" fmla="*/ 105428 h 147586"/>
                  <a:gd name="connsiteX5" fmla="*/ 127731 w 170287"/>
                  <a:gd name="connsiteY5" fmla="*/ 73763 h 147586"/>
                  <a:gd name="connsiteX6" fmla="*/ 95829 w 170287"/>
                  <a:gd name="connsiteY6" fmla="*/ 42159 h 147586"/>
                  <a:gd name="connsiteX7" fmla="*/ 21309 w 170287"/>
                  <a:gd name="connsiteY7" fmla="*/ 115982 h 147586"/>
                  <a:gd name="connsiteX8" fmla="*/ 0 w 170287"/>
                  <a:gd name="connsiteY8" fmla="*/ 94873 h 147586"/>
                  <a:gd name="connsiteX9" fmla="*/ 95829 w 170287"/>
                  <a:gd name="connsiteY9" fmla="*/ 0 h 147586"/>
                  <a:gd name="connsiteX10" fmla="*/ 170287 w 170287"/>
                  <a:gd name="connsiteY10" fmla="*/ 73763 h 147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0287" h="147586">
                    <a:moveTo>
                      <a:pt x="170287" y="73763"/>
                    </a:moveTo>
                    <a:lnTo>
                      <a:pt x="95829" y="147587"/>
                    </a:lnTo>
                    <a:lnTo>
                      <a:pt x="53211" y="105428"/>
                    </a:lnTo>
                    <a:lnTo>
                      <a:pt x="74459" y="84378"/>
                    </a:lnTo>
                    <a:lnTo>
                      <a:pt x="95829" y="105428"/>
                    </a:lnTo>
                    <a:lnTo>
                      <a:pt x="127731" y="73763"/>
                    </a:lnTo>
                    <a:lnTo>
                      <a:pt x="95829" y="42159"/>
                    </a:lnTo>
                    <a:lnTo>
                      <a:pt x="21309" y="115982"/>
                    </a:lnTo>
                    <a:lnTo>
                      <a:pt x="0" y="94873"/>
                    </a:lnTo>
                    <a:lnTo>
                      <a:pt x="95829" y="0"/>
                    </a:lnTo>
                    <a:lnTo>
                      <a:pt x="170287" y="7376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 215">
                <a:extLst>
                  <a:ext uri="{FF2B5EF4-FFF2-40B4-BE49-F238E27FC236}">
                    <a16:creationId xmlns:a16="http://schemas.microsoft.com/office/drawing/2014/main" id="{FD65C0BC-A15C-4250-1451-549FFBFEB11B}"/>
                  </a:ext>
                </a:extLst>
              </p:cNvPr>
              <p:cNvSpPr/>
              <p:nvPr/>
            </p:nvSpPr>
            <p:spPr>
              <a:xfrm>
                <a:off x="8929660" y="151889"/>
                <a:ext cx="117075" cy="168696"/>
              </a:xfrm>
              <a:custGeom>
                <a:avLst/>
                <a:gdLst>
                  <a:gd name="connsiteX0" fmla="*/ 0 w 117075"/>
                  <a:gd name="connsiteY0" fmla="*/ 73823 h 168696"/>
                  <a:gd name="connsiteX1" fmla="*/ 74459 w 117075"/>
                  <a:gd name="connsiteY1" fmla="*/ 0 h 168696"/>
                  <a:gd name="connsiteX2" fmla="*/ 117076 w 117075"/>
                  <a:gd name="connsiteY2" fmla="*/ 42219 h 168696"/>
                  <a:gd name="connsiteX3" fmla="*/ 95707 w 117075"/>
                  <a:gd name="connsiteY3" fmla="*/ 63329 h 168696"/>
                  <a:gd name="connsiteX4" fmla="*/ 74459 w 117075"/>
                  <a:gd name="connsiteY4" fmla="*/ 42219 h 168696"/>
                  <a:gd name="connsiteX5" fmla="*/ 42556 w 117075"/>
                  <a:gd name="connsiteY5" fmla="*/ 73823 h 168696"/>
                  <a:gd name="connsiteX6" fmla="*/ 117076 w 117075"/>
                  <a:gd name="connsiteY6" fmla="*/ 147587 h 168696"/>
                  <a:gd name="connsiteX7" fmla="*/ 95707 w 117075"/>
                  <a:gd name="connsiteY7" fmla="*/ 168696 h 168696"/>
                  <a:gd name="connsiteX8" fmla="*/ 0 w 117075"/>
                  <a:gd name="connsiteY8" fmla="*/ 73823 h 168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075" h="168696">
                    <a:moveTo>
                      <a:pt x="0" y="73823"/>
                    </a:moveTo>
                    <a:lnTo>
                      <a:pt x="74459" y="0"/>
                    </a:lnTo>
                    <a:lnTo>
                      <a:pt x="117076" y="42219"/>
                    </a:lnTo>
                    <a:lnTo>
                      <a:pt x="95707" y="63329"/>
                    </a:lnTo>
                    <a:lnTo>
                      <a:pt x="74459" y="42219"/>
                    </a:lnTo>
                    <a:lnTo>
                      <a:pt x="42556" y="73823"/>
                    </a:lnTo>
                    <a:lnTo>
                      <a:pt x="117076" y="147587"/>
                    </a:lnTo>
                    <a:lnTo>
                      <a:pt x="95707" y="168696"/>
                    </a:lnTo>
                    <a:lnTo>
                      <a:pt x="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 216">
                <a:extLst>
                  <a:ext uri="{FF2B5EF4-FFF2-40B4-BE49-F238E27FC236}">
                    <a16:creationId xmlns:a16="http://schemas.microsoft.com/office/drawing/2014/main" id="{74DB8447-A459-FA11-FFEA-1A8CB05A9D30}"/>
                  </a:ext>
                </a:extLst>
              </p:cNvPr>
              <p:cNvSpPr/>
              <p:nvPr/>
            </p:nvSpPr>
            <p:spPr>
              <a:xfrm>
                <a:off x="9067984" y="341694"/>
                <a:ext cx="117075" cy="168636"/>
              </a:xfrm>
              <a:custGeom>
                <a:avLst/>
                <a:gdLst>
                  <a:gd name="connsiteX0" fmla="*/ 117076 w 117075"/>
                  <a:gd name="connsiteY0" fmla="*/ 94873 h 168636"/>
                  <a:gd name="connsiteX1" fmla="*/ 42557 w 117075"/>
                  <a:gd name="connsiteY1" fmla="*/ 168636 h 168636"/>
                  <a:gd name="connsiteX2" fmla="*/ 0 w 117075"/>
                  <a:gd name="connsiteY2" fmla="*/ 126477 h 168636"/>
                  <a:gd name="connsiteX3" fmla="*/ 21248 w 117075"/>
                  <a:gd name="connsiteY3" fmla="*/ 105428 h 168636"/>
                  <a:gd name="connsiteX4" fmla="*/ 42557 w 117075"/>
                  <a:gd name="connsiteY4" fmla="*/ 126477 h 168636"/>
                  <a:gd name="connsiteX5" fmla="*/ 74519 w 117075"/>
                  <a:gd name="connsiteY5" fmla="*/ 94873 h 168636"/>
                  <a:gd name="connsiteX6" fmla="*/ 0 w 117075"/>
                  <a:gd name="connsiteY6" fmla="*/ 21050 h 168636"/>
                  <a:gd name="connsiteX7" fmla="*/ 21248 w 117075"/>
                  <a:gd name="connsiteY7" fmla="*/ 0 h 168636"/>
                  <a:gd name="connsiteX8" fmla="*/ 117076 w 117075"/>
                  <a:gd name="connsiteY8" fmla="*/ 94873 h 16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075" h="168636">
                    <a:moveTo>
                      <a:pt x="117076" y="94873"/>
                    </a:moveTo>
                    <a:lnTo>
                      <a:pt x="42557" y="168636"/>
                    </a:lnTo>
                    <a:lnTo>
                      <a:pt x="0" y="126477"/>
                    </a:lnTo>
                    <a:lnTo>
                      <a:pt x="21248" y="105428"/>
                    </a:lnTo>
                    <a:lnTo>
                      <a:pt x="42557" y="126477"/>
                    </a:lnTo>
                    <a:lnTo>
                      <a:pt x="74519" y="94873"/>
                    </a:lnTo>
                    <a:lnTo>
                      <a:pt x="0" y="21050"/>
                    </a:lnTo>
                    <a:lnTo>
                      <a:pt x="21248" y="0"/>
                    </a:lnTo>
                    <a:lnTo>
                      <a:pt x="117076" y="9487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 217">
                <a:extLst>
                  <a:ext uri="{FF2B5EF4-FFF2-40B4-BE49-F238E27FC236}">
                    <a16:creationId xmlns:a16="http://schemas.microsoft.com/office/drawing/2014/main" id="{BC365EC9-1AB6-9C42-B9FC-6C2B1651EED4}"/>
                  </a:ext>
                </a:extLst>
              </p:cNvPr>
              <p:cNvSpPr/>
              <p:nvPr/>
            </p:nvSpPr>
            <p:spPr>
              <a:xfrm>
                <a:off x="9014773" y="151889"/>
                <a:ext cx="170287" cy="168696"/>
              </a:xfrm>
              <a:custGeom>
                <a:avLst/>
                <a:gdLst>
                  <a:gd name="connsiteX0" fmla="*/ 0 w 170287"/>
                  <a:gd name="connsiteY0" fmla="*/ 94873 h 168696"/>
                  <a:gd name="connsiteX1" fmla="*/ 21309 w 170287"/>
                  <a:gd name="connsiteY1" fmla="*/ 115982 h 168696"/>
                  <a:gd name="connsiteX2" fmla="*/ 42557 w 170287"/>
                  <a:gd name="connsiteY2" fmla="*/ 94873 h 168696"/>
                  <a:gd name="connsiteX3" fmla="*/ 117076 w 170287"/>
                  <a:gd name="connsiteY3" fmla="*/ 168696 h 168696"/>
                  <a:gd name="connsiteX4" fmla="*/ 138263 w 170287"/>
                  <a:gd name="connsiteY4" fmla="*/ 147587 h 168696"/>
                  <a:gd name="connsiteX5" fmla="*/ 63926 w 170287"/>
                  <a:gd name="connsiteY5" fmla="*/ 73823 h 168696"/>
                  <a:gd name="connsiteX6" fmla="*/ 95768 w 170287"/>
                  <a:gd name="connsiteY6" fmla="*/ 42219 h 168696"/>
                  <a:gd name="connsiteX7" fmla="*/ 127730 w 170287"/>
                  <a:gd name="connsiteY7" fmla="*/ 73823 h 168696"/>
                  <a:gd name="connsiteX8" fmla="*/ 106422 w 170287"/>
                  <a:gd name="connsiteY8" fmla="*/ 94873 h 168696"/>
                  <a:gd name="connsiteX9" fmla="*/ 127730 w 170287"/>
                  <a:gd name="connsiteY9" fmla="*/ 115982 h 168696"/>
                  <a:gd name="connsiteX10" fmla="*/ 170287 w 170287"/>
                  <a:gd name="connsiteY10" fmla="*/ 73823 h 168696"/>
                  <a:gd name="connsiteX11" fmla="*/ 95768 w 170287"/>
                  <a:gd name="connsiteY11" fmla="*/ 0 h 168696"/>
                  <a:gd name="connsiteX12" fmla="*/ 0 w 170287"/>
                  <a:gd name="connsiteY12" fmla="*/ 94873 h 168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287" h="168696">
                    <a:moveTo>
                      <a:pt x="0" y="94873"/>
                    </a:moveTo>
                    <a:lnTo>
                      <a:pt x="21309" y="115982"/>
                    </a:lnTo>
                    <a:lnTo>
                      <a:pt x="42557" y="94873"/>
                    </a:lnTo>
                    <a:lnTo>
                      <a:pt x="117076" y="168696"/>
                    </a:lnTo>
                    <a:lnTo>
                      <a:pt x="138263" y="147587"/>
                    </a:lnTo>
                    <a:lnTo>
                      <a:pt x="63926" y="73823"/>
                    </a:lnTo>
                    <a:lnTo>
                      <a:pt x="95768" y="42219"/>
                    </a:lnTo>
                    <a:lnTo>
                      <a:pt x="127730" y="73823"/>
                    </a:lnTo>
                    <a:lnTo>
                      <a:pt x="106422" y="94873"/>
                    </a:lnTo>
                    <a:lnTo>
                      <a:pt x="127730" y="115982"/>
                    </a:lnTo>
                    <a:lnTo>
                      <a:pt x="170287" y="73823"/>
                    </a:lnTo>
                    <a:lnTo>
                      <a:pt x="95768" y="0"/>
                    </a:lnTo>
                    <a:lnTo>
                      <a:pt x="0" y="9487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 218">
                <a:extLst>
                  <a:ext uri="{FF2B5EF4-FFF2-40B4-BE49-F238E27FC236}">
                    <a16:creationId xmlns:a16="http://schemas.microsoft.com/office/drawing/2014/main" id="{30AC1380-86BA-02F7-23F2-37612240B8AF}"/>
                  </a:ext>
                </a:extLst>
              </p:cNvPr>
              <p:cNvSpPr/>
              <p:nvPr/>
            </p:nvSpPr>
            <p:spPr>
              <a:xfrm>
                <a:off x="8929660" y="341694"/>
                <a:ext cx="170226" cy="168636"/>
              </a:xfrm>
              <a:custGeom>
                <a:avLst/>
                <a:gdLst>
                  <a:gd name="connsiteX0" fmla="*/ 127670 w 170226"/>
                  <a:gd name="connsiteY0" fmla="*/ 73823 h 168636"/>
                  <a:gd name="connsiteX1" fmla="*/ 53210 w 170226"/>
                  <a:gd name="connsiteY1" fmla="*/ 0 h 168636"/>
                  <a:gd name="connsiteX2" fmla="*/ 31962 w 170226"/>
                  <a:gd name="connsiteY2" fmla="*/ 20990 h 168636"/>
                  <a:gd name="connsiteX3" fmla="*/ 106422 w 170226"/>
                  <a:gd name="connsiteY3" fmla="*/ 94873 h 168636"/>
                  <a:gd name="connsiteX4" fmla="*/ 74459 w 170226"/>
                  <a:gd name="connsiteY4" fmla="*/ 126477 h 168636"/>
                  <a:gd name="connsiteX5" fmla="*/ 42556 w 170226"/>
                  <a:gd name="connsiteY5" fmla="*/ 94873 h 168636"/>
                  <a:gd name="connsiteX6" fmla="*/ 63804 w 170226"/>
                  <a:gd name="connsiteY6" fmla="*/ 73823 h 168636"/>
                  <a:gd name="connsiteX7" fmla="*/ 42556 w 170226"/>
                  <a:gd name="connsiteY7" fmla="*/ 52714 h 168636"/>
                  <a:gd name="connsiteX8" fmla="*/ 0 w 170226"/>
                  <a:gd name="connsiteY8" fmla="*/ 94873 h 168636"/>
                  <a:gd name="connsiteX9" fmla="*/ 74459 w 170226"/>
                  <a:gd name="connsiteY9" fmla="*/ 168636 h 168636"/>
                  <a:gd name="connsiteX10" fmla="*/ 170227 w 170226"/>
                  <a:gd name="connsiteY10" fmla="*/ 73823 h 168636"/>
                  <a:gd name="connsiteX11" fmla="*/ 148978 w 170226"/>
                  <a:gd name="connsiteY11" fmla="*/ 52714 h 168636"/>
                  <a:gd name="connsiteX12" fmla="*/ 127670 w 170226"/>
                  <a:gd name="connsiteY12" fmla="*/ 73823 h 16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226" h="168636">
                    <a:moveTo>
                      <a:pt x="127670" y="73823"/>
                    </a:moveTo>
                    <a:lnTo>
                      <a:pt x="53210" y="0"/>
                    </a:lnTo>
                    <a:lnTo>
                      <a:pt x="31962" y="20990"/>
                    </a:lnTo>
                    <a:lnTo>
                      <a:pt x="106422" y="94873"/>
                    </a:lnTo>
                    <a:lnTo>
                      <a:pt x="74459" y="126477"/>
                    </a:lnTo>
                    <a:lnTo>
                      <a:pt x="42556" y="94873"/>
                    </a:lnTo>
                    <a:lnTo>
                      <a:pt x="63804" y="73823"/>
                    </a:lnTo>
                    <a:lnTo>
                      <a:pt x="42556" y="52714"/>
                    </a:lnTo>
                    <a:lnTo>
                      <a:pt x="0" y="94873"/>
                    </a:lnTo>
                    <a:lnTo>
                      <a:pt x="74459" y="168636"/>
                    </a:lnTo>
                    <a:lnTo>
                      <a:pt x="170227" y="73823"/>
                    </a:lnTo>
                    <a:lnTo>
                      <a:pt x="148978" y="52714"/>
                    </a:lnTo>
                    <a:lnTo>
                      <a:pt x="12767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 219">
                <a:extLst>
                  <a:ext uri="{FF2B5EF4-FFF2-40B4-BE49-F238E27FC236}">
                    <a16:creationId xmlns:a16="http://schemas.microsoft.com/office/drawing/2014/main" id="{CD6923BB-10EA-9F6C-C74C-7A4CF582FC03}"/>
                  </a:ext>
                </a:extLst>
              </p:cNvPr>
              <p:cNvSpPr/>
              <p:nvPr/>
            </p:nvSpPr>
            <p:spPr>
              <a:xfrm rot="-2698799">
                <a:off x="9011910" y="315847"/>
                <a:ext cx="90319" cy="29805"/>
              </a:xfrm>
              <a:custGeom>
                <a:avLst/>
                <a:gdLst>
                  <a:gd name="connsiteX0" fmla="*/ 0 w 90319"/>
                  <a:gd name="connsiteY0" fmla="*/ 0 h 29805"/>
                  <a:gd name="connsiteX1" fmla="*/ 90319 w 90319"/>
                  <a:gd name="connsiteY1" fmla="*/ 0 h 29805"/>
                  <a:gd name="connsiteX2" fmla="*/ 90319 w 90319"/>
                  <a:gd name="connsiteY2" fmla="*/ 29805 h 29805"/>
                  <a:gd name="connsiteX3" fmla="*/ 0 w 90319"/>
                  <a:gd name="connsiteY3" fmla="*/ 29805 h 29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319" h="29805">
                    <a:moveTo>
                      <a:pt x="0" y="0"/>
                    </a:moveTo>
                    <a:lnTo>
                      <a:pt x="90319" y="0"/>
                    </a:lnTo>
                    <a:lnTo>
                      <a:pt x="90319" y="29805"/>
                    </a:lnTo>
                    <a:lnTo>
                      <a:pt x="0" y="29805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 220">
                <a:extLst>
                  <a:ext uri="{FF2B5EF4-FFF2-40B4-BE49-F238E27FC236}">
                    <a16:creationId xmlns:a16="http://schemas.microsoft.com/office/drawing/2014/main" id="{C1806A49-A402-853B-702B-F2D4908C29CD}"/>
                  </a:ext>
                </a:extLst>
              </p:cNvPr>
              <p:cNvSpPr/>
              <p:nvPr/>
            </p:nvSpPr>
            <p:spPr>
              <a:xfrm rot="-2698799">
                <a:off x="9034776" y="108470"/>
                <a:ext cx="45159" cy="44737"/>
              </a:xfrm>
              <a:custGeom>
                <a:avLst/>
                <a:gdLst>
                  <a:gd name="connsiteX0" fmla="*/ 0 w 45159"/>
                  <a:gd name="connsiteY0" fmla="*/ 0 h 44737"/>
                  <a:gd name="connsiteX1" fmla="*/ 45160 w 45159"/>
                  <a:gd name="connsiteY1" fmla="*/ 0 h 44737"/>
                  <a:gd name="connsiteX2" fmla="*/ 45160 w 45159"/>
                  <a:gd name="connsiteY2" fmla="*/ 44738 h 44737"/>
                  <a:gd name="connsiteX3" fmla="*/ 0 w 45159"/>
                  <a:gd name="connsiteY3" fmla="*/ 44738 h 4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159" h="44737">
                    <a:moveTo>
                      <a:pt x="0" y="0"/>
                    </a:moveTo>
                    <a:lnTo>
                      <a:pt x="45160" y="0"/>
                    </a:lnTo>
                    <a:lnTo>
                      <a:pt x="45160" y="44738"/>
                    </a:lnTo>
                    <a:lnTo>
                      <a:pt x="0" y="44738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 221">
                <a:extLst>
                  <a:ext uri="{FF2B5EF4-FFF2-40B4-BE49-F238E27FC236}">
                    <a16:creationId xmlns:a16="http://schemas.microsoft.com/office/drawing/2014/main" id="{137E4046-91F1-012F-EE05-BFD07EA39AD6}"/>
                  </a:ext>
                </a:extLst>
              </p:cNvPr>
              <p:cNvSpPr/>
              <p:nvPr/>
            </p:nvSpPr>
            <p:spPr>
              <a:xfrm>
                <a:off x="9025428" y="499836"/>
                <a:ext cx="63804" cy="63268"/>
              </a:xfrm>
              <a:custGeom>
                <a:avLst/>
                <a:gdLst>
                  <a:gd name="connsiteX0" fmla="*/ 0 w 63804"/>
                  <a:gd name="connsiteY0" fmla="*/ 31604 h 63268"/>
                  <a:gd name="connsiteX1" fmla="*/ 31902 w 63804"/>
                  <a:gd name="connsiteY1" fmla="*/ 63269 h 63268"/>
                  <a:gd name="connsiteX2" fmla="*/ 63805 w 63804"/>
                  <a:gd name="connsiteY2" fmla="*/ 31604 h 63268"/>
                  <a:gd name="connsiteX3" fmla="*/ 31902 w 63804"/>
                  <a:gd name="connsiteY3" fmla="*/ 0 h 63268"/>
                  <a:gd name="connsiteX4" fmla="*/ 0 w 63804"/>
                  <a:gd name="connsiteY4" fmla="*/ 31604 h 63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804" h="63268">
                    <a:moveTo>
                      <a:pt x="0" y="31604"/>
                    </a:moveTo>
                    <a:lnTo>
                      <a:pt x="31902" y="63269"/>
                    </a:lnTo>
                    <a:lnTo>
                      <a:pt x="63805" y="31604"/>
                    </a:lnTo>
                    <a:lnTo>
                      <a:pt x="31902" y="0"/>
                    </a:lnTo>
                    <a:lnTo>
                      <a:pt x="0" y="31604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 222">
                <a:extLst>
                  <a:ext uri="{FF2B5EF4-FFF2-40B4-BE49-F238E27FC236}">
                    <a16:creationId xmlns:a16="http://schemas.microsoft.com/office/drawing/2014/main" id="{E8DBE59D-F668-12F9-F303-40E7AEC26411}"/>
                  </a:ext>
                </a:extLst>
              </p:cNvPr>
              <p:cNvSpPr/>
              <p:nvPr/>
            </p:nvSpPr>
            <p:spPr>
              <a:xfrm>
                <a:off x="9455171" y="99235"/>
                <a:ext cx="209877" cy="228846"/>
              </a:xfrm>
              <a:custGeom>
                <a:avLst/>
                <a:gdLst>
                  <a:gd name="connsiteX0" fmla="*/ 183424 w 209877"/>
                  <a:gd name="connsiteY0" fmla="*/ 197182 h 228846"/>
                  <a:gd name="connsiteX1" fmla="*/ 209878 w 209877"/>
                  <a:gd name="connsiteY1" fmla="*/ 197182 h 228846"/>
                  <a:gd name="connsiteX2" fmla="*/ 209878 w 209877"/>
                  <a:gd name="connsiteY2" fmla="*/ 228846 h 228846"/>
                  <a:gd name="connsiteX3" fmla="*/ 176462 w 209877"/>
                  <a:gd name="connsiteY3" fmla="*/ 228846 h 228846"/>
                  <a:gd name="connsiteX4" fmla="*/ 153761 w 209877"/>
                  <a:gd name="connsiteY4" fmla="*/ 222669 h 228846"/>
                  <a:gd name="connsiteX5" fmla="*/ 144862 w 209877"/>
                  <a:gd name="connsiteY5" fmla="*/ 163779 h 228846"/>
                  <a:gd name="connsiteX6" fmla="*/ 137598 w 209877"/>
                  <a:gd name="connsiteY6" fmla="*/ 135293 h 228846"/>
                  <a:gd name="connsiteX7" fmla="*/ 115139 w 209877"/>
                  <a:gd name="connsiteY7" fmla="*/ 129056 h 228846"/>
                  <a:gd name="connsiteX8" fmla="*/ 66286 w 209877"/>
                  <a:gd name="connsiteY8" fmla="*/ 129056 h 228846"/>
                  <a:gd name="connsiteX9" fmla="*/ 66286 w 209877"/>
                  <a:gd name="connsiteY9" fmla="*/ 197782 h 228846"/>
                  <a:gd name="connsiteX10" fmla="*/ 98008 w 209877"/>
                  <a:gd name="connsiteY10" fmla="*/ 197782 h 228846"/>
                  <a:gd name="connsiteX11" fmla="*/ 98008 w 209877"/>
                  <a:gd name="connsiteY11" fmla="*/ 228846 h 228846"/>
                  <a:gd name="connsiteX12" fmla="*/ 0 w 209877"/>
                  <a:gd name="connsiteY12" fmla="*/ 228846 h 228846"/>
                  <a:gd name="connsiteX13" fmla="*/ 0 w 209877"/>
                  <a:gd name="connsiteY13" fmla="*/ 197782 h 228846"/>
                  <a:gd name="connsiteX14" fmla="*/ 30994 w 209877"/>
                  <a:gd name="connsiteY14" fmla="*/ 197782 h 228846"/>
                  <a:gd name="connsiteX15" fmla="*/ 30994 w 209877"/>
                  <a:gd name="connsiteY15" fmla="*/ 31065 h 228846"/>
                  <a:gd name="connsiteX16" fmla="*/ 0 w 209877"/>
                  <a:gd name="connsiteY16" fmla="*/ 31065 h 228846"/>
                  <a:gd name="connsiteX17" fmla="*/ 0 w 209877"/>
                  <a:gd name="connsiteY17" fmla="*/ 0 h 228846"/>
                  <a:gd name="connsiteX18" fmla="*/ 140201 w 209877"/>
                  <a:gd name="connsiteY18" fmla="*/ 0 h 228846"/>
                  <a:gd name="connsiteX19" fmla="*/ 172588 w 209877"/>
                  <a:gd name="connsiteY19" fmla="*/ 9415 h 228846"/>
                  <a:gd name="connsiteX20" fmla="*/ 185118 w 209877"/>
                  <a:gd name="connsiteY20" fmla="*/ 63748 h 228846"/>
                  <a:gd name="connsiteX21" fmla="*/ 149160 w 209877"/>
                  <a:gd name="connsiteY21" fmla="*/ 115682 h 228846"/>
                  <a:gd name="connsiteX22" fmla="*/ 149160 w 209877"/>
                  <a:gd name="connsiteY22" fmla="*/ 116282 h 228846"/>
                  <a:gd name="connsiteX23" fmla="*/ 181850 w 209877"/>
                  <a:gd name="connsiteY23" fmla="*/ 163419 h 228846"/>
                  <a:gd name="connsiteX24" fmla="*/ 183484 w 209877"/>
                  <a:gd name="connsiteY24" fmla="*/ 197122 h 228846"/>
                  <a:gd name="connsiteX25" fmla="*/ 183484 w 209877"/>
                  <a:gd name="connsiteY25" fmla="*/ 197122 h 228846"/>
                  <a:gd name="connsiteX26" fmla="*/ 128760 w 209877"/>
                  <a:gd name="connsiteY26" fmla="*/ 99730 h 228846"/>
                  <a:gd name="connsiteX27" fmla="*/ 143167 w 209877"/>
                  <a:gd name="connsiteY27" fmla="*/ 97152 h 228846"/>
                  <a:gd name="connsiteX28" fmla="*/ 147465 w 209877"/>
                  <a:gd name="connsiteY28" fmla="*/ 65727 h 228846"/>
                  <a:gd name="connsiteX29" fmla="*/ 143167 w 209877"/>
                  <a:gd name="connsiteY29" fmla="*/ 33703 h 228846"/>
                  <a:gd name="connsiteX30" fmla="*/ 128760 w 209877"/>
                  <a:gd name="connsiteY30" fmla="*/ 31065 h 228846"/>
                  <a:gd name="connsiteX31" fmla="*/ 66286 w 209877"/>
                  <a:gd name="connsiteY31" fmla="*/ 31065 h 228846"/>
                  <a:gd name="connsiteX32" fmla="*/ 66286 w 209877"/>
                  <a:gd name="connsiteY32" fmla="*/ 99730 h 228846"/>
                  <a:gd name="connsiteX33" fmla="*/ 128760 w 209877"/>
                  <a:gd name="connsiteY33" fmla="*/ 99730 h 228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09877" h="228846">
                    <a:moveTo>
                      <a:pt x="183424" y="197182"/>
                    </a:moveTo>
                    <a:lnTo>
                      <a:pt x="209878" y="197182"/>
                    </a:lnTo>
                    <a:lnTo>
                      <a:pt x="209878" y="228846"/>
                    </a:lnTo>
                    <a:lnTo>
                      <a:pt x="176462" y="228846"/>
                    </a:lnTo>
                    <a:cubicBezTo>
                      <a:pt x="162660" y="228846"/>
                      <a:pt x="157696" y="226567"/>
                      <a:pt x="153761" y="222669"/>
                    </a:cubicBezTo>
                    <a:cubicBezTo>
                      <a:pt x="148797" y="217752"/>
                      <a:pt x="146194" y="208936"/>
                      <a:pt x="144862" y="163779"/>
                    </a:cubicBezTo>
                    <a:cubicBezTo>
                      <a:pt x="144256" y="145428"/>
                      <a:pt x="141956" y="139551"/>
                      <a:pt x="137598" y="135293"/>
                    </a:cubicBezTo>
                    <a:cubicBezTo>
                      <a:pt x="132270" y="130075"/>
                      <a:pt x="126702" y="129056"/>
                      <a:pt x="115139" y="129056"/>
                    </a:cubicBezTo>
                    <a:lnTo>
                      <a:pt x="66286" y="129056"/>
                    </a:lnTo>
                    <a:lnTo>
                      <a:pt x="66286" y="197782"/>
                    </a:lnTo>
                    <a:lnTo>
                      <a:pt x="98008" y="197782"/>
                    </a:lnTo>
                    <a:lnTo>
                      <a:pt x="98008" y="228846"/>
                    </a:lnTo>
                    <a:lnTo>
                      <a:pt x="0" y="228846"/>
                    </a:lnTo>
                    <a:lnTo>
                      <a:pt x="0" y="197782"/>
                    </a:lnTo>
                    <a:lnTo>
                      <a:pt x="30994" y="197782"/>
                    </a:lnTo>
                    <a:lnTo>
                      <a:pt x="30994" y="31065"/>
                    </a:lnTo>
                    <a:lnTo>
                      <a:pt x="0" y="31065"/>
                    </a:lnTo>
                    <a:lnTo>
                      <a:pt x="0" y="0"/>
                    </a:lnTo>
                    <a:lnTo>
                      <a:pt x="140201" y="0"/>
                    </a:lnTo>
                    <a:cubicBezTo>
                      <a:pt x="155396" y="0"/>
                      <a:pt x="165626" y="2639"/>
                      <a:pt x="172588" y="9415"/>
                    </a:cubicBezTo>
                    <a:cubicBezTo>
                      <a:pt x="181486" y="18291"/>
                      <a:pt x="185118" y="29385"/>
                      <a:pt x="185118" y="63748"/>
                    </a:cubicBezTo>
                    <a:cubicBezTo>
                      <a:pt x="185118" y="103988"/>
                      <a:pt x="175554" y="112084"/>
                      <a:pt x="149160" y="115682"/>
                    </a:cubicBezTo>
                    <a:lnTo>
                      <a:pt x="149160" y="116282"/>
                    </a:lnTo>
                    <a:cubicBezTo>
                      <a:pt x="173617" y="120900"/>
                      <a:pt x="180457" y="130075"/>
                      <a:pt x="181850" y="163419"/>
                    </a:cubicBezTo>
                    <a:cubicBezTo>
                      <a:pt x="182152" y="173494"/>
                      <a:pt x="182818" y="186987"/>
                      <a:pt x="183484" y="197122"/>
                    </a:cubicBezTo>
                    <a:lnTo>
                      <a:pt x="183484" y="197122"/>
                    </a:lnTo>
                    <a:close/>
                    <a:moveTo>
                      <a:pt x="128760" y="99730"/>
                    </a:moveTo>
                    <a:cubicBezTo>
                      <a:pt x="138263" y="99730"/>
                      <a:pt x="141533" y="98711"/>
                      <a:pt x="143167" y="97152"/>
                    </a:cubicBezTo>
                    <a:cubicBezTo>
                      <a:pt x="146194" y="94153"/>
                      <a:pt x="147465" y="89296"/>
                      <a:pt x="147465" y="65727"/>
                    </a:cubicBezTo>
                    <a:cubicBezTo>
                      <a:pt x="147465" y="42159"/>
                      <a:pt x="146194" y="36642"/>
                      <a:pt x="143167" y="33703"/>
                    </a:cubicBezTo>
                    <a:cubicBezTo>
                      <a:pt x="141593" y="32084"/>
                      <a:pt x="138263" y="31065"/>
                      <a:pt x="128760" y="31065"/>
                    </a:cubicBezTo>
                    <a:lnTo>
                      <a:pt x="66286" y="31065"/>
                    </a:lnTo>
                    <a:lnTo>
                      <a:pt x="66286" y="99730"/>
                    </a:lnTo>
                    <a:lnTo>
                      <a:pt x="128760" y="99730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 223">
                <a:extLst>
                  <a:ext uri="{FF2B5EF4-FFF2-40B4-BE49-F238E27FC236}">
                    <a16:creationId xmlns:a16="http://schemas.microsoft.com/office/drawing/2014/main" id="{35442231-AF8E-EB63-9007-1176DE6E9D35}"/>
                  </a:ext>
                </a:extLst>
              </p:cNvPr>
              <p:cNvSpPr/>
              <p:nvPr/>
            </p:nvSpPr>
            <p:spPr>
              <a:xfrm>
                <a:off x="9691200" y="99235"/>
                <a:ext cx="183363" cy="228846"/>
              </a:xfrm>
              <a:custGeom>
                <a:avLst/>
                <a:gdLst>
                  <a:gd name="connsiteX0" fmla="*/ 0 w 183363"/>
                  <a:gd name="connsiteY0" fmla="*/ 0 h 228846"/>
                  <a:gd name="connsiteX1" fmla="*/ 0 w 183363"/>
                  <a:gd name="connsiteY1" fmla="*/ 31065 h 228846"/>
                  <a:gd name="connsiteX2" fmla="*/ 30873 w 183363"/>
                  <a:gd name="connsiteY2" fmla="*/ 31065 h 228846"/>
                  <a:gd name="connsiteX3" fmla="*/ 30873 w 183363"/>
                  <a:gd name="connsiteY3" fmla="*/ 197782 h 228846"/>
                  <a:gd name="connsiteX4" fmla="*/ 0 w 183363"/>
                  <a:gd name="connsiteY4" fmla="*/ 197782 h 228846"/>
                  <a:gd name="connsiteX5" fmla="*/ 0 w 183363"/>
                  <a:gd name="connsiteY5" fmla="*/ 228846 h 228846"/>
                  <a:gd name="connsiteX6" fmla="*/ 183363 w 183363"/>
                  <a:gd name="connsiteY6" fmla="*/ 228846 h 228846"/>
                  <a:gd name="connsiteX7" fmla="*/ 183363 w 183363"/>
                  <a:gd name="connsiteY7" fmla="*/ 155023 h 228846"/>
                  <a:gd name="connsiteX8" fmla="*/ 148797 w 183363"/>
                  <a:gd name="connsiteY8" fmla="*/ 155023 h 228846"/>
                  <a:gd name="connsiteX9" fmla="*/ 148797 w 183363"/>
                  <a:gd name="connsiteY9" fmla="*/ 197782 h 228846"/>
                  <a:gd name="connsiteX10" fmla="*/ 66227 w 183363"/>
                  <a:gd name="connsiteY10" fmla="*/ 197782 h 228846"/>
                  <a:gd name="connsiteX11" fmla="*/ 66227 w 183363"/>
                  <a:gd name="connsiteY11" fmla="*/ 125158 h 228846"/>
                  <a:gd name="connsiteX12" fmla="*/ 128336 w 183363"/>
                  <a:gd name="connsiteY12" fmla="*/ 125158 h 228846"/>
                  <a:gd name="connsiteX13" fmla="*/ 128336 w 183363"/>
                  <a:gd name="connsiteY13" fmla="*/ 95173 h 228846"/>
                  <a:gd name="connsiteX14" fmla="*/ 66227 w 183363"/>
                  <a:gd name="connsiteY14" fmla="*/ 95173 h 228846"/>
                  <a:gd name="connsiteX15" fmla="*/ 66227 w 183363"/>
                  <a:gd name="connsiteY15" fmla="*/ 31065 h 228846"/>
                  <a:gd name="connsiteX16" fmla="*/ 146133 w 183363"/>
                  <a:gd name="connsiteY16" fmla="*/ 31065 h 228846"/>
                  <a:gd name="connsiteX17" fmla="*/ 146133 w 183363"/>
                  <a:gd name="connsiteY17" fmla="*/ 68966 h 228846"/>
                  <a:gd name="connsiteX18" fmla="*/ 180760 w 183363"/>
                  <a:gd name="connsiteY18" fmla="*/ 68966 h 228846"/>
                  <a:gd name="connsiteX19" fmla="*/ 180760 w 183363"/>
                  <a:gd name="connsiteY19" fmla="*/ 0 h 228846"/>
                  <a:gd name="connsiteX20" fmla="*/ 0 w 183363"/>
                  <a:gd name="connsiteY20" fmla="*/ 0 h 228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3363" h="228846">
                    <a:moveTo>
                      <a:pt x="0" y="0"/>
                    </a:moveTo>
                    <a:lnTo>
                      <a:pt x="0" y="31065"/>
                    </a:lnTo>
                    <a:lnTo>
                      <a:pt x="30873" y="31065"/>
                    </a:lnTo>
                    <a:lnTo>
                      <a:pt x="30873" y="197782"/>
                    </a:lnTo>
                    <a:lnTo>
                      <a:pt x="0" y="197782"/>
                    </a:lnTo>
                    <a:lnTo>
                      <a:pt x="0" y="228846"/>
                    </a:lnTo>
                    <a:lnTo>
                      <a:pt x="183363" y="228846"/>
                    </a:lnTo>
                    <a:lnTo>
                      <a:pt x="183363" y="155023"/>
                    </a:lnTo>
                    <a:lnTo>
                      <a:pt x="148797" y="155023"/>
                    </a:lnTo>
                    <a:lnTo>
                      <a:pt x="148797" y="197782"/>
                    </a:lnTo>
                    <a:lnTo>
                      <a:pt x="66227" y="197782"/>
                    </a:lnTo>
                    <a:lnTo>
                      <a:pt x="66227" y="125158"/>
                    </a:lnTo>
                    <a:lnTo>
                      <a:pt x="128336" y="125158"/>
                    </a:lnTo>
                    <a:lnTo>
                      <a:pt x="128336" y="95173"/>
                    </a:lnTo>
                    <a:lnTo>
                      <a:pt x="66227" y="95173"/>
                    </a:lnTo>
                    <a:lnTo>
                      <a:pt x="66227" y="31065"/>
                    </a:lnTo>
                    <a:lnTo>
                      <a:pt x="146133" y="31065"/>
                    </a:lnTo>
                    <a:lnTo>
                      <a:pt x="146133" y="68966"/>
                    </a:lnTo>
                    <a:lnTo>
                      <a:pt x="180760" y="68966"/>
                    </a:lnTo>
                    <a:lnTo>
                      <a:pt x="1807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 224">
                <a:extLst>
                  <a:ext uri="{FF2B5EF4-FFF2-40B4-BE49-F238E27FC236}">
                    <a16:creationId xmlns:a16="http://schemas.microsoft.com/office/drawing/2014/main" id="{588E1AEC-D793-8FD0-CC19-36C1CA51FFD7}"/>
                  </a:ext>
                </a:extLst>
              </p:cNvPr>
              <p:cNvSpPr/>
              <p:nvPr/>
            </p:nvSpPr>
            <p:spPr>
              <a:xfrm>
                <a:off x="9898474" y="99235"/>
                <a:ext cx="227554" cy="229865"/>
              </a:xfrm>
              <a:custGeom>
                <a:avLst/>
                <a:gdLst>
                  <a:gd name="connsiteX0" fmla="*/ 0 w 227554"/>
                  <a:gd name="connsiteY0" fmla="*/ 31065 h 229865"/>
                  <a:gd name="connsiteX1" fmla="*/ 0 w 227554"/>
                  <a:gd name="connsiteY1" fmla="*/ 0 h 229865"/>
                  <a:gd name="connsiteX2" fmla="*/ 96131 w 227554"/>
                  <a:gd name="connsiteY2" fmla="*/ 0 h 229865"/>
                  <a:gd name="connsiteX3" fmla="*/ 96131 w 227554"/>
                  <a:gd name="connsiteY3" fmla="*/ 31005 h 229865"/>
                  <a:gd name="connsiteX4" fmla="*/ 64834 w 227554"/>
                  <a:gd name="connsiteY4" fmla="*/ 31005 h 229865"/>
                  <a:gd name="connsiteX5" fmla="*/ 113021 w 227554"/>
                  <a:gd name="connsiteY5" fmla="*/ 194903 h 229865"/>
                  <a:gd name="connsiteX6" fmla="*/ 117924 w 227554"/>
                  <a:gd name="connsiteY6" fmla="*/ 194903 h 229865"/>
                  <a:gd name="connsiteX7" fmla="*/ 166473 w 227554"/>
                  <a:gd name="connsiteY7" fmla="*/ 31005 h 229865"/>
                  <a:gd name="connsiteX8" fmla="*/ 135116 w 227554"/>
                  <a:gd name="connsiteY8" fmla="*/ 31005 h 229865"/>
                  <a:gd name="connsiteX9" fmla="*/ 135116 w 227554"/>
                  <a:gd name="connsiteY9" fmla="*/ 0 h 229865"/>
                  <a:gd name="connsiteX10" fmla="*/ 227554 w 227554"/>
                  <a:gd name="connsiteY10" fmla="*/ 0 h 229865"/>
                  <a:gd name="connsiteX11" fmla="*/ 227554 w 227554"/>
                  <a:gd name="connsiteY11" fmla="*/ 31005 h 229865"/>
                  <a:gd name="connsiteX12" fmla="*/ 202190 w 227554"/>
                  <a:gd name="connsiteY12" fmla="*/ 31005 h 229865"/>
                  <a:gd name="connsiteX13" fmla="*/ 142744 w 227554"/>
                  <a:gd name="connsiteY13" fmla="*/ 218711 h 229865"/>
                  <a:gd name="connsiteX14" fmla="*/ 126883 w 227554"/>
                  <a:gd name="connsiteY14" fmla="*/ 229866 h 229865"/>
                  <a:gd name="connsiteX15" fmla="*/ 100853 w 227554"/>
                  <a:gd name="connsiteY15" fmla="*/ 229866 h 229865"/>
                  <a:gd name="connsiteX16" fmla="*/ 84932 w 227554"/>
                  <a:gd name="connsiteY16" fmla="*/ 218711 h 229865"/>
                  <a:gd name="connsiteX17" fmla="*/ 25546 w 227554"/>
                  <a:gd name="connsiteY17" fmla="*/ 31005 h 229865"/>
                  <a:gd name="connsiteX18" fmla="*/ 61 w 227554"/>
                  <a:gd name="connsiteY18" fmla="*/ 31005 h 229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27554" h="229865">
                    <a:moveTo>
                      <a:pt x="0" y="31065"/>
                    </a:moveTo>
                    <a:lnTo>
                      <a:pt x="0" y="0"/>
                    </a:lnTo>
                    <a:lnTo>
                      <a:pt x="96131" y="0"/>
                    </a:lnTo>
                    <a:lnTo>
                      <a:pt x="96131" y="31005"/>
                    </a:lnTo>
                    <a:lnTo>
                      <a:pt x="64834" y="31005"/>
                    </a:lnTo>
                    <a:lnTo>
                      <a:pt x="113021" y="194903"/>
                    </a:lnTo>
                    <a:lnTo>
                      <a:pt x="117924" y="194903"/>
                    </a:lnTo>
                    <a:lnTo>
                      <a:pt x="166473" y="31005"/>
                    </a:lnTo>
                    <a:lnTo>
                      <a:pt x="135116" y="31005"/>
                    </a:lnTo>
                    <a:lnTo>
                      <a:pt x="135116" y="0"/>
                    </a:lnTo>
                    <a:lnTo>
                      <a:pt x="227554" y="0"/>
                    </a:lnTo>
                    <a:lnTo>
                      <a:pt x="227554" y="31005"/>
                    </a:lnTo>
                    <a:lnTo>
                      <a:pt x="202190" y="31005"/>
                    </a:lnTo>
                    <a:lnTo>
                      <a:pt x="142744" y="218711"/>
                    </a:lnTo>
                    <a:cubicBezTo>
                      <a:pt x="139717" y="227887"/>
                      <a:pt x="136751" y="229866"/>
                      <a:pt x="126883" y="229866"/>
                    </a:cubicBezTo>
                    <a:lnTo>
                      <a:pt x="100853" y="229866"/>
                    </a:lnTo>
                    <a:cubicBezTo>
                      <a:pt x="90925" y="229866"/>
                      <a:pt x="87898" y="227887"/>
                      <a:pt x="84932" y="218711"/>
                    </a:cubicBezTo>
                    <a:lnTo>
                      <a:pt x="25546" y="31005"/>
                    </a:lnTo>
                    <a:lnTo>
                      <a:pt x="61" y="31005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 225">
                <a:extLst>
                  <a:ext uri="{FF2B5EF4-FFF2-40B4-BE49-F238E27FC236}">
                    <a16:creationId xmlns:a16="http://schemas.microsoft.com/office/drawing/2014/main" id="{A2DA0A2E-1E96-2B4B-FE6D-82BA55B3B56E}"/>
                  </a:ext>
                </a:extLst>
              </p:cNvPr>
              <p:cNvSpPr/>
              <p:nvPr/>
            </p:nvSpPr>
            <p:spPr>
              <a:xfrm>
                <a:off x="10101390" y="98156"/>
                <a:ext cx="229188" cy="229925"/>
              </a:xfrm>
              <a:custGeom>
                <a:avLst/>
                <a:gdLst>
                  <a:gd name="connsiteX0" fmla="*/ 61 w 229188"/>
                  <a:gd name="connsiteY0" fmla="*/ 229926 h 229925"/>
                  <a:gd name="connsiteX1" fmla="*/ 61 w 229188"/>
                  <a:gd name="connsiteY1" fmla="*/ 198801 h 229925"/>
                  <a:gd name="connsiteX2" fmla="*/ 25183 w 229188"/>
                  <a:gd name="connsiteY2" fmla="*/ 198801 h 229925"/>
                  <a:gd name="connsiteX3" fmla="*/ 84871 w 229188"/>
                  <a:gd name="connsiteY3" fmla="*/ 11094 h 229925"/>
                  <a:gd name="connsiteX4" fmla="*/ 100732 w 229188"/>
                  <a:gd name="connsiteY4" fmla="*/ 0 h 229925"/>
                  <a:gd name="connsiteX5" fmla="*/ 128396 w 229188"/>
                  <a:gd name="connsiteY5" fmla="*/ 0 h 229925"/>
                  <a:gd name="connsiteX6" fmla="*/ 144256 w 229188"/>
                  <a:gd name="connsiteY6" fmla="*/ 11094 h 229925"/>
                  <a:gd name="connsiteX7" fmla="*/ 204066 w 229188"/>
                  <a:gd name="connsiteY7" fmla="*/ 198801 h 229925"/>
                  <a:gd name="connsiteX8" fmla="*/ 229188 w 229188"/>
                  <a:gd name="connsiteY8" fmla="*/ 198801 h 229925"/>
                  <a:gd name="connsiteX9" fmla="*/ 229188 w 229188"/>
                  <a:gd name="connsiteY9" fmla="*/ 229926 h 229925"/>
                  <a:gd name="connsiteX10" fmla="*/ 133421 w 229188"/>
                  <a:gd name="connsiteY10" fmla="*/ 229926 h 229925"/>
                  <a:gd name="connsiteX11" fmla="*/ 133421 w 229188"/>
                  <a:gd name="connsiteY11" fmla="*/ 198801 h 229925"/>
                  <a:gd name="connsiteX12" fmla="*/ 165081 w 229188"/>
                  <a:gd name="connsiteY12" fmla="*/ 198801 h 229925"/>
                  <a:gd name="connsiteX13" fmla="*/ 152913 w 229188"/>
                  <a:gd name="connsiteY13" fmla="*/ 157961 h 229925"/>
                  <a:gd name="connsiteX14" fmla="*/ 72643 w 229188"/>
                  <a:gd name="connsiteY14" fmla="*/ 158261 h 229925"/>
                  <a:gd name="connsiteX15" fmla="*/ 60415 w 229188"/>
                  <a:gd name="connsiteY15" fmla="*/ 198801 h 229925"/>
                  <a:gd name="connsiteX16" fmla="*/ 92135 w 229188"/>
                  <a:gd name="connsiteY16" fmla="*/ 198801 h 229925"/>
                  <a:gd name="connsiteX17" fmla="*/ 92135 w 229188"/>
                  <a:gd name="connsiteY17" fmla="*/ 229926 h 229925"/>
                  <a:gd name="connsiteX18" fmla="*/ 0 w 229188"/>
                  <a:gd name="connsiteY18" fmla="*/ 229926 h 229925"/>
                  <a:gd name="connsiteX19" fmla="*/ 81300 w 229188"/>
                  <a:gd name="connsiteY19" fmla="*/ 128576 h 229925"/>
                  <a:gd name="connsiteX20" fmla="*/ 143954 w 229188"/>
                  <a:gd name="connsiteY20" fmla="*/ 128576 h 229925"/>
                  <a:gd name="connsiteX21" fmla="*/ 115260 w 229188"/>
                  <a:gd name="connsiteY21" fmla="*/ 32084 h 229925"/>
                  <a:gd name="connsiteX22" fmla="*/ 110296 w 229188"/>
                  <a:gd name="connsiteY22" fmla="*/ 32084 h 229925"/>
                  <a:gd name="connsiteX23" fmla="*/ 81300 w 229188"/>
                  <a:gd name="connsiteY23" fmla="*/ 128576 h 229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9188" h="229925">
                    <a:moveTo>
                      <a:pt x="61" y="229926"/>
                    </a:moveTo>
                    <a:lnTo>
                      <a:pt x="61" y="198801"/>
                    </a:lnTo>
                    <a:lnTo>
                      <a:pt x="25183" y="198801"/>
                    </a:lnTo>
                    <a:lnTo>
                      <a:pt x="84871" y="11094"/>
                    </a:lnTo>
                    <a:cubicBezTo>
                      <a:pt x="87898" y="1919"/>
                      <a:pt x="90804" y="0"/>
                      <a:pt x="100732" y="0"/>
                    </a:cubicBezTo>
                    <a:lnTo>
                      <a:pt x="128396" y="0"/>
                    </a:lnTo>
                    <a:cubicBezTo>
                      <a:pt x="138324" y="0"/>
                      <a:pt x="141290" y="1919"/>
                      <a:pt x="144256" y="11094"/>
                    </a:cubicBezTo>
                    <a:lnTo>
                      <a:pt x="204066" y="198801"/>
                    </a:lnTo>
                    <a:lnTo>
                      <a:pt x="229188" y="198801"/>
                    </a:lnTo>
                    <a:lnTo>
                      <a:pt x="229188" y="229926"/>
                    </a:lnTo>
                    <a:lnTo>
                      <a:pt x="133421" y="229926"/>
                    </a:lnTo>
                    <a:lnTo>
                      <a:pt x="133421" y="198801"/>
                    </a:lnTo>
                    <a:lnTo>
                      <a:pt x="165081" y="198801"/>
                    </a:lnTo>
                    <a:lnTo>
                      <a:pt x="152913" y="157961"/>
                    </a:lnTo>
                    <a:cubicBezTo>
                      <a:pt x="132755" y="157961"/>
                      <a:pt x="93830" y="158261"/>
                      <a:pt x="72643" y="158261"/>
                    </a:cubicBezTo>
                    <a:lnTo>
                      <a:pt x="60415" y="198801"/>
                    </a:lnTo>
                    <a:lnTo>
                      <a:pt x="92135" y="198801"/>
                    </a:lnTo>
                    <a:lnTo>
                      <a:pt x="92135" y="229926"/>
                    </a:lnTo>
                    <a:lnTo>
                      <a:pt x="0" y="229926"/>
                    </a:lnTo>
                    <a:close/>
                    <a:moveTo>
                      <a:pt x="81300" y="128576"/>
                    </a:moveTo>
                    <a:lnTo>
                      <a:pt x="143954" y="128576"/>
                    </a:lnTo>
                    <a:lnTo>
                      <a:pt x="115260" y="32084"/>
                    </a:lnTo>
                    <a:lnTo>
                      <a:pt x="110296" y="32084"/>
                    </a:lnTo>
                    <a:lnTo>
                      <a:pt x="81300" y="128576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 226">
                <a:extLst>
                  <a:ext uri="{FF2B5EF4-FFF2-40B4-BE49-F238E27FC236}">
                    <a16:creationId xmlns:a16="http://schemas.microsoft.com/office/drawing/2014/main" id="{D67D761D-D230-DDE1-3E13-2C4E2E2375BA}"/>
                  </a:ext>
                </a:extLst>
              </p:cNvPr>
              <p:cNvSpPr/>
              <p:nvPr/>
            </p:nvSpPr>
            <p:spPr>
              <a:xfrm>
                <a:off x="9455110" y="377077"/>
                <a:ext cx="183060" cy="183748"/>
              </a:xfrm>
              <a:custGeom>
                <a:avLst/>
                <a:gdLst>
                  <a:gd name="connsiteX0" fmla="*/ 114716 w 183060"/>
                  <a:gd name="connsiteY0" fmla="*/ 14573 h 183748"/>
                  <a:gd name="connsiteX1" fmla="*/ 114716 w 183060"/>
                  <a:gd name="connsiteY1" fmla="*/ 0 h 183748"/>
                  <a:gd name="connsiteX2" fmla="*/ 183060 w 183060"/>
                  <a:gd name="connsiteY2" fmla="*/ 0 h 183748"/>
                  <a:gd name="connsiteX3" fmla="*/ 183060 w 183060"/>
                  <a:gd name="connsiteY3" fmla="*/ 14573 h 183748"/>
                  <a:gd name="connsiteX4" fmla="*/ 157393 w 183060"/>
                  <a:gd name="connsiteY4" fmla="*/ 14573 h 183748"/>
                  <a:gd name="connsiteX5" fmla="*/ 157393 w 183060"/>
                  <a:gd name="connsiteY5" fmla="*/ 109985 h 183748"/>
                  <a:gd name="connsiteX6" fmla="*/ 144681 w 183060"/>
                  <a:gd name="connsiteY6" fmla="*/ 175653 h 183748"/>
                  <a:gd name="connsiteX7" fmla="*/ 111507 w 183060"/>
                  <a:gd name="connsiteY7" fmla="*/ 183749 h 183748"/>
                  <a:gd name="connsiteX8" fmla="*/ 70464 w 183060"/>
                  <a:gd name="connsiteY8" fmla="*/ 183749 h 183748"/>
                  <a:gd name="connsiteX9" fmla="*/ 38138 w 183060"/>
                  <a:gd name="connsiteY9" fmla="*/ 175653 h 183748"/>
                  <a:gd name="connsiteX10" fmla="*/ 25485 w 183060"/>
                  <a:gd name="connsiteY10" fmla="*/ 109985 h 183748"/>
                  <a:gd name="connsiteX11" fmla="*/ 25485 w 183060"/>
                  <a:gd name="connsiteY11" fmla="*/ 14573 h 183748"/>
                  <a:gd name="connsiteX12" fmla="*/ 0 w 183060"/>
                  <a:gd name="connsiteY12" fmla="*/ 14573 h 183748"/>
                  <a:gd name="connsiteX13" fmla="*/ 0 w 183060"/>
                  <a:gd name="connsiteY13" fmla="*/ 0 h 183748"/>
                  <a:gd name="connsiteX14" fmla="*/ 68285 w 183060"/>
                  <a:gd name="connsiteY14" fmla="*/ 0 h 183748"/>
                  <a:gd name="connsiteX15" fmla="*/ 68285 w 183060"/>
                  <a:gd name="connsiteY15" fmla="*/ 14573 h 183748"/>
                  <a:gd name="connsiteX16" fmla="*/ 40196 w 183060"/>
                  <a:gd name="connsiteY16" fmla="*/ 14573 h 183748"/>
                  <a:gd name="connsiteX17" fmla="*/ 40196 w 183060"/>
                  <a:gd name="connsiteY17" fmla="*/ 111005 h 183748"/>
                  <a:gd name="connsiteX18" fmla="*/ 49397 w 183060"/>
                  <a:gd name="connsiteY18" fmla="*/ 163599 h 183748"/>
                  <a:gd name="connsiteX19" fmla="*/ 73490 w 183060"/>
                  <a:gd name="connsiteY19" fmla="*/ 169116 h 183748"/>
                  <a:gd name="connsiteX20" fmla="*/ 109509 w 183060"/>
                  <a:gd name="connsiteY20" fmla="*/ 169116 h 183748"/>
                  <a:gd name="connsiteX21" fmla="*/ 133360 w 183060"/>
                  <a:gd name="connsiteY21" fmla="*/ 163599 h 183748"/>
                  <a:gd name="connsiteX22" fmla="*/ 142562 w 183060"/>
                  <a:gd name="connsiteY22" fmla="*/ 111005 h 183748"/>
                  <a:gd name="connsiteX23" fmla="*/ 142562 w 183060"/>
                  <a:gd name="connsiteY23" fmla="*/ 14573 h 183748"/>
                  <a:gd name="connsiteX24" fmla="*/ 114655 w 183060"/>
                  <a:gd name="connsiteY24" fmla="*/ 14573 h 183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3060" h="183748">
                    <a:moveTo>
                      <a:pt x="114716" y="14573"/>
                    </a:moveTo>
                    <a:lnTo>
                      <a:pt x="114716" y="0"/>
                    </a:lnTo>
                    <a:lnTo>
                      <a:pt x="183060" y="0"/>
                    </a:lnTo>
                    <a:lnTo>
                      <a:pt x="183060" y="14573"/>
                    </a:lnTo>
                    <a:lnTo>
                      <a:pt x="157393" y="14573"/>
                    </a:lnTo>
                    <a:lnTo>
                      <a:pt x="157393" y="109985"/>
                    </a:lnTo>
                    <a:cubicBezTo>
                      <a:pt x="157393" y="152744"/>
                      <a:pt x="153700" y="166657"/>
                      <a:pt x="144681" y="175653"/>
                    </a:cubicBezTo>
                    <a:cubicBezTo>
                      <a:pt x="138627" y="181410"/>
                      <a:pt x="129789" y="183749"/>
                      <a:pt x="111507" y="183749"/>
                    </a:cubicBezTo>
                    <a:lnTo>
                      <a:pt x="70464" y="183749"/>
                    </a:lnTo>
                    <a:cubicBezTo>
                      <a:pt x="52182" y="183749"/>
                      <a:pt x="44010" y="181410"/>
                      <a:pt x="38138" y="175653"/>
                    </a:cubicBezTo>
                    <a:cubicBezTo>
                      <a:pt x="29118" y="166657"/>
                      <a:pt x="25485" y="153044"/>
                      <a:pt x="25485" y="109985"/>
                    </a:cubicBezTo>
                    <a:lnTo>
                      <a:pt x="25485" y="14573"/>
                    </a:lnTo>
                    <a:lnTo>
                      <a:pt x="0" y="14573"/>
                    </a:lnTo>
                    <a:lnTo>
                      <a:pt x="0" y="0"/>
                    </a:lnTo>
                    <a:lnTo>
                      <a:pt x="68285" y="0"/>
                    </a:lnTo>
                    <a:lnTo>
                      <a:pt x="68285" y="14573"/>
                    </a:lnTo>
                    <a:lnTo>
                      <a:pt x="40196" y="14573"/>
                    </a:lnTo>
                    <a:lnTo>
                      <a:pt x="40196" y="111005"/>
                    </a:lnTo>
                    <a:cubicBezTo>
                      <a:pt x="40196" y="149326"/>
                      <a:pt x="43888" y="158081"/>
                      <a:pt x="49397" y="163599"/>
                    </a:cubicBezTo>
                    <a:cubicBezTo>
                      <a:pt x="52908" y="167017"/>
                      <a:pt x="57691" y="169116"/>
                      <a:pt x="73490" y="169116"/>
                    </a:cubicBezTo>
                    <a:lnTo>
                      <a:pt x="109509" y="169116"/>
                    </a:lnTo>
                    <a:cubicBezTo>
                      <a:pt x="125430" y="169116"/>
                      <a:pt x="129909" y="167017"/>
                      <a:pt x="133360" y="163599"/>
                    </a:cubicBezTo>
                    <a:cubicBezTo>
                      <a:pt x="139172" y="157902"/>
                      <a:pt x="142562" y="149386"/>
                      <a:pt x="142562" y="111005"/>
                    </a:cubicBezTo>
                    <a:lnTo>
                      <a:pt x="142562" y="14573"/>
                    </a:lnTo>
                    <a:lnTo>
                      <a:pt x="114655" y="1457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 227">
                <a:extLst>
                  <a:ext uri="{FF2B5EF4-FFF2-40B4-BE49-F238E27FC236}">
                    <a16:creationId xmlns:a16="http://schemas.microsoft.com/office/drawing/2014/main" id="{E3A17AC2-8891-2E97-6309-9BB3D1C0EF6E}"/>
                  </a:ext>
                </a:extLst>
              </p:cNvPr>
              <p:cNvSpPr/>
              <p:nvPr/>
            </p:nvSpPr>
            <p:spPr>
              <a:xfrm>
                <a:off x="9654031" y="377017"/>
                <a:ext cx="178762" cy="183988"/>
              </a:xfrm>
              <a:custGeom>
                <a:avLst/>
                <a:gdLst>
                  <a:gd name="connsiteX0" fmla="*/ 139837 w 178762"/>
                  <a:gd name="connsiteY0" fmla="*/ 14633 h 183988"/>
                  <a:gd name="connsiteX1" fmla="*/ 111507 w 178762"/>
                  <a:gd name="connsiteY1" fmla="*/ 14633 h 183988"/>
                  <a:gd name="connsiteX2" fmla="*/ 111507 w 178762"/>
                  <a:gd name="connsiteY2" fmla="*/ 60 h 183988"/>
                  <a:gd name="connsiteX3" fmla="*/ 178762 w 178762"/>
                  <a:gd name="connsiteY3" fmla="*/ 60 h 183988"/>
                  <a:gd name="connsiteX4" fmla="*/ 178762 w 178762"/>
                  <a:gd name="connsiteY4" fmla="*/ 14633 h 183988"/>
                  <a:gd name="connsiteX5" fmla="*/ 154669 w 178762"/>
                  <a:gd name="connsiteY5" fmla="*/ 14633 h 183988"/>
                  <a:gd name="connsiteX6" fmla="*/ 154669 w 178762"/>
                  <a:gd name="connsiteY6" fmla="*/ 183989 h 183988"/>
                  <a:gd name="connsiteX7" fmla="*/ 137477 w 178762"/>
                  <a:gd name="connsiteY7" fmla="*/ 183989 h 183988"/>
                  <a:gd name="connsiteX8" fmla="*/ 127125 w 178762"/>
                  <a:gd name="connsiteY8" fmla="*/ 177752 h 183988"/>
                  <a:gd name="connsiteX9" fmla="*/ 42133 w 178762"/>
                  <a:gd name="connsiteY9" fmla="*/ 13913 h 183988"/>
                  <a:gd name="connsiteX10" fmla="*/ 39469 w 178762"/>
                  <a:gd name="connsiteY10" fmla="*/ 13913 h 183988"/>
                  <a:gd name="connsiteX11" fmla="*/ 39469 w 178762"/>
                  <a:gd name="connsiteY11" fmla="*/ 172234 h 183988"/>
                  <a:gd name="connsiteX12" fmla="*/ 68042 w 178762"/>
                  <a:gd name="connsiteY12" fmla="*/ 172234 h 183988"/>
                  <a:gd name="connsiteX13" fmla="*/ 68042 w 178762"/>
                  <a:gd name="connsiteY13" fmla="*/ 183749 h 183988"/>
                  <a:gd name="connsiteX14" fmla="*/ 0 w 178762"/>
                  <a:gd name="connsiteY14" fmla="*/ 183749 h 183988"/>
                  <a:gd name="connsiteX15" fmla="*/ 0 w 178762"/>
                  <a:gd name="connsiteY15" fmla="*/ 172234 h 183988"/>
                  <a:gd name="connsiteX16" fmla="*/ 24880 w 178762"/>
                  <a:gd name="connsiteY16" fmla="*/ 172234 h 183988"/>
                  <a:gd name="connsiteX17" fmla="*/ 24880 w 178762"/>
                  <a:gd name="connsiteY17" fmla="*/ 14573 h 183988"/>
                  <a:gd name="connsiteX18" fmla="*/ 0 w 178762"/>
                  <a:gd name="connsiteY18" fmla="*/ 14573 h 183988"/>
                  <a:gd name="connsiteX19" fmla="*/ 0 w 178762"/>
                  <a:gd name="connsiteY19" fmla="*/ 0 h 183988"/>
                  <a:gd name="connsiteX20" fmla="*/ 44373 w 178762"/>
                  <a:gd name="connsiteY20" fmla="*/ 0 h 183988"/>
                  <a:gd name="connsiteX21" fmla="*/ 54725 w 178762"/>
                  <a:gd name="connsiteY21" fmla="*/ 6237 h 183988"/>
                  <a:gd name="connsiteX22" fmla="*/ 138930 w 178762"/>
                  <a:gd name="connsiteY22" fmla="*/ 168216 h 183988"/>
                  <a:gd name="connsiteX23" fmla="*/ 139898 w 178762"/>
                  <a:gd name="connsiteY23" fmla="*/ 168216 h 183988"/>
                  <a:gd name="connsiteX24" fmla="*/ 139898 w 178762"/>
                  <a:gd name="connsiteY24" fmla="*/ 14513 h 183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8762" h="183988">
                    <a:moveTo>
                      <a:pt x="139837" y="14633"/>
                    </a:moveTo>
                    <a:lnTo>
                      <a:pt x="111507" y="14633"/>
                    </a:lnTo>
                    <a:lnTo>
                      <a:pt x="111507" y="60"/>
                    </a:lnTo>
                    <a:lnTo>
                      <a:pt x="178762" y="60"/>
                    </a:lnTo>
                    <a:lnTo>
                      <a:pt x="178762" y="14633"/>
                    </a:lnTo>
                    <a:lnTo>
                      <a:pt x="154669" y="14633"/>
                    </a:lnTo>
                    <a:lnTo>
                      <a:pt x="154669" y="183989"/>
                    </a:lnTo>
                    <a:lnTo>
                      <a:pt x="137477" y="183989"/>
                    </a:lnTo>
                    <a:cubicBezTo>
                      <a:pt x="131665" y="183989"/>
                      <a:pt x="129486" y="182489"/>
                      <a:pt x="127125" y="177752"/>
                    </a:cubicBezTo>
                    <a:lnTo>
                      <a:pt x="42133" y="13913"/>
                    </a:lnTo>
                    <a:lnTo>
                      <a:pt x="39469" y="13913"/>
                    </a:lnTo>
                    <a:lnTo>
                      <a:pt x="39469" y="172234"/>
                    </a:lnTo>
                    <a:lnTo>
                      <a:pt x="68042" y="172234"/>
                    </a:lnTo>
                    <a:lnTo>
                      <a:pt x="68042" y="183749"/>
                    </a:lnTo>
                    <a:lnTo>
                      <a:pt x="0" y="183749"/>
                    </a:lnTo>
                    <a:lnTo>
                      <a:pt x="0" y="172234"/>
                    </a:lnTo>
                    <a:lnTo>
                      <a:pt x="24880" y="172234"/>
                    </a:lnTo>
                    <a:lnTo>
                      <a:pt x="24880" y="14573"/>
                    </a:lnTo>
                    <a:lnTo>
                      <a:pt x="0" y="14573"/>
                    </a:lnTo>
                    <a:lnTo>
                      <a:pt x="0" y="0"/>
                    </a:lnTo>
                    <a:lnTo>
                      <a:pt x="44373" y="0"/>
                    </a:lnTo>
                    <a:cubicBezTo>
                      <a:pt x="50184" y="0"/>
                      <a:pt x="52242" y="1319"/>
                      <a:pt x="54725" y="6237"/>
                    </a:cubicBezTo>
                    <a:lnTo>
                      <a:pt x="138930" y="168216"/>
                    </a:lnTo>
                    <a:lnTo>
                      <a:pt x="139898" y="168216"/>
                    </a:lnTo>
                    <a:lnTo>
                      <a:pt x="139898" y="1451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 228">
                <a:extLst>
                  <a:ext uri="{FF2B5EF4-FFF2-40B4-BE49-F238E27FC236}">
                    <a16:creationId xmlns:a16="http://schemas.microsoft.com/office/drawing/2014/main" id="{B894DF7B-A38F-A018-48B2-259AC5E1EE4F}"/>
                  </a:ext>
                </a:extLst>
              </p:cNvPr>
              <p:cNvSpPr/>
              <p:nvPr/>
            </p:nvSpPr>
            <p:spPr>
              <a:xfrm>
                <a:off x="9852104" y="377077"/>
                <a:ext cx="69131" cy="183688"/>
              </a:xfrm>
              <a:custGeom>
                <a:avLst/>
                <a:gdLst>
                  <a:gd name="connsiteX0" fmla="*/ 0 w 69131"/>
                  <a:gd name="connsiteY0" fmla="*/ 0 h 183688"/>
                  <a:gd name="connsiteX1" fmla="*/ 0 w 69131"/>
                  <a:gd name="connsiteY1" fmla="*/ 14573 h 183688"/>
                  <a:gd name="connsiteX2" fmla="*/ 27301 w 69131"/>
                  <a:gd name="connsiteY2" fmla="*/ 14573 h 183688"/>
                  <a:gd name="connsiteX3" fmla="*/ 27301 w 69131"/>
                  <a:gd name="connsiteY3" fmla="*/ 169116 h 183688"/>
                  <a:gd name="connsiteX4" fmla="*/ 0 w 69131"/>
                  <a:gd name="connsiteY4" fmla="*/ 169116 h 183688"/>
                  <a:gd name="connsiteX5" fmla="*/ 0 w 69131"/>
                  <a:gd name="connsiteY5" fmla="*/ 183689 h 183688"/>
                  <a:gd name="connsiteX6" fmla="*/ 69131 w 69131"/>
                  <a:gd name="connsiteY6" fmla="*/ 183689 h 183688"/>
                  <a:gd name="connsiteX7" fmla="*/ 69131 w 69131"/>
                  <a:gd name="connsiteY7" fmla="*/ 169116 h 183688"/>
                  <a:gd name="connsiteX8" fmla="*/ 42193 w 69131"/>
                  <a:gd name="connsiteY8" fmla="*/ 169116 h 183688"/>
                  <a:gd name="connsiteX9" fmla="*/ 42193 w 69131"/>
                  <a:gd name="connsiteY9" fmla="*/ 14573 h 183688"/>
                  <a:gd name="connsiteX10" fmla="*/ 69131 w 69131"/>
                  <a:gd name="connsiteY10" fmla="*/ 14573 h 183688"/>
                  <a:gd name="connsiteX11" fmla="*/ 69131 w 69131"/>
                  <a:gd name="connsiteY11" fmla="*/ 0 h 183688"/>
                  <a:gd name="connsiteX12" fmla="*/ 0 w 69131"/>
                  <a:gd name="connsiteY1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1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7301" y="14573"/>
                    </a:lnTo>
                    <a:lnTo>
                      <a:pt x="27301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69131" y="183689"/>
                    </a:lnTo>
                    <a:lnTo>
                      <a:pt x="69131" y="169116"/>
                    </a:lnTo>
                    <a:lnTo>
                      <a:pt x="42193" y="169116"/>
                    </a:lnTo>
                    <a:lnTo>
                      <a:pt x="42193" y="14573"/>
                    </a:lnTo>
                    <a:lnTo>
                      <a:pt x="69131" y="14573"/>
                    </a:lnTo>
                    <a:lnTo>
                      <a:pt x="6913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 229">
                <a:extLst>
                  <a:ext uri="{FF2B5EF4-FFF2-40B4-BE49-F238E27FC236}">
                    <a16:creationId xmlns:a16="http://schemas.microsoft.com/office/drawing/2014/main" id="{5E6530CD-3257-802B-68DD-6A98D85B99C6}"/>
                  </a:ext>
                </a:extLst>
              </p:cNvPr>
              <p:cNvSpPr/>
              <p:nvPr/>
            </p:nvSpPr>
            <p:spPr>
              <a:xfrm>
                <a:off x="9939154" y="377077"/>
                <a:ext cx="182939" cy="184768"/>
              </a:xfrm>
              <a:custGeom>
                <a:avLst/>
                <a:gdLst>
                  <a:gd name="connsiteX0" fmla="*/ 121 w 182939"/>
                  <a:gd name="connsiteY0" fmla="*/ 14573 h 184768"/>
                  <a:gd name="connsiteX1" fmla="*/ 121 w 182939"/>
                  <a:gd name="connsiteY1" fmla="*/ 0 h 184768"/>
                  <a:gd name="connsiteX2" fmla="*/ 66105 w 182939"/>
                  <a:gd name="connsiteY2" fmla="*/ 0 h 184768"/>
                  <a:gd name="connsiteX3" fmla="*/ 66105 w 182939"/>
                  <a:gd name="connsiteY3" fmla="*/ 14573 h 184768"/>
                  <a:gd name="connsiteX4" fmla="*/ 40559 w 182939"/>
                  <a:gd name="connsiteY4" fmla="*/ 14573 h 184768"/>
                  <a:gd name="connsiteX5" fmla="*/ 88927 w 182939"/>
                  <a:gd name="connsiteY5" fmla="*/ 169176 h 184768"/>
                  <a:gd name="connsiteX6" fmla="*/ 93952 w 182939"/>
                  <a:gd name="connsiteY6" fmla="*/ 169176 h 184768"/>
                  <a:gd name="connsiteX7" fmla="*/ 142562 w 182939"/>
                  <a:gd name="connsiteY7" fmla="*/ 14573 h 184768"/>
                  <a:gd name="connsiteX8" fmla="*/ 117985 w 182939"/>
                  <a:gd name="connsiteY8" fmla="*/ 14573 h 184768"/>
                  <a:gd name="connsiteX9" fmla="*/ 117985 w 182939"/>
                  <a:gd name="connsiteY9" fmla="*/ 0 h 184768"/>
                  <a:gd name="connsiteX10" fmla="*/ 182940 w 182939"/>
                  <a:gd name="connsiteY10" fmla="*/ 0 h 184768"/>
                  <a:gd name="connsiteX11" fmla="*/ 182940 w 182939"/>
                  <a:gd name="connsiteY11" fmla="*/ 14573 h 184768"/>
                  <a:gd name="connsiteX12" fmla="*/ 159028 w 182939"/>
                  <a:gd name="connsiteY12" fmla="*/ 14573 h 184768"/>
                  <a:gd name="connsiteX13" fmla="*/ 105454 w 182939"/>
                  <a:gd name="connsiteY13" fmla="*/ 177692 h 184768"/>
                  <a:gd name="connsiteX14" fmla="*/ 94860 w 182939"/>
                  <a:gd name="connsiteY14" fmla="*/ 184768 h 184768"/>
                  <a:gd name="connsiteX15" fmla="*/ 87717 w 182939"/>
                  <a:gd name="connsiteY15" fmla="*/ 184768 h 184768"/>
                  <a:gd name="connsiteX16" fmla="*/ 77123 w 182939"/>
                  <a:gd name="connsiteY16" fmla="*/ 177692 h 184768"/>
                  <a:gd name="connsiteX17" fmla="*/ 23851 w 182939"/>
                  <a:gd name="connsiteY17" fmla="*/ 14573 h 184768"/>
                  <a:gd name="connsiteX18" fmla="*/ 0 w 182939"/>
                  <a:gd name="connsiteY18" fmla="*/ 14573 h 18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2939" h="184768">
                    <a:moveTo>
                      <a:pt x="121" y="14573"/>
                    </a:moveTo>
                    <a:lnTo>
                      <a:pt x="121" y="0"/>
                    </a:lnTo>
                    <a:lnTo>
                      <a:pt x="66105" y="0"/>
                    </a:lnTo>
                    <a:lnTo>
                      <a:pt x="66105" y="14573"/>
                    </a:lnTo>
                    <a:lnTo>
                      <a:pt x="40559" y="14573"/>
                    </a:lnTo>
                    <a:lnTo>
                      <a:pt x="88927" y="169176"/>
                    </a:lnTo>
                    <a:lnTo>
                      <a:pt x="93952" y="169176"/>
                    </a:lnTo>
                    <a:lnTo>
                      <a:pt x="142562" y="14573"/>
                    </a:lnTo>
                    <a:lnTo>
                      <a:pt x="117985" y="14573"/>
                    </a:lnTo>
                    <a:lnTo>
                      <a:pt x="117985" y="0"/>
                    </a:lnTo>
                    <a:lnTo>
                      <a:pt x="182940" y="0"/>
                    </a:lnTo>
                    <a:lnTo>
                      <a:pt x="182940" y="14573"/>
                    </a:lnTo>
                    <a:lnTo>
                      <a:pt x="159028" y="14573"/>
                    </a:lnTo>
                    <a:lnTo>
                      <a:pt x="105454" y="177692"/>
                    </a:lnTo>
                    <a:cubicBezTo>
                      <a:pt x="103093" y="184288"/>
                      <a:pt x="102064" y="184768"/>
                      <a:pt x="94860" y="184768"/>
                    </a:cubicBezTo>
                    <a:lnTo>
                      <a:pt x="87717" y="184768"/>
                    </a:lnTo>
                    <a:cubicBezTo>
                      <a:pt x="80876" y="184768"/>
                      <a:pt x="78939" y="183209"/>
                      <a:pt x="77123" y="177692"/>
                    </a:cubicBezTo>
                    <a:lnTo>
                      <a:pt x="23851" y="14573"/>
                    </a:lnTo>
                    <a:lnTo>
                      <a:pt x="0" y="1457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 230">
                <a:extLst>
                  <a:ext uri="{FF2B5EF4-FFF2-40B4-BE49-F238E27FC236}">
                    <a16:creationId xmlns:a16="http://schemas.microsoft.com/office/drawing/2014/main" id="{738A7144-2871-3D85-1B00-47EC7310AA16}"/>
                  </a:ext>
                </a:extLst>
              </p:cNvPr>
              <p:cNvSpPr/>
              <p:nvPr/>
            </p:nvSpPr>
            <p:spPr>
              <a:xfrm>
                <a:off x="10140315" y="377077"/>
                <a:ext cx="141047" cy="183688"/>
              </a:xfrm>
              <a:custGeom>
                <a:avLst/>
                <a:gdLst>
                  <a:gd name="connsiteX0" fmla="*/ 0 w 141047"/>
                  <a:gd name="connsiteY0" fmla="*/ 0 h 183688"/>
                  <a:gd name="connsiteX1" fmla="*/ 0 w 141047"/>
                  <a:gd name="connsiteY1" fmla="*/ 14573 h 183688"/>
                  <a:gd name="connsiteX2" fmla="*/ 25062 w 141047"/>
                  <a:gd name="connsiteY2" fmla="*/ 14573 h 183688"/>
                  <a:gd name="connsiteX3" fmla="*/ 25062 w 141047"/>
                  <a:gd name="connsiteY3" fmla="*/ 169116 h 183688"/>
                  <a:gd name="connsiteX4" fmla="*/ 0 w 141047"/>
                  <a:gd name="connsiteY4" fmla="*/ 169116 h 183688"/>
                  <a:gd name="connsiteX5" fmla="*/ 0 w 141047"/>
                  <a:gd name="connsiteY5" fmla="*/ 183689 h 183688"/>
                  <a:gd name="connsiteX6" fmla="*/ 141048 w 141047"/>
                  <a:gd name="connsiteY6" fmla="*/ 183689 h 183688"/>
                  <a:gd name="connsiteX7" fmla="*/ 141048 w 141047"/>
                  <a:gd name="connsiteY7" fmla="*/ 144708 h 183688"/>
                  <a:gd name="connsiteX8" fmla="*/ 126399 w 141047"/>
                  <a:gd name="connsiteY8" fmla="*/ 144708 h 183688"/>
                  <a:gd name="connsiteX9" fmla="*/ 126399 w 141047"/>
                  <a:gd name="connsiteY9" fmla="*/ 169116 h 183688"/>
                  <a:gd name="connsiteX10" fmla="*/ 40014 w 141047"/>
                  <a:gd name="connsiteY10" fmla="*/ 169116 h 183688"/>
                  <a:gd name="connsiteX11" fmla="*/ 40014 w 141047"/>
                  <a:gd name="connsiteY11" fmla="*/ 95712 h 183688"/>
                  <a:gd name="connsiteX12" fmla="*/ 104848 w 141047"/>
                  <a:gd name="connsiteY12" fmla="*/ 95712 h 183688"/>
                  <a:gd name="connsiteX13" fmla="*/ 104848 w 141047"/>
                  <a:gd name="connsiteY13" fmla="*/ 81140 h 183688"/>
                  <a:gd name="connsiteX14" fmla="*/ 40014 w 141047"/>
                  <a:gd name="connsiteY14" fmla="*/ 81140 h 183688"/>
                  <a:gd name="connsiteX15" fmla="*/ 40014 w 141047"/>
                  <a:gd name="connsiteY15" fmla="*/ 14573 h 183688"/>
                  <a:gd name="connsiteX16" fmla="*/ 126399 w 141047"/>
                  <a:gd name="connsiteY16" fmla="*/ 14573 h 183688"/>
                  <a:gd name="connsiteX17" fmla="*/ 126399 w 141047"/>
                  <a:gd name="connsiteY17" fmla="*/ 38141 h 183688"/>
                  <a:gd name="connsiteX18" fmla="*/ 141048 w 141047"/>
                  <a:gd name="connsiteY18" fmla="*/ 38141 h 183688"/>
                  <a:gd name="connsiteX19" fmla="*/ 141048 w 141047"/>
                  <a:gd name="connsiteY19" fmla="*/ 0 h 183688"/>
                  <a:gd name="connsiteX20" fmla="*/ 0 w 141047"/>
                  <a:gd name="connsiteY20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1047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5062" y="14573"/>
                    </a:lnTo>
                    <a:lnTo>
                      <a:pt x="25062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141048" y="183689"/>
                    </a:lnTo>
                    <a:lnTo>
                      <a:pt x="141048" y="144708"/>
                    </a:lnTo>
                    <a:lnTo>
                      <a:pt x="126399" y="144708"/>
                    </a:lnTo>
                    <a:lnTo>
                      <a:pt x="126399" y="169116"/>
                    </a:lnTo>
                    <a:lnTo>
                      <a:pt x="40014" y="169116"/>
                    </a:lnTo>
                    <a:lnTo>
                      <a:pt x="40014" y="95712"/>
                    </a:lnTo>
                    <a:lnTo>
                      <a:pt x="104848" y="95712"/>
                    </a:lnTo>
                    <a:lnTo>
                      <a:pt x="104848" y="81140"/>
                    </a:lnTo>
                    <a:lnTo>
                      <a:pt x="40014" y="81140"/>
                    </a:lnTo>
                    <a:lnTo>
                      <a:pt x="40014" y="14573"/>
                    </a:lnTo>
                    <a:lnTo>
                      <a:pt x="126399" y="14573"/>
                    </a:lnTo>
                    <a:lnTo>
                      <a:pt x="126399" y="38141"/>
                    </a:lnTo>
                    <a:lnTo>
                      <a:pt x="141048" y="38141"/>
                    </a:lnTo>
                    <a:lnTo>
                      <a:pt x="14104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 231">
                <a:extLst>
                  <a:ext uri="{FF2B5EF4-FFF2-40B4-BE49-F238E27FC236}">
                    <a16:creationId xmlns:a16="http://schemas.microsoft.com/office/drawing/2014/main" id="{D467B4DA-1656-E155-28CC-F08E38FFC4B2}"/>
                  </a:ext>
                </a:extLst>
              </p:cNvPr>
              <p:cNvSpPr/>
              <p:nvPr/>
            </p:nvSpPr>
            <p:spPr>
              <a:xfrm>
                <a:off x="10310360" y="377137"/>
                <a:ext cx="169016" cy="183628"/>
              </a:xfrm>
              <a:custGeom>
                <a:avLst/>
                <a:gdLst>
                  <a:gd name="connsiteX0" fmla="*/ 142501 w 169016"/>
                  <a:gd name="connsiteY0" fmla="*/ 169056 h 183628"/>
                  <a:gd name="connsiteX1" fmla="*/ 169016 w 169016"/>
                  <a:gd name="connsiteY1" fmla="*/ 169056 h 183628"/>
                  <a:gd name="connsiteX2" fmla="*/ 169016 w 169016"/>
                  <a:gd name="connsiteY2" fmla="*/ 183629 h 183628"/>
                  <a:gd name="connsiteX3" fmla="*/ 140624 w 169016"/>
                  <a:gd name="connsiteY3" fmla="*/ 183629 h 183628"/>
                  <a:gd name="connsiteX4" fmla="*/ 130818 w 169016"/>
                  <a:gd name="connsiteY4" fmla="*/ 180990 h 183628"/>
                  <a:gd name="connsiteX5" fmla="*/ 125793 w 169016"/>
                  <a:gd name="connsiteY5" fmla="*/ 136672 h 183628"/>
                  <a:gd name="connsiteX6" fmla="*/ 118650 w 169016"/>
                  <a:gd name="connsiteY6" fmla="*/ 105667 h 183628"/>
                  <a:gd name="connsiteX7" fmla="*/ 97160 w 169016"/>
                  <a:gd name="connsiteY7" fmla="*/ 100810 h 183628"/>
                  <a:gd name="connsiteX8" fmla="*/ 40014 w 169016"/>
                  <a:gd name="connsiteY8" fmla="*/ 100810 h 183628"/>
                  <a:gd name="connsiteX9" fmla="*/ 40014 w 169016"/>
                  <a:gd name="connsiteY9" fmla="*/ 169056 h 183628"/>
                  <a:gd name="connsiteX10" fmla="*/ 68345 w 169016"/>
                  <a:gd name="connsiteY10" fmla="*/ 169056 h 183628"/>
                  <a:gd name="connsiteX11" fmla="*/ 68345 w 169016"/>
                  <a:gd name="connsiteY11" fmla="*/ 183629 h 183628"/>
                  <a:gd name="connsiteX12" fmla="*/ 0 w 169016"/>
                  <a:gd name="connsiteY12" fmla="*/ 183629 h 183628"/>
                  <a:gd name="connsiteX13" fmla="*/ 0 w 169016"/>
                  <a:gd name="connsiteY13" fmla="*/ 169056 h 183628"/>
                  <a:gd name="connsiteX14" fmla="*/ 25364 w 169016"/>
                  <a:gd name="connsiteY14" fmla="*/ 169056 h 183628"/>
                  <a:gd name="connsiteX15" fmla="*/ 25364 w 169016"/>
                  <a:gd name="connsiteY15" fmla="*/ 14513 h 183628"/>
                  <a:gd name="connsiteX16" fmla="*/ 0 w 169016"/>
                  <a:gd name="connsiteY16" fmla="*/ 14513 h 183628"/>
                  <a:gd name="connsiteX17" fmla="*/ 0 w 169016"/>
                  <a:gd name="connsiteY17" fmla="*/ 0 h 183628"/>
                  <a:gd name="connsiteX18" fmla="*/ 102184 w 169016"/>
                  <a:gd name="connsiteY18" fmla="*/ 0 h 183628"/>
                  <a:gd name="connsiteX19" fmla="*/ 129547 w 169016"/>
                  <a:gd name="connsiteY19" fmla="*/ 7856 h 183628"/>
                  <a:gd name="connsiteX20" fmla="*/ 140927 w 169016"/>
                  <a:gd name="connsiteY20" fmla="*/ 49595 h 183628"/>
                  <a:gd name="connsiteX21" fmla="*/ 115441 w 169016"/>
                  <a:gd name="connsiteY21" fmla="*/ 93973 h 183628"/>
                  <a:gd name="connsiteX22" fmla="*/ 119437 w 169016"/>
                  <a:gd name="connsiteY22" fmla="*/ 94513 h 183628"/>
                  <a:gd name="connsiteX23" fmla="*/ 140382 w 169016"/>
                  <a:gd name="connsiteY23" fmla="*/ 136492 h 183628"/>
                  <a:gd name="connsiteX24" fmla="*/ 142501 w 169016"/>
                  <a:gd name="connsiteY24" fmla="*/ 169116 h 183628"/>
                  <a:gd name="connsiteX25" fmla="*/ 142501 w 169016"/>
                  <a:gd name="connsiteY25" fmla="*/ 169116 h 183628"/>
                  <a:gd name="connsiteX26" fmla="*/ 97887 w 169016"/>
                  <a:gd name="connsiteY26" fmla="*/ 86237 h 183628"/>
                  <a:gd name="connsiteX27" fmla="*/ 117621 w 169016"/>
                  <a:gd name="connsiteY27" fmla="*/ 81080 h 183628"/>
                  <a:gd name="connsiteX28" fmla="*/ 125975 w 169016"/>
                  <a:gd name="connsiteY28" fmla="*/ 49775 h 183628"/>
                  <a:gd name="connsiteX29" fmla="*/ 117984 w 169016"/>
                  <a:gd name="connsiteY29" fmla="*/ 19250 h 183628"/>
                  <a:gd name="connsiteX30" fmla="*/ 98371 w 169016"/>
                  <a:gd name="connsiteY30" fmla="*/ 14513 h 183628"/>
                  <a:gd name="connsiteX31" fmla="*/ 39953 w 169016"/>
                  <a:gd name="connsiteY31" fmla="*/ 14513 h 183628"/>
                  <a:gd name="connsiteX32" fmla="*/ 39953 w 169016"/>
                  <a:gd name="connsiteY32" fmla="*/ 86237 h 183628"/>
                  <a:gd name="connsiteX33" fmla="*/ 97826 w 169016"/>
                  <a:gd name="connsiteY33" fmla="*/ 86237 h 18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69016" h="183628">
                    <a:moveTo>
                      <a:pt x="142501" y="169056"/>
                    </a:moveTo>
                    <a:lnTo>
                      <a:pt x="169016" y="169056"/>
                    </a:lnTo>
                    <a:lnTo>
                      <a:pt x="169016" y="183629"/>
                    </a:lnTo>
                    <a:lnTo>
                      <a:pt x="140624" y="183629"/>
                    </a:lnTo>
                    <a:cubicBezTo>
                      <a:pt x="135358" y="183629"/>
                      <a:pt x="132695" y="182849"/>
                      <a:pt x="130818" y="180990"/>
                    </a:cubicBezTo>
                    <a:cubicBezTo>
                      <a:pt x="127912" y="178051"/>
                      <a:pt x="126822" y="174213"/>
                      <a:pt x="125793" y="136672"/>
                    </a:cubicBezTo>
                    <a:cubicBezTo>
                      <a:pt x="125006" y="115623"/>
                      <a:pt x="122585" y="109626"/>
                      <a:pt x="118650" y="105667"/>
                    </a:cubicBezTo>
                    <a:cubicBezTo>
                      <a:pt x="114413" y="101170"/>
                      <a:pt x="108540" y="100810"/>
                      <a:pt x="97160" y="100810"/>
                    </a:cubicBezTo>
                    <a:lnTo>
                      <a:pt x="40014" y="100810"/>
                    </a:lnTo>
                    <a:lnTo>
                      <a:pt x="40014" y="169056"/>
                    </a:lnTo>
                    <a:lnTo>
                      <a:pt x="68345" y="169056"/>
                    </a:lnTo>
                    <a:lnTo>
                      <a:pt x="68345" y="183629"/>
                    </a:lnTo>
                    <a:lnTo>
                      <a:pt x="0" y="183629"/>
                    </a:lnTo>
                    <a:lnTo>
                      <a:pt x="0" y="169056"/>
                    </a:lnTo>
                    <a:lnTo>
                      <a:pt x="25364" y="169056"/>
                    </a:lnTo>
                    <a:lnTo>
                      <a:pt x="25364" y="14513"/>
                    </a:lnTo>
                    <a:lnTo>
                      <a:pt x="0" y="14513"/>
                    </a:lnTo>
                    <a:lnTo>
                      <a:pt x="0" y="0"/>
                    </a:lnTo>
                    <a:lnTo>
                      <a:pt x="102184" y="0"/>
                    </a:lnTo>
                    <a:cubicBezTo>
                      <a:pt x="115805" y="0"/>
                      <a:pt x="123735" y="1799"/>
                      <a:pt x="129547" y="7856"/>
                    </a:cubicBezTo>
                    <a:cubicBezTo>
                      <a:pt x="136750" y="14933"/>
                      <a:pt x="140927" y="23328"/>
                      <a:pt x="140927" y="49595"/>
                    </a:cubicBezTo>
                    <a:cubicBezTo>
                      <a:pt x="140927" y="81140"/>
                      <a:pt x="131908" y="89775"/>
                      <a:pt x="115441" y="93973"/>
                    </a:cubicBezTo>
                    <a:lnTo>
                      <a:pt x="119437" y="94513"/>
                    </a:lnTo>
                    <a:cubicBezTo>
                      <a:pt x="136629" y="97931"/>
                      <a:pt x="139050" y="104948"/>
                      <a:pt x="140382" y="136492"/>
                    </a:cubicBezTo>
                    <a:cubicBezTo>
                      <a:pt x="141411" y="160600"/>
                      <a:pt x="141714" y="162759"/>
                      <a:pt x="142501" y="169116"/>
                    </a:cubicBezTo>
                    <a:lnTo>
                      <a:pt x="142501" y="169116"/>
                    </a:lnTo>
                    <a:close/>
                    <a:moveTo>
                      <a:pt x="97887" y="86237"/>
                    </a:moveTo>
                    <a:cubicBezTo>
                      <a:pt x="108722" y="86237"/>
                      <a:pt x="113989" y="84738"/>
                      <a:pt x="117621" y="81080"/>
                    </a:cubicBezTo>
                    <a:cubicBezTo>
                      <a:pt x="121314" y="77362"/>
                      <a:pt x="125975" y="72144"/>
                      <a:pt x="125975" y="49775"/>
                    </a:cubicBezTo>
                    <a:cubicBezTo>
                      <a:pt x="125975" y="27406"/>
                      <a:pt x="122040" y="23208"/>
                      <a:pt x="117984" y="19250"/>
                    </a:cubicBezTo>
                    <a:cubicBezTo>
                      <a:pt x="114292" y="15592"/>
                      <a:pt x="108480" y="14513"/>
                      <a:pt x="98371" y="14513"/>
                    </a:cubicBezTo>
                    <a:lnTo>
                      <a:pt x="39953" y="14513"/>
                    </a:lnTo>
                    <a:lnTo>
                      <a:pt x="39953" y="86237"/>
                    </a:lnTo>
                    <a:lnTo>
                      <a:pt x="97826" y="86237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 232">
                <a:extLst>
                  <a:ext uri="{FF2B5EF4-FFF2-40B4-BE49-F238E27FC236}">
                    <a16:creationId xmlns:a16="http://schemas.microsoft.com/office/drawing/2014/main" id="{6D9F2020-1A43-66A6-702B-669E868B3588}"/>
                  </a:ext>
                </a:extLst>
              </p:cNvPr>
              <p:cNvSpPr/>
              <p:nvPr/>
            </p:nvSpPr>
            <p:spPr>
              <a:xfrm>
                <a:off x="10505345" y="376957"/>
                <a:ext cx="131968" cy="183808"/>
              </a:xfrm>
              <a:custGeom>
                <a:avLst/>
                <a:gdLst>
                  <a:gd name="connsiteX0" fmla="*/ 121072 w 131968"/>
                  <a:gd name="connsiteY0" fmla="*/ 175953 h 183808"/>
                  <a:gd name="connsiteX1" fmla="*/ 95102 w 131968"/>
                  <a:gd name="connsiteY1" fmla="*/ 183809 h 183808"/>
                  <a:gd name="connsiteX2" fmla="*/ 35474 w 131968"/>
                  <a:gd name="connsiteY2" fmla="*/ 183809 h 183808"/>
                  <a:gd name="connsiteX3" fmla="*/ 9565 w 131968"/>
                  <a:gd name="connsiteY3" fmla="*/ 176492 h 183808"/>
                  <a:gd name="connsiteX4" fmla="*/ 0 w 131968"/>
                  <a:gd name="connsiteY4" fmla="*/ 130255 h 183808"/>
                  <a:gd name="connsiteX5" fmla="*/ 14589 w 131968"/>
                  <a:gd name="connsiteY5" fmla="*/ 130255 h 183808"/>
                  <a:gd name="connsiteX6" fmla="*/ 20764 w 131968"/>
                  <a:gd name="connsiteY6" fmla="*/ 164198 h 183808"/>
                  <a:gd name="connsiteX7" fmla="*/ 38259 w 131968"/>
                  <a:gd name="connsiteY7" fmla="*/ 169236 h 183808"/>
                  <a:gd name="connsiteX8" fmla="*/ 93709 w 131968"/>
                  <a:gd name="connsiteY8" fmla="*/ 169236 h 183808"/>
                  <a:gd name="connsiteX9" fmla="*/ 111750 w 131968"/>
                  <a:gd name="connsiteY9" fmla="*/ 163959 h 183808"/>
                  <a:gd name="connsiteX10" fmla="*/ 116350 w 131968"/>
                  <a:gd name="connsiteY10" fmla="*/ 135233 h 183808"/>
                  <a:gd name="connsiteX11" fmla="*/ 112294 w 131968"/>
                  <a:gd name="connsiteY11" fmla="*/ 109386 h 183808"/>
                  <a:gd name="connsiteX12" fmla="*/ 92196 w 131968"/>
                  <a:gd name="connsiteY12" fmla="*/ 103509 h 183808"/>
                  <a:gd name="connsiteX13" fmla="*/ 38804 w 131968"/>
                  <a:gd name="connsiteY13" fmla="*/ 97452 h 183808"/>
                  <a:gd name="connsiteX14" fmla="*/ 11139 w 131968"/>
                  <a:gd name="connsiteY14" fmla="*/ 85877 h 183808"/>
                  <a:gd name="connsiteX15" fmla="*/ 2603 w 131968"/>
                  <a:gd name="connsiteY15" fmla="*/ 48276 h 183808"/>
                  <a:gd name="connsiteX16" fmla="*/ 13137 w 131968"/>
                  <a:gd name="connsiteY16" fmla="*/ 7856 h 183808"/>
                  <a:gd name="connsiteX17" fmla="*/ 38925 w 131968"/>
                  <a:gd name="connsiteY17" fmla="*/ 0 h 183808"/>
                  <a:gd name="connsiteX18" fmla="*/ 92741 w 131968"/>
                  <a:gd name="connsiteY18" fmla="*/ 0 h 183808"/>
                  <a:gd name="connsiteX19" fmla="*/ 118711 w 131968"/>
                  <a:gd name="connsiteY19" fmla="*/ 7376 h 183808"/>
                  <a:gd name="connsiteX20" fmla="*/ 128154 w 131968"/>
                  <a:gd name="connsiteY20" fmla="*/ 51994 h 183808"/>
                  <a:gd name="connsiteX21" fmla="*/ 113383 w 131968"/>
                  <a:gd name="connsiteY21" fmla="*/ 51994 h 183808"/>
                  <a:gd name="connsiteX22" fmla="*/ 107269 w 131968"/>
                  <a:gd name="connsiteY22" fmla="*/ 19550 h 183808"/>
                  <a:gd name="connsiteX23" fmla="*/ 89775 w 131968"/>
                  <a:gd name="connsiteY23" fmla="*/ 14573 h 183808"/>
                  <a:gd name="connsiteX24" fmla="*/ 42375 w 131968"/>
                  <a:gd name="connsiteY24" fmla="*/ 14573 h 183808"/>
                  <a:gd name="connsiteX25" fmla="*/ 24335 w 131968"/>
                  <a:gd name="connsiteY25" fmla="*/ 19790 h 183808"/>
                  <a:gd name="connsiteX26" fmla="*/ 17919 w 131968"/>
                  <a:gd name="connsiteY26" fmla="*/ 48036 h 183808"/>
                  <a:gd name="connsiteX27" fmla="*/ 23730 w 131968"/>
                  <a:gd name="connsiteY27" fmla="*/ 76162 h 183808"/>
                  <a:gd name="connsiteX28" fmla="*/ 43949 w 131968"/>
                  <a:gd name="connsiteY28" fmla="*/ 81859 h 183808"/>
                  <a:gd name="connsiteX29" fmla="*/ 95647 w 131968"/>
                  <a:gd name="connsiteY29" fmla="*/ 87137 h 183808"/>
                  <a:gd name="connsiteX30" fmla="*/ 123251 w 131968"/>
                  <a:gd name="connsiteY30" fmla="*/ 96072 h 183808"/>
                  <a:gd name="connsiteX31" fmla="*/ 131968 w 131968"/>
                  <a:gd name="connsiteY31" fmla="*/ 135233 h 183808"/>
                  <a:gd name="connsiteX32" fmla="*/ 121072 w 131968"/>
                  <a:gd name="connsiteY32" fmla="*/ 175893 h 183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31968" h="183808">
                    <a:moveTo>
                      <a:pt x="121072" y="175953"/>
                    </a:moveTo>
                    <a:cubicBezTo>
                      <a:pt x="116290" y="180990"/>
                      <a:pt x="108904" y="183809"/>
                      <a:pt x="95102" y="183809"/>
                    </a:cubicBezTo>
                    <a:lnTo>
                      <a:pt x="35474" y="183809"/>
                    </a:lnTo>
                    <a:cubicBezTo>
                      <a:pt x="22277" y="183809"/>
                      <a:pt x="15134" y="181710"/>
                      <a:pt x="9565" y="176492"/>
                    </a:cubicBezTo>
                    <a:cubicBezTo>
                      <a:pt x="2966" y="169596"/>
                      <a:pt x="0" y="163599"/>
                      <a:pt x="0" y="130255"/>
                    </a:cubicBezTo>
                    <a:lnTo>
                      <a:pt x="14589" y="130255"/>
                    </a:lnTo>
                    <a:cubicBezTo>
                      <a:pt x="14892" y="158621"/>
                      <a:pt x="16769" y="160240"/>
                      <a:pt x="20764" y="164198"/>
                    </a:cubicBezTo>
                    <a:cubicBezTo>
                      <a:pt x="24457" y="167917"/>
                      <a:pt x="29239" y="169236"/>
                      <a:pt x="38259" y="169236"/>
                    </a:cubicBezTo>
                    <a:lnTo>
                      <a:pt x="93709" y="169236"/>
                    </a:lnTo>
                    <a:cubicBezTo>
                      <a:pt x="103274" y="169236"/>
                      <a:pt x="108056" y="167677"/>
                      <a:pt x="111750" y="163959"/>
                    </a:cubicBezTo>
                    <a:cubicBezTo>
                      <a:pt x="116229" y="159761"/>
                      <a:pt x="116350" y="154663"/>
                      <a:pt x="116350" y="135233"/>
                    </a:cubicBezTo>
                    <a:cubicBezTo>
                      <a:pt x="116350" y="115802"/>
                      <a:pt x="117077" y="114123"/>
                      <a:pt x="112294" y="109386"/>
                    </a:cubicBezTo>
                    <a:cubicBezTo>
                      <a:pt x="108843" y="105967"/>
                      <a:pt x="104848" y="105368"/>
                      <a:pt x="92196" y="103509"/>
                    </a:cubicBezTo>
                    <a:lnTo>
                      <a:pt x="38804" y="97452"/>
                    </a:lnTo>
                    <a:cubicBezTo>
                      <a:pt x="22640" y="95772"/>
                      <a:pt x="15860" y="90555"/>
                      <a:pt x="11139" y="85877"/>
                    </a:cubicBezTo>
                    <a:cubicBezTo>
                      <a:pt x="5267" y="80000"/>
                      <a:pt x="2603" y="71664"/>
                      <a:pt x="2603" y="48276"/>
                    </a:cubicBezTo>
                    <a:cubicBezTo>
                      <a:pt x="2603" y="26747"/>
                      <a:pt x="5570" y="15472"/>
                      <a:pt x="13137" y="7856"/>
                    </a:cubicBezTo>
                    <a:cubicBezTo>
                      <a:pt x="18282" y="2879"/>
                      <a:pt x="25425" y="0"/>
                      <a:pt x="38925" y="0"/>
                    </a:cubicBezTo>
                    <a:lnTo>
                      <a:pt x="92741" y="0"/>
                    </a:lnTo>
                    <a:cubicBezTo>
                      <a:pt x="105998" y="0"/>
                      <a:pt x="113202" y="2099"/>
                      <a:pt x="118711" y="7376"/>
                    </a:cubicBezTo>
                    <a:cubicBezTo>
                      <a:pt x="125854" y="14693"/>
                      <a:pt x="127973" y="22069"/>
                      <a:pt x="128154" y="51994"/>
                    </a:cubicBezTo>
                    <a:lnTo>
                      <a:pt x="113383" y="51994"/>
                    </a:lnTo>
                    <a:cubicBezTo>
                      <a:pt x="113081" y="27047"/>
                      <a:pt x="111568" y="23748"/>
                      <a:pt x="107269" y="19550"/>
                    </a:cubicBezTo>
                    <a:cubicBezTo>
                      <a:pt x="103516" y="15892"/>
                      <a:pt x="98795" y="14573"/>
                      <a:pt x="89775" y="14573"/>
                    </a:cubicBezTo>
                    <a:lnTo>
                      <a:pt x="42375" y="14573"/>
                    </a:lnTo>
                    <a:cubicBezTo>
                      <a:pt x="32750" y="14573"/>
                      <a:pt x="28028" y="16192"/>
                      <a:pt x="24335" y="19790"/>
                    </a:cubicBezTo>
                    <a:cubicBezTo>
                      <a:pt x="19492" y="24528"/>
                      <a:pt x="17919" y="30645"/>
                      <a:pt x="17919" y="48036"/>
                    </a:cubicBezTo>
                    <a:cubicBezTo>
                      <a:pt x="17919" y="67227"/>
                      <a:pt x="19492" y="71904"/>
                      <a:pt x="23730" y="76162"/>
                    </a:cubicBezTo>
                    <a:cubicBezTo>
                      <a:pt x="27180" y="79520"/>
                      <a:pt x="31781" y="80240"/>
                      <a:pt x="43949" y="81859"/>
                    </a:cubicBezTo>
                    <a:lnTo>
                      <a:pt x="95647" y="87137"/>
                    </a:lnTo>
                    <a:cubicBezTo>
                      <a:pt x="110720" y="88696"/>
                      <a:pt x="118408" y="91335"/>
                      <a:pt x="123251" y="96072"/>
                    </a:cubicBezTo>
                    <a:cubicBezTo>
                      <a:pt x="129304" y="102129"/>
                      <a:pt x="131968" y="111305"/>
                      <a:pt x="131968" y="135233"/>
                    </a:cubicBezTo>
                    <a:cubicBezTo>
                      <a:pt x="131968" y="159161"/>
                      <a:pt x="128517" y="168516"/>
                      <a:pt x="121072" y="175893"/>
                    </a:cubicBez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 233">
                <a:extLst>
                  <a:ext uri="{FF2B5EF4-FFF2-40B4-BE49-F238E27FC236}">
                    <a16:creationId xmlns:a16="http://schemas.microsoft.com/office/drawing/2014/main" id="{F69DD7E7-D58C-E595-F12F-20632BE71210}"/>
                  </a:ext>
                </a:extLst>
              </p:cNvPr>
              <p:cNvSpPr/>
              <p:nvPr/>
            </p:nvSpPr>
            <p:spPr>
              <a:xfrm>
                <a:off x="10937873" y="377077"/>
                <a:ext cx="174584" cy="183688"/>
              </a:xfrm>
              <a:custGeom>
                <a:avLst/>
                <a:gdLst>
                  <a:gd name="connsiteX0" fmla="*/ 110417 w 174584"/>
                  <a:gd name="connsiteY0" fmla="*/ 0 h 183688"/>
                  <a:gd name="connsiteX1" fmla="*/ 110417 w 174584"/>
                  <a:gd name="connsiteY1" fmla="*/ 14573 h 183688"/>
                  <a:gd name="connsiteX2" fmla="*/ 137053 w 174584"/>
                  <a:gd name="connsiteY2" fmla="*/ 14573 h 183688"/>
                  <a:gd name="connsiteX3" fmla="*/ 88503 w 174584"/>
                  <a:gd name="connsiteY3" fmla="*/ 93673 h 183688"/>
                  <a:gd name="connsiteX4" fmla="*/ 87171 w 174584"/>
                  <a:gd name="connsiteY4" fmla="*/ 93673 h 183688"/>
                  <a:gd name="connsiteX5" fmla="*/ 39227 w 174584"/>
                  <a:gd name="connsiteY5" fmla="*/ 14573 h 183688"/>
                  <a:gd name="connsiteX6" fmla="*/ 65983 w 174584"/>
                  <a:gd name="connsiteY6" fmla="*/ 14573 h 183688"/>
                  <a:gd name="connsiteX7" fmla="*/ 65983 w 174584"/>
                  <a:gd name="connsiteY7" fmla="*/ 0 h 183688"/>
                  <a:gd name="connsiteX8" fmla="*/ 0 w 174584"/>
                  <a:gd name="connsiteY8" fmla="*/ 0 h 183688"/>
                  <a:gd name="connsiteX9" fmla="*/ 0 w 174584"/>
                  <a:gd name="connsiteY9" fmla="*/ 14573 h 183688"/>
                  <a:gd name="connsiteX10" fmla="*/ 21369 w 174584"/>
                  <a:gd name="connsiteY10" fmla="*/ 14573 h 183688"/>
                  <a:gd name="connsiteX11" fmla="*/ 80028 w 174584"/>
                  <a:gd name="connsiteY11" fmla="*/ 106267 h 183688"/>
                  <a:gd name="connsiteX12" fmla="*/ 80028 w 174584"/>
                  <a:gd name="connsiteY12" fmla="*/ 169116 h 183688"/>
                  <a:gd name="connsiteX13" fmla="*/ 52484 w 174584"/>
                  <a:gd name="connsiteY13" fmla="*/ 169116 h 183688"/>
                  <a:gd name="connsiteX14" fmla="*/ 52484 w 174584"/>
                  <a:gd name="connsiteY14" fmla="*/ 183689 h 183688"/>
                  <a:gd name="connsiteX15" fmla="*/ 121859 w 174584"/>
                  <a:gd name="connsiteY15" fmla="*/ 183689 h 183688"/>
                  <a:gd name="connsiteX16" fmla="*/ 121859 w 174584"/>
                  <a:gd name="connsiteY16" fmla="*/ 169116 h 183688"/>
                  <a:gd name="connsiteX17" fmla="*/ 94678 w 174584"/>
                  <a:gd name="connsiteY17" fmla="*/ 169116 h 183688"/>
                  <a:gd name="connsiteX18" fmla="*/ 94678 w 174584"/>
                  <a:gd name="connsiteY18" fmla="*/ 105967 h 183688"/>
                  <a:gd name="connsiteX19" fmla="*/ 152489 w 174584"/>
                  <a:gd name="connsiteY19" fmla="*/ 14573 h 183688"/>
                  <a:gd name="connsiteX20" fmla="*/ 174585 w 174584"/>
                  <a:gd name="connsiteY20" fmla="*/ 14573 h 183688"/>
                  <a:gd name="connsiteX21" fmla="*/ 174585 w 174584"/>
                  <a:gd name="connsiteY21" fmla="*/ 0 h 183688"/>
                  <a:gd name="connsiteX22" fmla="*/ 110417 w 174584"/>
                  <a:gd name="connsiteY2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74584" h="183688">
                    <a:moveTo>
                      <a:pt x="110417" y="0"/>
                    </a:moveTo>
                    <a:lnTo>
                      <a:pt x="110417" y="14573"/>
                    </a:lnTo>
                    <a:lnTo>
                      <a:pt x="137053" y="14573"/>
                    </a:lnTo>
                    <a:lnTo>
                      <a:pt x="88503" y="93673"/>
                    </a:lnTo>
                    <a:lnTo>
                      <a:pt x="87171" y="93673"/>
                    </a:lnTo>
                    <a:lnTo>
                      <a:pt x="39227" y="14573"/>
                    </a:lnTo>
                    <a:lnTo>
                      <a:pt x="65983" y="14573"/>
                    </a:lnTo>
                    <a:lnTo>
                      <a:pt x="65983" y="0"/>
                    </a:lnTo>
                    <a:lnTo>
                      <a:pt x="0" y="0"/>
                    </a:lnTo>
                    <a:lnTo>
                      <a:pt x="0" y="14573"/>
                    </a:lnTo>
                    <a:lnTo>
                      <a:pt x="21369" y="14573"/>
                    </a:lnTo>
                    <a:lnTo>
                      <a:pt x="80028" y="106267"/>
                    </a:lnTo>
                    <a:lnTo>
                      <a:pt x="80028" y="169116"/>
                    </a:lnTo>
                    <a:lnTo>
                      <a:pt x="52484" y="169116"/>
                    </a:lnTo>
                    <a:lnTo>
                      <a:pt x="52484" y="183689"/>
                    </a:lnTo>
                    <a:lnTo>
                      <a:pt x="121859" y="183689"/>
                    </a:lnTo>
                    <a:lnTo>
                      <a:pt x="121859" y="169116"/>
                    </a:lnTo>
                    <a:lnTo>
                      <a:pt x="94678" y="169116"/>
                    </a:lnTo>
                    <a:lnTo>
                      <a:pt x="94678" y="105967"/>
                    </a:lnTo>
                    <a:lnTo>
                      <a:pt x="152489" y="14573"/>
                    </a:lnTo>
                    <a:lnTo>
                      <a:pt x="174585" y="14573"/>
                    </a:lnTo>
                    <a:lnTo>
                      <a:pt x="174585" y="0"/>
                    </a:lnTo>
                    <a:lnTo>
                      <a:pt x="110417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 234">
                <a:extLst>
                  <a:ext uri="{FF2B5EF4-FFF2-40B4-BE49-F238E27FC236}">
                    <a16:creationId xmlns:a16="http://schemas.microsoft.com/office/drawing/2014/main" id="{67A5FC4A-830C-A72F-9F98-20D2A95F5893}"/>
                  </a:ext>
                </a:extLst>
              </p:cNvPr>
              <p:cNvSpPr/>
              <p:nvPr/>
            </p:nvSpPr>
            <p:spPr>
              <a:xfrm>
                <a:off x="10762743" y="377077"/>
                <a:ext cx="152549" cy="183688"/>
              </a:xfrm>
              <a:custGeom>
                <a:avLst/>
                <a:gdLst>
                  <a:gd name="connsiteX0" fmla="*/ 0 w 152549"/>
                  <a:gd name="connsiteY0" fmla="*/ 0 h 183688"/>
                  <a:gd name="connsiteX1" fmla="*/ 0 w 152549"/>
                  <a:gd name="connsiteY1" fmla="*/ 48456 h 183688"/>
                  <a:gd name="connsiteX2" fmla="*/ 14650 w 152549"/>
                  <a:gd name="connsiteY2" fmla="*/ 48456 h 183688"/>
                  <a:gd name="connsiteX3" fmla="*/ 14650 w 152549"/>
                  <a:gd name="connsiteY3" fmla="*/ 11514 h 183688"/>
                  <a:gd name="connsiteX4" fmla="*/ 68950 w 152549"/>
                  <a:gd name="connsiteY4" fmla="*/ 11514 h 183688"/>
                  <a:gd name="connsiteX5" fmla="*/ 68950 w 152549"/>
                  <a:gd name="connsiteY5" fmla="*/ 169116 h 183688"/>
                  <a:gd name="connsiteX6" fmla="*/ 41527 w 152549"/>
                  <a:gd name="connsiteY6" fmla="*/ 169116 h 183688"/>
                  <a:gd name="connsiteX7" fmla="*/ 41527 w 152549"/>
                  <a:gd name="connsiteY7" fmla="*/ 183689 h 183688"/>
                  <a:gd name="connsiteX8" fmla="*/ 110902 w 152549"/>
                  <a:gd name="connsiteY8" fmla="*/ 183689 h 183688"/>
                  <a:gd name="connsiteX9" fmla="*/ 110902 w 152549"/>
                  <a:gd name="connsiteY9" fmla="*/ 169116 h 183688"/>
                  <a:gd name="connsiteX10" fmla="*/ 83600 w 152549"/>
                  <a:gd name="connsiteY10" fmla="*/ 169116 h 183688"/>
                  <a:gd name="connsiteX11" fmla="*/ 83600 w 152549"/>
                  <a:gd name="connsiteY11" fmla="*/ 11514 h 183688"/>
                  <a:gd name="connsiteX12" fmla="*/ 137840 w 152549"/>
                  <a:gd name="connsiteY12" fmla="*/ 11514 h 183688"/>
                  <a:gd name="connsiteX13" fmla="*/ 137840 w 152549"/>
                  <a:gd name="connsiteY13" fmla="*/ 48456 h 183688"/>
                  <a:gd name="connsiteX14" fmla="*/ 152550 w 152549"/>
                  <a:gd name="connsiteY14" fmla="*/ 48456 h 183688"/>
                  <a:gd name="connsiteX15" fmla="*/ 152550 w 152549"/>
                  <a:gd name="connsiteY15" fmla="*/ 0 h 183688"/>
                  <a:gd name="connsiteX16" fmla="*/ 0 w 152549"/>
                  <a:gd name="connsiteY16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2549" h="183688">
                    <a:moveTo>
                      <a:pt x="0" y="0"/>
                    </a:moveTo>
                    <a:lnTo>
                      <a:pt x="0" y="48456"/>
                    </a:lnTo>
                    <a:lnTo>
                      <a:pt x="14650" y="48456"/>
                    </a:lnTo>
                    <a:lnTo>
                      <a:pt x="14650" y="11514"/>
                    </a:lnTo>
                    <a:lnTo>
                      <a:pt x="68950" y="11514"/>
                    </a:lnTo>
                    <a:lnTo>
                      <a:pt x="68950" y="169116"/>
                    </a:lnTo>
                    <a:lnTo>
                      <a:pt x="41527" y="169116"/>
                    </a:lnTo>
                    <a:lnTo>
                      <a:pt x="41527" y="183689"/>
                    </a:lnTo>
                    <a:lnTo>
                      <a:pt x="110902" y="183689"/>
                    </a:lnTo>
                    <a:lnTo>
                      <a:pt x="110902" y="169116"/>
                    </a:lnTo>
                    <a:lnTo>
                      <a:pt x="83600" y="169116"/>
                    </a:lnTo>
                    <a:lnTo>
                      <a:pt x="83600" y="11514"/>
                    </a:lnTo>
                    <a:lnTo>
                      <a:pt x="137840" y="11514"/>
                    </a:lnTo>
                    <a:lnTo>
                      <a:pt x="137840" y="48456"/>
                    </a:lnTo>
                    <a:lnTo>
                      <a:pt x="152550" y="48456"/>
                    </a:lnTo>
                    <a:lnTo>
                      <a:pt x="1525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 235">
                <a:extLst>
                  <a:ext uri="{FF2B5EF4-FFF2-40B4-BE49-F238E27FC236}">
                    <a16:creationId xmlns:a16="http://schemas.microsoft.com/office/drawing/2014/main" id="{8F5247C1-72BF-E1D3-4AF5-A6F6B073F943}"/>
                  </a:ext>
                </a:extLst>
              </p:cNvPr>
              <p:cNvSpPr/>
              <p:nvPr/>
            </p:nvSpPr>
            <p:spPr>
              <a:xfrm>
                <a:off x="10667460" y="377077"/>
                <a:ext cx="69132" cy="183688"/>
              </a:xfrm>
              <a:custGeom>
                <a:avLst/>
                <a:gdLst>
                  <a:gd name="connsiteX0" fmla="*/ 0 w 69132"/>
                  <a:gd name="connsiteY0" fmla="*/ 0 h 183688"/>
                  <a:gd name="connsiteX1" fmla="*/ 0 w 69132"/>
                  <a:gd name="connsiteY1" fmla="*/ 14573 h 183688"/>
                  <a:gd name="connsiteX2" fmla="*/ 27180 w 69132"/>
                  <a:gd name="connsiteY2" fmla="*/ 14573 h 183688"/>
                  <a:gd name="connsiteX3" fmla="*/ 27180 w 69132"/>
                  <a:gd name="connsiteY3" fmla="*/ 169116 h 183688"/>
                  <a:gd name="connsiteX4" fmla="*/ 0 w 69132"/>
                  <a:gd name="connsiteY4" fmla="*/ 169116 h 183688"/>
                  <a:gd name="connsiteX5" fmla="*/ 0 w 69132"/>
                  <a:gd name="connsiteY5" fmla="*/ 183689 h 183688"/>
                  <a:gd name="connsiteX6" fmla="*/ 69132 w 69132"/>
                  <a:gd name="connsiteY6" fmla="*/ 183689 h 183688"/>
                  <a:gd name="connsiteX7" fmla="*/ 69132 w 69132"/>
                  <a:gd name="connsiteY7" fmla="*/ 169116 h 183688"/>
                  <a:gd name="connsiteX8" fmla="*/ 42133 w 69132"/>
                  <a:gd name="connsiteY8" fmla="*/ 169116 h 183688"/>
                  <a:gd name="connsiteX9" fmla="*/ 42133 w 69132"/>
                  <a:gd name="connsiteY9" fmla="*/ 14573 h 183688"/>
                  <a:gd name="connsiteX10" fmla="*/ 69132 w 69132"/>
                  <a:gd name="connsiteY10" fmla="*/ 14573 h 183688"/>
                  <a:gd name="connsiteX11" fmla="*/ 69132 w 69132"/>
                  <a:gd name="connsiteY11" fmla="*/ 0 h 183688"/>
                  <a:gd name="connsiteX12" fmla="*/ 0 w 69132"/>
                  <a:gd name="connsiteY1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2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7180" y="14573"/>
                    </a:lnTo>
                    <a:lnTo>
                      <a:pt x="27180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69132" y="183689"/>
                    </a:lnTo>
                    <a:lnTo>
                      <a:pt x="69132" y="169116"/>
                    </a:lnTo>
                    <a:lnTo>
                      <a:pt x="42133" y="169116"/>
                    </a:lnTo>
                    <a:lnTo>
                      <a:pt x="42133" y="14573"/>
                    </a:lnTo>
                    <a:lnTo>
                      <a:pt x="69132" y="14573"/>
                    </a:lnTo>
                    <a:lnTo>
                      <a:pt x="6913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" name="Graphic 6">
              <a:extLst>
                <a:ext uri="{FF2B5EF4-FFF2-40B4-BE49-F238E27FC236}">
                  <a16:creationId xmlns:a16="http://schemas.microsoft.com/office/drawing/2014/main" id="{2A9B8329-F145-3516-5F03-8A8309CA5965}"/>
                </a:ext>
              </a:extLst>
            </p:cNvPr>
            <p:cNvGrpSpPr/>
            <p:nvPr/>
          </p:nvGrpSpPr>
          <p:grpSpPr>
            <a:xfrm>
              <a:off x="231304" y="206042"/>
              <a:ext cx="1465696" cy="522615"/>
              <a:chOff x="152400" y="206042"/>
              <a:chExt cx="1166221" cy="415833"/>
            </a:xfrm>
          </p:grpSpPr>
          <p:grpSp>
            <p:nvGrpSpPr>
              <p:cNvPr id="65" name="Graphic 6">
                <a:extLst>
                  <a:ext uri="{FF2B5EF4-FFF2-40B4-BE49-F238E27FC236}">
                    <a16:creationId xmlns:a16="http://schemas.microsoft.com/office/drawing/2014/main" id="{E299F58A-6818-43D2-BE87-442EE9F8093B}"/>
                  </a:ext>
                </a:extLst>
              </p:cNvPr>
              <p:cNvGrpSpPr/>
              <p:nvPr/>
            </p:nvGrpSpPr>
            <p:grpSpPr>
              <a:xfrm>
                <a:off x="156576" y="584634"/>
                <a:ext cx="655178" cy="37181"/>
                <a:chOff x="156576" y="584634"/>
                <a:chExt cx="655178" cy="37181"/>
              </a:xfrm>
              <a:solidFill>
                <a:srgbClr val="DF8026"/>
              </a:solidFill>
            </p:grpSpPr>
            <p:sp>
              <p:nvSpPr>
                <p:cNvPr id="81" name="Freeform 192">
                  <a:extLst>
                    <a:ext uri="{FF2B5EF4-FFF2-40B4-BE49-F238E27FC236}">
                      <a16:creationId xmlns:a16="http://schemas.microsoft.com/office/drawing/2014/main" id="{7E416E10-6AE6-03CF-4CD7-38AEE3A8CF04}"/>
                    </a:ext>
                  </a:extLst>
                </p:cNvPr>
                <p:cNvSpPr/>
                <p:nvPr/>
              </p:nvSpPr>
              <p:spPr>
                <a:xfrm>
                  <a:off x="156576" y="584994"/>
                  <a:ext cx="34021" cy="36461"/>
                </a:xfrm>
                <a:custGeom>
                  <a:avLst/>
                  <a:gdLst>
                    <a:gd name="connsiteX0" fmla="*/ 15073 w 34021"/>
                    <a:gd name="connsiteY0" fmla="*/ 0 h 36461"/>
                    <a:gd name="connsiteX1" fmla="*/ 19008 w 34021"/>
                    <a:gd name="connsiteY1" fmla="*/ 0 h 36461"/>
                    <a:gd name="connsiteX2" fmla="*/ 34021 w 34021"/>
                    <a:gd name="connsiteY2" fmla="*/ 36462 h 36461"/>
                    <a:gd name="connsiteX3" fmla="*/ 29057 w 34021"/>
                    <a:gd name="connsiteY3" fmla="*/ 36462 h 36461"/>
                    <a:gd name="connsiteX4" fmla="*/ 24699 w 34021"/>
                    <a:gd name="connsiteY4" fmla="*/ 25787 h 36461"/>
                    <a:gd name="connsiteX5" fmla="*/ 9262 w 34021"/>
                    <a:gd name="connsiteY5" fmla="*/ 25787 h 36461"/>
                    <a:gd name="connsiteX6" fmla="*/ 4964 w 34021"/>
                    <a:gd name="connsiteY6" fmla="*/ 36462 h 36461"/>
                    <a:gd name="connsiteX7" fmla="*/ 0 w 34021"/>
                    <a:gd name="connsiteY7" fmla="*/ 36462 h 36461"/>
                    <a:gd name="connsiteX8" fmla="*/ 15073 w 34021"/>
                    <a:gd name="connsiteY8" fmla="*/ 0 h 36461"/>
                    <a:gd name="connsiteX9" fmla="*/ 23669 w 34021"/>
                    <a:gd name="connsiteY9" fmla="*/ 22189 h 36461"/>
                    <a:gd name="connsiteX10" fmla="*/ 17011 w 34021"/>
                    <a:gd name="connsiteY10" fmla="*/ 5337 h 36461"/>
                    <a:gd name="connsiteX11" fmla="*/ 10170 w 34021"/>
                    <a:gd name="connsiteY11" fmla="*/ 22189 h 36461"/>
                    <a:gd name="connsiteX12" fmla="*/ 23669 w 34021"/>
                    <a:gd name="connsiteY12" fmla="*/ 22189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4021" h="36461">
                      <a:moveTo>
                        <a:pt x="15073" y="0"/>
                      </a:moveTo>
                      <a:lnTo>
                        <a:pt x="19008" y="0"/>
                      </a:lnTo>
                      <a:lnTo>
                        <a:pt x="34021" y="36462"/>
                      </a:lnTo>
                      <a:lnTo>
                        <a:pt x="29057" y="36462"/>
                      </a:lnTo>
                      <a:lnTo>
                        <a:pt x="24699" y="25787"/>
                      </a:lnTo>
                      <a:lnTo>
                        <a:pt x="9262" y="25787"/>
                      </a:lnTo>
                      <a:lnTo>
                        <a:pt x="4964" y="36462"/>
                      </a:lnTo>
                      <a:lnTo>
                        <a:pt x="0" y="36462"/>
                      </a:lnTo>
                      <a:lnTo>
                        <a:pt x="15073" y="0"/>
                      </a:lnTo>
                      <a:close/>
                      <a:moveTo>
                        <a:pt x="23669" y="22189"/>
                      </a:moveTo>
                      <a:lnTo>
                        <a:pt x="17011" y="5337"/>
                      </a:lnTo>
                      <a:lnTo>
                        <a:pt x="10170" y="22189"/>
                      </a:lnTo>
                      <a:lnTo>
                        <a:pt x="23669" y="22189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" name="Freeform 193">
                  <a:extLst>
                    <a:ext uri="{FF2B5EF4-FFF2-40B4-BE49-F238E27FC236}">
                      <a16:creationId xmlns:a16="http://schemas.microsoft.com/office/drawing/2014/main" id="{C1B65BBF-0442-7C09-990D-DA8FEB62577F}"/>
                    </a:ext>
                  </a:extLst>
                </p:cNvPr>
                <p:cNvSpPr/>
                <p:nvPr/>
              </p:nvSpPr>
              <p:spPr>
                <a:xfrm>
                  <a:off x="191687" y="584754"/>
                  <a:ext cx="31902" cy="36941"/>
                </a:xfrm>
                <a:custGeom>
                  <a:avLst/>
                  <a:gdLst>
                    <a:gd name="connsiteX0" fmla="*/ 121 w 31902"/>
                    <a:gd name="connsiteY0" fmla="*/ 18231 h 36941"/>
                    <a:gd name="connsiteX1" fmla="*/ 1271 w 31902"/>
                    <a:gd name="connsiteY1" fmla="*/ 11694 h 36941"/>
                    <a:gd name="connsiteX2" fmla="*/ 4722 w 31902"/>
                    <a:gd name="connsiteY2" fmla="*/ 5817 h 36941"/>
                    <a:gd name="connsiteX3" fmla="*/ 10231 w 31902"/>
                    <a:gd name="connsiteY3" fmla="*/ 1619 h 36941"/>
                    <a:gd name="connsiteX4" fmla="*/ 17616 w 31902"/>
                    <a:gd name="connsiteY4" fmla="*/ 0 h 36941"/>
                    <a:gd name="connsiteX5" fmla="*/ 26091 w 31902"/>
                    <a:gd name="connsiteY5" fmla="*/ 2219 h 36941"/>
                    <a:gd name="connsiteX6" fmla="*/ 31358 w 31902"/>
                    <a:gd name="connsiteY6" fmla="*/ 7976 h 36941"/>
                    <a:gd name="connsiteX7" fmla="*/ 27665 w 31902"/>
                    <a:gd name="connsiteY7" fmla="*/ 10315 h 36941"/>
                    <a:gd name="connsiteX8" fmla="*/ 25667 w 31902"/>
                    <a:gd name="connsiteY8" fmla="*/ 7376 h 36941"/>
                    <a:gd name="connsiteX9" fmla="*/ 23125 w 31902"/>
                    <a:gd name="connsiteY9" fmla="*/ 5457 h 36941"/>
                    <a:gd name="connsiteX10" fmla="*/ 20279 w 31902"/>
                    <a:gd name="connsiteY10" fmla="*/ 4438 h 36941"/>
                    <a:gd name="connsiteX11" fmla="*/ 17434 w 31902"/>
                    <a:gd name="connsiteY11" fmla="*/ 4138 h 36941"/>
                    <a:gd name="connsiteX12" fmla="*/ 11986 w 31902"/>
                    <a:gd name="connsiteY12" fmla="*/ 5397 h 36941"/>
                    <a:gd name="connsiteX13" fmla="*/ 7991 w 31902"/>
                    <a:gd name="connsiteY13" fmla="*/ 8696 h 36941"/>
                    <a:gd name="connsiteX14" fmla="*/ 5569 w 31902"/>
                    <a:gd name="connsiteY14" fmla="*/ 13253 h 36941"/>
                    <a:gd name="connsiteX15" fmla="*/ 4782 w 31902"/>
                    <a:gd name="connsiteY15" fmla="*/ 18351 h 36941"/>
                    <a:gd name="connsiteX16" fmla="*/ 5751 w 31902"/>
                    <a:gd name="connsiteY16" fmla="*/ 23808 h 36941"/>
                    <a:gd name="connsiteX17" fmla="*/ 8414 w 31902"/>
                    <a:gd name="connsiteY17" fmla="*/ 28426 h 36941"/>
                    <a:gd name="connsiteX18" fmla="*/ 12470 w 31902"/>
                    <a:gd name="connsiteY18" fmla="*/ 31604 h 36941"/>
                    <a:gd name="connsiteX19" fmla="*/ 17555 w 31902"/>
                    <a:gd name="connsiteY19" fmla="*/ 32804 h 36941"/>
                    <a:gd name="connsiteX20" fmla="*/ 20522 w 31902"/>
                    <a:gd name="connsiteY20" fmla="*/ 32444 h 36941"/>
                    <a:gd name="connsiteX21" fmla="*/ 23427 w 31902"/>
                    <a:gd name="connsiteY21" fmla="*/ 31304 h 36941"/>
                    <a:gd name="connsiteX22" fmla="*/ 26030 w 31902"/>
                    <a:gd name="connsiteY22" fmla="*/ 29325 h 36941"/>
                    <a:gd name="connsiteX23" fmla="*/ 28028 w 31902"/>
                    <a:gd name="connsiteY23" fmla="*/ 26447 h 36941"/>
                    <a:gd name="connsiteX24" fmla="*/ 31902 w 31902"/>
                    <a:gd name="connsiteY24" fmla="*/ 28546 h 36941"/>
                    <a:gd name="connsiteX25" fmla="*/ 29420 w 31902"/>
                    <a:gd name="connsiteY25" fmla="*/ 32144 h 36941"/>
                    <a:gd name="connsiteX26" fmla="*/ 25849 w 31902"/>
                    <a:gd name="connsiteY26" fmla="*/ 34783 h 36941"/>
                    <a:gd name="connsiteX27" fmla="*/ 21611 w 31902"/>
                    <a:gd name="connsiteY27" fmla="*/ 36402 h 36941"/>
                    <a:gd name="connsiteX28" fmla="*/ 17253 w 31902"/>
                    <a:gd name="connsiteY28" fmla="*/ 36942 h 36941"/>
                    <a:gd name="connsiteX29" fmla="*/ 10291 w 31902"/>
                    <a:gd name="connsiteY29" fmla="*/ 35322 h 36941"/>
                    <a:gd name="connsiteX30" fmla="*/ 4843 w 31902"/>
                    <a:gd name="connsiteY30" fmla="*/ 31065 h 36941"/>
                    <a:gd name="connsiteX31" fmla="*/ 1271 w 31902"/>
                    <a:gd name="connsiteY31" fmla="*/ 25068 h 36941"/>
                    <a:gd name="connsiteX32" fmla="*/ 0 w 31902"/>
                    <a:gd name="connsiteY32" fmla="*/ 18231 h 36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1902" h="36941">
                      <a:moveTo>
                        <a:pt x="121" y="18231"/>
                      </a:moveTo>
                      <a:cubicBezTo>
                        <a:pt x="121" y="16012"/>
                        <a:pt x="484" y="13853"/>
                        <a:pt x="1271" y="11694"/>
                      </a:cubicBezTo>
                      <a:cubicBezTo>
                        <a:pt x="2058" y="9535"/>
                        <a:pt x="3208" y="7556"/>
                        <a:pt x="4722" y="5817"/>
                      </a:cubicBezTo>
                      <a:cubicBezTo>
                        <a:pt x="6235" y="4078"/>
                        <a:pt x="8051" y="2699"/>
                        <a:pt x="10231" y="1619"/>
                      </a:cubicBezTo>
                      <a:cubicBezTo>
                        <a:pt x="12410" y="540"/>
                        <a:pt x="14892" y="0"/>
                        <a:pt x="17616" y="0"/>
                      </a:cubicBezTo>
                      <a:cubicBezTo>
                        <a:pt x="20885" y="0"/>
                        <a:pt x="23730" y="720"/>
                        <a:pt x="26091" y="2219"/>
                      </a:cubicBezTo>
                      <a:cubicBezTo>
                        <a:pt x="28452" y="3718"/>
                        <a:pt x="30207" y="5637"/>
                        <a:pt x="31358" y="7976"/>
                      </a:cubicBezTo>
                      <a:lnTo>
                        <a:pt x="27665" y="10315"/>
                      </a:lnTo>
                      <a:cubicBezTo>
                        <a:pt x="27120" y="9175"/>
                        <a:pt x="26454" y="8156"/>
                        <a:pt x="25667" y="7376"/>
                      </a:cubicBezTo>
                      <a:cubicBezTo>
                        <a:pt x="24880" y="6597"/>
                        <a:pt x="24033" y="5937"/>
                        <a:pt x="23125" y="5457"/>
                      </a:cubicBezTo>
                      <a:cubicBezTo>
                        <a:pt x="22217" y="4978"/>
                        <a:pt x="21248" y="4618"/>
                        <a:pt x="20279" y="4438"/>
                      </a:cubicBezTo>
                      <a:cubicBezTo>
                        <a:pt x="19311" y="4258"/>
                        <a:pt x="18342" y="4138"/>
                        <a:pt x="17434" y="4138"/>
                      </a:cubicBezTo>
                      <a:cubicBezTo>
                        <a:pt x="15376" y="4138"/>
                        <a:pt x="13560" y="4558"/>
                        <a:pt x="11986" y="5397"/>
                      </a:cubicBezTo>
                      <a:cubicBezTo>
                        <a:pt x="10412" y="6237"/>
                        <a:pt x="9080" y="7316"/>
                        <a:pt x="7991" y="8696"/>
                      </a:cubicBezTo>
                      <a:cubicBezTo>
                        <a:pt x="6901" y="10075"/>
                        <a:pt x="6114" y="11574"/>
                        <a:pt x="5569" y="13253"/>
                      </a:cubicBezTo>
                      <a:cubicBezTo>
                        <a:pt x="5024" y="14933"/>
                        <a:pt x="4782" y="16672"/>
                        <a:pt x="4782" y="18351"/>
                      </a:cubicBezTo>
                      <a:cubicBezTo>
                        <a:pt x="4782" y="20270"/>
                        <a:pt x="5085" y="22069"/>
                        <a:pt x="5751" y="23808"/>
                      </a:cubicBezTo>
                      <a:cubicBezTo>
                        <a:pt x="6417" y="25547"/>
                        <a:pt x="7264" y="27047"/>
                        <a:pt x="8414" y="28426"/>
                      </a:cubicBezTo>
                      <a:cubicBezTo>
                        <a:pt x="9565" y="29745"/>
                        <a:pt x="10896" y="30825"/>
                        <a:pt x="12470" y="31604"/>
                      </a:cubicBezTo>
                      <a:cubicBezTo>
                        <a:pt x="14044" y="32384"/>
                        <a:pt x="15739" y="32804"/>
                        <a:pt x="17555" y="32804"/>
                      </a:cubicBezTo>
                      <a:cubicBezTo>
                        <a:pt x="18524" y="32804"/>
                        <a:pt x="19493" y="32684"/>
                        <a:pt x="20522" y="32444"/>
                      </a:cubicBezTo>
                      <a:cubicBezTo>
                        <a:pt x="21551" y="32204"/>
                        <a:pt x="22519" y="31844"/>
                        <a:pt x="23427" y="31304"/>
                      </a:cubicBezTo>
                      <a:cubicBezTo>
                        <a:pt x="24335" y="30765"/>
                        <a:pt x="25243" y="30105"/>
                        <a:pt x="26030" y="29325"/>
                      </a:cubicBezTo>
                      <a:cubicBezTo>
                        <a:pt x="26817" y="28546"/>
                        <a:pt x="27483" y="27526"/>
                        <a:pt x="28028" y="26447"/>
                      </a:cubicBezTo>
                      <a:lnTo>
                        <a:pt x="31902" y="28546"/>
                      </a:lnTo>
                      <a:cubicBezTo>
                        <a:pt x="31297" y="29925"/>
                        <a:pt x="30510" y="31125"/>
                        <a:pt x="29420" y="32144"/>
                      </a:cubicBezTo>
                      <a:cubicBezTo>
                        <a:pt x="28391" y="33164"/>
                        <a:pt x="27181" y="34063"/>
                        <a:pt x="25849" y="34783"/>
                      </a:cubicBezTo>
                      <a:cubicBezTo>
                        <a:pt x="24517" y="35502"/>
                        <a:pt x="23125" y="36042"/>
                        <a:pt x="21611" y="36402"/>
                      </a:cubicBezTo>
                      <a:cubicBezTo>
                        <a:pt x="20098" y="36762"/>
                        <a:pt x="18645" y="36942"/>
                        <a:pt x="17253" y="36942"/>
                      </a:cubicBezTo>
                      <a:cubicBezTo>
                        <a:pt x="14710" y="36942"/>
                        <a:pt x="12410" y="36402"/>
                        <a:pt x="10291" y="35322"/>
                      </a:cubicBezTo>
                      <a:cubicBezTo>
                        <a:pt x="8172" y="34243"/>
                        <a:pt x="6356" y="32804"/>
                        <a:pt x="4843" y="31065"/>
                      </a:cubicBezTo>
                      <a:cubicBezTo>
                        <a:pt x="3329" y="29325"/>
                        <a:pt x="2119" y="27286"/>
                        <a:pt x="1271" y="25068"/>
                      </a:cubicBezTo>
                      <a:cubicBezTo>
                        <a:pt x="424" y="22849"/>
                        <a:pt x="0" y="20570"/>
                        <a:pt x="0" y="1823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" name="Freeform 194">
                  <a:extLst>
                    <a:ext uri="{FF2B5EF4-FFF2-40B4-BE49-F238E27FC236}">
                      <a16:creationId xmlns:a16="http://schemas.microsoft.com/office/drawing/2014/main" id="{6B7488D2-8AF4-9136-6F12-02883CE99B28}"/>
                    </a:ext>
                  </a:extLst>
                </p:cNvPr>
                <p:cNvSpPr/>
                <p:nvPr/>
              </p:nvSpPr>
              <p:spPr>
                <a:xfrm>
                  <a:off x="226616" y="584754"/>
                  <a:ext cx="31902" cy="36941"/>
                </a:xfrm>
                <a:custGeom>
                  <a:avLst/>
                  <a:gdLst>
                    <a:gd name="connsiteX0" fmla="*/ 121 w 31902"/>
                    <a:gd name="connsiteY0" fmla="*/ 18231 h 36941"/>
                    <a:gd name="connsiteX1" fmla="*/ 1271 w 31902"/>
                    <a:gd name="connsiteY1" fmla="*/ 11694 h 36941"/>
                    <a:gd name="connsiteX2" fmla="*/ 4722 w 31902"/>
                    <a:gd name="connsiteY2" fmla="*/ 5817 h 36941"/>
                    <a:gd name="connsiteX3" fmla="*/ 10231 w 31902"/>
                    <a:gd name="connsiteY3" fmla="*/ 1619 h 36941"/>
                    <a:gd name="connsiteX4" fmla="*/ 17616 w 31902"/>
                    <a:gd name="connsiteY4" fmla="*/ 0 h 36941"/>
                    <a:gd name="connsiteX5" fmla="*/ 26091 w 31902"/>
                    <a:gd name="connsiteY5" fmla="*/ 2219 h 36941"/>
                    <a:gd name="connsiteX6" fmla="*/ 31358 w 31902"/>
                    <a:gd name="connsiteY6" fmla="*/ 7976 h 36941"/>
                    <a:gd name="connsiteX7" fmla="*/ 27665 w 31902"/>
                    <a:gd name="connsiteY7" fmla="*/ 10315 h 36941"/>
                    <a:gd name="connsiteX8" fmla="*/ 25667 w 31902"/>
                    <a:gd name="connsiteY8" fmla="*/ 7376 h 36941"/>
                    <a:gd name="connsiteX9" fmla="*/ 23125 w 31902"/>
                    <a:gd name="connsiteY9" fmla="*/ 5457 h 36941"/>
                    <a:gd name="connsiteX10" fmla="*/ 20279 w 31902"/>
                    <a:gd name="connsiteY10" fmla="*/ 4438 h 36941"/>
                    <a:gd name="connsiteX11" fmla="*/ 17434 w 31902"/>
                    <a:gd name="connsiteY11" fmla="*/ 4138 h 36941"/>
                    <a:gd name="connsiteX12" fmla="*/ 11986 w 31902"/>
                    <a:gd name="connsiteY12" fmla="*/ 5397 h 36941"/>
                    <a:gd name="connsiteX13" fmla="*/ 7991 w 31902"/>
                    <a:gd name="connsiteY13" fmla="*/ 8696 h 36941"/>
                    <a:gd name="connsiteX14" fmla="*/ 5569 w 31902"/>
                    <a:gd name="connsiteY14" fmla="*/ 13253 h 36941"/>
                    <a:gd name="connsiteX15" fmla="*/ 4782 w 31902"/>
                    <a:gd name="connsiteY15" fmla="*/ 18351 h 36941"/>
                    <a:gd name="connsiteX16" fmla="*/ 5751 w 31902"/>
                    <a:gd name="connsiteY16" fmla="*/ 23808 h 36941"/>
                    <a:gd name="connsiteX17" fmla="*/ 8414 w 31902"/>
                    <a:gd name="connsiteY17" fmla="*/ 28426 h 36941"/>
                    <a:gd name="connsiteX18" fmla="*/ 12470 w 31902"/>
                    <a:gd name="connsiteY18" fmla="*/ 31604 h 36941"/>
                    <a:gd name="connsiteX19" fmla="*/ 17555 w 31902"/>
                    <a:gd name="connsiteY19" fmla="*/ 32804 h 36941"/>
                    <a:gd name="connsiteX20" fmla="*/ 20522 w 31902"/>
                    <a:gd name="connsiteY20" fmla="*/ 32444 h 36941"/>
                    <a:gd name="connsiteX21" fmla="*/ 23427 w 31902"/>
                    <a:gd name="connsiteY21" fmla="*/ 31304 h 36941"/>
                    <a:gd name="connsiteX22" fmla="*/ 26030 w 31902"/>
                    <a:gd name="connsiteY22" fmla="*/ 29325 h 36941"/>
                    <a:gd name="connsiteX23" fmla="*/ 28028 w 31902"/>
                    <a:gd name="connsiteY23" fmla="*/ 26447 h 36941"/>
                    <a:gd name="connsiteX24" fmla="*/ 31902 w 31902"/>
                    <a:gd name="connsiteY24" fmla="*/ 28546 h 36941"/>
                    <a:gd name="connsiteX25" fmla="*/ 29420 w 31902"/>
                    <a:gd name="connsiteY25" fmla="*/ 32144 h 36941"/>
                    <a:gd name="connsiteX26" fmla="*/ 25849 w 31902"/>
                    <a:gd name="connsiteY26" fmla="*/ 34783 h 36941"/>
                    <a:gd name="connsiteX27" fmla="*/ 21611 w 31902"/>
                    <a:gd name="connsiteY27" fmla="*/ 36402 h 36941"/>
                    <a:gd name="connsiteX28" fmla="*/ 17253 w 31902"/>
                    <a:gd name="connsiteY28" fmla="*/ 36942 h 36941"/>
                    <a:gd name="connsiteX29" fmla="*/ 10291 w 31902"/>
                    <a:gd name="connsiteY29" fmla="*/ 35322 h 36941"/>
                    <a:gd name="connsiteX30" fmla="*/ 4843 w 31902"/>
                    <a:gd name="connsiteY30" fmla="*/ 31065 h 36941"/>
                    <a:gd name="connsiteX31" fmla="*/ 1271 w 31902"/>
                    <a:gd name="connsiteY31" fmla="*/ 25068 h 36941"/>
                    <a:gd name="connsiteX32" fmla="*/ 0 w 31902"/>
                    <a:gd name="connsiteY32" fmla="*/ 18231 h 36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1902" h="36941">
                      <a:moveTo>
                        <a:pt x="121" y="18231"/>
                      </a:moveTo>
                      <a:cubicBezTo>
                        <a:pt x="121" y="16012"/>
                        <a:pt x="484" y="13853"/>
                        <a:pt x="1271" y="11694"/>
                      </a:cubicBezTo>
                      <a:cubicBezTo>
                        <a:pt x="2058" y="9535"/>
                        <a:pt x="3208" y="7556"/>
                        <a:pt x="4722" y="5817"/>
                      </a:cubicBezTo>
                      <a:cubicBezTo>
                        <a:pt x="6235" y="4078"/>
                        <a:pt x="8051" y="2699"/>
                        <a:pt x="10231" y="1619"/>
                      </a:cubicBezTo>
                      <a:cubicBezTo>
                        <a:pt x="12410" y="540"/>
                        <a:pt x="14892" y="0"/>
                        <a:pt x="17616" y="0"/>
                      </a:cubicBezTo>
                      <a:cubicBezTo>
                        <a:pt x="20885" y="0"/>
                        <a:pt x="23730" y="720"/>
                        <a:pt x="26091" y="2219"/>
                      </a:cubicBezTo>
                      <a:cubicBezTo>
                        <a:pt x="28452" y="3718"/>
                        <a:pt x="30207" y="5637"/>
                        <a:pt x="31358" y="7976"/>
                      </a:cubicBezTo>
                      <a:lnTo>
                        <a:pt x="27665" y="10315"/>
                      </a:lnTo>
                      <a:cubicBezTo>
                        <a:pt x="27120" y="9175"/>
                        <a:pt x="26454" y="8156"/>
                        <a:pt x="25667" y="7376"/>
                      </a:cubicBezTo>
                      <a:cubicBezTo>
                        <a:pt x="24880" y="6597"/>
                        <a:pt x="24033" y="5937"/>
                        <a:pt x="23125" y="5457"/>
                      </a:cubicBezTo>
                      <a:cubicBezTo>
                        <a:pt x="22217" y="4978"/>
                        <a:pt x="21248" y="4618"/>
                        <a:pt x="20279" y="4438"/>
                      </a:cubicBezTo>
                      <a:cubicBezTo>
                        <a:pt x="19311" y="4258"/>
                        <a:pt x="18342" y="4138"/>
                        <a:pt x="17434" y="4138"/>
                      </a:cubicBezTo>
                      <a:cubicBezTo>
                        <a:pt x="15376" y="4138"/>
                        <a:pt x="13560" y="4558"/>
                        <a:pt x="11986" y="5397"/>
                      </a:cubicBezTo>
                      <a:cubicBezTo>
                        <a:pt x="10412" y="6237"/>
                        <a:pt x="9080" y="7316"/>
                        <a:pt x="7991" y="8696"/>
                      </a:cubicBezTo>
                      <a:cubicBezTo>
                        <a:pt x="6901" y="10075"/>
                        <a:pt x="6114" y="11574"/>
                        <a:pt x="5569" y="13253"/>
                      </a:cubicBezTo>
                      <a:cubicBezTo>
                        <a:pt x="5024" y="14933"/>
                        <a:pt x="4782" y="16672"/>
                        <a:pt x="4782" y="18351"/>
                      </a:cubicBezTo>
                      <a:cubicBezTo>
                        <a:pt x="4782" y="20270"/>
                        <a:pt x="5085" y="22069"/>
                        <a:pt x="5751" y="23808"/>
                      </a:cubicBezTo>
                      <a:cubicBezTo>
                        <a:pt x="6417" y="25547"/>
                        <a:pt x="7264" y="27047"/>
                        <a:pt x="8414" y="28426"/>
                      </a:cubicBezTo>
                      <a:cubicBezTo>
                        <a:pt x="9565" y="29745"/>
                        <a:pt x="10896" y="30825"/>
                        <a:pt x="12470" y="31604"/>
                      </a:cubicBezTo>
                      <a:cubicBezTo>
                        <a:pt x="14044" y="32384"/>
                        <a:pt x="15739" y="32804"/>
                        <a:pt x="17555" y="32804"/>
                      </a:cubicBezTo>
                      <a:cubicBezTo>
                        <a:pt x="18524" y="32804"/>
                        <a:pt x="19493" y="32684"/>
                        <a:pt x="20522" y="32444"/>
                      </a:cubicBezTo>
                      <a:cubicBezTo>
                        <a:pt x="21551" y="32204"/>
                        <a:pt x="22519" y="31844"/>
                        <a:pt x="23427" y="31304"/>
                      </a:cubicBezTo>
                      <a:cubicBezTo>
                        <a:pt x="24335" y="30765"/>
                        <a:pt x="25243" y="30105"/>
                        <a:pt x="26030" y="29325"/>
                      </a:cubicBezTo>
                      <a:cubicBezTo>
                        <a:pt x="26817" y="28546"/>
                        <a:pt x="27483" y="27526"/>
                        <a:pt x="28028" y="26447"/>
                      </a:cubicBezTo>
                      <a:lnTo>
                        <a:pt x="31902" y="28546"/>
                      </a:lnTo>
                      <a:cubicBezTo>
                        <a:pt x="31297" y="29925"/>
                        <a:pt x="30510" y="31125"/>
                        <a:pt x="29420" y="32144"/>
                      </a:cubicBezTo>
                      <a:cubicBezTo>
                        <a:pt x="28391" y="33164"/>
                        <a:pt x="27181" y="34063"/>
                        <a:pt x="25849" y="34783"/>
                      </a:cubicBezTo>
                      <a:cubicBezTo>
                        <a:pt x="24517" y="35502"/>
                        <a:pt x="23125" y="36042"/>
                        <a:pt x="21611" y="36402"/>
                      </a:cubicBezTo>
                      <a:cubicBezTo>
                        <a:pt x="20098" y="36762"/>
                        <a:pt x="18645" y="36942"/>
                        <a:pt x="17253" y="36942"/>
                      </a:cubicBezTo>
                      <a:cubicBezTo>
                        <a:pt x="14710" y="36942"/>
                        <a:pt x="12410" y="36402"/>
                        <a:pt x="10291" y="35322"/>
                      </a:cubicBezTo>
                      <a:cubicBezTo>
                        <a:pt x="8172" y="34243"/>
                        <a:pt x="6356" y="32804"/>
                        <a:pt x="4843" y="31065"/>
                      </a:cubicBezTo>
                      <a:cubicBezTo>
                        <a:pt x="3329" y="29325"/>
                        <a:pt x="2119" y="27286"/>
                        <a:pt x="1271" y="25068"/>
                      </a:cubicBezTo>
                      <a:cubicBezTo>
                        <a:pt x="424" y="22849"/>
                        <a:pt x="0" y="20570"/>
                        <a:pt x="0" y="1823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" name="Freeform 195">
                  <a:extLst>
                    <a:ext uri="{FF2B5EF4-FFF2-40B4-BE49-F238E27FC236}">
                      <a16:creationId xmlns:a16="http://schemas.microsoft.com/office/drawing/2014/main" id="{610706CE-CDE2-E8DB-33D0-B5A4B49B4F22}"/>
                    </a:ext>
                  </a:extLst>
                </p:cNvPr>
                <p:cNvSpPr/>
                <p:nvPr/>
              </p:nvSpPr>
              <p:spPr>
                <a:xfrm>
                  <a:off x="264451" y="584994"/>
                  <a:ext cx="28088" cy="36521"/>
                </a:xfrm>
                <a:custGeom>
                  <a:avLst/>
                  <a:gdLst>
                    <a:gd name="connsiteX0" fmla="*/ 61 w 28088"/>
                    <a:gd name="connsiteY0" fmla="*/ 36462 h 36521"/>
                    <a:gd name="connsiteX1" fmla="*/ 61 w 28088"/>
                    <a:gd name="connsiteY1" fmla="*/ 0 h 36521"/>
                    <a:gd name="connsiteX2" fmla="*/ 15800 w 28088"/>
                    <a:gd name="connsiteY2" fmla="*/ 0 h 36521"/>
                    <a:gd name="connsiteX3" fmla="*/ 20279 w 28088"/>
                    <a:gd name="connsiteY3" fmla="*/ 1019 h 36521"/>
                    <a:gd name="connsiteX4" fmla="*/ 23791 w 28088"/>
                    <a:gd name="connsiteY4" fmla="*/ 3658 h 36521"/>
                    <a:gd name="connsiteX5" fmla="*/ 26091 w 28088"/>
                    <a:gd name="connsiteY5" fmla="*/ 7436 h 36521"/>
                    <a:gd name="connsiteX6" fmla="*/ 26938 w 28088"/>
                    <a:gd name="connsiteY6" fmla="*/ 11694 h 36521"/>
                    <a:gd name="connsiteX7" fmla="*/ 26394 w 28088"/>
                    <a:gd name="connsiteY7" fmla="*/ 15352 h 36521"/>
                    <a:gd name="connsiteX8" fmla="*/ 24820 w 28088"/>
                    <a:gd name="connsiteY8" fmla="*/ 18591 h 36521"/>
                    <a:gd name="connsiteX9" fmla="*/ 22398 w 28088"/>
                    <a:gd name="connsiteY9" fmla="*/ 21050 h 36521"/>
                    <a:gd name="connsiteX10" fmla="*/ 19190 w 28088"/>
                    <a:gd name="connsiteY10" fmla="*/ 22549 h 36521"/>
                    <a:gd name="connsiteX11" fmla="*/ 28089 w 28088"/>
                    <a:gd name="connsiteY11" fmla="*/ 36522 h 36521"/>
                    <a:gd name="connsiteX12" fmla="*/ 22822 w 28088"/>
                    <a:gd name="connsiteY12" fmla="*/ 36522 h 36521"/>
                    <a:gd name="connsiteX13" fmla="*/ 14408 w 28088"/>
                    <a:gd name="connsiteY13" fmla="*/ 23448 h 36521"/>
                    <a:gd name="connsiteX14" fmla="*/ 4661 w 28088"/>
                    <a:gd name="connsiteY14" fmla="*/ 23448 h 36521"/>
                    <a:gd name="connsiteX15" fmla="*/ 4661 w 28088"/>
                    <a:gd name="connsiteY15" fmla="*/ 36522 h 36521"/>
                    <a:gd name="connsiteX16" fmla="*/ 0 w 28088"/>
                    <a:gd name="connsiteY16" fmla="*/ 36522 h 36521"/>
                    <a:gd name="connsiteX17" fmla="*/ 4722 w 28088"/>
                    <a:gd name="connsiteY17" fmla="*/ 19310 h 36521"/>
                    <a:gd name="connsiteX18" fmla="*/ 15860 w 28088"/>
                    <a:gd name="connsiteY18" fmla="*/ 19310 h 36521"/>
                    <a:gd name="connsiteX19" fmla="*/ 18463 w 28088"/>
                    <a:gd name="connsiteY19" fmla="*/ 18711 h 36521"/>
                    <a:gd name="connsiteX20" fmla="*/ 20461 w 28088"/>
                    <a:gd name="connsiteY20" fmla="*/ 17032 h 36521"/>
                    <a:gd name="connsiteX21" fmla="*/ 21732 w 28088"/>
                    <a:gd name="connsiteY21" fmla="*/ 14573 h 36521"/>
                    <a:gd name="connsiteX22" fmla="*/ 22217 w 28088"/>
                    <a:gd name="connsiteY22" fmla="*/ 11694 h 36521"/>
                    <a:gd name="connsiteX23" fmla="*/ 21672 w 28088"/>
                    <a:gd name="connsiteY23" fmla="*/ 8816 h 36521"/>
                    <a:gd name="connsiteX24" fmla="*/ 20219 w 28088"/>
                    <a:gd name="connsiteY24" fmla="*/ 6417 h 36521"/>
                    <a:gd name="connsiteX25" fmla="*/ 18100 w 28088"/>
                    <a:gd name="connsiteY25" fmla="*/ 4798 h 36521"/>
                    <a:gd name="connsiteX26" fmla="*/ 15558 w 28088"/>
                    <a:gd name="connsiteY26" fmla="*/ 4198 h 36521"/>
                    <a:gd name="connsiteX27" fmla="*/ 4722 w 28088"/>
                    <a:gd name="connsiteY27" fmla="*/ 4198 h 36521"/>
                    <a:gd name="connsiteX28" fmla="*/ 4722 w 28088"/>
                    <a:gd name="connsiteY28" fmla="*/ 1937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8088" h="3652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5800" y="0"/>
                      </a:lnTo>
                      <a:cubicBezTo>
                        <a:pt x="17434" y="0"/>
                        <a:pt x="18887" y="360"/>
                        <a:pt x="20279" y="1019"/>
                      </a:cubicBezTo>
                      <a:cubicBezTo>
                        <a:pt x="21672" y="1679"/>
                        <a:pt x="22822" y="2579"/>
                        <a:pt x="23791" y="3658"/>
                      </a:cubicBezTo>
                      <a:cubicBezTo>
                        <a:pt x="24759" y="4798"/>
                        <a:pt x="25546" y="5997"/>
                        <a:pt x="26091" y="7436"/>
                      </a:cubicBezTo>
                      <a:cubicBezTo>
                        <a:pt x="26636" y="8816"/>
                        <a:pt x="26938" y="10255"/>
                        <a:pt x="26938" y="11694"/>
                      </a:cubicBezTo>
                      <a:cubicBezTo>
                        <a:pt x="26938" y="12954"/>
                        <a:pt x="26757" y="14213"/>
                        <a:pt x="26394" y="15352"/>
                      </a:cubicBezTo>
                      <a:cubicBezTo>
                        <a:pt x="26030" y="16552"/>
                        <a:pt x="25486" y="17631"/>
                        <a:pt x="24820" y="18591"/>
                      </a:cubicBezTo>
                      <a:cubicBezTo>
                        <a:pt x="24154" y="19550"/>
                        <a:pt x="23306" y="20390"/>
                        <a:pt x="22398" y="21050"/>
                      </a:cubicBezTo>
                      <a:cubicBezTo>
                        <a:pt x="21430" y="21709"/>
                        <a:pt x="20401" y="22249"/>
                        <a:pt x="19190" y="22549"/>
                      </a:cubicBezTo>
                      <a:lnTo>
                        <a:pt x="28089" y="36522"/>
                      </a:lnTo>
                      <a:lnTo>
                        <a:pt x="22822" y="36522"/>
                      </a:lnTo>
                      <a:lnTo>
                        <a:pt x="14408" y="23448"/>
                      </a:lnTo>
                      <a:lnTo>
                        <a:pt x="4661" y="23448"/>
                      </a:lnTo>
                      <a:lnTo>
                        <a:pt x="4661" y="36522"/>
                      </a:lnTo>
                      <a:lnTo>
                        <a:pt x="0" y="36522"/>
                      </a:lnTo>
                      <a:close/>
                      <a:moveTo>
                        <a:pt x="4722" y="19310"/>
                      </a:moveTo>
                      <a:lnTo>
                        <a:pt x="15860" y="19310"/>
                      </a:lnTo>
                      <a:cubicBezTo>
                        <a:pt x="16829" y="19310"/>
                        <a:pt x="17676" y="19131"/>
                        <a:pt x="18463" y="18711"/>
                      </a:cubicBezTo>
                      <a:cubicBezTo>
                        <a:pt x="19250" y="18291"/>
                        <a:pt x="19916" y="17751"/>
                        <a:pt x="20461" y="17032"/>
                      </a:cubicBezTo>
                      <a:cubicBezTo>
                        <a:pt x="21006" y="16312"/>
                        <a:pt x="21430" y="15532"/>
                        <a:pt x="21732" y="14573"/>
                      </a:cubicBezTo>
                      <a:cubicBezTo>
                        <a:pt x="22035" y="13673"/>
                        <a:pt x="22217" y="12714"/>
                        <a:pt x="22217" y="11694"/>
                      </a:cubicBezTo>
                      <a:cubicBezTo>
                        <a:pt x="22217" y="10675"/>
                        <a:pt x="22035" y="9715"/>
                        <a:pt x="21672" y="8816"/>
                      </a:cubicBezTo>
                      <a:cubicBezTo>
                        <a:pt x="21309" y="7916"/>
                        <a:pt x="20824" y="7136"/>
                        <a:pt x="20219" y="6417"/>
                      </a:cubicBezTo>
                      <a:cubicBezTo>
                        <a:pt x="19614" y="5697"/>
                        <a:pt x="18887" y="5157"/>
                        <a:pt x="18100" y="4798"/>
                      </a:cubicBezTo>
                      <a:cubicBezTo>
                        <a:pt x="17313" y="4438"/>
                        <a:pt x="16405" y="4198"/>
                        <a:pt x="15558" y="4198"/>
                      </a:cubicBezTo>
                      <a:lnTo>
                        <a:pt x="4722" y="4198"/>
                      </a:lnTo>
                      <a:lnTo>
                        <a:pt x="4722" y="1937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 196">
                  <a:extLst>
                    <a:ext uri="{FF2B5EF4-FFF2-40B4-BE49-F238E27FC236}">
                      <a16:creationId xmlns:a16="http://schemas.microsoft.com/office/drawing/2014/main" id="{4EBD9127-A43C-B81F-3C57-2D38E9D5B29F}"/>
                    </a:ext>
                  </a:extLst>
                </p:cNvPr>
                <p:cNvSpPr/>
                <p:nvPr/>
              </p:nvSpPr>
              <p:spPr>
                <a:xfrm>
                  <a:off x="298593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" name="Freeform 197">
                  <a:extLst>
                    <a:ext uri="{FF2B5EF4-FFF2-40B4-BE49-F238E27FC236}">
                      <a16:creationId xmlns:a16="http://schemas.microsoft.com/office/drawing/2014/main" id="{08D27C2A-98C6-18F5-A6DD-8E60E8F6CE32}"/>
                    </a:ext>
                  </a:extLst>
                </p:cNvPr>
                <p:cNvSpPr/>
                <p:nvPr/>
              </p:nvSpPr>
              <p:spPr>
                <a:xfrm>
                  <a:off x="329890" y="584994"/>
                  <a:ext cx="30570" cy="36461"/>
                </a:xfrm>
                <a:custGeom>
                  <a:avLst/>
                  <a:gdLst>
                    <a:gd name="connsiteX0" fmla="*/ 61 w 30570"/>
                    <a:gd name="connsiteY0" fmla="*/ 36462 h 36461"/>
                    <a:gd name="connsiteX1" fmla="*/ 61 w 30570"/>
                    <a:gd name="connsiteY1" fmla="*/ 0 h 36461"/>
                    <a:gd name="connsiteX2" fmla="*/ 12834 w 30570"/>
                    <a:gd name="connsiteY2" fmla="*/ 0 h 36461"/>
                    <a:gd name="connsiteX3" fmla="*/ 20582 w 30570"/>
                    <a:gd name="connsiteY3" fmla="*/ 1439 h 36461"/>
                    <a:gd name="connsiteX4" fmla="*/ 26151 w 30570"/>
                    <a:gd name="connsiteY4" fmla="*/ 5337 h 36461"/>
                    <a:gd name="connsiteX5" fmla="*/ 29481 w 30570"/>
                    <a:gd name="connsiteY5" fmla="*/ 11094 h 36461"/>
                    <a:gd name="connsiteX6" fmla="*/ 30571 w 30570"/>
                    <a:gd name="connsiteY6" fmla="*/ 18171 h 36461"/>
                    <a:gd name="connsiteX7" fmla="*/ 29299 w 30570"/>
                    <a:gd name="connsiteY7" fmla="*/ 25667 h 36461"/>
                    <a:gd name="connsiteX8" fmla="*/ 25728 w 30570"/>
                    <a:gd name="connsiteY8" fmla="*/ 31424 h 36461"/>
                    <a:gd name="connsiteX9" fmla="*/ 20098 w 30570"/>
                    <a:gd name="connsiteY9" fmla="*/ 35143 h 36461"/>
                    <a:gd name="connsiteX10" fmla="*/ 12773 w 30570"/>
                    <a:gd name="connsiteY10" fmla="*/ 36462 h 36461"/>
                    <a:gd name="connsiteX11" fmla="*/ 0 w 30570"/>
                    <a:gd name="connsiteY11" fmla="*/ 36462 h 36461"/>
                    <a:gd name="connsiteX12" fmla="*/ 25849 w 30570"/>
                    <a:gd name="connsiteY12" fmla="*/ 18231 h 36461"/>
                    <a:gd name="connsiteX13" fmla="*/ 25001 w 30570"/>
                    <a:gd name="connsiteY13" fmla="*/ 12534 h 36461"/>
                    <a:gd name="connsiteX14" fmla="*/ 22459 w 30570"/>
                    <a:gd name="connsiteY14" fmla="*/ 8096 h 36461"/>
                    <a:gd name="connsiteX15" fmla="*/ 18342 w 30570"/>
                    <a:gd name="connsiteY15" fmla="*/ 5217 h 36461"/>
                    <a:gd name="connsiteX16" fmla="*/ 12773 w 30570"/>
                    <a:gd name="connsiteY16" fmla="*/ 4138 h 36461"/>
                    <a:gd name="connsiteX17" fmla="*/ 4661 w 30570"/>
                    <a:gd name="connsiteY17" fmla="*/ 4138 h 36461"/>
                    <a:gd name="connsiteX18" fmla="*/ 4661 w 30570"/>
                    <a:gd name="connsiteY18" fmla="*/ 32384 h 36461"/>
                    <a:gd name="connsiteX19" fmla="*/ 12773 w 30570"/>
                    <a:gd name="connsiteY19" fmla="*/ 32384 h 36461"/>
                    <a:gd name="connsiteX20" fmla="*/ 18403 w 30570"/>
                    <a:gd name="connsiteY20" fmla="*/ 31304 h 36461"/>
                    <a:gd name="connsiteX21" fmla="*/ 22519 w 30570"/>
                    <a:gd name="connsiteY21" fmla="*/ 28306 h 36461"/>
                    <a:gd name="connsiteX22" fmla="*/ 25001 w 30570"/>
                    <a:gd name="connsiteY22" fmla="*/ 23808 h 36461"/>
                    <a:gd name="connsiteX23" fmla="*/ 25849 w 30570"/>
                    <a:gd name="connsiteY23" fmla="*/ 18171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0570" h="3646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2834" y="0"/>
                      </a:lnTo>
                      <a:cubicBezTo>
                        <a:pt x="15800" y="0"/>
                        <a:pt x="18342" y="480"/>
                        <a:pt x="20582" y="1439"/>
                      </a:cubicBezTo>
                      <a:cubicBezTo>
                        <a:pt x="22822" y="2399"/>
                        <a:pt x="24699" y="3718"/>
                        <a:pt x="26151" y="5337"/>
                      </a:cubicBezTo>
                      <a:cubicBezTo>
                        <a:pt x="27665" y="6957"/>
                        <a:pt x="28754" y="8936"/>
                        <a:pt x="29481" y="11094"/>
                      </a:cubicBezTo>
                      <a:cubicBezTo>
                        <a:pt x="30207" y="13313"/>
                        <a:pt x="30571" y="15652"/>
                        <a:pt x="30571" y="18171"/>
                      </a:cubicBezTo>
                      <a:cubicBezTo>
                        <a:pt x="30571" y="20930"/>
                        <a:pt x="30147" y="23448"/>
                        <a:pt x="29299" y="25667"/>
                      </a:cubicBezTo>
                      <a:cubicBezTo>
                        <a:pt x="28452" y="27886"/>
                        <a:pt x="27302" y="29805"/>
                        <a:pt x="25728" y="31424"/>
                      </a:cubicBezTo>
                      <a:cubicBezTo>
                        <a:pt x="24154" y="33044"/>
                        <a:pt x="22277" y="34243"/>
                        <a:pt x="20098" y="35143"/>
                      </a:cubicBezTo>
                      <a:cubicBezTo>
                        <a:pt x="17919" y="36042"/>
                        <a:pt x="15437" y="36462"/>
                        <a:pt x="12773" y="36462"/>
                      </a:cubicBezTo>
                      <a:lnTo>
                        <a:pt x="0" y="36462"/>
                      </a:lnTo>
                      <a:close/>
                      <a:moveTo>
                        <a:pt x="25849" y="18231"/>
                      </a:moveTo>
                      <a:cubicBezTo>
                        <a:pt x="25849" y="16192"/>
                        <a:pt x="25546" y="14273"/>
                        <a:pt x="25001" y="12534"/>
                      </a:cubicBezTo>
                      <a:cubicBezTo>
                        <a:pt x="24456" y="10795"/>
                        <a:pt x="23609" y="9295"/>
                        <a:pt x="22459" y="8096"/>
                      </a:cubicBezTo>
                      <a:cubicBezTo>
                        <a:pt x="21309" y="6897"/>
                        <a:pt x="19977" y="5877"/>
                        <a:pt x="18342" y="5217"/>
                      </a:cubicBezTo>
                      <a:cubicBezTo>
                        <a:pt x="16708" y="4498"/>
                        <a:pt x="14892" y="4138"/>
                        <a:pt x="12773" y="4138"/>
                      </a:cubicBezTo>
                      <a:lnTo>
                        <a:pt x="4661" y="4138"/>
                      </a:lnTo>
                      <a:lnTo>
                        <a:pt x="4661" y="32384"/>
                      </a:lnTo>
                      <a:lnTo>
                        <a:pt x="12773" y="32384"/>
                      </a:lnTo>
                      <a:cubicBezTo>
                        <a:pt x="14892" y="32384"/>
                        <a:pt x="16768" y="32024"/>
                        <a:pt x="18403" y="31304"/>
                      </a:cubicBezTo>
                      <a:cubicBezTo>
                        <a:pt x="20037" y="30585"/>
                        <a:pt x="21430" y="29565"/>
                        <a:pt x="22519" y="28306"/>
                      </a:cubicBezTo>
                      <a:cubicBezTo>
                        <a:pt x="23609" y="27047"/>
                        <a:pt x="24456" y="25547"/>
                        <a:pt x="25001" y="23808"/>
                      </a:cubicBezTo>
                      <a:cubicBezTo>
                        <a:pt x="25546" y="22069"/>
                        <a:pt x="25849" y="20210"/>
                        <a:pt x="25849" y="1817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" name="Freeform 198">
                  <a:extLst>
                    <a:ext uri="{FF2B5EF4-FFF2-40B4-BE49-F238E27FC236}">
                      <a16:creationId xmlns:a16="http://schemas.microsoft.com/office/drawing/2014/main" id="{196553AC-764A-E502-98EB-AF1FCD2EB881}"/>
                    </a:ext>
                  </a:extLst>
                </p:cNvPr>
                <p:cNvSpPr/>
                <p:nvPr/>
              </p:nvSpPr>
              <p:spPr>
                <a:xfrm>
                  <a:off x="367059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" name="Freeform 199">
                  <a:extLst>
                    <a:ext uri="{FF2B5EF4-FFF2-40B4-BE49-F238E27FC236}">
                      <a16:creationId xmlns:a16="http://schemas.microsoft.com/office/drawing/2014/main" id="{179E13C7-4895-D2F8-48DD-74F0E9BC4C2D}"/>
                    </a:ext>
                  </a:extLst>
                </p:cNvPr>
                <p:cNvSpPr/>
                <p:nvPr/>
              </p:nvSpPr>
              <p:spPr>
                <a:xfrm>
                  <a:off x="377048" y="585053"/>
                  <a:ext cx="30086" cy="36461"/>
                </a:xfrm>
                <a:custGeom>
                  <a:avLst/>
                  <a:gdLst>
                    <a:gd name="connsiteX0" fmla="*/ 30086 w 30086"/>
                    <a:gd name="connsiteY0" fmla="*/ 4078 h 36461"/>
                    <a:gd name="connsiteX1" fmla="*/ 17374 w 30086"/>
                    <a:gd name="connsiteY1" fmla="*/ 4078 h 36461"/>
                    <a:gd name="connsiteX2" fmla="*/ 17374 w 30086"/>
                    <a:gd name="connsiteY2" fmla="*/ 36462 h 36461"/>
                    <a:gd name="connsiteX3" fmla="*/ 12712 w 30086"/>
                    <a:gd name="connsiteY3" fmla="*/ 36462 h 36461"/>
                    <a:gd name="connsiteX4" fmla="*/ 12712 w 30086"/>
                    <a:gd name="connsiteY4" fmla="*/ 4078 h 36461"/>
                    <a:gd name="connsiteX5" fmla="*/ 0 w 30086"/>
                    <a:gd name="connsiteY5" fmla="*/ 4078 h 36461"/>
                    <a:gd name="connsiteX6" fmla="*/ 0 w 30086"/>
                    <a:gd name="connsiteY6" fmla="*/ 0 h 36461"/>
                    <a:gd name="connsiteX7" fmla="*/ 30086 w 30086"/>
                    <a:gd name="connsiteY7" fmla="*/ 0 h 36461"/>
                    <a:gd name="connsiteX8" fmla="*/ 30086 w 30086"/>
                    <a:gd name="connsiteY8" fmla="*/ 4078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086" h="36461">
                      <a:moveTo>
                        <a:pt x="30086" y="4078"/>
                      </a:moveTo>
                      <a:lnTo>
                        <a:pt x="17374" y="4078"/>
                      </a:lnTo>
                      <a:lnTo>
                        <a:pt x="17374" y="36462"/>
                      </a:lnTo>
                      <a:lnTo>
                        <a:pt x="12712" y="36462"/>
                      </a:lnTo>
                      <a:lnTo>
                        <a:pt x="12712" y="4078"/>
                      </a:lnTo>
                      <a:lnTo>
                        <a:pt x="0" y="4078"/>
                      </a:lnTo>
                      <a:lnTo>
                        <a:pt x="0" y="0"/>
                      </a:lnTo>
                      <a:lnTo>
                        <a:pt x="30086" y="0"/>
                      </a:lnTo>
                      <a:lnTo>
                        <a:pt x="30086" y="407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" name="Freeform 200">
                  <a:extLst>
                    <a:ext uri="{FF2B5EF4-FFF2-40B4-BE49-F238E27FC236}">
                      <a16:creationId xmlns:a16="http://schemas.microsoft.com/office/drawing/2014/main" id="{B39A2C1E-0314-CFCA-B4E3-1CBCC035E52D}"/>
                    </a:ext>
                  </a:extLst>
                </p:cNvPr>
                <p:cNvSpPr/>
                <p:nvPr/>
              </p:nvSpPr>
              <p:spPr>
                <a:xfrm>
                  <a:off x="412401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0" name="Freeform 201">
                  <a:extLst>
                    <a:ext uri="{FF2B5EF4-FFF2-40B4-BE49-F238E27FC236}">
                      <a16:creationId xmlns:a16="http://schemas.microsoft.com/office/drawing/2014/main" id="{4670A80A-5D58-6A0C-4667-84053A3052C2}"/>
                    </a:ext>
                  </a:extLst>
                </p:cNvPr>
                <p:cNvSpPr/>
                <p:nvPr/>
              </p:nvSpPr>
              <p:spPr>
                <a:xfrm>
                  <a:off x="443698" y="584994"/>
                  <a:ext cx="30570" cy="36461"/>
                </a:xfrm>
                <a:custGeom>
                  <a:avLst/>
                  <a:gdLst>
                    <a:gd name="connsiteX0" fmla="*/ 61 w 30570"/>
                    <a:gd name="connsiteY0" fmla="*/ 36462 h 36461"/>
                    <a:gd name="connsiteX1" fmla="*/ 61 w 30570"/>
                    <a:gd name="connsiteY1" fmla="*/ 0 h 36461"/>
                    <a:gd name="connsiteX2" fmla="*/ 12834 w 30570"/>
                    <a:gd name="connsiteY2" fmla="*/ 0 h 36461"/>
                    <a:gd name="connsiteX3" fmla="*/ 20582 w 30570"/>
                    <a:gd name="connsiteY3" fmla="*/ 1439 h 36461"/>
                    <a:gd name="connsiteX4" fmla="*/ 26151 w 30570"/>
                    <a:gd name="connsiteY4" fmla="*/ 5337 h 36461"/>
                    <a:gd name="connsiteX5" fmla="*/ 29481 w 30570"/>
                    <a:gd name="connsiteY5" fmla="*/ 11094 h 36461"/>
                    <a:gd name="connsiteX6" fmla="*/ 30571 w 30570"/>
                    <a:gd name="connsiteY6" fmla="*/ 18171 h 36461"/>
                    <a:gd name="connsiteX7" fmla="*/ 29299 w 30570"/>
                    <a:gd name="connsiteY7" fmla="*/ 25667 h 36461"/>
                    <a:gd name="connsiteX8" fmla="*/ 25728 w 30570"/>
                    <a:gd name="connsiteY8" fmla="*/ 31424 h 36461"/>
                    <a:gd name="connsiteX9" fmla="*/ 20098 w 30570"/>
                    <a:gd name="connsiteY9" fmla="*/ 35143 h 36461"/>
                    <a:gd name="connsiteX10" fmla="*/ 12773 w 30570"/>
                    <a:gd name="connsiteY10" fmla="*/ 36462 h 36461"/>
                    <a:gd name="connsiteX11" fmla="*/ 0 w 30570"/>
                    <a:gd name="connsiteY11" fmla="*/ 36462 h 36461"/>
                    <a:gd name="connsiteX12" fmla="*/ 25909 w 30570"/>
                    <a:gd name="connsiteY12" fmla="*/ 18231 h 36461"/>
                    <a:gd name="connsiteX13" fmla="*/ 25062 w 30570"/>
                    <a:gd name="connsiteY13" fmla="*/ 12534 h 36461"/>
                    <a:gd name="connsiteX14" fmla="*/ 22519 w 30570"/>
                    <a:gd name="connsiteY14" fmla="*/ 8096 h 36461"/>
                    <a:gd name="connsiteX15" fmla="*/ 18403 w 30570"/>
                    <a:gd name="connsiteY15" fmla="*/ 5217 h 36461"/>
                    <a:gd name="connsiteX16" fmla="*/ 12834 w 30570"/>
                    <a:gd name="connsiteY16" fmla="*/ 4138 h 36461"/>
                    <a:gd name="connsiteX17" fmla="*/ 4722 w 30570"/>
                    <a:gd name="connsiteY17" fmla="*/ 4138 h 36461"/>
                    <a:gd name="connsiteX18" fmla="*/ 4722 w 30570"/>
                    <a:gd name="connsiteY18" fmla="*/ 32384 h 36461"/>
                    <a:gd name="connsiteX19" fmla="*/ 12834 w 30570"/>
                    <a:gd name="connsiteY19" fmla="*/ 32384 h 36461"/>
                    <a:gd name="connsiteX20" fmla="*/ 18463 w 30570"/>
                    <a:gd name="connsiteY20" fmla="*/ 31304 h 36461"/>
                    <a:gd name="connsiteX21" fmla="*/ 22580 w 30570"/>
                    <a:gd name="connsiteY21" fmla="*/ 28306 h 36461"/>
                    <a:gd name="connsiteX22" fmla="*/ 25062 w 30570"/>
                    <a:gd name="connsiteY22" fmla="*/ 23808 h 36461"/>
                    <a:gd name="connsiteX23" fmla="*/ 25909 w 30570"/>
                    <a:gd name="connsiteY23" fmla="*/ 18171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0570" h="3646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2834" y="0"/>
                      </a:lnTo>
                      <a:cubicBezTo>
                        <a:pt x="15800" y="0"/>
                        <a:pt x="18342" y="480"/>
                        <a:pt x="20582" y="1439"/>
                      </a:cubicBezTo>
                      <a:cubicBezTo>
                        <a:pt x="22822" y="2399"/>
                        <a:pt x="24699" y="3718"/>
                        <a:pt x="26151" y="5337"/>
                      </a:cubicBezTo>
                      <a:cubicBezTo>
                        <a:pt x="27665" y="6957"/>
                        <a:pt x="28754" y="8936"/>
                        <a:pt x="29481" y="11094"/>
                      </a:cubicBezTo>
                      <a:cubicBezTo>
                        <a:pt x="30207" y="13313"/>
                        <a:pt x="30571" y="15652"/>
                        <a:pt x="30571" y="18171"/>
                      </a:cubicBezTo>
                      <a:cubicBezTo>
                        <a:pt x="30571" y="20930"/>
                        <a:pt x="30147" y="23448"/>
                        <a:pt x="29299" y="25667"/>
                      </a:cubicBezTo>
                      <a:cubicBezTo>
                        <a:pt x="28452" y="27886"/>
                        <a:pt x="27302" y="29805"/>
                        <a:pt x="25728" y="31424"/>
                      </a:cubicBezTo>
                      <a:cubicBezTo>
                        <a:pt x="24154" y="33044"/>
                        <a:pt x="22277" y="34243"/>
                        <a:pt x="20098" y="35143"/>
                      </a:cubicBezTo>
                      <a:cubicBezTo>
                        <a:pt x="17919" y="36042"/>
                        <a:pt x="15437" y="36462"/>
                        <a:pt x="12773" y="36462"/>
                      </a:cubicBezTo>
                      <a:lnTo>
                        <a:pt x="0" y="36462"/>
                      </a:lnTo>
                      <a:close/>
                      <a:moveTo>
                        <a:pt x="25909" y="18231"/>
                      </a:moveTo>
                      <a:cubicBezTo>
                        <a:pt x="25909" y="16192"/>
                        <a:pt x="25607" y="14273"/>
                        <a:pt x="25062" y="12534"/>
                      </a:cubicBezTo>
                      <a:cubicBezTo>
                        <a:pt x="24517" y="10795"/>
                        <a:pt x="23669" y="9295"/>
                        <a:pt x="22519" y="8096"/>
                      </a:cubicBezTo>
                      <a:cubicBezTo>
                        <a:pt x="21369" y="6897"/>
                        <a:pt x="20037" y="5877"/>
                        <a:pt x="18403" y="5217"/>
                      </a:cubicBezTo>
                      <a:cubicBezTo>
                        <a:pt x="16768" y="4498"/>
                        <a:pt x="14952" y="4138"/>
                        <a:pt x="12834" y="4138"/>
                      </a:cubicBezTo>
                      <a:lnTo>
                        <a:pt x="4722" y="4138"/>
                      </a:lnTo>
                      <a:lnTo>
                        <a:pt x="4722" y="32384"/>
                      </a:lnTo>
                      <a:lnTo>
                        <a:pt x="12834" y="32384"/>
                      </a:lnTo>
                      <a:cubicBezTo>
                        <a:pt x="14952" y="32384"/>
                        <a:pt x="16829" y="32024"/>
                        <a:pt x="18463" y="31304"/>
                      </a:cubicBezTo>
                      <a:cubicBezTo>
                        <a:pt x="20098" y="30585"/>
                        <a:pt x="21490" y="29565"/>
                        <a:pt x="22580" y="28306"/>
                      </a:cubicBezTo>
                      <a:cubicBezTo>
                        <a:pt x="23669" y="27047"/>
                        <a:pt x="24517" y="25547"/>
                        <a:pt x="25062" y="23808"/>
                      </a:cubicBezTo>
                      <a:cubicBezTo>
                        <a:pt x="25607" y="22069"/>
                        <a:pt x="25909" y="20210"/>
                        <a:pt x="25909" y="1817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1" name="Freeform 202">
                  <a:extLst>
                    <a:ext uri="{FF2B5EF4-FFF2-40B4-BE49-F238E27FC236}">
                      <a16:creationId xmlns:a16="http://schemas.microsoft.com/office/drawing/2014/main" id="{12C5F1A8-C0A3-0303-4986-A1E5A9E8A674}"/>
                    </a:ext>
                  </a:extLst>
                </p:cNvPr>
                <p:cNvSpPr/>
                <p:nvPr/>
              </p:nvSpPr>
              <p:spPr>
                <a:xfrm>
                  <a:off x="493518" y="584874"/>
                  <a:ext cx="31357" cy="36761"/>
                </a:xfrm>
                <a:custGeom>
                  <a:avLst/>
                  <a:gdLst>
                    <a:gd name="connsiteX0" fmla="*/ 15618 w 31357"/>
                    <a:gd name="connsiteY0" fmla="*/ 32684 h 36761"/>
                    <a:gd name="connsiteX1" fmla="*/ 20945 w 31357"/>
                    <a:gd name="connsiteY1" fmla="*/ 31424 h 36761"/>
                    <a:gd name="connsiteX2" fmla="*/ 24335 w 31357"/>
                    <a:gd name="connsiteY2" fmla="*/ 28186 h 36761"/>
                    <a:gd name="connsiteX3" fmla="*/ 26151 w 31357"/>
                    <a:gd name="connsiteY3" fmla="*/ 23688 h 36761"/>
                    <a:gd name="connsiteX4" fmla="*/ 26696 w 31357"/>
                    <a:gd name="connsiteY4" fmla="*/ 18531 h 36761"/>
                    <a:gd name="connsiteX5" fmla="*/ 26696 w 31357"/>
                    <a:gd name="connsiteY5" fmla="*/ 60 h 36761"/>
                    <a:gd name="connsiteX6" fmla="*/ 31358 w 31357"/>
                    <a:gd name="connsiteY6" fmla="*/ 60 h 36761"/>
                    <a:gd name="connsiteX7" fmla="*/ 31358 w 31357"/>
                    <a:gd name="connsiteY7" fmla="*/ 18531 h 36761"/>
                    <a:gd name="connsiteX8" fmla="*/ 30510 w 31357"/>
                    <a:gd name="connsiteY8" fmla="*/ 25547 h 36761"/>
                    <a:gd name="connsiteX9" fmla="*/ 27786 w 31357"/>
                    <a:gd name="connsiteY9" fmla="*/ 31364 h 36761"/>
                    <a:gd name="connsiteX10" fmla="*/ 22943 w 31357"/>
                    <a:gd name="connsiteY10" fmla="*/ 35322 h 36761"/>
                    <a:gd name="connsiteX11" fmla="*/ 15679 w 31357"/>
                    <a:gd name="connsiteY11" fmla="*/ 36762 h 36761"/>
                    <a:gd name="connsiteX12" fmla="*/ 8293 w 31357"/>
                    <a:gd name="connsiteY12" fmla="*/ 35202 h 36761"/>
                    <a:gd name="connsiteX13" fmla="*/ 3451 w 31357"/>
                    <a:gd name="connsiteY13" fmla="*/ 31124 h 36761"/>
                    <a:gd name="connsiteX14" fmla="*/ 787 w 31357"/>
                    <a:gd name="connsiteY14" fmla="*/ 25247 h 36761"/>
                    <a:gd name="connsiteX15" fmla="*/ 0 w 31357"/>
                    <a:gd name="connsiteY15" fmla="*/ 18471 h 36761"/>
                    <a:gd name="connsiteX16" fmla="*/ 0 w 31357"/>
                    <a:gd name="connsiteY16" fmla="*/ 0 h 36761"/>
                    <a:gd name="connsiteX17" fmla="*/ 4661 w 31357"/>
                    <a:gd name="connsiteY17" fmla="*/ 0 h 36761"/>
                    <a:gd name="connsiteX18" fmla="*/ 4661 w 31357"/>
                    <a:gd name="connsiteY18" fmla="*/ 18471 h 36761"/>
                    <a:gd name="connsiteX19" fmla="*/ 5206 w 31357"/>
                    <a:gd name="connsiteY19" fmla="*/ 23748 h 36761"/>
                    <a:gd name="connsiteX20" fmla="*/ 7022 w 31357"/>
                    <a:gd name="connsiteY20" fmla="*/ 28246 h 36761"/>
                    <a:gd name="connsiteX21" fmla="*/ 10412 w 31357"/>
                    <a:gd name="connsiteY21" fmla="*/ 31424 h 36761"/>
                    <a:gd name="connsiteX22" fmla="*/ 15679 w 31357"/>
                    <a:gd name="connsiteY22" fmla="*/ 32624 h 36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1357" h="36761">
                      <a:moveTo>
                        <a:pt x="15618" y="32684"/>
                      </a:moveTo>
                      <a:cubicBezTo>
                        <a:pt x="17737" y="32684"/>
                        <a:pt x="19553" y="32264"/>
                        <a:pt x="20945" y="31424"/>
                      </a:cubicBezTo>
                      <a:cubicBezTo>
                        <a:pt x="22338" y="30585"/>
                        <a:pt x="23488" y="29505"/>
                        <a:pt x="24335" y="28186"/>
                      </a:cubicBezTo>
                      <a:cubicBezTo>
                        <a:pt x="25183" y="26867"/>
                        <a:pt x="25788" y="25367"/>
                        <a:pt x="26151" y="23688"/>
                      </a:cubicBezTo>
                      <a:cubicBezTo>
                        <a:pt x="26515" y="22009"/>
                        <a:pt x="26696" y="20270"/>
                        <a:pt x="26696" y="18531"/>
                      </a:cubicBezTo>
                      <a:lnTo>
                        <a:pt x="26696" y="60"/>
                      </a:lnTo>
                      <a:lnTo>
                        <a:pt x="31358" y="60"/>
                      </a:lnTo>
                      <a:lnTo>
                        <a:pt x="31358" y="18531"/>
                      </a:lnTo>
                      <a:cubicBezTo>
                        <a:pt x="31358" y="20990"/>
                        <a:pt x="31055" y="23328"/>
                        <a:pt x="30510" y="25547"/>
                      </a:cubicBezTo>
                      <a:cubicBezTo>
                        <a:pt x="29965" y="27766"/>
                        <a:pt x="29057" y="29685"/>
                        <a:pt x="27786" y="31364"/>
                      </a:cubicBezTo>
                      <a:cubicBezTo>
                        <a:pt x="26515" y="33044"/>
                        <a:pt x="24941" y="34363"/>
                        <a:pt x="22943" y="35322"/>
                      </a:cubicBezTo>
                      <a:cubicBezTo>
                        <a:pt x="20945" y="36282"/>
                        <a:pt x="18524" y="36762"/>
                        <a:pt x="15679" y="36762"/>
                      </a:cubicBezTo>
                      <a:cubicBezTo>
                        <a:pt x="12834" y="36762"/>
                        <a:pt x="10291" y="36222"/>
                        <a:pt x="8293" y="35202"/>
                      </a:cubicBezTo>
                      <a:cubicBezTo>
                        <a:pt x="6296" y="34183"/>
                        <a:pt x="4661" y="32804"/>
                        <a:pt x="3451" y="31124"/>
                      </a:cubicBezTo>
                      <a:cubicBezTo>
                        <a:pt x="2240" y="29445"/>
                        <a:pt x="1332" y="27466"/>
                        <a:pt x="787" y="25247"/>
                      </a:cubicBezTo>
                      <a:cubicBezTo>
                        <a:pt x="242" y="23029"/>
                        <a:pt x="0" y="20750"/>
                        <a:pt x="0" y="18471"/>
                      </a:cubicBez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18471"/>
                      </a:lnTo>
                      <a:cubicBezTo>
                        <a:pt x="4661" y="20270"/>
                        <a:pt x="4843" y="22069"/>
                        <a:pt x="5206" y="23748"/>
                      </a:cubicBezTo>
                      <a:cubicBezTo>
                        <a:pt x="5569" y="25427"/>
                        <a:pt x="6175" y="26927"/>
                        <a:pt x="7022" y="28246"/>
                      </a:cubicBezTo>
                      <a:cubicBezTo>
                        <a:pt x="7870" y="29565"/>
                        <a:pt x="9020" y="30585"/>
                        <a:pt x="10412" y="31424"/>
                      </a:cubicBezTo>
                      <a:cubicBezTo>
                        <a:pt x="11804" y="32264"/>
                        <a:pt x="13560" y="32624"/>
                        <a:pt x="15679" y="32624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" name="Freeform 203">
                  <a:extLst>
                    <a:ext uri="{FF2B5EF4-FFF2-40B4-BE49-F238E27FC236}">
                      <a16:creationId xmlns:a16="http://schemas.microsoft.com/office/drawing/2014/main" id="{71A2B0F0-97CC-33DF-E0CC-ED304678FD40}"/>
                    </a:ext>
                  </a:extLst>
                </p:cNvPr>
                <p:cNvSpPr/>
                <p:nvPr/>
              </p:nvSpPr>
              <p:spPr>
                <a:xfrm>
                  <a:off x="535228" y="584994"/>
                  <a:ext cx="31115" cy="36461"/>
                </a:xfrm>
                <a:custGeom>
                  <a:avLst/>
                  <a:gdLst>
                    <a:gd name="connsiteX0" fmla="*/ 4661 w 31115"/>
                    <a:gd name="connsiteY0" fmla="*/ 8636 h 36461"/>
                    <a:gd name="connsiteX1" fmla="*/ 4661 w 31115"/>
                    <a:gd name="connsiteY1" fmla="*/ 36462 h 36461"/>
                    <a:gd name="connsiteX2" fmla="*/ 0 w 31115"/>
                    <a:gd name="connsiteY2" fmla="*/ 36462 h 36461"/>
                    <a:gd name="connsiteX3" fmla="*/ 0 w 31115"/>
                    <a:gd name="connsiteY3" fmla="*/ 0 h 36461"/>
                    <a:gd name="connsiteX4" fmla="*/ 3632 w 31115"/>
                    <a:gd name="connsiteY4" fmla="*/ 0 h 36461"/>
                    <a:gd name="connsiteX5" fmla="*/ 26454 w 31115"/>
                    <a:gd name="connsiteY5" fmla="*/ 28426 h 36461"/>
                    <a:gd name="connsiteX6" fmla="*/ 26454 w 31115"/>
                    <a:gd name="connsiteY6" fmla="*/ 60 h 36461"/>
                    <a:gd name="connsiteX7" fmla="*/ 31115 w 31115"/>
                    <a:gd name="connsiteY7" fmla="*/ 60 h 36461"/>
                    <a:gd name="connsiteX8" fmla="*/ 31115 w 31115"/>
                    <a:gd name="connsiteY8" fmla="*/ 36462 h 36461"/>
                    <a:gd name="connsiteX9" fmla="*/ 27181 w 31115"/>
                    <a:gd name="connsiteY9" fmla="*/ 36462 h 36461"/>
                    <a:gd name="connsiteX10" fmla="*/ 4661 w 31115"/>
                    <a:gd name="connsiteY10" fmla="*/ 8636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1115" h="36461">
                      <a:moveTo>
                        <a:pt x="4661" y="8636"/>
                      </a:moveTo>
                      <a:lnTo>
                        <a:pt x="466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3632" y="0"/>
                      </a:lnTo>
                      <a:lnTo>
                        <a:pt x="26454" y="28426"/>
                      </a:lnTo>
                      <a:lnTo>
                        <a:pt x="26454" y="60"/>
                      </a:lnTo>
                      <a:lnTo>
                        <a:pt x="31115" y="60"/>
                      </a:lnTo>
                      <a:lnTo>
                        <a:pt x="31115" y="36462"/>
                      </a:lnTo>
                      <a:lnTo>
                        <a:pt x="27181" y="36462"/>
                      </a:lnTo>
                      <a:lnTo>
                        <a:pt x="4661" y="8636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3" name="Freeform 204">
                  <a:extLst>
                    <a:ext uri="{FF2B5EF4-FFF2-40B4-BE49-F238E27FC236}">
                      <a16:creationId xmlns:a16="http://schemas.microsoft.com/office/drawing/2014/main" id="{16BA7814-5335-A4F9-76D6-5902C30379CE}"/>
                    </a:ext>
                  </a:extLst>
                </p:cNvPr>
                <p:cNvSpPr/>
                <p:nvPr/>
              </p:nvSpPr>
              <p:spPr>
                <a:xfrm>
                  <a:off x="577239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" name="Freeform 205">
                  <a:extLst>
                    <a:ext uri="{FF2B5EF4-FFF2-40B4-BE49-F238E27FC236}">
                      <a16:creationId xmlns:a16="http://schemas.microsoft.com/office/drawing/2014/main" id="{C0D61706-1E06-7199-DA63-A0FD5CD19EC3}"/>
                    </a:ext>
                  </a:extLst>
                </p:cNvPr>
                <p:cNvSpPr/>
                <p:nvPr/>
              </p:nvSpPr>
              <p:spPr>
                <a:xfrm>
                  <a:off x="588862" y="584994"/>
                  <a:ext cx="34142" cy="36461"/>
                </a:xfrm>
                <a:custGeom>
                  <a:avLst/>
                  <a:gdLst>
                    <a:gd name="connsiteX0" fmla="*/ 4964 w 34142"/>
                    <a:gd name="connsiteY0" fmla="*/ 0 h 36461"/>
                    <a:gd name="connsiteX1" fmla="*/ 17132 w 34142"/>
                    <a:gd name="connsiteY1" fmla="*/ 30645 h 36461"/>
                    <a:gd name="connsiteX2" fmla="*/ 29239 w 34142"/>
                    <a:gd name="connsiteY2" fmla="*/ 0 h 36461"/>
                    <a:gd name="connsiteX3" fmla="*/ 34142 w 34142"/>
                    <a:gd name="connsiteY3" fmla="*/ 0 h 36461"/>
                    <a:gd name="connsiteX4" fmla="*/ 19129 w 34142"/>
                    <a:gd name="connsiteY4" fmla="*/ 36462 h 36461"/>
                    <a:gd name="connsiteX5" fmla="*/ 15073 w 34142"/>
                    <a:gd name="connsiteY5" fmla="*/ 36462 h 36461"/>
                    <a:gd name="connsiteX6" fmla="*/ 0 w 34142"/>
                    <a:gd name="connsiteY6" fmla="*/ 0 h 36461"/>
                    <a:gd name="connsiteX7" fmla="*/ 4903 w 34142"/>
                    <a:gd name="connsiteY7" fmla="*/ 0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4142" h="36461">
                      <a:moveTo>
                        <a:pt x="4964" y="0"/>
                      </a:moveTo>
                      <a:lnTo>
                        <a:pt x="17132" y="30645"/>
                      </a:lnTo>
                      <a:lnTo>
                        <a:pt x="29239" y="0"/>
                      </a:lnTo>
                      <a:lnTo>
                        <a:pt x="34142" y="0"/>
                      </a:lnTo>
                      <a:lnTo>
                        <a:pt x="19129" y="36462"/>
                      </a:lnTo>
                      <a:lnTo>
                        <a:pt x="15073" y="36462"/>
                      </a:lnTo>
                      <a:lnTo>
                        <a:pt x="0" y="0"/>
                      </a:lnTo>
                      <a:lnTo>
                        <a:pt x="4903" y="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" name="Freeform 206">
                  <a:extLst>
                    <a:ext uri="{FF2B5EF4-FFF2-40B4-BE49-F238E27FC236}">
                      <a16:creationId xmlns:a16="http://schemas.microsoft.com/office/drawing/2014/main" id="{026CBE88-F412-0D52-3216-A06F14045BD1}"/>
                    </a:ext>
                  </a:extLst>
                </p:cNvPr>
                <p:cNvSpPr/>
                <p:nvPr/>
              </p:nvSpPr>
              <p:spPr>
                <a:xfrm>
                  <a:off x="630148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" name="Freeform 207">
                  <a:extLst>
                    <a:ext uri="{FF2B5EF4-FFF2-40B4-BE49-F238E27FC236}">
                      <a16:creationId xmlns:a16="http://schemas.microsoft.com/office/drawing/2014/main" id="{247DC43A-24A6-A057-E058-33E2E27FD40F}"/>
                    </a:ext>
                  </a:extLst>
                </p:cNvPr>
                <p:cNvSpPr/>
                <p:nvPr/>
              </p:nvSpPr>
              <p:spPr>
                <a:xfrm>
                  <a:off x="663503" y="584994"/>
                  <a:ext cx="28088" cy="36521"/>
                </a:xfrm>
                <a:custGeom>
                  <a:avLst/>
                  <a:gdLst>
                    <a:gd name="connsiteX0" fmla="*/ 61 w 28088"/>
                    <a:gd name="connsiteY0" fmla="*/ 36462 h 36521"/>
                    <a:gd name="connsiteX1" fmla="*/ 61 w 28088"/>
                    <a:gd name="connsiteY1" fmla="*/ 0 h 36521"/>
                    <a:gd name="connsiteX2" fmla="*/ 15800 w 28088"/>
                    <a:gd name="connsiteY2" fmla="*/ 0 h 36521"/>
                    <a:gd name="connsiteX3" fmla="*/ 20279 w 28088"/>
                    <a:gd name="connsiteY3" fmla="*/ 1019 h 36521"/>
                    <a:gd name="connsiteX4" fmla="*/ 23791 w 28088"/>
                    <a:gd name="connsiteY4" fmla="*/ 3658 h 36521"/>
                    <a:gd name="connsiteX5" fmla="*/ 26091 w 28088"/>
                    <a:gd name="connsiteY5" fmla="*/ 7436 h 36521"/>
                    <a:gd name="connsiteX6" fmla="*/ 26938 w 28088"/>
                    <a:gd name="connsiteY6" fmla="*/ 11694 h 36521"/>
                    <a:gd name="connsiteX7" fmla="*/ 26394 w 28088"/>
                    <a:gd name="connsiteY7" fmla="*/ 15352 h 36521"/>
                    <a:gd name="connsiteX8" fmla="*/ 24820 w 28088"/>
                    <a:gd name="connsiteY8" fmla="*/ 18591 h 36521"/>
                    <a:gd name="connsiteX9" fmla="*/ 22398 w 28088"/>
                    <a:gd name="connsiteY9" fmla="*/ 21050 h 36521"/>
                    <a:gd name="connsiteX10" fmla="*/ 19190 w 28088"/>
                    <a:gd name="connsiteY10" fmla="*/ 22549 h 36521"/>
                    <a:gd name="connsiteX11" fmla="*/ 28089 w 28088"/>
                    <a:gd name="connsiteY11" fmla="*/ 36522 h 36521"/>
                    <a:gd name="connsiteX12" fmla="*/ 22822 w 28088"/>
                    <a:gd name="connsiteY12" fmla="*/ 36522 h 36521"/>
                    <a:gd name="connsiteX13" fmla="*/ 14407 w 28088"/>
                    <a:gd name="connsiteY13" fmla="*/ 23448 h 36521"/>
                    <a:gd name="connsiteX14" fmla="*/ 4661 w 28088"/>
                    <a:gd name="connsiteY14" fmla="*/ 23448 h 36521"/>
                    <a:gd name="connsiteX15" fmla="*/ 4661 w 28088"/>
                    <a:gd name="connsiteY15" fmla="*/ 36522 h 36521"/>
                    <a:gd name="connsiteX16" fmla="*/ 0 w 28088"/>
                    <a:gd name="connsiteY16" fmla="*/ 36522 h 36521"/>
                    <a:gd name="connsiteX17" fmla="*/ 4722 w 28088"/>
                    <a:gd name="connsiteY17" fmla="*/ 19310 h 36521"/>
                    <a:gd name="connsiteX18" fmla="*/ 15860 w 28088"/>
                    <a:gd name="connsiteY18" fmla="*/ 19310 h 36521"/>
                    <a:gd name="connsiteX19" fmla="*/ 18463 w 28088"/>
                    <a:gd name="connsiteY19" fmla="*/ 18711 h 36521"/>
                    <a:gd name="connsiteX20" fmla="*/ 20461 w 28088"/>
                    <a:gd name="connsiteY20" fmla="*/ 17032 h 36521"/>
                    <a:gd name="connsiteX21" fmla="*/ 21732 w 28088"/>
                    <a:gd name="connsiteY21" fmla="*/ 14573 h 36521"/>
                    <a:gd name="connsiteX22" fmla="*/ 22217 w 28088"/>
                    <a:gd name="connsiteY22" fmla="*/ 11694 h 36521"/>
                    <a:gd name="connsiteX23" fmla="*/ 21672 w 28088"/>
                    <a:gd name="connsiteY23" fmla="*/ 8816 h 36521"/>
                    <a:gd name="connsiteX24" fmla="*/ 20219 w 28088"/>
                    <a:gd name="connsiteY24" fmla="*/ 6417 h 36521"/>
                    <a:gd name="connsiteX25" fmla="*/ 18100 w 28088"/>
                    <a:gd name="connsiteY25" fmla="*/ 4798 h 36521"/>
                    <a:gd name="connsiteX26" fmla="*/ 15558 w 28088"/>
                    <a:gd name="connsiteY26" fmla="*/ 4198 h 36521"/>
                    <a:gd name="connsiteX27" fmla="*/ 4722 w 28088"/>
                    <a:gd name="connsiteY27" fmla="*/ 4198 h 36521"/>
                    <a:gd name="connsiteX28" fmla="*/ 4722 w 28088"/>
                    <a:gd name="connsiteY28" fmla="*/ 1937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8088" h="3652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5800" y="0"/>
                      </a:lnTo>
                      <a:cubicBezTo>
                        <a:pt x="17434" y="0"/>
                        <a:pt x="18887" y="360"/>
                        <a:pt x="20279" y="1019"/>
                      </a:cubicBezTo>
                      <a:cubicBezTo>
                        <a:pt x="21672" y="1679"/>
                        <a:pt x="22822" y="2579"/>
                        <a:pt x="23791" y="3658"/>
                      </a:cubicBezTo>
                      <a:cubicBezTo>
                        <a:pt x="24759" y="4798"/>
                        <a:pt x="25546" y="5997"/>
                        <a:pt x="26091" y="7436"/>
                      </a:cubicBezTo>
                      <a:cubicBezTo>
                        <a:pt x="26636" y="8816"/>
                        <a:pt x="26938" y="10255"/>
                        <a:pt x="26938" y="11694"/>
                      </a:cubicBezTo>
                      <a:cubicBezTo>
                        <a:pt x="26938" y="12954"/>
                        <a:pt x="26757" y="14213"/>
                        <a:pt x="26394" y="15352"/>
                      </a:cubicBezTo>
                      <a:cubicBezTo>
                        <a:pt x="26030" y="16552"/>
                        <a:pt x="25486" y="17631"/>
                        <a:pt x="24820" y="18591"/>
                      </a:cubicBezTo>
                      <a:cubicBezTo>
                        <a:pt x="24154" y="19550"/>
                        <a:pt x="23306" y="20390"/>
                        <a:pt x="22398" y="21050"/>
                      </a:cubicBezTo>
                      <a:cubicBezTo>
                        <a:pt x="21430" y="21709"/>
                        <a:pt x="20401" y="22249"/>
                        <a:pt x="19190" y="22549"/>
                      </a:cubicBezTo>
                      <a:lnTo>
                        <a:pt x="28089" y="36522"/>
                      </a:lnTo>
                      <a:lnTo>
                        <a:pt x="22822" y="36522"/>
                      </a:lnTo>
                      <a:lnTo>
                        <a:pt x="14407" y="23448"/>
                      </a:lnTo>
                      <a:lnTo>
                        <a:pt x="4661" y="23448"/>
                      </a:lnTo>
                      <a:lnTo>
                        <a:pt x="4661" y="36522"/>
                      </a:lnTo>
                      <a:lnTo>
                        <a:pt x="0" y="36522"/>
                      </a:lnTo>
                      <a:close/>
                      <a:moveTo>
                        <a:pt x="4722" y="19310"/>
                      </a:moveTo>
                      <a:lnTo>
                        <a:pt x="15860" y="19310"/>
                      </a:lnTo>
                      <a:cubicBezTo>
                        <a:pt x="16829" y="19310"/>
                        <a:pt x="17676" y="19131"/>
                        <a:pt x="18463" y="18711"/>
                      </a:cubicBezTo>
                      <a:cubicBezTo>
                        <a:pt x="19250" y="18291"/>
                        <a:pt x="19916" y="17751"/>
                        <a:pt x="20461" y="17032"/>
                      </a:cubicBezTo>
                      <a:cubicBezTo>
                        <a:pt x="21006" y="16312"/>
                        <a:pt x="21430" y="15532"/>
                        <a:pt x="21732" y="14573"/>
                      </a:cubicBezTo>
                      <a:cubicBezTo>
                        <a:pt x="22035" y="13673"/>
                        <a:pt x="22217" y="12714"/>
                        <a:pt x="22217" y="11694"/>
                      </a:cubicBezTo>
                      <a:cubicBezTo>
                        <a:pt x="22217" y="10675"/>
                        <a:pt x="22035" y="9715"/>
                        <a:pt x="21672" y="8816"/>
                      </a:cubicBezTo>
                      <a:cubicBezTo>
                        <a:pt x="21309" y="7916"/>
                        <a:pt x="20824" y="7136"/>
                        <a:pt x="20219" y="6417"/>
                      </a:cubicBezTo>
                      <a:cubicBezTo>
                        <a:pt x="19614" y="5697"/>
                        <a:pt x="18887" y="5157"/>
                        <a:pt x="18100" y="4798"/>
                      </a:cubicBezTo>
                      <a:cubicBezTo>
                        <a:pt x="17313" y="4438"/>
                        <a:pt x="16405" y="4198"/>
                        <a:pt x="15558" y="4198"/>
                      </a:cubicBezTo>
                      <a:lnTo>
                        <a:pt x="4722" y="4198"/>
                      </a:lnTo>
                      <a:lnTo>
                        <a:pt x="4722" y="1937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7" name="Freeform 208">
                  <a:extLst>
                    <a:ext uri="{FF2B5EF4-FFF2-40B4-BE49-F238E27FC236}">
                      <a16:creationId xmlns:a16="http://schemas.microsoft.com/office/drawing/2014/main" id="{4D0342BC-DE3F-2FF6-5E8C-1B1F0B08B8C9}"/>
                    </a:ext>
                  </a:extLst>
                </p:cNvPr>
                <p:cNvSpPr/>
                <p:nvPr/>
              </p:nvSpPr>
              <p:spPr>
                <a:xfrm>
                  <a:off x="696737" y="584634"/>
                  <a:ext cx="28330" cy="37181"/>
                </a:xfrm>
                <a:custGeom>
                  <a:avLst/>
                  <a:gdLst>
                    <a:gd name="connsiteX0" fmla="*/ 24578 w 28330"/>
                    <a:gd name="connsiteY0" fmla="*/ 8036 h 37181"/>
                    <a:gd name="connsiteX1" fmla="*/ 22943 w 28330"/>
                    <a:gd name="connsiteY1" fmla="*/ 6657 h 37181"/>
                    <a:gd name="connsiteX2" fmla="*/ 20582 w 28330"/>
                    <a:gd name="connsiteY2" fmla="*/ 5457 h 37181"/>
                    <a:gd name="connsiteX3" fmla="*/ 17737 w 28330"/>
                    <a:gd name="connsiteY3" fmla="*/ 4558 h 37181"/>
                    <a:gd name="connsiteX4" fmla="*/ 14529 w 28330"/>
                    <a:gd name="connsiteY4" fmla="*/ 4198 h 37181"/>
                    <a:gd name="connsiteX5" fmla="*/ 8233 w 28330"/>
                    <a:gd name="connsiteY5" fmla="*/ 5817 h 37181"/>
                    <a:gd name="connsiteX6" fmla="*/ 6235 w 28330"/>
                    <a:gd name="connsiteY6" fmla="*/ 10195 h 37181"/>
                    <a:gd name="connsiteX7" fmla="*/ 6780 w 28330"/>
                    <a:gd name="connsiteY7" fmla="*/ 12654 h 37181"/>
                    <a:gd name="connsiteX8" fmla="*/ 8596 w 28330"/>
                    <a:gd name="connsiteY8" fmla="*/ 14333 h 37181"/>
                    <a:gd name="connsiteX9" fmla="*/ 11623 w 28330"/>
                    <a:gd name="connsiteY9" fmla="*/ 15532 h 37181"/>
                    <a:gd name="connsiteX10" fmla="*/ 15921 w 28330"/>
                    <a:gd name="connsiteY10" fmla="*/ 16612 h 37181"/>
                    <a:gd name="connsiteX11" fmla="*/ 21066 w 28330"/>
                    <a:gd name="connsiteY11" fmla="*/ 17991 h 37181"/>
                    <a:gd name="connsiteX12" fmla="*/ 25001 w 28330"/>
                    <a:gd name="connsiteY12" fmla="*/ 19970 h 37181"/>
                    <a:gd name="connsiteX13" fmla="*/ 27483 w 28330"/>
                    <a:gd name="connsiteY13" fmla="*/ 22849 h 37181"/>
                    <a:gd name="connsiteX14" fmla="*/ 28331 w 28330"/>
                    <a:gd name="connsiteY14" fmla="*/ 26987 h 37181"/>
                    <a:gd name="connsiteX15" fmla="*/ 27302 w 28330"/>
                    <a:gd name="connsiteY15" fmla="*/ 31544 h 37181"/>
                    <a:gd name="connsiteX16" fmla="*/ 24456 w 28330"/>
                    <a:gd name="connsiteY16" fmla="*/ 34723 h 37181"/>
                    <a:gd name="connsiteX17" fmla="*/ 20219 w 28330"/>
                    <a:gd name="connsiteY17" fmla="*/ 36582 h 37181"/>
                    <a:gd name="connsiteX18" fmla="*/ 14952 w 28330"/>
                    <a:gd name="connsiteY18" fmla="*/ 37182 h 37181"/>
                    <a:gd name="connsiteX19" fmla="*/ 6901 w 28330"/>
                    <a:gd name="connsiteY19" fmla="*/ 35862 h 37181"/>
                    <a:gd name="connsiteX20" fmla="*/ 0 w 28330"/>
                    <a:gd name="connsiteY20" fmla="*/ 32024 h 37181"/>
                    <a:gd name="connsiteX21" fmla="*/ 2240 w 28330"/>
                    <a:gd name="connsiteY21" fmla="*/ 28126 h 37181"/>
                    <a:gd name="connsiteX22" fmla="*/ 4419 w 28330"/>
                    <a:gd name="connsiteY22" fmla="*/ 29865 h 37181"/>
                    <a:gd name="connsiteX23" fmla="*/ 7446 w 28330"/>
                    <a:gd name="connsiteY23" fmla="*/ 31424 h 37181"/>
                    <a:gd name="connsiteX24" fmla="*/ 11078 w 28330"/>
                    <a:gd name="connsiteY24" fmla="*/ 32564 h 37181"/>
                    <a:gd name="connsiteX25" fmla="*/ 15134 w 28330"/>
                    <a:gd name="connsiteY25" fmla="*/ 32984 h 37181"/>
                    <a:gd name="connsiteX26" fmla="*/ 21248 w 28330"/>
                    <a:gd name="connsiteY26" fmla="*/ 31604 h 37181"/>
                    <a:gd name="connsiteX27" fmla="*/ 23427 w 28330"/>
                    <a:gd name="connsiteY27" fmla="*/ 27466 h 37181"/>
                    <a:gd name="connsiteX28" fmla="*/ 22701 w 28330"/>
                    <a:gd name="connsiteY28" fmla="*/ 24888 h 37181"/>
                    <a:gd name="connsiteX29" fmla="*/ 20643 w 28330"/>
                    <a:gd name="connsiteY29" fmla="*/ 23089 h 37181"/>
                    <a:gd name="connsiteX30" fmla="*/ 17313 w 28330"/>
                    <a:gd name="connsiteY30" fmla="*/ 21709 h 37181"/>
                    <a:gd name="connsiteX31" fmla="*/ 12773 w 28330"/>
                    <a:gd name="connsiteY31" fmla="*/ 20510 h 37181"/>
                    <a:gd name="connsiteX32" fmla="*/ 7870 w 28330"/>
                    <a:gd name="connsiteY32" fmla="*/ 19071 h 37181"/>
                    <a:gd name="connsiteX33" fmla="*/ 4298 w 28330"/>
                    <a:gd name="connsiteY33" fmla="*/ 17211 h 37181"/>
                    <a:gd name="connsiteX34" fmla="*/ 2119 w 28330"/>
                    <a:gd name="connsiteY34" fmla="*/ 14573 h 37181"/>
                    <a:gd name="connsiteX35" fmla="*/ 1392 w 28330"/>
                    <a:gd name="connsiteY35" fmla="*/ 10855 h 37181"/>
                    <a:gd name="connsiteX36" fmla="*/ 2361 w 28330"/>
                    <a:gd name="connsiteY36" fmla="*/ 6237 h 37181"/>
                    <a:gd name="connsiteX37" fmla="*/ 5085 w 28330"/>
                    <a:gd name="connsiteY37" fmla="*/ 2819 h 37181"/>
                    <a:gd name="connsiteX38" fmla="*/ 9262 w 28330"/>
                    <a:gd name="connsiteY38" fmla="*/ 720 h 37181"/>
                    <a:gd name="connsiteX39" fmla="*/ 14529 w 28330"/>
                    <a:gd name="connsiteY39" fmla="*/ 0 h 37181"/>
                    <a:gd name="connsiteX40" fmla="*/ 21248 w 28330"/>
                    <a:gd name="connsiteY40" fmla="*/ 1139 h 37181"/>
                    <a:gd name="connsiteX41" fmla="*/ 26575 w 28330"/>
                    <a:gd name="connsiteY41" fmla="*/ 4198 h 37181"/>
                    <a:gd name="connsiteX42" fmla="*/ 24396 w 28330"/>
                    <a:gd name="connsiteY42" fmla="*/ 7976 h 37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28330" h="37181">
                      <a:moveTo>
                        <a:pt x="24578" y="8036"/>
                      </a:moveTo>
                      <a:cubicBezTo>
                        <a:pt x="24154" y="7556"/>
                        <a:pt x="23609" y="7076"/>
                        <a:pt x="22943" y="6657"/>
                      </a:cubicBezTo>
                      <a:cubicBezTo>
                        <a:pt x="22277" y="6237"/>
                        <a:pt x="21490" y="5817"/>
                        <a:pt x="20582" y="5457"/>
                      </a:cubicBezTo>
                      <a:cubicBezTo>
                        <a:pt x="19674" y="5097"/>
                        <a:pt x="18766" y="4798"/>
                        <a:pt x="17737" y="4558"/>
                      </a:cubicBezTo>
                      <a:cubicBezTo>
                        <a:pt x="16708" y="4318"/>
                        <a:pt x="15679" y="4198"/>
                        <a:pt x="14529" y="4198"/>
                      </a:cubicBezTo>
                      <a:cubicBezTo>
                        <a:pt x="11683" y="4198"/>
                        <a:pt x="9565" y="4738"/>
                        <a:pt x="8233" y="5817"/>
                      </a:cubicBezTo>
                      <a:cubicBezTo>
                        <a:pt x="6901" y="6897"/>
                        <a:pt x="6235" y="8336"/>
                        <a:pt x="6235" y="10195"/>
                      </a:cubicBezTo>
                      <a:cubicBezTo>
                        <a:pt x="6235" y="11214"/>
                        <a:pt x="6417" y="11994"/>
                        <a:pt x="6780" y="12654"/>
                      </a:cubicBezTo>
                      <a:cubicBezTo>
                        <a:pt x="7143" y="13313"/>
                        <a:pt x="7749" y="13853"/>
                        <a:pt x="8596" y="14333"/>
                      </a:cubicBezTo>
                      <a:cubicBezTo>
                        <a:pt x="9444" y="14813"/>
                        <a:pt x="10412" y="15172"/>
                        <a:pt x="11623" y="15532"/>
                      </a:cubicBezTo>
                      <a:cubicBezTo>
                        <a:pt x="12834" y="15892"/>
                        <a:pt x="14286" y="16252"/>
                        <a:pt x="15921" y="16612"/>
                      </a:cubicBezTo>
                      <a:cubicBezTo>
                        <a:pt x="17798" y="17032"/>
                        <a:pt x="19553" y="17511"/>
                        <a:pt x="21066" y="17991"/>
                      </a:cubicBezTo>
                      <a:cubicBezTo>
                        <a:pt x="22580" y="18531"/>
                        <a:pt x="23912" y="19190"/>
                        <a:pt x="25001" y="19970"/>
                      </a:cubicBezTo>
                      <a:cubicBezTo>
                        <a:pt x="26091" y="20750"/>
                        <a:pt x="26938" y="21709"/>
                        <a:pt x="27483" y="22849"/>
                      </a:cubicBezTo>
                      <a:cubicBezTo>
                        <a:pt x="28028" y="23988"/>
                        <a:pt x="28331" y="25367"/>
                        <a:pt x="28331" y="26987"/>
                      </a:cubicBezTo>
                      <a:cubicBezTo>
                        <a:pt x="28331" y="28726"/>
                        <a:pt x="27968" y="30225"/>
                        <a:pt x="27302" y="31544"/>
                      </a:cubicBezTo>
                      <a:cubicBezTo>
                        <a:pt x="26636" y="32804"/>
                        <a:pt x="25667" y="33883"/>
                        <a:pt x="24456" y="34723"/>
                      </a:cubicBezTo>
                      <a:cubicBezTo>
                        <a:pt x="23246" y="35562"/>
                        <a:pt x="21853" y="36162"/>
                        <a:pt x="20219" y="36582"/>
                      </a:cubicBezTo>
                      <a:cubicBezTo>
                        <a:pt x="18584" y="37002"/>
                        <a:pt x="16829" y="37182"/>
                        <a:pt x="14952" y="37182"/>
                      </a:cubicBezTo>
                      <a:cubicBezTo>
                        <a:pt x="12107" y="37182"/>
                        <a:pt x="9444" y="36762"/>
                        <a:pt x="6901" y="35862"/>
                      </a:cubicBezTo>
                      <a:cubicBezTo>
                        <a:pt x="4359" y="34963"/>
                        <a:pt x="2058" y="33703"/>
                        <a:pt x="0" y="32024"/>
                      </a:cubicBezTo>
                      <a:lnTo>
                        <a:pt x="2240" y="28126"/>
                      </a:lnTo>
                      <a:cubicBezTo>
                        <a:pt x="2785" y="28726"/>
                        <a:pt x="3511" y="29265"/>
                        <a:pt x="4419" y="29865"/>
                      </a:cubicBezTo>
                      <a:cubicBezTo>
                        <a:pt x="5327" y="30465"/>
                        <a:pt x="6296" y="30945"/>
                        <a:pt x="7446" y="31424"/>
                      </a:cubicBezTo>
                      <a:cubicBezTo>
                        <a:pt x="8596" y="31904"/>
                        <a:pt x="9807" y="32264"/>
                        <a:pt x="11078" y="32564"/>
                      </a:cubicBezTo>
                      <a:cubicBezTo>
                        <a:pt x="12349" y="32864"/>
                        <a:pt x="13742" y="32984"/>
                        <a:pt x="15134" y="32984"/>
                      </a:cubicBezTo>
                      <a:cubicBezTo>
                        <a:pt x="17737" y="32984"/>
                        <a:pt x="19795" y="32504"/>
                        <a:pt x="21248" y="31604"/>
                      </a:cubicBezTo>
                      <a:cubicBezTo>
                        <a:pt x="22701" y="30705"/>
                        <a:pt x="23427" y="29265"/>
                        <a:pt x="23427" y="27466"/>
                      </a:cubicBezTo>
                      <a:cubicBezTo>
                        <a:pt x="23427" y="26447"/>
                        <a:pt x="23185" y="25607"/>
                        <a:pt x="22701" y="24888"/>
                      </a:cubicBezTo>
                      <a:cubicBezTo>
                        <a:pt x="22217" y="24168"/>
                        <a:pt x="21551" y="23568"/>
                        <a:pt x="20643" y="23089"/>
                      </a:cubicBezTo>
                      <a:cubicBezTo>
                        <a:pt x="19735" y="22549"/>
                        <a:pt x="18645" y="22129"/>
                        <a:pt x="17313" y="21709"/>
                      </a:cubicBezTo>
                      <a:cubicBezTo>
                        <a:pt x="15981" y="21289"/>
                        <a:pt x="14468" y="20930"/>
                        <a:pt x="12773" y="20510"/>
                      </a:cubicBezTo>
                      <a:cubicBezTo>
                        <a:pt x="10896" y="20090"/>
                        <a:pt x="9262" y="19610"/>
                        <a:pt x="7870" y="19071"/>
                      </a:cubicBezTo>
                      <a:cubicBezTo>
                        <a:pt x="6477" y="18531"/>
                        <a:pt x="5267" y="17931"/>
                        <a:pt x="4298" y="17211"/>
                      </a:cubicBezTo>
                      <a:cubicBezTo>
                        <a:pt x="3329" y="16492"/>
                        <a:pt x="2603" y="15592"/>
                        <a:pt x="2119" y="14573"/>
                      </a:cubicBezTo>
                      <a:cubicBezTo>
                        <a:pt x="1634" y="13553"/>
                        <a:pt x="1392" y="12294"/>
                        <a:pt x="1392" y="10855"/>
                      </a:cubicBezTo>
                      <a:cubicBezTo>
                        <a:pt x="1392" y="9115"/>
                        <a:pt x="1695" y="7556"/>
                        <a:pt x="2361" y="6237"/>
                      </a:cubicBezTo>
                      <a:cubicBezTo>
                        <a:pt x="3027" y="4918"/>
                        <a:pt x="3935" y="3778"/>
                        <a:pt x="5085" y="2819"/>
                      </a:cubicBezTo>
                      <a:cubicBezTo>
                        <a:pt x="6235" y="1859"/>
                        <a:pt x="7688" y="1199"/>
                        <a:pt x="9262" y="720"/>
                      </a:cubicBezTo>
                      <a:cubicBezTo>
                        <a:pt x="10896" y="240"/>
                        <a:pt x="12652" y="0"/>
                        <a:pt x="14529" y="0"/>
                      </a:cubicBezTo>
                      <a:cubicBezTo>
                        <a:pt x="17011" y="0"/>
                        <a:pt x="19250" y="360"/>
                        <a:pt x="21248" y="1139"/>
                      </a:cubicBezTo>
                      <a:cubicBezTo>
                        <a:pt x="23246" y="1919"/>
                        <a:pt x="25062" y="2879"/>
                        <a:pt x="26575" y="4198"/>
                      </a:cubicBezTo>
                      <a:lnTo>
                        <a:pt x="24396" y="7976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8" name="Freeform 209">
                  <a:extLst>
                    <a:ext uri="{FF2B5EF4-FFF2-40B4-BE49-F238E27FC236}">
                      <a16:creationId xmlns:a16="http://schemas.microsoft.com/office/drawing/2014/main" id="{CBC6317D-17A1-F989-BA52-B2FDF46CE06D}"/>
                    </a:ext>
                  </a:extLst>
                </p:cNvPr>
                <p:cNvSpPr/>
                <p:nvPr/>
              </p:nvSpPr>
              <p:spPr>
                <a:xfrm>
                  <a:off x="733361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" name="Freeform 210">
                  <a:extLst>
                    <a:ext uri="{FF2B5EF4-FFF2-40B4-BE49-F238E27FC236}">
                      <a16:creationId xmlns:a16="http://schemas.microsoft.com/office/drawing/2014/main" id="{1DD41DBE-F6E2-F515-CB99-8492B4776AAC}"/>
                    </a:ext>
                  </a:extLst>
                </p:cNvPr>
                <p:cNvSpPr/>
                <p:nvPr/>
              </p:nvSpPr>
              <p:spPr>
                <a:xfrm>
                  <a:off x="745408" y="585053"/>
                  <a:ext cx="30086" cy="36461"/>
                </a:xfrm>
                <a:custGeom>
                  <a:avLst/>
                  <a:gdLst>
                    <a:gd name="connsiteX0" fmla="*/ 30086 w 30086"/>
                    <a:gd name="connsiteY0" fmla="*/ 4078 h 36461"/>
                    <a:gd name="connsiteX1" fmla="*/ 17374 w 30086"/>
                    <a:gd name="connsiteY1" fmla="*/ 4078 h 36461"/>
                    <a:gd name="connsiteX2" fmla="*/ 17374 w 30086"/>
                    <a:gd name="connsiteY2" fmla="*/ 36462 h 36461"/>
                    <a:gd name="connsiteX3" fmla="*/ 12712 w 30086"/>
                    <a:gd name="connsiteY3" fmla="*/ 36462 h 36461"/>
                    <a:gd name="connsiteX4" fmla="*/ 12712 w 30086"/>
                    <a:gd name="connsiteY4" fmla="*/ 4078 h 36461"/>
                    <a:gd name="connsiteX5" fmla="*/ 0 w 30086"/>
                    <a:gd name="connsiteY5" fmla="*/ 4078 h 36461"/>
                    <a:gd name="connsiteX6" fmla="*/ 0 w 30086"/>
                    <a:gd name="connsiteY6" fmla="*/ 0 h 36461"/>
                    <a:gd name="connsiteX7" fmla="*/ 30086 w 30086"/>
                    <a:gd name="connsiteY7" fmla="*/ 0 h 36461"/>
                    <a:gd name="connsiteX8" fmla="*/ 30086 w 30086"/>
                    <a:gd name="connsiteY8" fmla="*/ 4078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086" h="36461">
                      <a:moveTo>
                        <a:pt x="30086" y="4078"/>
                      </a:moveTo>
                      <a:lnTo>
                        <a:pt x="17374" y="4078"/>
                      </a:lnTo>
                      <a:lnTo>
                        <a:pt x="17374" y="36462"/>
                      </a:lnTo>
                      <a:lnTo>
                        <a:pt x="12712" y="36462"/>
                      </a:lnTo>
                      <a:lnTo>
                        <a:pt x="12712" y="4078"/>
                      </a:lnTo>
                      <a:lnTo>
                        <a:pt x="0" y="4078"/>
                      </a:lnTo>
                      <a:lnTo>
                        <a:pt x="0" y="0"/>
                      </a:lnTo>
                      <a:lnTo>
                        <a:pt x="30086" y="0"/>
                      </a:lnTo>
                      <a:lnTo>
                        <a:pt x="30086" y="407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" name="Freeform 211">
                  <a:extLst>
                    <a:ext uri="{FF2B5EF4-FFF2-40B4-BE49-F238E27FC236}">
                      <a16:creationId xmlns:a16="http://schemas.microsoft.com/office/drawing/2014/main" id="{129D4434-3B5F-4E26-E5EA-589F1F09B128}"/>
                    </a:ext>
                  </a:extLst>
                </p:cNvPr>
                <p:cNvSpPr/>
                <p:nvPr/>
              </p:nvSpPr>
              <p:spPr>
                <a:xfrm>
                  <a:off x="779187" y="584934"/>
                  <a:ext cx="32568" cy="36521"/>
                </a:xfrm>
                <a:custGeom>
                  <a:avLst/>
                  <a:gdLst>
                    <a:gd name="connsiteX0" fmla="*/ 5085 w 32568"/>
                    <a:gd name="connsiteY0" fmla="*/ 60 h 36521"/>
                    <a:gd name="connsiteX1" fmla="*/ 16224 w 32568"/>
                    <a:gd name="connsiteY1" fmla="*/ 19071 h 36521"/>
                    <a:gd name="connsiteX2" fmla="*/ 27483 w 32568"/>
                    <a:gd name="connsiteY2" fmla="*/ 60 h 36521"/>
                    <a:gd name="connsiteX3" fmla="*/ 32568 w 32568"/>
                    <a:gd name="connsiteY3" fmla="*/ 60 h 36521"/>
                    <a:gd name="connsiteX4" fmla="*/ 18584 w 32568"/>
                    <a:gd name="connsiteY4" fmla="*/ 23208 h 36521"/>
                    <a:gd name="connsiteX5" fmla="*/ 18584 w 32568"/>
                    <a:gd name="connsiteY5" fmla="*/ 36522 h 36521"/>
                    <a:gd name="connsiteX6" fmla="*/ 13923 w 32568"/>
                    <a:gd name="connsiteY6" fmla="*/ 36522 h 36521"/>
                    <a:gd name="connsiteX7" fmla="*/ 13923 w 32568"/>
                    <a:gd name="connsiteY7" fmla="*/ 23089 h 36521"/>
                    <a:gd name="connsiteX8" fmla="*/ 0 w 32568"/>
                    <a:gd name="connsiteY8" fmla="*/ 0 h 36521"/>
                    <a:gd name="connsiteX9" fmla="*/ 5146 w 32568"/>
                    <a:gd name="connsiteY9" fmla="*/ 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568" h="36521">
                      <a:moveTo>
                        <a:pt x="5085" y="60"/>
                      </a:moveTo>
                      <a:lnTo>
                        <a:pt x="16224" y="19071"/>
                      </a:lnTo>
                      <a:lnTo>
                        <a:pt x="27483" y="60"/>
                      </a:lnTo>
                      <a:lnTo>
                        <a:pt x="32568" y="60"/>
                      </a:lnTo>
                      <a:lnTo>
                        <a:pt x="18584" y="23208"/>
                      </a:lnTo>
                      <a:lnTo>
                        <a:pt x="18584" y="36522"/>
                      </a:lnTo>
                      <a:lnTo>
                        <a:pt x="13923" y="36522"/>
                      </a:lnTo>
                      <a:lnTo>
                        <a:pt x="13923" y="23089"/>
                      </a:lnTo>
                      <a:lnTo>
                        <a:pt x="0" y="0"/>
                      </a:lnTo>
                      <a:lnTo>
                        <a:pt x="5146" y="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6" name="Graphic 6">
                <a:extLst>
                  <a:ext uri="{FF2B5EF4-FFF2-40B4-BE49-F238E27FC236}">
                    <a16:creationId xmlns:a16="http://schemas.microsoft.com/office/drawing/2014/main" id="{CE644E10-2BBE-2121-F20F-C13543ACE866}"/>
                  </a:ext>
                </a:extLst>
              </p:cNvPr>
              <p:cNvGrpSpPr/>
              <p:nvPr/>
            </p:nvGrpSpPr>
            <p:grpSpPr>
              <a:xfrm>
                <a:off x="154155" y="211019"/>
                <a:ext cx="713171" cy="190705"/>
                <a:chOff x="154155" y="211019"/>
                <a:chExt cx="713171" cy="190705"/>
              </a:xfrm>
              <a:solidFill>
                <a:srgbClr val="DF8026"/>
              </a:solidFill>
            </p:grpSpPr>
            <p:sp>
              <p:nvSpPr>
                <p:cNvPr id="77" name="Freeform 188">
                  <a:extLst>
                    <a:ext uri="{FF2B5EF4-FFF2-40B4-BE49-F238E27FC236}">
                      <a16:creationId xmlns:a16="http://schemas.microsoft.com/office/drawing/2014/main" id="{EF4CA922-7C0A-898F-3A4D-B48899803BDF}"/>
                    </a:ext>
                  </a:extLst>
                </p:cNvPr>
                <p:cNvSpPr/>
                <p:nvPr/>
              </p:nvSpPr>
              <p:spPr>
                <a:xfrm>
                  <a:off x="154155" y="212099"/>
                  <a:ext cx="160480" cy="188126"/>
                </a:xfrm>
                <a:custGeom>
                  <a:avLst/>
                  <a:gdLst>
                    <a:gd name="connsiteX0" fmla="*/ 24093 w 160480"/>
                    <a:gd name="connsiteY0" fmla="*/ 44498 h 188126"/>
                    <a:gd name="connsiteX1" fmla="*/ 24093 w 160480"/>
                    <a:gd name="connsiteY1" fmla="*/ 188067 h 188126"/>
                    <a:gd name="connsiteX2" fmla="*/ 0 w 160480"/>
                    <a:gd name="connsiteY2" fmla="*/ 188067 h 188126"/>
                    <a:gd name="connsiteX3" fmla="*/ 0 w 160480"/>
                    <a:gd name="connsiteY3" fmla="*/ 0 h 188126"/>
                    <a:gd name="connsiteX4" fmla="*/ 18706 w 160480"/>
                    <a:gd name="connsiteY4" fmla="*/ 0 h 188126"/>
                    <a:gd name="connsiteX5" fmla="*/ 136387 w 160480"/>
                    <a:gd name="connsiteY5" fmla="*/ 146507 h 188126"/>
                    <a:gd name="connsiteX6" fmla="*/ 136387 w 160480"/>
                    <a:gd name="connsiteY6" fmla="*/ 300 h 188126"/>
                    <a:gd name="connsiteX7" fmla="*/ 160480 w 160480"/>
                    <a:gd name="connsiteY7" fmla="*/ 300 h 188126"/>
                    <a:gd name="connsiteX8" fmla="*/ 160480 w 160480"/>
                    <a:gd name="connsiteY8" fmla="*/ 188126 h 188126"/>
                    <a:gd name="connsiteX9" fmla="*/ 140140 w 160480"/>
                    <a:gd name="connsiteY9" fmla="*/ 188126 h 188126"/>
                    <a:gd name="connsiteX10" fmla="*/ 24093 w 160480"/>
                    <a:gd name="connsiteY10" fmla="*/ 44498 h 1881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60480" h="188126">
                      <a:moveTo>
                        <a:pt x="24093" y="44498"/>
                      </a:moveTo>
                      <a:lnTo>
                        <a:pt x="24093" y="188067"/>
                      </a:lnTo>
                      <a:lnTo>
                        <a:pt x="0" y="188067"/>
                      </a:lnTo>
                      <a:lnTo>
                        <a:pt x="0" y="0"/>
                      </a:lnTo>
                      <a:lnTo>
                        <a:pt x="18706" y="0"/>
                      </a:lnTo>
                      <a:lnTo>
                        <a:pt x="136387" y="146507"/>
                      </a:lnTo>
                      <a:lnTo>
                        <a:pt x="136387" y="300"/>
                      </a:lnTo>
                      <a:lnTo>
                        <a:pt x="160480" y="300"/>
                      </a:lnTo>
                      <a:lnTo>
                        <a:pt x="160480" y="188126"/>
                      </a:lnTo>
                      <a:lnTo>
                        <a:pt x="140140" y="188126"/>
                      </a:lnTo>
                      <a:lnTo>
                        <a:pt x="24093" y="4449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" name="Freeform 189">
                  <a:extLst>
                    <a:ext uri="{FF2B5EF4-FFF2-40B4-BE49-F238E27FC236}">
                      <a16:creationId xmlns:a16="http://schemas.microsoft.com/office/drawing/2014/main" id="{A8247A71-36F1-751D-93A6-DC563CEBBC9A}"/>
                    </a:ext>
                  </a:extLst>
                </p:cNvPr>
                <p:cNvSpPr/>
                <p:nvPr/>
              </p:nvSpPr>
              <p:spPr>
                <a:xfrm>
                  <a:off x="340060" y="212099"/>
                  <a:ext cx="175674" cy="188066"/>
                </a:xfrm>
                <a:custGeom>
                  <a:avLst/>
                  <a:gdLst>
                    <a:gd name="connsiteX0" fmla="*/ 77788 w 175674"/>
                    <a:gd name="connsiteY0" fmla="*/ 0 h 188066"/>
                    <a:gd name="connsiteX1" fmla="*/ 98128 w 175674"/>
                    <a:gd name="connsiteY1" fmla="*/ 0 h 188066"/>
                    <a:gd name="connsiteX2" fmla="*/ 175675 w 175674"/>
                    <a:gd name="connsiteY2" fmla="*/ 188067 h 188066"/>
                    <a:gd name="connsiteX3" fmla="*/ 150008 w 175674"/>
                    <a:gd name="connsiteY3" fmla="*/ 188067 h 188066"/>
                    <a:gd name="connsiteX4" fmla="*/ 127549 w 175674"/>
                    <a:gd name="connsiteY4" fmla="*/ 132954 h 188066"/>
                    <a:gd name="connsiteX5" fmla="*/ 47884 w 175674"/>
                    <a:gd name="connsiteY5" fmla="*/ 132954 h 188066"/>
                    <a:gd name="connsiteX6" fmla="*/ 25667 w 175674"/>
                    <a:gd name="connsiteY6" fmla="*/ 188067 h 188066"/>
                    <a:gd name="connsiteX7" fmla="*/ 0 w 175674"/>
                    <a:gd name="connsiteY7" fmla="*/ 188067 h 188066"/>
                    <a:gd name="connsiteX8" fmla="*/ 77788 w 175674"/>
                    <a:gd name="connsiteY8" fmla="*/ 0 h 188066"/>
                    <a:gd name="connsiteX9" fmla="*/ 122161 w 175674"/>
                    <a:gd name="connsiteY9" fmla="*/ 114423 h 188066"/>
                    <a:gd name="connsiteX10" fmla="*/ 87958 w 175674"/>
                    <a:gd name="connsiteY10" fmla="*/ 27526 h 188066"/>
                    <a:gd name="connsiteX11" fmla="*/ 52666 w 175674"/>
                    <a:gd name="connsiteY11" fmla="*/ 114423 h 188066"/>
                    <a:gd name="connsiteX12" fmla="*/ 122161 w 175674"/>
                    <a:gd name="connsiteY12" fmla="*/ 114423 h 188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74" h="188066">
                      <a:moveTo>
                        <a:pt x="77788" y="0"/>
                      </a:moveTo>
                      <a:lnTo>
                        <a:pt x="98128" y="0"/>
                      </a:lnTo>
                      <a:lnTo>
                        <a:pt x="175675" y="188067"/>
                      </a:lnTo>
                      <a:lnTo>
                        <a:pt x="150008" y="188067"/>
                      </a:lnTo>
                      <a:lnTo>
                        <a:pt x="127549" y="132954"/>
                      </a:lnTo>
                      <a:lnTo>
                        <a:pt x="47884" y="132954"/>
                      </a:lnTo>
                      <a:lnTo>
                        <a:pt x="25667" y="188067"/>
                      </a:lnTo>
                      <a:lnTo>
                        <a:pt x="0" y="188067"/>
                      </a:lnTo>
                      <a:lnTo>
                        <a:pt x="77788" y="0"/>
                      </a:lnTo>
                      <a:close/>
                      <a:moveTo>
                        <a:pt x="122161" y="114423"/>
                      </a:moveTo>
                      <a:lnTo>
                        <a:pt x="87958" y="27526"/>
                      </a:lnTo>
                      <a:lnTo>
                        <a:pt x="52666" y="114423"/>
                      </a:lnTo>
                      <a:lnTo>
                        <a:pt x="122161" y="114423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" name="Freeform 190">
                  <a:extLst>
                    <a:ext uri="{FF2B5EF4-FFF2-40B4-BE49-F238E27FC236}">
                      <a16:creationId xmlns:a16="http://schemas.microsoft.com/office/drawing/2014/main" id="{9AC7AF2E-D646-DC4A-19A5-9D35BB2C4850}"/>
                    </a:ext>
                  </a:extLst>
                </p:cNvPr>
                <p:cNvSpPr/>
                <p:nvPr/>
              </p:nvSpPr>
              <p:spPr>
                <a:xfrm>
                  <a:off x="521062" y="212099"/>
                  <a:ext cx="175674" cy="188066"/>
                </a:xfrm>
                <a:custGeom>
                  <a:avLst/>
                  <a:gdLst>
                    <a:gd name="connsiteX0" fmla="*/ 77788 w 175674"/>
                    <a:gd name="connsiteY0" fmla="*/ 0 h 188066"/>
                    <a:gd name="connsiteX1" fmla="*/ 98128 w 175674"/>
                    <a:gd name="connsiteY1" fmla="*/ 0 h 188066"/>
                    <a:gd name="connsiteX2" fmla="*/ 175675 w 175674"/>
                    <a:gd name="connsiteY2" fmla="*/ 188067 h 188066"/>
                    <a:gd name="connsiteX3" fmla="*/ 150008 w 175674"/>
                    <a:gd name="connsiteY3" fmla="*/ 188067 h 188066"/>
                    <a:gd name="connsiteX4" fmla="*/ 127549 w 175674"/>
                    <a:gd name="connsiteY4" fmla="*/ 132954 h 188066"/>
                    <a:gd name="connsiteX5" fmla="*/ 47884 w 175674"/>
                    <a:gd name="connsiteY5" fmla="*/ 132954 h 188066"/>
                    <a:gd name="connsiteX6" fmla="*/ 25667 w 175674"/>
                    <a:gd name="connsiteY6" fmla="*/ 188067 h 188066"/>
                    <a:gd name="connsiteX7" fmla="*/ 0 w 175674"/>
                    <a:gd name="connsiteY7" fmla="*/ 188067 h 188066"/>
                    <a:gd name="connsiteX8" fmla="*/ 77788 w 175674"/>
                    <a:gd name="connsiteY8" fmla="*/ 0 h 188066"/>
                    <a:gd name="connsiteX9" fmla="*/ 122161 w 175674"/>
                    <a:gd name="connsiteY9" fmla="*/ 114423 h 188066"/>
                    <a:gd name="connsiteX10" fmla="*/ 87958 w 175674"/>
                    <a:gd name="connsiteY10" fmla="*/ 27526 h 188066"/>
                    <a:gd name="connsiteX11" fmla="*/ 52666 w 175674"/>
                    <a:gd name="connsiteY11" fmla="*/ 114423 h 188066"/>
                    <a:gd name="connsiteX12" fmla="*/ 122161 w 175674"/>
                    <a:gd name="connsiteY12" fmla="*/ 114423 h 188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74" h="188066">
                      <a:moveTo>
                        <a:pt x="77788" y="0"/>
                      </a:moveTo>
                      <a:lnTo>
                        <a:pt x="98128" y="0"/>
                      </a:lnTo>
                      <a:lnTo>
                        <a:pt x="175675" y="188067"/>
                      </a:lnTo>
                      <a:lnTo>
                        <a:pt x="150008" y="188067"/>
                      </a:lnTo>
                      <a:lnTo>
                        <a:pt x="127549" y="132954"/>
                      </a:lnTo>
                      <a:lnTo>
                        <a:pt x="47884" y="132954"/>
                      </a:lnTo>
                      <a:lnTo>
                        <a:pt x="25667" y="188067"/>
                      </a:lnTo>
                      <a:lnTo>
                        <a:pt x="0" y="188067"/>
                      </a:lnTo>
                      <a:lnTo>
                        <a:pt x="77788" y="0"/>
                      </a:lnTo>
                      <a:close/>
                      <a:moveTo>
                        <a:pt x="122161" y="114423"/>
                      </a:moveTo>
                      <a:lnTo>
                        <a:pt x="87958" y="27526"/>
                      </a:lnTo>
                      <a:lnTo>
                        <a:pt x="52666" y="114423"/>
                      </a:lnTo>
                      <a:lnTo>
                        <a:pt x="122161" y="114423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" name="Freeform 191">
                  <a:extLst>
                    <a:ext uri="{FF2B5EF4-FFF2-40B4-BE49-F238E27FC236}">
                      <a16:creationId xmlns:a16="http://schemas.microsoft.com/office/drawing/2014/main" id="{18F79FC1-382E-03D1-E593-DB176CE0169F}"/>
                    </a:ext>
                  </a:extLst>
                </p:cNvPr>
                <p:cNvSpPr/>
                <p:nvPr/>
              </p:nvSpPr>
              <p:spPr>
                <a:xfrm>
                  <a:off x="702851" y="211019"/>
                  <a:ext cx="164475" cy="190705"/>
                </a:xfrm>
                <a:custGeom>
                  <a:avLst/>
                  <a:gdLst>
                    <a:gd name="connsiteX0" fmla="*/ 0 w 164475"/>
                    <a:gd name="connsiteY0" fmla="*/ 93793 h 190705"/>
                    <a:gd name="connsiteX1" fmla="*/ 5993 w 164475"/>
                    <a:gd name="connsiteY1" fmla="*/ 60030 h 190705"/>
                    <a:gd name="connsiteX2" fmla="*/ 23669 w 164475"/>
                    <a:gd name="connsiteY2" fmla="*/ 29805 h 190705"/>
                    <a:gd name="connsiteX3" fmla="*/ 52121 w 164475"/>
                    <a:gd name="connsiteY3" fmla="*/ 8216 h 190705"/>
                    <a:gd name="connsiteX4" fmla="*/ 90380 w 164475"/>
                    <a:gd name="connsiteY4" fmla="*/ 0 h 190705"/>
                    <a:gd name="connsiteX5" fmla="*/ 133966 w 164475"/>
                    <a:gd name="connsiteY5" fmla="*/ 11394 h 190705"/>
                    <a:gd name="connsiteX6" fmla="*/ 160965 w 164475"/>
                    <a:gd name="connsiteY6" fmla="*/ 41080 h 190705"/>
                    <a:gd name="connsiteX7" fmla="*/ 141956 w 164475"/>
                    <a:gd name="connsiteY7" fmla="*/ 53254 h 190705"/>
                    <a:gd name="connsiteX8" fmla="*/ 131665 w 164475"/>
                    <a:gd name="connsiteY8" fmla="*/ 38141 h 190705"/>
                    <a:gd name="connsiteX9" fmla="*/ 118590 w 164475"/>
                    <a:gd name="connsiteY9" fmla="*/ 28366 h 190705"/>
                    <a:gd name="connsiteX10" fmla="*/ 104000 w 164475"/>
                    <a:gd name="connsiteY10" fmla="*/ 23089 h 190705"/>
                    <a:gd name="connsiteX11" fmla="*/ 89290 w 164475"/>
                    <a:gd name="connsiteY11" fmla="*/ 21469 h 190705"/>
                    <a:gd name="connsiteX12" fmla="*/ 61323 w 164475"/>
                    <a:gd name="connsiteY12" fmla="*/ 27946 h 190705"/>
                    <a:gd name="connsiteX13" fmla="*/ 40862 w 164475"/>
                    <a:gd name="connsiteY13" fmla="*/ 44918 h 190705"/>
                    <a:gd name="connsiteX14" fmla="*/ 28452 w 164475"/>
                    <a:gd name="connsiteY14" fmla="*/ 68486 h 190705"/>
                    <a:gd name="connsiteX15" fmla="*/ 24335 w 164475"/>
                    <a:gd name="connsiteY15" fmla="*/ 94873 h 190705"/>
                    <a:gd name="connsiteX16" fmla="*/ 29299 w 164475"/>
                    <a:gd name="connsiteY16" fmla="*/ 123059 h 190705"/>
                    <a:gd name="connsiteX17" fmla="*/ 43041 w 164475"/>
                    <a:gd name="connsiteY17" fmla="*/ 146747 h 190705"/>
                    <a:gd name="connsiteX18" fmla="*/ 63926 w 164475"/>
                    <a:gd name="connsiteY18" fmla="*/ 163179 h 190705"/>
                    <a:gd name="connsiteX19" fmla="*/ 90138 w 164475"/>
                    <a:gd name="connsiteY19" fmla="*/ 169296 h 190705"/>
                    <a:gd name="connsiteX20" fmla="*/ 105514 w 164475"/>
                    <a:gd name="connsiteY20" fmla="*/ 167437 h 190705"/>
                    <a:gd name="connsiteX21" fmla="*/ 120648 w 164475"/>
                    <a:gd name="connsiteY21" fmla="*/ 161500 h 190705"/>
                    <a:gd name="connsiteX22" fmla="*/ 134147 w 164475"/>
                    <a:gd name="connsiteY22" fmla="*/ 151185 h 190705"/>
                    <a:gd name="connsiteX23" fmla="*/ 144438 w 164475"/>
                    <a:gd name="connsiteY23" fmla="*/ 136192 h 190705"/>
                    <a:gd name="connsiteX24" fmla="*/ 164476 w 164475"/>
                    <a:gd name="connsiteY24" fmla="*/ 147047 h 190705"/>
                    <a:gd name="connsiteX25" fmla="*/ 151763 w 164475"/>
                    <a:gd name="connsiteY25" fmla="*/ 165698 h 190705"/>
                    <a:gd name="connsiteX26" fmla="*/ 133300 w 164475"/>
                    <a:gd name="connsiteY26" fmla="*/ 179311 h 190705"/>
                    <a:gd name="connsiteX27" fmla="*/ 111507 w 164475"/>
                    <a:gd name="connsiteY27" fmla="*/ 187767 h 190705"/>
                    <a:gd name="connsiteX28" fmla="*/ 89048 w 164475"/>
                    <a:gd name="connsiteY28" fmla="*/ 190705 h 190705"/>
                    <a:gd name="connsiteX29" fmla="*/ 53211 w 164475"/>
                    <a:gd name="connsiteY29" fmla="*/ 182249 h 190705"/>
                    <a:gd name="connsiteX30" fmla="*/ 25001 w 164475"/>
                    <a:gd name="connsiteY30" fmla="*/ 160120 h 190705"/>
                    <a:gd name="connsiteX31" fmla="*/ 6538 w 164475"/>
                    <a:gd name="connsiteY31" fmla="*/ 129116 h 190705"/>
                    <a:gd name="connsiteX32" fmla="*/ 0 w 164475"/>
                    <a:gd name="connsiteY32" fmla="*/ 93733 h 190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164475" h="190705">
                      <a:moveTo>
                        <a:pt x="0" y="93793"/>
                      </a:moveTo>
                      <a:cubicBezTo>
                        <a:pt x="0" y="82459"/>
                        <a:pt x="1998" y="71245"/>
                        <a:pt x="5993" y="60030"/>
                      </a:cubicBezTo>
                      <a:cubicBezTo>
                        <a:pt x="9988" y="48816"/>
                        <a:pt x="15860" y="38741"/>
                        <a:pt x="23669" y="29805"/>
                      </a:cubicBezTo>
                      <a:cubicBezTo>
                        <a:pt x="31418" y="20870"/>
                        <a:pt x="40922" y="13673"/>
                        <a:pt x="52121" y="8216"/>
                      </a:cubicBezTo>
                      <a:cubicBezTo>
                        <a:pt x="63381" y="2759"/>
                        <a:pt x="76093" y="0"/>
                        <a:pt x="90380" y="0"/>
                      </a:cubicBezTo>
                      <a:cubicBezTo>
                        <a:pt x="107330" y="0"/>
                        <a:pt x="121858" y="3778"/>
                        <a:pt x="133966" y="11394"/>
                      </a:cubicBezTo>
                      <a:cubicBezTo>
                        <a:pt x="146073" y="19011"/>
                        <a:pt x="155093" y="28906"/>
                        <a:pt x="160965" y="41080"/>
                      </a:cubicBezTo>
                      <a:lnTo>
                        <a:pt x="141956" y="53254"/>
                      </a:lnTo>
                      <a:cubicBezTo>
                        <a:pt x="139111" y="47257"/>
                        <a:pt x="135661" y="42219"/>
                        <a:pt x="131665" y="38141"/>
                      </a:cubicBezTo>
                      <a:cubicBezTo>
                        <a:pt x="127670" y="34063"/>
                        <a:pt x="123311" y="30825"/>
                        <a:pt x="118590" y="28366"/>
                      </a:cubicBezTo>
                      <a:cubicBezTo>
                        <a:pt x="113868" y="25907"/>
                        <a:pt x="109025" y="24108"/>
                        <a:pt x="104000" y="23089"/>
                      </a:cubicBezTo>
                      <a:cubicBezTo>
                        <a:pt x="99037" y="22009"/>
                        <a:pt x="94133" y="21469"/>
                        <a:pt x="89290" y="21469"/>
                      </a:cubicBezTo>
                      <a:cubicBezTo>
                        <a:pt x="78757" y="21469"/>
                        <a:pt x="69435" y="23628"/>
                        <a:pt x="61323" y="27946"/>
                      </a:cubicBezTo>
                      <a:cubicBezTo>
                        <a:pt x="53211" y="32264"/>
                        <a:pt x="46370" y="37901"/>
                        <a:pt x="40862" y="44918"/>
                      </a:cubicBezTo>
                      <a:cubicBezTo>
                        <a:pt x="35353" y="51874"/>
                        <a:pt x="31176" y="59730"/>
                        <a:pt x="28452" y="68486"/>
                      </a:cubicBezTo>
                      <a:cubicBezTo>
                        <a:pt x="25667" y="77242"/>
                        <a:pt x="24335" y="85997"/>
                        <a:pt x="24335" y="94873"/>
                      </a:cubicBezTo>
                      <a:cubicBezTo>
                        <a:pt x="24335" y="104768"/>
                        <a:pt x="25970" y="114183"/>
                        <a:pt x="29299" y="123059"/>
                      </a:cubicBezTo>
                      <a:cubicBezTo>
                        <a:pt x="32568" y="131994"/>
                        <a:pt x="37169" y="139850"/>
                        <a:pt x="43041" y="146747"/>
                      </a:cubicBezTo>
                      <a:cubicBezTo>
                        <a:pt x="48913" y="153644"/>
                        <a:pt x="55875" y="159101"/>
                        <a:pt x="63926" y="163179"/>
                      </a:cubicBezTo>
                      <a:cubicBezTo>
                        <a:pt x="71977" y="167257"/>
                        <a:pt x="80694" y="169296"/>
                        <a:pt x="90138" y="169296"/>
                      </a:cubicBezTo>
                      <a:cubicBezTo>
                        <a:pt x="95102" y="169296"/>
                        <a:pt x="100247" y="168696"/>
                        <a:pt x="105514" y="167437"/>
                      </a:cubicBezTo>
                      <a:cubicBezTo>
                        <a:pt x="110780" y="166177"/>
                        <a:pt x="115805" y="164198"/>
                        <a:pt x="120648" y="161500"/>
                      </a:cubicBezTo>
                      <a:cubicBezTo>
                        <a:pt x="125491" y="158741"/>
                        <a:pt x="129970" y="155323"/>
                        <a:pt x="134147" y="151185"/>
                      </a:cubicBezTo>
                      <a:cubicBezTo>
                        <a:pt x="138324" y="147047"/>
                        <a:pt x="141775" y="142069"/>
                        <a:pt x="144438" y="136192"/>
                      </a:cubicBezTo>
                      <a:lnTo>
                        <a:pt x="164476" y="147047"/>
                      </a:lnTo>
                      <a:cubicBezTo>
                        <a:pt x="161449" y="154123"/>
                        <a:pt x="157211" y="160360"/>
                        <a:pt x="151763" y="165698"/>
                      </a:cubicBezTo>
                      <a:cubicBezTo>
                        <a:pt x="146315" y="171095"/>
                        <a:pt x="140201" y="175653"/>
                        <a:pt x="133300" y="179311"/>
                      </a:cubicBezTo>
                      <a:cubicBezTo>
                        <a:pt x="126459" y="183029"/>
                        <a:pt x="119195" y="185848"/>
                        <a:pt x="111507" y="187767"/>
                      </a:cubicBezTo>
                      <a:cubicBezTo>
                        <a:pt x="103819" y="189686"/>
                        <a:pt x="96373" y="190705"/>
                        <a:pt x="89048" y="190705"/>
                      </a:cubicBezTo>
                      <a:cubicBezTo>
                        <a:pt x="76033" y="190705"/>
                        <a:pt x="64107" y="187887"/>
                        <a:pt x="53211" y="182249"/>
                      </a:cubicBezTo>
                      <a:cubicBezTo>
                        <a:pt x="42314" y="176612"/>
                        <a:pt x="32931" y="169236"/>
                        <a:pt x="25001" y="160120"/>
                      </a:cubicBezTo>
                      <a:cubicBezTo>
                        <a:pt x="17071" y="151005"/>
                        <a:pt x="10896" y="140690"/>
                        <a:pt x="6538" y="129116"/>
                      </a:cubicBezTo>
                      <a:cubicBezTo>
                        <a:pt x="2179" y="117542"/>
                        <a:pt x="0" y="105787"/>
                        <a:pt x="0" y="93733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7" name="Graphic 6">
                <a:extLst>
                  <a:ext uri="{FF2B5EF4-FFF2-40B4-BE49-F238E27FC236}">
                    <a16:creationId xmlns:a16="http://schemas.microsoft.com/office/drawing/2014/main" id="{EC60E869-0024-8541-6701-AEE6ECA22E6A}"/>
                  </a:ext>
                </a:extLst>
              </p:cNvPr>
              <p:cNvGrpSpPr/>
              <p:nvPr/>
            </p:nvGrpSpPr>
            <p:grpSpPr>
              <a:xfrm>
                <a:off x="152400" y="417017"/>
                <a:ext cx="659294" cy="143688"/>
                <a:chOff x="152400" y="417017"/>
                <a:chExt cx="659294" cy="143688"/>
              </a:xfrm>
              <a:solidFill>
                <a:srgbClr val="424343"/>
              </a:solidFill>
            </p:grpSpPr>
            <p:sp>
              <p:nvSpPr>
                <p:cNvPr id="72" name="Freeform 183">
                  <a:extLst>
                    <a:ext uri="{FF2B5EF4-FFF2-40B4-BE49-F238E27FC236}">
                      <a16:creationId xmlns:a16="http://schemas.microsoft.com/office/drawing/2014/main" id="{7895CAB2-DE6F-45CC-B4BC-30E9F130AA23}"/>
                    </a:ext>
                  </a:extLst>
                </p:cNvPr>
                <p:cNvSpPr/>
                <p:nvPr/>
              </p:nvSpPr>
              <p:spPr>
                <a:xfrm>
                  <a:off x="152400" y="417017"/>
                  <a:ext cx="124643" cy="143688"/>
                </a:xfrm>
                <a:custGeom>
                  <a:avLst/>
                  <a:gdLst>
                    <a:gd name="connsiteX0" fmla="*/ 112778 w 124643"/>
                    <a:gd name="connsiteY0" fmla="*/ 121919 h 143688"/>
                    <a:gd name="connsiteX1" fmla="*/ 66831 w 124643"/>
                    <a:gd name="connsiteY1" fmla="*/ 143689 h 143688"/>
                    <a:gd name="connsiteX2" fmla="*/ 40135 w 124643"/>
                    <a:gd name="connsiteY2" fmla="*/ 137512 h 143688"/>
                    <a:gd name="connsiteX3" fmla="*/ 19008 w 124643"/>
                    <a:gd name="connsiteY3" fmla="*/ 121140 h 143688"/>
                    <a:gd name="connsiteX4" fmla="*/ 5024 w 124643"/>
                    <a:gd name="connsiteY4" fmla="*/ 98111 h 143688"/>
                    <a:gd name="connsiteX5" fmla="*/ 0 w 124643"/>
                    <a:gd name="connsiteY5" fmla="*/ 71664 h 143688"/>
                    <a:gd name="connsiteX6" fmla="*/ 4964 w 124643"/>
                    <a:gd name="connsiteY6" fmla="*/ 44498 h 143688"/>
                    <a:gd name="connsiteX7" fmla="*/ 18766 w 124643"/>
                    <a:gd name="connsiteY7" fmla="*/ 21649 h 143688"/>
                    <a:gd name="connsiteX8" fmla="*/ 39711 w 124643"/>
                    <a:gd name="connsiteY8" fmla="*/ 5877 h 143688"/>
                    <a:gd name="connsiteX9" fmla="*/ 66105 w 124643"/>
                    <a:gd name="connsiteY9" fmla="*/ 0 h 143688"/>
                    <a:gd name="connsiteX10" fmla="*/ 85234 w 124643"/>
                    <a:gd name="connsiteY10" fmla="*/ 2279 h 143688"/>
                    <a:gd name="connsiteX11" fmla="*/ 100671 w 124643"/>
                    <a:gd name="connsiteY11" fmla="*/ 8696 h 143688"/>
                    <a:gd name="connsiteX12" fmla="*/ 112354 w 124643"/>
                    <a:gd name="connsiteY12" fmla="*/ 18471 h 143688"/>
                    <a:gd name="connsiteX13" fmla="*/ 120708 w 124643"/>
                    <a:gd name="connsiteY13" fmla="*/ 30945 h 143688"/>
                    <a:gd name="connsiteX14" fmla="*/ 109812 w 124643"/>
                    <a:gd name="connsiteY14" fmla="*/ 38141 h 143688"/>
                    <a:gd name="connsiteX15" fmla="*/ 91470 w 124643"/>
                    <a:gd name="connsiteY15" fmla="*/ 18771 h 143688"/>
                    <a:gd name="connsiteX16" fmla="*/ 65863 w 124643"/>
                    <a:gd name="connsiteY16" fmla="*/ 12594 h 143688"/>
                    <a:gd name="connsiteX17" fmla="*/ 44433 w 124643"/>
                    <a:gd name="connsiteY17" fmla="*/ 17571 h 143688"/>
                    <a:gd name="connsiteX18" fmla="*/ 28089 w 124643"/>
                    <a:gd name="connsiteY18" fmla="*/ 30825 h 143688"/>
                    <a:gd name="connsiteX19" fmla="*/ 17737 w 124643"/>
                    <a:gd name="connsiteY19" fmla="*/ 49775 h 143688"/>
                    <a:gd name="connsiteX20" fmla="*/ 14105 w 124643"/>
                    <a:gd name="connsiteY20" fmla="*/ 71844 h 143688"/>
                    <a:gd name="connsiteX21" fmla="*/ 18221 w 124643"/>
                    <a:gd name="connsiteY21" fmla="*/ 94573 h 143688"/>
                    <a:gd name="connsiteX22" fmla="*/ 29602 w 124643"/>
                    <a:gd name="connsiteY22" fmla="*/ 113404 h 143688"/>
                    <a:gd name="connsiteX23" fmla="*/ 46613 w 124643"/>
                    <a:gd name="connsiteY23" fmla="*/ 126297 h 143688"/>
                    <a:gd name="connsiteX24" fmla="*/ 67861 w 124643"/>
                    <a:gd name="connsiteY24" fmla="*/ 131095 h 143688"/>
                    <a:gd name="connsiteX25" fmla="*/ 91348 w 124643"/>
                    <a:gd name="connsiteY25" fmla="*/ 125398 h 143688"/>
                    <a:gd name="connsiteX26" fmla="*/ 112778 w 124643"/>
                    <a:gd name="connsiteY26" fmla="*/ 107347 h 143688"/>
                    <a:gd name="connsiteX27" fmla="*/ 112778 w 124643"/>
                    <a:gd name="connsiteY27" fmla="*/ 83778 h 143688"/>
                    <a:gd name="connsiteX28" fmla="*/ 80936 w 124643"/>
                    <a:gd name="connsiteY28" fmla="*/ 83778 h 143688"/>
                    <a:gd name="connsiteX29" fmla="*/ 80936 w 124643"/>
                    <a:gd name="connsiteY29" fmla="*/ 72984 h 143688"/>
                    <a:gd name="connsiteX30" fmla="*/ 124643 w 124643"/>
                    <a:gd name="connsiteY30" fmla="*/ 72984 h 143688"/>
                    <a:gd name="connsiteX31" fmla="*/ 124643 w 124643"/>
                    <a:gd name="connsiteY31" fmla="*/ 142609 h 143688"/>
                    <a:gd name="connsiteX32" fmla="*/ 112778 w 124643"/>
                    <a:gd name="connsiteY32" fmla="*/ 142609 h 143688"/>
                    <a:gd name="connsiteX33" fmla="*/ 112778 w 124643"/>
                    <a:gd name="connsiteY33" fmla="*/ 121859 h 14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124643" h="143688">
                      <a:moveTo>
                        <a:pt x="112778" y="121919"/>
                      </a:moveTo>
                      <a:cubicBezTo>
                        <a:pt x="99460" y="136432"/>
                        <a:pt x="84205" y="143689"/>
                        <a:pt x="66831" y="143689"/>
                      </a:cubicBezTo>
                      <a:cubicBezTo>
                        <a:pt x="57146" y="143689"/>
                        <a:pt x="48247" y="141650"/>
                        <a:pt x="40135" y="137512"/>
                      </a:cubicBezTo>
                      <a:cubicBezTo>
                        <a:pt x="32023" y="133374"/>
                        <a:pt x="24941" y="127916"/>
                        <a:pt x="19008" y="121140"/>
                      </a:cubicBezTo>
                      <a:cubicBezTo>
                        <a:pt x="13015" y="114363"/>
                        <a:pt x="8354" y="106687"/>
                        <a:pt x="5024" y="98111"/>
                      </a:cubicBezTo>
                      <a:cubicBezTo>
                        <a:pt x="1695" y="89536"/>
                        <a:pt x="0" y="80720"/>
                        <a:pt x="0" y="71664"/>
                      </a:cubicBezTo>
                      <a:cubicBezTo>
                        <a:pt x="0" y="62609"/>
                        <a:pt x="1634" y="53194"/>
                        <a:pt x="4964" y="44498"/>
                      </a:cubicBezTo>
                      <a:cubicBezTo>
                        <a:pt x="8233" y="35862"/>
                        <a:pt x="12834" y="28246"/>
                        <a:pt x="18766" y="21649"/>
                      </a:cubicBezTo>
                      <a:cubicBezTo>
                        <a:pt x="24699" y="15053"/>
                        <a:pt x="31660" y="9835"/>
                        <a:pt x="39711" y="5877"/>
                      </a:cubicBezTo>
                      <a:cubicBezTo>
                        <a:pt x="47763" y="1979"/>
                        <a:pt x="56540" y="0"/>
                        <a:pt x="66105" y="0"/>
                      </a:cubicBezTo>
                      <a:cubicBezTo>
                        <a:pt x="73067" y="0"/>
                        <a:pt x="79483" y="780"/>
                        <a:pt x="85234" y="2279"/>
                      </a:cubicBezTo>
                      <a:cubicBezTo>
                        <a:pt x="90985" y="3838"/>
                        <a:pt x="96131" y="5937"/>
                        <a:pt x="100671" y="8696"/>
                      </a:cubicBezTo>
                      <a:cubicBezTo>
                        <a:pt x="105151" y="11454"/>
                        <a:pt x="109085" y="14693"/>
                        <a:pt x="112354" y="18471"/>
                      </a:cubicBezTo>
                      <a:cubicBezTo>
                        <a:pt x="115623" y="22249"/>
                        <a:pt x="118408" y="26447"/>
                        <a:pt x="120708" y="30945"/>
                      </a:cubicBezTo>
                      <a:lnTo>
                        <a:pt x="109812" y="38141"/>
                      </a:lnTo>
                      <a:cubicBezTo>
                        <a:pt x="105090" y="29385"/>
                        <a:pt x="98976" y="22909"/>
                        <a:pt x="91470" y="18771"/>
                      </a:cubicBezTo>
                      <a:cubicBezTo>
                        <a:pt x="83963" y="14633"/>
                        <a:pt x="75428" y="12594"/>
                        <a:pt x="65863" y="12594"/>
                      </a:cubicBezTo>
                      <a:cubicBezTo>
                        <a:pt x="57933" y="12594"/>
                        <a:pt x="50790" y="14273"/>
                        <a:pt x="44433" y="17571"/>
                      </a:cubicBezTo>
                      <a:cubicBezTo>
                        <a:pt x="38077" y="20870"/>
                        <a:pt x="32629" y="25307"/>
                        <a:pt x="28089" y="30825"/>
                      </a:cubicBezTo>
                      <a:cubicBezTo>
                        <a:pt x="23609" y="36342"/>
                        <a:pt x="20158" y="42699"/>
                        <a:pt x="17737" y="49775"/>
                      </a:cubicBezTo>
                      <a:cubicBezTo>
                        <a:pt x="15316" y="56912"/>
                        <a:pt x="14105" y="64228"/>
                        <a:pt x="14105" y="71844"/>
                      </a:cubicBezTo>
                      <a:cubicBezTo>
                        <a:pt x="14105" y="79820"/>
                        <a:pt x="15497" y="87377"/>
                        <a:pt x="18221" y="94573"/>
                      </a:cubicBezTo>
                      <a:cubicBezTo>
                        <a:pt x="20945" y="101769"/>
                        <a:pt x="24759" y="108066"/>
                        <a:pt x="29602" y="113404"/>
                      </a:cubicBezTo>
                      <a:cubicBezTo>
                        <a:pt x="34445" y="118801"/>
                        <a:pt x="40135" y="123059"/>
                        <a:pt x="46613" y="126297"/>
                      </a:cubicBezTo>
                      <a:cubicBezTo>
                        <a:pt x="53150" y="129476"/>
                        <a:pt x="60233" y="131095"/>
                        <a:pt x="67861" y="131095"/>
                      </a:cubicBezTo>
                      <a:cubicBezTo>
                        <a:pt x="76033" y="131095"/>
                        <a:pt x="83903" y="129176"/>
                        <a:pt x="91348" y="125398"/>
                      </a:cubicBezTo>
                      <a:cubicBezTo>
                        <a:pt x="98794" y="121620"/>
                        <a:pt x="105938" y="115563"/>
                        <a:pt x="112778" y="107347"/>
                      </a:cubicBezTo>
                      <a:lnTo>
                        <a:pt x="112778" y="83778"/>
                      </a:lnTo>
                      <a:lnTo>
                        <a:pt x="80936" y="83778"/>
                      </a:lnTo>
                      <a:lnTo>
                        <a:pt x="80936" y="72984"/>
                      </a:lnTo>
                      <a:lnTo>
                        <a:pt x="124643" y="72984"/>
                      </a:lnTo>
                      <a:lnTo>
                        <a:pt x="124643" y="142609"/>
                      </a:lnTo>
                      <a:lnTo>
                        <a:pt x="112778" y="142609"/>
                      </a:lnTo>
                      <a:lnTo>
                        <a:pt x="112778" y="121859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" name="Freeform 184">
                  <a:extLst>
                    <a:ext uri="{FF2B5EF4-FFF2-40B4-BE49-F238E27FC236}">
                      <a16:creationId xmlns:a16="http://schemas.microsoft.com/office/drawing/2014/main" id="{32F71F43-1959-7B01-E7EC-72E1855E9D34}"/>
                    </a:ext>
                  </a:extLst>
                </p:cNvPr>
                <p:cNvSpPr/>
                <p:nvPr/>
              </p:nvSpPr>
              <p:spPr>
                <a:xfrm>
                  <a:off x="306100" y="417977"/>
                  <a:ext cx="105998" cy="141769"/>
                </a:xfrm>
                <a:custGeom>
                  <a:avLst/>
                  <a:gdLst>
                    <a:gd name="connsiteX0" fmla="*/ 0 w 105998"/>
                    <a:gd name="connsiteY0" fmla="*/ 141710 h 141769"/>
                    <a:gd name="connsiteX1" fmla="*/ 0 w 105998"/>
                    <a:gd name="connsiteY1" fmla="*/ 0 h 141769"/>
                    <a:gd name="connsiteX2" fmla="*/ 60415 w 105998"/>
                    <a:gd name="connsiteY2" fmla="*/ 0 h 141769"/>
                    <a:gd name="connsiteX3" fmla="*/ 77425 w 105998"/>
                    <a:gd name="connsiteY3" fmla="*/ 3898 h 141769"/>
                    <a:gd name="connsiteX4" fmla="*/ 90804 w 105998"/>
                    <a:gd name="connsiteY4" fmla="*/ 14093 h 141769"/>
                    <a:gd name="connsiteX5" fmla="*/ 99581 w 105998"/>
                    <a:gd name="connsiteY5" fmla="*/ 28366 h 141769"/>
                    <a:gd name="connsiteX6" fmla="*/ 102729 w 105998"/>
                    <a:gd name="connsiteY6" fmla="*/ 44558 h 141769"/>
                    <a:gd name="connsiteX7" fmla="*/ 100429 w 105998"/>
                    <a:gd name="connsiteY7" fmla="*/ 59430 h 141769"/>
                    <a:gd name="connsiteX8" fmla="*/ 94012 w 105998"/>
                    <a:gd name="connsiteY8" fmla="*/ 72204 h 141769"/>
                    <a:gd name="connsiteX9" fmla="*/ 84024 w 105998"/>
                    <a:gd name="connsiteY9" fmla="*/ 81799 h 141769"/>
                    <a:gd name="connsiteX10" fmla="*/ 70948 w 105998"/>
                    <a:gd name="connsiteY10" fmla="*/ 87077 h 141769"/>
                    <a:gd name="connsiteX11" fmla="*/ 105998 w 105998"/>
                    <a:gd name="connsiteY11" fmla="*/ 141770 h 141769"/>
                    <a:gd name="connsiteX12" fmla="*/ 90077 w 105998"/>
                    <a:gd name="connsiteY12" fmla="*/ 141770 h 141769"/>
                    <a:gd name="connsiteX13" fmla="*/ 56419 w 105998"/>
                    <a:gd name="connsiteY13" fmla="*/ 89476 h 141769"/>
                    <a:gd name="connsiteX14" fmla="*/ 14105 w 105998"/>
                    <a:gd name="connsiteY14" fmla="*/ 89476 h 141769"/>
                    <a:gd name="connsiteX15" fmla="*/ 14105 w 105998"/>
                    <a:gd name="connsiteY15" fmla="*/ 141770 h 141769"/>
                    <a:gd name="connsiteX16" fmla="*/ 0 w 105998"/>
                    <a:gd name="connsiteY16" fmla="*/ 141770 h 141769"/>
                    <a:gd name="connsiteX17" fmla="*/ 14105 w 105998"/>
                    <a:gd name="connsiteY17" fmla="*/ 77062 h 141769"/>
                    <a:gd name="connsiteX18" fmla="*/ 60838 w 105998"/>
                    <a:gd name="connsiteY18" fmla="*/ 77062 h 141769"/>
                    <a:gd name="connsiteX19" fmla="*/ 72219 w 105998"/>
                    <a:gd name="connsiteY19" fmla="*/ 74363 h 141769"/>
                    <a:gd name="connsiteX20" fmla="*/ 80997 w 105998"/>
                    <a:gd name="connsiteY20" fmla="*/ 67107 h 141769"/>
                    <a:gd name="connsiteX21" fmla="*/ 86627 w 105998"/>
                    <a:gd name="connsiteY21" fmla="*/ 56732 h 141769"/>
                    <a:gd name="connsiteX22" fmla="*/ 88624 w 105998"/>
                    <a:gd name="connsiteY22" fmla="*/ 44558 h 141769"/>
                    <a:gd name="connsiteX23" fmla="*/ 86324 w 105998"/>
                    <a:gd name="connsiteY23" fmla="*/ 32264 h 141769"/>
                    <a:gd name="connsiteX24" fmla="*/ 80089 w 105998"/>
                    <a:gd name="connsiteY24" fmla="*/ 22009 h 141769"/>
                    <a:gd name="connsiteX25" fmla="*/ 70827 w 105998"/>
                    <a:gd name="connsiteY25" fmla="*/ 15053 h 141769"/>
                    <a:gd name="connsiteX26" fmla="*/ 59628 w 105998"/>
                    <a:gd name="connsiteY26" fmla="*/ 12474 h 141769"/>
                    <a:gd name="connsiteX27" fmla="*/ 14105 w 105998"/>
                    <a:gd name="connsiteY27" fmla="*/ 12474 h 141769"/>
                    <a:gd name="connsiteX28" fmla="*/ 14105 w 105998"/>
                    <a:gd name="connsiteY28" fmla="*/ 77122 h 141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5998" h="141769">
                      <a:moveTo>
                        <a:pt x="0" y="141710"/>
                      </a:moveTo>
                      <a:lnTo>
                        <a:pt x="0" y="0"/>
                      </a:lnTo>
                      <a:lnTo>
                        <a:pt x="60415" y="0"/>
                      </a:lnTo>
                      <a:cubicBezTo>
                        <a:pt x="66589" y="0"/>
                        <a:pt x="72280" y="1319"/>
                        <a:pt x="77425" y="3898"/>
                      </a:cubicBezTo>
                      <a:cubicBezTo>
                        <a:pt x="82571" y="6477"/>
                        <a:pt x="87050" y="9895"/>
                        <a:pt x="90804" y="14093"/>
                      </a:cubicBezTo>
                      <a:cubicBezTo>
                        <a:pt x="94557" y="18291"/>
                        <a:pt x="97463" y="23029"/>
                        <a:pt x="99581" y="28366"/>
                      </a:cubicBezTo>
                      <a:cubicBezTo>
                        <a:pt x="101640" y="33703"/>
                        <a:pt x="102729" y="39101"/>
                        <a:pt x="102729" y="44558"/>
                      </a:cubicBezTo>
                      <a:cubicBezTo>
                        <a:pt x="102729" y="50015"/>
                        <a:pt x="101942" y="54693"/>
                        <a:pt x="100429" y="59430"/>
                      </a:cubicBezTo>
                      <a:cubicBezTo>
                        <a:pt x="98855" y="64168"/>
                        <a:pt x="96736" y="68426"/>
                        <a:pt x="94012" y="72204"/>
                      </a:cubicBezTo>
                      <a:cubicBezTo>
                        <a:pt x="91227" y="75982"/>
                        <a:pt x="87958" y="79161"/>
                        <a:pt x="84024" y="81799"/>
                      </a:cubicBezTo>
                      <a:cubicBezTo>
                        <a:pt x="80149" y="84378"/>
                        <a:pt x="75791" y="86177"/>
                        <a:pt x="70948" y="87077"/>
                      </a:cubicBezTo>
                      <a:lnTo>
                        <a:pt x="105998" y="141770"/>
                      </a:lnTo>
                      <a:lnTo>
                        <a:pt x="90077" y="141770"/>
                      </a:lnTo>
                      <a:lnTo>
                        <a:pt x="56419" y="89476"/>
                      </a:lnTo>
                      <a:lnTo>
                        <a:pt x="14105" y="89476"/>
                      </a:lnTo>
                      <a:lnTo>
                        <a:pt x="14105" y="141770"/>
                      </a:lnTo>
                      <a:lnTo>
                        <a:pt x="0" y="141770"/>
                      </a:lnTo>
                      <a:close/>
                      <a:moveTo>
                        <a:pt x="14105" y="77062"/>
                      </a:moveTo>
                      <a:lnTo>
                        <a:pt x="60838" y="77062"/>
                      </a:lnTo>
                      <a:cubicBezTo>
                        <a:pt x="65015" y="77062"/>
                        <a:pt x="68769" y="76162"/>
                        <a:pt x="72219" y="74363"/>
                      </a:cubicBezTo>
                      <a:cubicBezTo>
                        <a:pt x="75670" y="72564"/>
                        <a:pt x="78575" y="70165"/>
                        <a:pt x="80997" y="67107"/>
                      </a:cubicBezTo>
                      <a:cubicBezTo>
                        <a:pt x="83418" y="64048"/>
                        <a:pt x="85295" y="60570"/>
                        <a:pt x="86627" y="56732"/>
                      </a:cubicBezTo>
                      <a:cubicBezTo>
                        <a:pt x="87958" y="52894"/>
                        <a:pt x="88624" y="48816"/>
                        <a:pt x="88624" y="44558"/>
                      </a:cubicBezTo>
                      <a:cubicBezTo>
                        <a:pt x="88624" y="40300"/>
                        <a:pt x="87837" y="36222"/>
                        <a:pt x="86324" y="32264"/>
                      </a:cubicBezTo>
                      <a:cubicBezTo>
                        <a:pt x="84750" y="28366"/>
                        <a:pt x="82692" y="24888"/>
                        <a:pt x="80089" y="22009"/>
                      </a:cubicBezTo>
                      <a:cubicBezTo>
                        <a:pt x="77486" y="19071"/>
                        <a:pt x="74398" y="16732"/>
                        <a:pt x="70827" y="15053"/>
                      </a:cubicBezTo>
                      <a:cubicBezTo>
                        <a:pt x="67255" y="13313"/>
                        <a:pt x="63563" y="12474"/>
                        <a:pt x="59628" y="12474"/>
                      </a:cubicBezTo>
                      <a:lnTo>
                        <a:pt x="14105" y="12474"/>
                      </a:lnTo>
                      <a:lnTo>
                        <a:pt x="14105" y="77122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" name="Freeform 185">
                  <a:extLst>
                    <a:ext uri="{FF2B5EF4-FFF2-40B4-BE49-F238E27FC236}">
                      <a16:creationId xmlns:a16="http://schemas.microsoft.com/office/drawing/2014/main" id="{3A583B15-1516-5C78-D3AF-20DB1003ABF4}"/>
                    </a:ext>
                  </a:extLst>
                </p:cNvPr>
                <p:cNvSpPr/>
                <p:nvPr/>
              </p:nvSpPr>
              <p:spPr>
                <a:xfrm>
                  <a:off x="419846" y="417977"/>
                  <a:ext cx="131180" cy="141709"/>
                </a:xfrm>
                <a:custGeom>
                  <a:avLst/>
                  <a:gdLst>
                    <a:gd name="connsiteX0" fmla="*/ 59870 w 131180"/>
                    <a:gd name="connsiteY0" fmla="*/ 0 h 141709"/>
                    <a:gd name="connsiteX1" fmla="*/ 71735 w 131180"/>
                    <a:gd name="connsiteY1" fmla="*/ 0 h 141709"/>
                    <a:gd name="connsiteX2" fmla="*/ 131181 w 131180"/>
                    <a:gd name="connsiteY2" fmla="*/ 141710 h 141709"/>
                    <a:gd name="connsiteX3" fmla="*/ 116289 w 131180"/>
                    <a:gd name="connsiteY3" fmla="*/ 141710 h 141709"/>
                    <a:gd name="connsiteX4" fmla="*/ 97765 w 131180"/>
                    <a:gd name="connsiteY4" fmla="*/ 97392 h 141709"/>
                    <a:gd name="connsiteX5" fmla="*/ 33476 w 131180"/>
                    <a:gd name="connsiteY5" fmla="*/ 97392 h 141709"/>
                    <a:gd name="connsiteX6" fmla="*/ 15134 w 131180"/>
                    <a:gd name="connsiteY6" fmla="*/ 141710 h 141709"/>
                    <a:gd name="connsiteX7" fmla="*/ 0 w 131180"/>
                    <a:gd name="connsiteY7" fmla="*/ 141710 h 141709"/>
                    <a:gd name="connsiteX8" fmla="*/ 59809 w 131180"/>
                    <a:gd name="connsiteY8" fmla="*/ 0 h 141709"/>
                    <a:gd name="connsiteX9" fmla="*/ 94557 w 131180"/>
                    <a:gd name="connsiteY9" fmla="*/ 86417 h 141709"/>
                    <a:gd name="connsiteX10" fmla="*/ 65742 w 131180"/>
                    <a:gd name="connsiteY10" fmla="*/ 16372 h 141709"/>
                    <a:gd name="connsiteX11" fmla="*/ 36503 w 131180"/>
                    <a:gd name="connsiteY11" fmla="*/ 86417 h 141709"/>
                    <a:gd name="connsiteX12" fmla="*/ 94496 w 131180"/>
                    <a:gd name="connsiteY12" fmla="*/ 86417 h 141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31180" h="141709">
                      <a:moveTo>
                        <a:pt x="59870" y="0"/>
                      </a:moveTo>
                      <a:lnTo>
                        <a:pt x="71735" y="0"/>
                      </a:lnTo>
                      <a:lnTo>
                        <a:pt x="131181" y="141710"/>
                      </a:lnTo>
                      <a:lnTo>
                        <a:pt x="116289" y="141710"/>
                      </a:lnTo>
                      <a:lnTo>
                        <a:pt x="97765" y="97392"/>
                      </a:lnTo>
                      <a:lnTo>
                        <a:pt x="33476" y="97392"/>
                      </a:lnTo>
                      <a:lnTo>
                        <a:pt x="15134" y="141710"/>
                      </a:lnTo>
                      <a:lnTo>
                        <a:pt x="0" y="141710"/>
                      </a:lnTo>
                      <a:lnTo>
                        <a:pt x="59809" y="0"/>
                      </a:lnTo>
                      <a:close/>
                      <a:moveTo>
                        <a:pt x="94557" y="86417"/>
                      </a:moveTo>
                      <a:lnTo>
                        <a:pt x="65742" y="16372"/>
                      </a:lnTo>
                      <a:lnTo>
                        <a:pt x="36503" y="86417"/>
                      </a:lnTo>
                      <a:lnTo>
                        <a:pt x="94496" y="86417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" name="Freeform 186">
                  <a:extLst>
                    <a:ext uri="{FF2B5EF4-FFF2-40B4-BE49-F238E27FC236}">
                      <a16:creationId xmlns:a16="http://schemas.microsoft.com/office/drawing/2014/main" id="{CB45A0E3-EA31-E118-C43E-539C315F95CD}"/>
                    </a:ext>
                  </a:extLst>
                </p:cNvPr>
                <p:cNvSpPr/>
                <p:nvPr/>
              </p:nvSpPr>
              <p:spPr>
                <a:xfrm>
                  <a:off x="571610" y="417977"/>
                  <a:ext cx="117076" cy="141769"/>
                </a:xfrm>
                <a:custGeom>
                  <a:avLst/>
                  <a:gdLst>
                    <a:gd name="connsiteX0" fmla="*/ 0 w 117076"/>
                    <a:gd name="connsiteY0" fmla="*/ 141710 h 141769"/>
                    <a:gd name="connsiteX1" fmla="*/ 0 w 117076"/>
                    <a:gd name="connsiteY1" fmla="*/ 0 h 141769"/>
                    <a:gd name="connsiteX2" fmla="*/ 48550 w 117076"/>
                    <a:gd name="connsiteY2" fmla="*/ 0 h 141769"/>
                    <a:gd name="connsiteX3" fmla="*/ 78454 w 117076"/>
                    <a:gd name="connsiteY3" fmla="*/ 5577 h 141769"/>
                    <a:gd name="connsiteX4" fmla="*/ 99823 w 117076"/>
                    <a:gd name="connsiteY4" fmla="*/ 20750 h 141769"/>
                    <a:gd name="connsiteX5" fmla="*/ 112718 w 117076"/>
                    <a:gd name="connsiteY5" fmla="*/ 43179 h 141769"/>
                    <a:gd name="connsiteX6" fmla="*/ 117076 w 117076"/>
                    <a:gd name="connsiteY6" fmla="*/ 70645 h 141769"/>
                    <a:gd name="connsiteX7" fmla="*/ 112233 w 117076"/>
                    <a:gd name="connsiteY7" fmla="*/ 99910 h 141769"/>
                    <a:gd name="connsiteX8" fmla="*/ 98431 w 117076"/>
                    <a:gd name="connsiteY8" fmla="*/ 122279 h 141769"/>
                    <a:gd name="connsiteX9" fmla="*/ 76880 w 117076"/>
                    <a:gd name="connsiteY9" fmla="*/ 136672 h 141769"/>
                    <a:gd name="connsiteX10" fmla="*/ 48550 w 117076"/>
                    <a:gd name="connsiteY10" fmla="*/ 141770 h 141769"/>
                    <a:gd name="connsiteX11" fmla="*/ 0 w 117076"/>
                    <a:gd name="connsiteY11" fmla="*/ 141770 h 141769"/>
                    <a:gd name="connsiteX12" fmla="*/ 102911 w 117076"/>
                    <a:gd name="connsiteY12" fmla="*/ 70645 h 141769"/>
                    <a:gd name="connsiteX13" fmla="*/ 99279 w 117076"/>
                    <a:gd name="connsiteY13" fmla="*/ 47197 h 141769"/>
                    <a:gd name="connsiteX14" fmla="*/ 88685 w 117076"/>
                    <a:gd name="connsiteY14" fmla="*/ 28726 h 141769"/>
                    <a:gd name="connsiteX15" fmla="*/ 71674 w 117076"/>
                    <a:gd name="connsiteY15" fmla="*/ 16672 h 141769"/>
                    <a:gd name="connsiteX16" fmla="*/ 48489 w 117076"/>
                    <a:gd name="connsiteY16" fmla="*/ 12414 h 141769"/>
                    <a:gd name="connsiteX17" fmla="*/ 14044 w 117076"/>
                    <a:gd name="connsiteY17" fmla="*/ 12414 h 141769"/>
                    <a:gd name="connsiteX18" fmla="*/ 14044 w 117076"/>
                    <a:gd name="connsiteY18" fmla="*/ 129356 h 141769"/>
                    <a:gd name="connsiteX19" fmla="*/ 48489 w 117076"/>
                    <a:gd name="connsiteY19" fmla="*/ 129356 h 141769"/>
                    <a:gd name="connsiteX20" fmla="*/ 71977 w 117076"/>
                    <a:gd name="connsiteY20" fmla="*/ 124858 h 141769"/>
                    <a:gd name="connsiteX21" fmla="*/ 88988 w 117076"/>
                    <a:gd name="connsiteY21" fmla="*/ 112504 h 141769"/>
                    <a:gd name="connsiteX22" fmla="*/ 99339 w 117076"/>
                    <a:gd name="connsiteY22" fmla="*/ 93973 h 141769"/>
                    <a:gd name="connsiteX23" fmla="*/ 102850 w 117076"/>
                    <a:gd name="connsiteY23" fmla="*/ 70705 h 141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17076" h="141769">
                      <a:moveTo>
                        <a:pt x="0" y="141710"/>
                      </a:moveTo>
                      <a:lnTo>
                        <a:pt x="0" y="0"/>
                      </a:lnTo>
                      <a:lnTo>
                        <a:pt x="48550" y="0"/>
                      </a:lnTo>
                      <a:cubicBezTo>
                        <a:pt x="59991" y="0"/>
                        <a:pt x="69919" y="1859"/>
                        <a:pt x="78454" y="5577"/>
                      </a:cubicBezTo>
                      <a:cubicBezTo>
                        <a:pt x="86990" y="9295"/>
                        <a:pt x="94073" y="14333"/>
                        <a:pt x="99823" y="20750"/>
                      </a:cubicBezTo>
                      <a:cubicBezTo>
                        <a:pt x="105514" y="27166"/>
                        <a:pt x="109812" y="34603"/>
                        <a:pt x="112718" y="43179"/>
                      </a:cubicBezTo>
                      <a:cubicBezTo>
                        <a:pt x="115623" y="51754"/>
                        <a:pt x="117076" y="60930"/>
                        <a:pt x="117076" y="70645"/>
                      </a:cubicBezTo>
                      <a:cubicBezTo>
                        <a:pt x="117076" y="81440"/>
                        <a:pt x="115442" y="91155"/>
                        <a:pt x="112233" y="99910"/>
                      </a:cubicBezTo>
                      <a:cubicBezTo>
                        <a:pt x="109025" y="108606"/>
                        <a:pt x="104424" y="116042"/>
                        <a:pt x="98431" y="122279"/>
                      </a:cubicBezTo>
                      <a:cubicBezTo>
                        <a:pt x="92438" y="128456"/>
                        <a:pt x="85295" y="133254"/>
                        <a:pt x="76880" y="136672"/>
                      </a:cubicBezTo>
                      <a:cubicBezTo>
                        <a:pt x="68466" y="140090"/>
                        <a:pt x="59022" y="141770"/>
                        <a:pt x="48550" y="141770"/>
                      </a:cubicBezTo>
                      <a:lnTo>
                        <a:pt x="0" y="141770"/>
                      </a:lnTo>
                      <a:close/>
                      <a:moveTo>
                        <a:pt x="102911" y="70645"/>
                      </a:moveTo>
                      <a:cubicBezTo>
                        <a:pt x="102911" y="62129"/>
                        <a:pt x="101700" y="54333"/>
                        <a:pt x="99279" y="47197"/>
                      </a:cubicBezTo>
                      <a:cubicBezTo>
                        <a:pt x="96857" y="40060"/>
                        <a:pt x="93346" y="33943"/>
                        <a:pt x="88685" y="28726"/>
                      </a:cubicBezTo>
                      <a:cubicBezTo>
                        <a:pt x="84084" y="23568"/>
                        <a:pt x="78394" y="19490"/>
                        <a:pt x="71674" y="16672"/>
                      </a:cubicBezTo>
                      <a:cubicBezTo>
                        <a:pt x="64955" y="13793"/>
                        <a:pt x="57206" y="12414"/>
                        <a:pt x="48489" y="12414"/>
                      </a:cubicBezTo>
                      <a:lnTo>
                        <a:pt x="14044" y="12414"/>
                      </a:lnTo>
                      <a:lnTo>
                        <a:pt x="14044" y="129356"/>
                      </a:lnTo>
                      <a:lnTo>
                        <a:pt x="48489" y="129356"/>
                      </a:lnTo>
                      <a:cubicBezTo>
                        <a:pt x="57327" y="129356"/>
                        <a:pt x="65197" y="127856"/>
                        <a:pt x="71977" y="124858"/>
                      </a:cubicBezTo>
                      <a:cubicBezTo>
                        <a:pt x="78757" y="121859"/>
                        <a:pt x="84447" y="117721"/>
                        <a:pt x="88988" y="112504"/>
                      </a:cubicBezTo>
                      <a:cubicBezTo>
                        <a:pt x="93528" y="107227"/>
                        <a:pt x="97039" y="101050"/>
                        <a:pt x="99339" y="93973"/>
                      </a:cubicBezTo>
                      <a:cubicBezTo>
                        <a:pt x="101700" y="86837"/>
                        <a:pt x="102850" y="79101"/>
                        <a:pt x="102850" y="70705"/>
                      </a:cubicBez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" name="Freeform 187">
                  <a:extLst>
                    <a:ext uri="{FF2B5EF4-FFF2-40B4-BE49-F238E27FC236}">
                      <a16:creationId xmlns:a16="http://schemas.microsoft.com/office/drawing/2014/main" id="{1BA401E2-C833-560D-7075-F53712859EDD}"/>
                    </a:ext>
                  </a:extLst>
                </p:cNvPr>
                <p:cNvSpPr/>
                <p:nvPr/>
              </p:nvSpPr>
              <p:spPr>
                <a:xfrm>
                  <a:off x="715624" y="417977"/>
                  <a:ext cx="96070" cy="141709"/>
                </a:xfrm>
                <a:custGeom>
                  <a:avLst/>
                  <a:gdLst>
                    <a:gd name="connsiteX0" fmla="*/ 96070 w 96070"/>
                    <a:gd name="connsiteY0" fmla="*/ 129356 h 141709"/>
                    <a:gd name="connsiteX1" fmla="*/ 96070 w 96070"/>
                    <a:gd name="connsiteY1" fmla="*/ 141710 h 141709"/>
                    <a:gd name="connsiteX2" fmla="*/ 0 w 96070"/>
                    <a:gd name="connsiteY2" fmla="*/ 141710 h 141709"/>
                    <a:gd name="connsiteX3" fmla="*/ 0 w 96070"/>
                    <a:gd name="connsiteY3" fmla="*/ 0 h 141709"/>
                    <a:gd name="connsiteX4" fmla="*/ 94254 w 96070"/>
                    <a:gd name="connsiteY4" fmla="*/ 0 h 141709"/>
                    <a:gd name="connsiteX5" fmla="*/ 94254 w 96070"/>
                    <a:gd name="connsiteY5" fmla="*/ 12354 h 141709"/>
                    <a:gd name="connsiteX6" fmla="*/ 14105 w 96070"/>
                    <a:gd name="connsiteY6" fmla="*/ 12354 h 141709"/>
                    <a:gd name="connsiteX7" fmla="*/ 14105 w 96070"/>
                    <a:gd name="connsiteY7" fmla="*/ 63448 h 141709"/>
                    <a:gd name="connsiteX8" fmla="*/ 84024 w 96070"/>
                    <a:gd name="connsiteY8" fmla="*/ 63448 h 141709"/>
                    <a:gd name="connsiteX9" fmla="*/ 84024 w 96070"/>
                    <a:gd name="connsiteY9" fmla="*/ 75203 h 141709"/>
                    <a:gd name="connsiteX10" fmla="*/ 14105 w 96070"/>
                    <a:gd name="connsiteY10" fmla="*/ 75203 h 141709"/>
                    <a:gd name="connsiteX11" fmla="*/ 14105 w 96070"/>
                    <a:gd name="connsiteY11" fmla="*/ 129296 h 141709"/>
                    <a:gd name="connsiteX12" fmla="*/ 96070 w 96070"/>
                    <a:gd name="connsiteY12" fmla="*/ 129296 h 141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6070" h="141709">
                      <a:moveTo>
                        <a:pt x="96070" y="129356"/>
                      </a:moveTo>
                      <a:lnTo>
                        <a:pt x="96070" y="141710"/>
                      </a:lnTo>
                      <a:lnTo>
                        <a:pt x="0" y="141710"/>
                      </a:lnTo>
                      <a:lnTo>
                        <a:pt x="0" y="0"/>
                      </a:lnTo>
                      <a:lnTo>
                        <a:pt x="94254" y="0"/>
                      </a:lnTo>
                      <a:lnTo>
                        <a:pt x="94254" y="12354"/>
                      </a:lnTo>
                      <a:lnTo>
                        <a:pt x="14105" y="12354"/>
                      </a:lnTo>
                      <a:lnTo>
                        <a:pt x="14105" y="63448"/>
                      </a:lnTo>
                      <a:lnTo>
                        <a:pt x="84024" y="63448"/>
                      </a:lnTo>
                      <a:lnTo>
                        <a:pt x="84024" y="75203"/>
                      </a:lnTo>
                      <a:lnTo>
                        <a:pt x="14105" y="75203"/>
                      </a:lnTo>
                      <a:lnTo>
                        <a:pt x="14105" y="129296"/>
                      </a:lnTo>
                      <a:lnTo>
                        <a:pt x="96070" y="129296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68" name="Freeform 179">
                <a:extLst>
                  <a:ext uri="{FF2B5EF4-FFF2-40B4-BE49-F238E27FC236}">
                    <a16:creationId xmlns:a16="http://schemas.microsoft.com/office/drawing/2014/main" id="{FC4A4830-6F27-CE1D-6FAE-36F7915A0FAD}"/>
                  </a:ext>
                </a:extLst>
              </p:cNvPr>
              <p:cNvSpPr/>
              <p:nvPr/>
            </p:nvSpPr>
            <p:spPr>
              <a:xfrm>
                <a:off x="852314" y="214977"/>
                <a:ext cx="383554" cy="406897"/>
              </a:xfrm>
              <a:custGeom>
                <a:avLst/>
                <a:gdLst>
                  <a:gd name="connsiteX0" fmla="*/ 156788 w 383554"/>
                  <a:gd name="connsiteY0" fmla="*/ 0 h 406897"/>
                  <a:gd name="connsiteX1" fmla="*/ 227372 w 383554"/>
                  <a:gd name="connsiteY1" fmla="*/ 0 h 406897"/>
                  <a:gd name="connsiteX2" fmla="*/ 383555 w 383554"/>
                  <a:gd name="connsiteY2" fmla="*/ 406898 h 406897"/>
                  <a:gd name="connsiteX3" fmla="*/ 301408 w 383554"/>
                  <a:gd name="connsiteY3" fmla="*/ 406898 h 406897"/>
                  <a:gd name="connsiteX4" fmla="*/ 263209 w 383554"/>
                  <a:gd name="connsiteY4" fmla="*/ 305488 h 406897"/>
                  <a:gd name="connsiteX5" fmla="*/ 119740 w 383554"/>
                  <a:gd name="connsiteY5" fmla="*/ 305488 h 406897"/>
                  <a:gd name="connsiteX6" fmla="*/ 82147 w 383554"/>
                  <a:gd name="connsiteY6" fmla="*/ 406898 h 406897"/>
                  <a:gd name="connsiteX7" fmla="*/ 0 w 383554"/>
                  <a:gd name="connsiteY7" fmla="*/ 406898 h 406897"/>
                  <a:gd name="connsiteX8" fmla="*/ 156788 w 383554"/>
                  <a:gd name="connsiteY8" fmla="*/ 0 h 406897"/>
                  <a:gd name="connsiteX9" fmla="*/ 248802 w 383554"/>
                  <a:gd name="connsiteY9" fmla="*/ 249836 h 406897"/>
                  <a:gd name="connsiteX10" fmla="*/ 192140 w 383554"/>
                  <a:gd name="connsiteY10" fmla="*/ 89955 h 406897"/>
                  <a:gd name="connsiteX11" fmla="*/ 133118 w 383554"/>
                  <a:gd name="connsiteY11" fmla="*/ 249836 h 406897"/>
                  <a:gd name="connsiteX12" fmla="*/ 248802 w 383554"/>
                  <a:gd name="connsiteY12" fmla="*/ 249836 h 40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3554" h="406897">
                    <a:moveTo>
                      <a:pt x="156788" y="0"/>
                    </a:moveTo>
                    <a:lnTo>
                      <a:pt x="227372" y="0"/>
                    </a:lnTo>
                    <a:lnTo>
                      <a:pt x="383555" y="406898"/>
                    </a:lnTo>
                    <a:lnTo>
                      <a:pt x="301408" y="406898"/>
                    </a:lnTo>
                    <a:lnTo>
                      <a:pt x="263209" y="305488"/>
                    </a:lnTo>
                    <a:lnTo>
                      <a:pt x="119740" y="305488"/>
                    </a:lnTo>
                    <a:lnTo>
                      <a:pt x="82147" y="406898"/>
                    </a:lnTo>
                    <a:lnTo>
                      <a:pt x="0" y="406898"/>
                    </a:lnTo>
                    <a:lnTo>
                      <a:pt x="156788" y="0"/>
                    </a:lnTo>
                    <a:close/>
                    <a:moveTo>
                      <a:pt x="248802" y="249836"/>
                    </a:moveTo>
                    <a:lnTo>
                      <a:pt x="192140" y="89955"/>
                    </a:lnTo>
                    <a:lnTo>
                      <a:pt x="133118" y="249836"/>
                    </a:lnTo>
                    <a:lnTo>
                      <a:pt x="248802" y="249836"/>
                    </a:lnTo>
                    <a:close/>
                  </a:path>
                </a:pathLst>
              </a:custGeom>
              <a:solidFill>
                <a:srgbClr val="AC5F27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 180">
                <a:extLst>
                  <a:ext uri="{FF2B5EF4-FFF2-40B4-BE49-F238E27FC236}">
                    <a16:creationId xmlns:a16="http://schemas.microsoft.com/office/drawing/2014/main" id="{8FD3D62A-B7EB-1D44-D8EF-336A308D63EB}"/>
                  </a:ext>
                </a:extLst>
              </p:cNvPr>
              <p:cNvSpPr/>
              <p:nvPr/>
            </p:nvSpPr>
            <p:spPr>
              <a:xfrm>
                <a:off x="1143067" y="206042"/>
                <a:ext cx="175553" cy="180390"/>
              </a:xfrm>
              <a:custGeom>
                <a:avLst/>
                <a:gdLst>
                  <a:gd name="connsiteX0" fmla="*/ 175554 w 175553"/>
                  <a:gd name="connsiteY0" fmla="*/ 70405 h 180390"/>
                  <a:gd name="connsiteX1" fmla="*/ 175554 w 175553"/>
                  <a:gd name="connsiteY1" fmla="*/ 109985 h 180390"/>
                  <a:gd name="connsiteX2" fmla="*/ 109994 w 175553"/>
                  <a:gd name="connsiteY2" fmla="*/ 109985 h 180390"/>
                  <a:gd name="connsiteX3" fmla="*/ 109994 w 175553"/>
                  <a:gd name="connsiteY3" fmla="*/ 180390 h 180390"/>
                  <a:gd name="connsiteX4" fmla="*/ 65560 w 175553"/>
                  <a:gd name="connsiteY4" fmla="*/ 180390 h 180390"/>
                  <a:gd name="connsiteX5" fmla="*/ 65560 w 175553"/>
                  <a:gd name="connsiteY5" fmla="*/ 109985 h 180390"/>
                  <a:gd name="connsiteX6" fmla="*/ 0 w 175553"/>
                  <a:gd name="connsiteY6" fmla="*/ 109985 h 180390"/>
                  <a:gd name="connsiteX7" fmla="*/ 0 w 175553"/>
                  <a:gd name="connsiteY7" fmla="*/ 70405 h 180390"/>
                  <a:gd name="connsiteX8" fmla="*/ 65560 w 175553"/>
                  <a:gd name="connsiteY8" fmla="*/ 70405 h 180390"/>
                  <a:gd name="connsiteX9" fmla="*/ 65560 w 175553"/>
                  <a:gd name="connsiteY9" fmla="*/ 0 h 180390"/>
                  <a:gd name="connsiteX10" fmla="*/ 109994 w 175553"/>
                  <a:gd name="connsiteY10" fmla="*/ 0 h 180390"/>
                  <a:gd name="connsiteX11" fmla="*/ 109994 w 175553"/>
                  <a:gd name="connsiteY11" fmla="*/ 70405 h 180390"/>
                  <a:gd name="connsiteX12" fmla="*/ 175554 w 175553"/>
                  <a:gd name="connsiteY12" fmla="*/ 70405 h 180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5553" h="180390">
                    <a:moveTo>
                      <a:pt x="175554" y="70405"/>
                    </a:moveTo>
                    <a:lnTo>
                      <a:pt x="175554" y="109985"/>
                    </a:lnTo>
                    <a:lnTo>
                      <a:pt x="109994" y="109985"/>
                    </a:lnTo>
                    <a:lnTo>
                      <a:pt x="109994" y="180390"/>
                    </a:lnTo>
                    <a:lnTo>
                      <a:pt x="65560" y="180390"/>
                    </a:lnTo>
                    <a:lnTo>
                      <a:pt x="65560" y="109985"/>
                    </a:lnTo>
                    <a:lnTo>
                      <a:pt x="0" y="109985"/>
                    </a:lnTo>
                    <a:lnTo>
                      <a:pt x="0" y="70405"/>
                    </a:lnTo>
                    <a:lnTo>
                      <a:pt x="65560" y="70405"/>
                    </a:lnTo>
                    <a:lnTo>
                      <a:pt x="65560" y="0"/>
                    </a:lnTo>
                    <a:lnTo>
                      <a:pt x="109994" y="0"/>
                    </a:lnTo>
                    <a:lnTo>
                      <a:pt x="109994" y="70405"/>
                    </a:lnTo>
                    <a:lnTo>
                      <a:pt x="175554" y="70405"/>
                    </a:lnTo>
                    <a:close/>
                  </a:path>
                </a:pathLst>
              </a:custGeom>
              <a:solidFill>
                <a:srgbClr val="AC5F27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 181">
                <a:extLst>
                  <a:ext uri="{FF2B5EF4-FFF2-40B4-BE49-F238E27FC236}">
                    <a16:creationId xmlns:a16="http://schemas.microsoft.com/office/drawing/2014/main" id="{F34B2CF9-5183-7BBF-B45E-E69ED0AAEE4A}"/>
                  </a:ext>
                </a:extLst>
              </p:cNvPr>
              <p:cNvSpPr/>
              <p:nvPr/>
            </p:nvSpPr>
            <p:spPr>
              <a:xfrm>
                <a:off x="844323" y="212099"/>
                <a:ext cx="383554" cy="406897"/>
              </a:xfrm>
              <a:custGeom>
                <a:avLst/>
                <a:gdLst>
                  <a:gd name="connsiteX0" fmla="*/ 156788 w 383554"/>
                  <a:gd name="connsiteY0" fmla="*/ 0 h 406897"/>
                  <a:gd name="connsiteX1" fmla="*/ 227372 w 383554"/>
                  <a:gd name="connsiteY1" fmla="*/ 0 h 406897"/>
                  <a:gd name="connsiteX2" fmla="*/ 383555 w 383554"/>
                  <a:gd name="connsiteY2" fmla="*/ 406898 h 406897"/>
                  <a:gd name="connsiteX3" fmla="*/ 301407 w 383554"/>
                  <a:gd name="connsiteY3" fmla="*/ 406898 h 406897"/>
                  <a:gd name="connsiteX4" fmla="*/ 263209 w 383554"/>
                  <a:gd name="connsiteY4" fmla="*/ 305488 h 406897"/>
                  <a:gd name="connsiteX5" fmla="*/ 119740 w 383554"/>
                  <a:gd name="connsiteY5" fmla="*/ 305488 h 406897"/>
                  <a:gd name="connsiteX6" fmla="*/ 82147 w 383554"/>
                  <a:gd name="connsiteY6" fmla="*/ 406898 h 406897"/>
                  <a:gd name="connsiteX7" fmla="*/ 0 w 383554"/>
                  <a:gd name="connsiteY7" fmla="*/ 406898 h 406897"/>
                  <a:gd name="connsiteX8" fmla="*/ 156788 w 383554"/>
                  <a:gd name="connsiteY8" fmla="*/ 0 h 406897"/>
                  <a:gd name="connsiteX9" fmla="*/ 248741 w 383554"/>
                  <a:gd name="connsiteY9" fmla="*/ 249896 h 406897"/>
                  <a:gd name="connsiteX10" fmla="*/ 192080 w 383554"/>
                  <a:gd name="connsiteY10" fmla="*/ 90015 h 406897"/>
                  <a:gd name="connsiteX11" fmla="*/ 133058 w 383554"/>
                  <a:gd name="connsiteY11" fmla="*/ 249896 h 406897"/>
                  <a:gd name="connsiteX12" fmla="*/ 248741 w 383554"/>
                  <a:gd name="connsiteY12" fmla="*/ 249896 h 40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3554" h="406897">
                    <a:moveTo>
                      <a:pt x="156788" y="0"/>
                    </a:moveTo>
                    <a:lnTo>
                      <a:pt x="227372" y="0"/>
                    </a:lnTo>
                    <a:lnTo>
                      <a:pt x="383555" y="406898"/>
                    </a:lnTo>
                    <a:lnTo>
                      <a:pt x="301407" y="406898"/>
                    </a:lnTo>
                    <a:lnTo>
                      <a:pt x="263209" y="305488"/>
                    </a:lnTo>
                    <a:lnTo>
                      <a:pt x="119740" y="305488"/>
                    </a:lnTo>
                    <a:lnTo>
                      <a:pt x="82147" y="406898"/>
                    </a:lnTo>
                    <a:lnTo>
                      <a:pt x="0" y="406898"/>
                    </a:lnTo>
                    <a:lnTo>
                      <a:pt x="156788" y="0"/>
                    </a:lnTo>
                    <a:close/>
                    <a:moveTo>
                      <a:pt x="248741" y="249896"/>
                    </a:moveTo>
                    <a:lnTo>
                      <a:pt x="192080" y="90015"/>
                    </a:lnTo>
                    <a:lnTo>
                      <a:pt x="133058" y="249896"/>
                    </a:lnTo>
                    <a:lnTo>
                      <a:pt x="248741" y="249896"/>
                    </a:lnTo>
                    <a:close/>
                  </a:path>
                </a:pathLst>
              </a:custGeom>
              <a:solidFill>
                <a:srgbClr val="DF8026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 182">
                <a:extLst>
                  <a:ext uri="{FF2B5EF4-FFF2-40B4-BE49-F238E27FC236}">
                    <a16:creationId xmlns:a16="http://schemas.microsoft.com/office/drawing/2014/main" id="{76642666-6E31-7CFE-DB74-829989810C49}"/>
                  </a:ext>
                </a:extLst>
              </p:cNvPr>
              <p:cNvSpPr/>
              <p:nvPr/>
            </p:nvSpPr>
            <p:spPr>
              <a:xfrm>
                <a:off x="1137437" y="206042"/>
                <a:ext cx="175553" cy="180390"/>
              </a:xfrm>
              <a:custGeom>
                <a:avLst/>
                <a:gdLst>
                  <a:gd name="connsiteX0" fmla="*/ 175554 w 175553"/>
                  <a:gd name="connsiteY0" fmla="*/ 70405 h 180390"/>
                  <a:gd name="connsiteX1" fmla="*/ 175554 w 175553"/>
                  <a:gd name="connsiteY1" fmla="*/ 109985 h 180390"/>
                  <a:gd name="connsiteX2" fmla="*/ 109993 w 175553"/>
                  <a:gd name="connsiteY2" fmla="*/ 109985 h 180390"/>
                  <a:gd name="connsiteX3" fmla="*/ 109993 w 175553"/>
                  <a:gd name="connsiteY3" fmla="*/ 180390 h 180390"/>
                  <a:gd name="connsiteX4" fmla="*/ 65560 w 175553"/>
                  <a:gd name="connsiteY4" fmla="*/ 180390 h 180390"/>
                  <a:gd name="connsiteX5" fmla="*/ 65560 w 175553"/>
                  <a:gd name="connsiteY5" fmla="*/ 109985 h 180390"/>
                  <a:gd name="connsiteX6" fmla="*/ 0 w 175553"/>
                  <a:gd name="connsiteY6" fmla="*/ 109985 h 180390"/>
                  <a:gd name="connsiteX7" fmla="*/ 0 w 175553"/>
                  <a:gd name="connsiteY7" fmla="*/ 70405 h 180390"/>
                  <a:gd name="connsiteX8" fmla="*/ 65560 w 175553"/>
                  <a:gd name="connsiteY8" fmla="*/ 70405 h 180390"/>
                  <a:gd name="connsiteX9" fmla="*/ 65560 w 175553"/>
                  <a:gd name="connsiteY9" fmla="*/ 0 h 180390"/>
                  <a:gd name="connsiteX10" fmla="*/ 109993 w 175553"/>
                  <a:gd name="connsiteY10" fmla="*/ 0 h 180390"/>
                  <a:gd name="connsiteX11" fmla="*/ 109993 w 175553"/>
                  <a:gd name="connsiteY11" fmla="*/ 70405 h 180390"/>
                  <a:gd name="connsiteX12" fmla="*/ 175554 w 175553"/>
                  <a:gd name="connsiteY12" fmla="*/ 70405 h 180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5553" h="180390">
                    <a:moveTo>
                      <a:pt x="175554" y="70405"/>
                    </a:moveTo>
                    <a:lnTo>
                      <a:pt x="175554" y="109985"/>
                    </a:lnTo>
                    <a:lnTo>
                      <a:pt x="109993" y="109985"/>
                    </a:lnTo>
                    <a:lnTo>
                      <a:pt x="109993" y="180390"/>
                    </a:lnTo>
                    <a:lnTo>
                      <a:pt x="65560" y="180390"/>
                    </a:lnTo>
                    <a:lnTo>
                      <a:pt x="65560" y="109985"/>
                    </a:lnTo>
                    <a:lnTo>
                      <a:pt x="0" y="109985"/>
                    </a:lnTo>
                    <a:lnTo>
                      <a:pt x="0" y="70405"/>
                    </a:lnTo>
                    <a:lnTo>
                      <a:pt x="65560" y="70405"/>
                    </a:lnTo>
                    <a:lnTo>
                      <a:pt x="65560" y="0"/>
                    </a:lnTo>
                    <a:lnTo>
                      <a:pt x="109993" y="0"/>
                    </a:lnTo>
                    <a:lnTo>
                      <a:pt x="109993" y="70405"/>
                    </a:lnTo>
                    <a:lnTo>
                      <a:pt x="175554" y="70405"/>
                    </a:lnTo>
                    <a:close/>
                  </a:path>
                </a:pathLst>
              </a:custGeom>
              <a:solidFill>
                <a:srgbClr val="DF8026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" name="Graphic 6">
              <a:extLst>
                <a:ext uri="{FF2B5EF4-FFF2-40B4-BE49-F238E27FC236}">
                  <a16:creationId xmlns:a16="http://schemas.microsoft.com/office/drawing/2014/main" id="{A9A734FA-4CC0-5D35-B28A-5C1B99955941}"/>
                </a:ext>
              </a:extLst>
            </p:cNvPr>
            <p:cNvGrpSpPr/>
            <p:nvPr/>
          </p:nvGrpSpPr>
          <p:grpSpPr>
            <a:xfrm>
              <a:off x="1893513" y="205261"/>
              <a:ext cx="1838187" cy="524499"/>
              <a:chOff x="1605379" y="205262"/>
              <a:chExt cx="1462604" cy="417332"/>
            </a:xfrm>
          </p:grpSpPr>
          <p:grpSp>
            <p:nvGrpSpPr>
              <p:cNvPr id="16" name="Graphic 6">
                <a:extLst>
                  <a:ext uri="{FF2B5EF4-FFF2-40B4-BE49-F238E27FC236}">
                    <a16:creationId xmlns:a16="http://schemas.microsoft.com/office/drawing/2014/main" id="{DC37453B-D175-717B-9B3C-BF3EB535E30F}"/>
                  </a:ext>
                </a:extLst>
              </p:cNvPr>
              <p:cNvGrpSpPr/>
              <p:nvPr/>
            </p:nvGrpSpPr>
            <p:grpSpPr>
              <a:xfrm>
                <a:off x="1605379" y="205262"/>
                <a:ext cx="443000" cy="417332"/>
                <a:chOff x="1605379" y="205262"/>
                <a:chExt cx="443000" cy="417332"/>
              </a:xfrm>
            </p:grpSpPr>
            <p:sp>
              <p:nvSpPr>
                <p:cNvPr id="53" name="Freeform 164">
                  <a:extLst>
                    <a:ext uri="{FF2B5EF4-FFF2-40B4-BE49-F238E27FC236}">
                      <a16:creationId xmlns:a16="http://schemas.microsoft.com/office/drawing/2014/main" id="{6FF521C0-72AD-B96B-83B1-3722F5D64D1F}"/>
                    </a:ext>
                  </a:extLst>
                </p:cNvPr>
                <p:cNvSpPr/>
                <p:nvPr/>
              </p:nvSpPr>
              <p:spPr>
                <a:xfrm>
                  <a:off x="1605379" y="205262"/>
                  <a:ext cx="443000" cy="237601"/>
                </a:xfrm>
                <a:custGeom>
                  <a:avLst/>
                  <a:gdLst>
                    <a:gd name="connsiteX0" fmla="*/ 80936 w 443000"/>
                    <a:gd name="connsiteY0" fmla="*/ 215413 h 237601"/>
                    <a:gd name="connsiteX1" fmla="*/ 34505 w 443000"/>
                    <a:gd name="connsiteY1" fmla="*/ 170495 h 237601"/>
                    <a:gd name="connsiteX2" fmla="*/ 163689 w 443000"/>
                    <a:gd name="connsiteY2" fmla="*/ 151904 h 237601"/>
                    <a:gd name="connsiteX3" fmla="*/ 221500 w 443000"/>
                    <a:gd name="connsiteY3" fmla="*/ 35922 h 237601"/>
                    <a:gd name="connsiteX4" fmla="*/ 279312 w 443000"/>
                    <a:gd name="connsiteY4" fmla="*/ 151904 h 237601"/>
                    <a:gd name="connsiteX5" fmla="*/ 408495 w 443000"/>
                    <a:gd name="connsiteY5" fmla="*/ 170495 h 237601"/>
                    <a:gd name="connsiteX6" fmla="*/ 362004 w 443000"/>
                    <a:gd name="connsiteY6" fmla="*/ 215413 h 237601"/>
                    <a:gd name="connsiteX7" fmla="*/ 362004 w 443000"/>
                    <a:gd name="connsiteY7" fmla="*/ 237602 h 237601"/>
                    <a:gd name="connsiteX8" fmla="*/ 443001 w 443000"/>
                    <a:gd name="connsiteY8" fmla="*/ 159401 h 237601"/>
                    <a:gd name="connsiteX9" fmla="*/ 289906 w 443000"/>
                    <a:gd name="connsiteY9" fmla="*/ 137392 h 237601"/>
                    <a:gd name="connsiteX10" fmla="*/ 221500 w 443000"/>
                    <a:gd name="connsiteY10" fmla="*/ 0 h 237601"/>
                    <a:gd name="connsiteX11" fmla="*/ 153034 w 443000"/>
                    <a:gd name="connsiteY11" fmla="*/ 137392 h 237601"/>
                    <a:gd name="connsiteX12" fmla="*/ 0 w 443000"/>
                    <a:gd name="connsiteY12" fmla="*/ 159401 h 237601"/>
                    <a:gd name="connsiteX13" fmla="*/ 80936 w 443000"/>
                    <a:gd name="connsiteY13" fmla="*/ 237602 h 237601"/>
                    <a:gd name="connsiteX14" fmla="*/ 80936 w 443000"/>
                    <a:gd name="connsiteY14" fmla="*/ 215413 h 237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43000" h="237601">
                      <a:moveTo>
                        <a:pt x="80936" y="215413"/>
                      </a:moveTo>
                      <a:lnTo>
                        <a:pt x="34505" y="170495"/>
                      </a:lnTo>
                      <a:lnTo>
                        <a:pt x="163689" y="151904"/>
                      </a:lnTo>
                      <a:lnTo>
                        <a:pt x="221500" y="35922"/>
                      </a:lnTo>
                      <a:lnTo>
                        <a:pt x="279312" y="151904"/>
                      </a:lnTo>
                      <a:lnTo>
                        <a:pt x="408495" y="170495"/>
                      </a:lnTo>
                      <a:lnTo>
                        <a:pt x="362004" y="215413"/>
                      </a:lnTo>
                      <a:lnTo>
                        <a:pt x="362004" y="237602"/>
                      </a:lnTo>
                      <a:lnTo>
                        <a:pt x="443001" y="159401"/>
                      </a:lnTo>
                      <a:lnTo>
                        <a:pt x="289906" y="137392"/>
                      </a:lnTo>
                      <a:lnTo>
                        <a:pt x="221500" y="0"/>
                      </a:lnTo>
                      <a:lnTo>
                        <a:pt x="153034" y="137392"/>
                      </a:lnTo>
                      <a:lnTo>
                        <a:pt x="0" y="159401"/>
                      </a:lnTo>
                      <a:lnTo>
                        <a:pt x="80936" y="237602"/>
                      </a:lnTo>
                      <a:lnTo>
                        <a:pt x="80936" y="215413"/>
                      </a:lnTo>
                      <a:close/>
                    </a:path>
                  </a:pathLst>
                </a:custGeom>
                <a:solidFill>
                  <a:srgbClr val="F28128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" name="Freeform 165">
                  <a:extLst>
                    <a:ext uri="{FF2B5EF4-FFF2-40B4-BE49-F238E27FC236}">
                      <a16:creationId xmlns:a16="http://schemas.microsoft.com/office/drawing/2014/main" id="{878330F9-B254-9DF4-D918-957D76EF6643}"/>
                    </a:ext>
                  </a:extLst>
                </p:cNvPr>
                <p:cNvSpPr/>
                <p:nvPr/>
              </p:nvSpPr>
              <p:spPr>
                <a:xfrm>
                  <a:off x="1690008" y="525683"/>
                  <a:ext cx="273742" cy="96911"/>
                </a:xfrm>
                <a:custGeom>
                  <a:avLst/>
                  <a:gdLst>
                    <a:gd name="connsiteX0" fmla="*/ 240690 w 273742"/>
                    <a:gd name="connsiteY0" fmla="*/ 0 h 96911"/>
                    <a:gd name="connsiteX1" fmla="*/ 252434 w 273742"/>
                    <a:gd name="connsiteY1" fmla="*/ 67886 h 96911"/>
                    <a:gd name="connsiteX2" fmla="*/ 136871 w 273742"/>
                    <a:gd name="connsiteY2" fmla="*/ 7676 h 96911"/>
                    <a:gd name="connsiteX3" fmla="*/ 21309 w 273742"/>
                    <a:gd name="connsiteY3" fmla="*/ 67886 h 96911"/>
                    <a:gd name="connsiteX4" fmla="*/ 33052 w 273742"/>
                    <a:gd name="connsiteY4" fmla="*/ 0 h 96911"/>
                    <a:gd name="connsiteX5" fmla="*/ 16768 w 273742"/>
                    <a:gd name="connsiteY5" fmla="*/ 0 h 96911"/>
                    <a:gd name="connsiteX6" fmla="*/ 0 w 273742"/>
                    <a:gd name="connsiteY6" fmla="*/ 96912 h 96911"/>
                    <a:gd name="connsiteX7" fmla="*/ 136871 w 273742"/>
                    <a:gd name="connsiteY7" fmla="*/ 25667 h 96911"/>
                    <a:gd name="connsiteX8" fmla="*/ 273743 w 273742"/>
                    <a:gd name="connsiteY8" fmla="*/ 96912 h 96911"/>
                    <a:gd name="connsiteX9" fmla="*/ 256974 w 273742"/>
                    <a:gd name="connsiteY9" fmla="*/ 0 h 96911"/>
                    <a:gd name="connsiteX10" fmla="*/ 240690 w 273742"/>
                    <a:gd name="connsiteY10" fmla="*/ 0 h 969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73742" h="96911">
                      <a:moveTo>
                        <a:pt x="240690" y="0"/>
                      </a:moveTo>
                      <a:lnTo>
                        <a:pt x="252434" y="67886"/>
                      </a:lnTo>
                      <a:lnTo>
                        <a:pt x="136871" y="7676"/>
                      </a:lnTo>
                      <a:lnTo>
                        <a:pt x="21309" y="67886"/>
                      </a:lnTo>
                      <a:lnTo>
                        <a:pt x="33052" y="0"/>
                      </a:lnTo>
                      <a:lnTo>
                        <a:pt x="16768" y="0"/>
                      </a:lnTo>
                      <a:lnTo>
                        <a:pt x="0" y="96912"/>
                      </a:lnTo>
                      <a:lnTo>
                        <a:pt x="136871" y="25667"/>
                      </a:lnTo>
                      <a:lnTo>
                        <a:pt x="273743" y="96912"/>
                      </a:lnTo>
                      <a:lnTo>
                        <a:pt x="256974" y="0"/>
                      </a:lnTo>
                      <a:lnTo>
                        <a:pt x="240690" y="0"/>
                      </a:lnTo>
                      <a:close/>
                    </a:path>
                  </a:pathLst>
                </a:custGeom>
                <a:solidFill>
                  <a:srgbClr val="585860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55" name="Graphic 6">
                  <a:extLst>
                    <a:ext uri="{FF2B5EF4-FFF2-40B4-BE49-F238E27FC236}">
                      <a16:creationId xmlns:a16="http://schemas.microsoft.com/office/drawing/2014/main" id="{0DCF992E-3C11-D198-2B35-E740C510E328}"/>
                    </a:ext>
                  </a:extLst>
                </p:cNvPr>
                <p:cNvGrpSpPr/>
                <p:nvPr/>
              </p:nvGrpSpPr>
              <p:grpSpPr>
                <a:xfrm>
                  <a:off x="1711558" y="380975"/>
                  <a:ext cx="231125" cy="61889"/>
                  <a:chOff x="1711558" y="380975"/>
                  <a:chExt cx="231125" cy="61889"/>
                </a:xfrm>
                <a:solidFill>
                  <a:srgbClr val="585860"/>
                </a:solidFill>
              </p:grpSpPr>
              <p:sp>
                <p:nvSpPr>
                  <p:cNvPr id="61" name="Freeform 172">
                    <a:extLst>
                      <a:ext uri="{FF2B5EF4-FFF2-40B4-BE49-F238E27FC236}">
                        <a16:creationId xmlns:a16="http://schemas.microsoft.com/office/drawing/2014/main" id="{FDB964E0-46EC-DEE7-E555-29CA321DEF2F}"/>
                      </a:ext>
                    </a:extLst>
                  </p:cNvPr>
                  <p:cNvSpPr/>
                  <p:nvPr/>
                </p:nvSpPr>
                <p:spPr>
                  <a:xfrm>
                    <a:off x="1711558" y="380975"/>
                    <a:ext cx="53876" cy="61889"/>
                  </a:xfrm>
                  <a:custGeom>
                    <a:avLst/>
                    <a:gdLst>
                      <a:gd name="connsiteX0" fmla="*/ 61 w 53876"/>
                      <a:gd name="connsiteY0" fmla="*/ 61889 h 61889"/>
                      <a:gd name="connsiteX1" fmla="*/ 61 w 53876"/>
                      <a:gd name="connsiteY1" fmla="*/ 55352 h 61889"/>
                      <a:gd name="connsiteX2" fmla="*/ 6901 w 53876"/>
                      <a:gd name="connsiteY2" fmla="*/ 54093 h 61889"/>
                      <a:gd name="connsiteX3" fmla="*/ 6901 w 53876"/>
                      <a:gd name="connsiteY3" fmla="*/ 7856 h 61889"/>
                      <a:gd name="connsiteX4" fmla="*/ 61 w 53876"/>
                      <a:gd name="connsiteY4" fmla="*/ 6597 h 61889"/>
                      <a:gd name="connsiteX5" fmla="*/ 61 w 53876"/>
                      <a:gd name="connsiteY5" fmla="*/ 0 h 61889"/>
                      <a:gd name="connsiteX6" fmla="*/ 28936 w 53876"/>
                      <a:gd name="connsiteY6" fmla="*/ 0 h 61889"/>
                      <a:gd name="connsiteX7" fmla="*/ 40922 w 53876"/>
                      <a:gd name="connsiteY7" fmla="*/ 2159 h 61889"/>
                      <a:gd name="connsiteX8" fmla="*/ 48489 w 53876"/>
                      <a:gd name="connsiteY8" fmla="*/ 8276 h 61889"/>
                      <a:gd name="connsiteX9" fmla="*/ 51092 w 53876"/>
                      <a:gd name="connsiteY9" fmla="*/ 17931 h 61889"/>
                      <a:gd name="connsiteX10" fmla="*/ 48489 w 53876"/>
                      <a:gd name="connsiteY10" fmla="*/ 27406 h 61889"/>
                      <a:gd name="connsiteX11" fmla="*/ 41225 w 53876"/>
                      <a:gd name="connsiteY11" fmla="*/ 33703 h 61889"/>
                      <a:gd name="connsiteX12" fmla="*/ 30328 w 53876"/>
                      <a:gd name="connsiteY12" fmla="*/ 36042 h 61889"/>
                      <a:gd name="connsiteX13" fmla="*/ 17616 w 53876"/>
                      <a:gd name="connsiteY13" fmla="*/ 36162 h 61889"/>
                      <a:gd name="connsiteX14" fmla="*/ 17616 w 53876"/>
                      <a:gd name="connsiteY14" fmla="*/ 54093 h 61889"/>
                      <a:gd name="connsiteX15" fmla="*/ 24456 w 53876"/>
                      <a:gd name="connsiteY15" fmla="*/ 55352 h 61889"/>
                      <a:gd name="connsiteX16" fmla="*/ 24456 w 53876"/>
                      <a:gd name="connsiteY16" fmla="*/ 61889 h 61889"/>
                      <a:gd name="connsiteX17" fmla="*/ 0 w 53876"/>
                      <a:gd name="connsiteY17" fmla="*/ 61889 h 61889"/>
                      <a:gd name="connsiteX18" fmla="*/ 17737 w 53876"/>
                      <a:gd name="connsiteY18" fmla="*/ 27766 h 61889"/>
                      <a:gd name="connsiteX19" fmla="*/ 28512 w 53876"/>
                      <a:gd name="connsiteY19" fmla="*/ 27766 h 61889"/>
                      <a:gd name="connsiteX20" fmla="*/ 37532 w 53876"/>
                      <a:gd name="connsiteY20" fmla="*/ 25307 h 61889"/>
                      <a:gd name="connsiteX21" fmla="*/ 40438 w 53876"/>
                      <a:gd name="connsiteY21" fmla="*/ 18171 h 61889"/>
                      <a:gd name="connsiteX22" fmla="*/ 37593 w 53876"/>
                      <a:gd name="connsiteY22" fmla="*/ 10915 h 61889"/>
                      <a:gd name="connsiteX23" fmla="*/ 28997 w 53876"/>
                      <a:gd name="connsiteY23" fmla="*/ 8216 h 61889"/>
                      <a:gd name="connsiteX24" fmla="*/ 17737 w 53876"/>
                      <a:gd name="connsiteY24" fmla="*/ 8216 h 61889"/>
                      <a:gd name="connsiteX25" fmla="*/ 17737 w 53876"/>
                      <a:gd name="connsiteY25" fmla="*/ 27706 h 61889"/>
                      <a:gd name="connsiteX26" fmla="*/ 40680 w 53876"/>
                      <a:gd name="connsiteY26" fmla="*/ 61889 h 61889"/>
                      <a:gd name="connsiteX27" fmla="*/ 28754 w 53876"/>
                      <a:gd name="connsiteY27" fmla="*/ 33403 h 61889"/>
                      <a:gd name="connsiteX28" fmla="*/ 38864 w 53876"/>
                      <a:gd name="connsiteY28" fmla="*/ 31724 h 61889"/>
                      <a:gd name="connsiteX29" fmla="*/ 48973 w 53876"/>
                      <a:gd name="connsiteY29" fmla="*/ 54213 h 61889"/>
                      <a:gd name="connsiteX30" fmla="*/ 53877 w 53876"/>
                      <a:gd name="connsiteY30" fmla="*/ 55233 h 61889"/>
                      <a:gd name="connsiteX31" fmla="*/ 53877 w 53876"/>
                      <a:gd name="connsiteY31" fmla="*/ 61889 h 61889"/>
                      <a:gd name="connsiteX32" fmla="*/ 40680 w 53876"/>
                      <a:gd name="connsiteY32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3876" h="61889">
                        <a:moveTo>
                          <a:pt x="61" y="61889"/>
                        </a:moveTo>
                        <a:lnTo>
                          <a:pt x="61" y="55352"/>
                        </a:lnTo>
                        <a:lnTo>
                          <a:pt x="6901" y="54093"/>
                        </a:lnTo>
                        <a:lnTo>
                          <a:pt x="6901" y="7856"/>
                        </a:lnTo>
                        <a:lnTo>
                          <a:pt x="61" y="6597"/>
                        </a:lnTo>
                        <a:lnTo>
                          <a:pt x="61" y="0"/>
                        </a:lnTo>
                        <a:lnTo>
                          <a:pt x="28936" y="0"/>
                        </a:lnTo>
                        <a:cubicBezTo>
                          <a:pt x="33658" y="0"/>
                          <a:pt x="37653" y="720"/>
                          <a:pt x="40922" y="2159"/>
                        </a:cubicBezTo>
                        <a:cubicBezTo>
                          <a:pt x="44252" y="3598"/>
                          <a:pt x="46794" y="5637"/>
                          <a:pt x="48489" y="8276"/>
                        </a:cubicBezTo>
                        <a:cubicBezTo>
                          <a:pt x="50245" y="10915"/>
                          <a:pt x="51092" y="14153"/>
                          <a:pt x="51092" y="17931"/>
                        </a:cubicBezTo>
                        <a:cubicBezTo>
                          <a:pt x="51092" y="21709"/>
                          <a:pt x="50245" y="24708"/>
                          <a:pt x="48489" y="27406"/>
                        </a:cubicBezTo>
                        <a:cubicBezTo>
                          <a:pt x="46734" y="30105"/>
                          <a:pt x="44312" y="32204"/>
                          <a:pt x="41225" y="33703"/>
                        </a:cubicBezTo>
                        <a:cubicBezTo>
                          <a:pt x="38137" y="35202"/>
                          <a:pt x="34505" y="35982"/>
                          <a:pt x="30328" y="36042"/>
                        </a:cubicBezTo>
                        <a:lnTo>
                          <a:pt x="17616" y="36162"/>
                        </a:lnTo>
                        <a:lnTo>
                          <a:pt x="17616" y="54093"/>
                        </a:lnTo>
                        <a:lnTo>
                          <a:pt x="24456" y="55352"/>
                        </a:lnTo>
                        <a:lnTo>
                          <a:pt x="24456" y="61889"/>
                        </a:lnTo>
                        <a:lnTo>
                          <a:pt x="0" y="61889"/>
                        </a:lnTo>
                        <a:close/>
                        <a:moveTo>
                          <a:pt x="17737" y="27766"/>
                        </a:moveTo>
                        <a:lnTo>
                          <a:pt x="28512" y="27766"/>
                        </a:lnTo>
                        <a:cubicBezTo>
                          <a:pt x="32568" y="27766"/>
                          <a:pt x="35595" y="26927"/>
                          <a:pt x="37532" y="25307"/>
                        </a:cubicBezTo>
                        <a:cubicBezTo>
                          <a:pt x="39469" y="23688"/>
                          <a:pt x="40438" y="21289"/>
                          <a:pt x="40438" y="18171"/>
                        </a:cubicBezTo>
                        <a:cubicBezTo>
                          <a:pt x="40438" y="15053"/>
                          <a:pt x="39469" y="12714"/>
                          <a:pt x="37593" y="10915"/>
                        </a:cubicBezTo>
                        <a:cubicBezTo>
                          <a:pt x="35716" y="9115"/>
                          <a:pt x="32810" y="8216"/>
                          <a:pt x="28997" y="8216"/>
                        </a:cubicBezTo>
                        <a:lnTo>
                          <a:pt x="17737" y="8216"/>
                        </a:lnTo>
                        <a:lnTo>
                          <a:pt x="17737" y="27706"/>
                        </a:lnTo>
                        <a:close/>
                        <a:moveTo>
                          <a:pt x="40680" y="61889"/>
                        </a:moveTo>
                        <a:lnTo>
                          <a:pt x="28754" y="33403"/>
                        </a:lnTo>
                        <a:lnTo>
                          <a:pt x="38864" y="31724"/>
                        </a:lnTo>
                        <a:lnTo>
                          <a:pt x="48973" y="54213"/>
                        </a:lnTo>
                        <a:lnTo>
                          <a:pt x="53877" y="55233"/>
                        </a:lnTo>
                        <a:lnTo>
                          <a:pt x="53877" y="61889"/>
                        </a:lnTo>
                        <a:lnTo>
                          <a:pt x="40680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2" name="Freeform 173">
                    <a:extLst>
                      <a:ext uri="{FF2B5EF4-FFF2-40B4-BE49-F238E27FC236}">
                        <a16:creationId xmlns:a16="http://schemas.microsoft.com/office/drawing/2014/main" id="{937F6C68-E83F-A27D-B865-73AC69EFD893}"/>
                      </a:ext>
                    </a:extLst>
                  </p:cNvPr>
                  <p:cNvSpPr/>
                  <p:nvPr/>
                </p:nvSpPr>
                <p:spPr>
                  <a:xfrm>
                    <a:off x="1771610" y="380975"/>
                    <a:ext cx="48670" cy="61889"/>
                  </a:xfrm>
                  <a:custGeom>
                    <a:avLst/>
                    <a:gdLst>
                      <a:gd name="connsiteX0" fmla="*/ 0 w 48670"/>
                      <a:gd name="connsiteY0" fmla="*/ 61889 h 61889"/>
                      <a:gd name="connsiteX1" fmla="*/ 0 w 48670"/>
                      <a:gd name="connsiteY1" fmla="*/ 55352 h 61889"/>
                      <a:gd name="connsiteX2" fmla="*/ 6840 w 48670"/>
                      <a:gd name="connsiteY2" fmla="*/ 54093 h 61889"/>
                      <a:gd name="connsiteX3" fmla="*/ 6840 w 48670"/>
                      <a:gd name="connsiteY3" fmla="*/ 7856 h 61889"/>
                      <a:gd name="connsiteX4" fmla="*/ 0 w 48670"/>
                      <a:gd name="connsiteY4" fmla="*/ 6597 h 61889"/>
                      <a:gd name="connsiteX5" fmla="*/ 0 w 48670"/>
                      <a:gd name="connsiteY5" fmla="*/ 0 h 61889"/>
                      <a:gd name="connsiteX6" fmla="*/ 47581 w 48670"/>
                      <a:gd name="connsiteY6" fmla="*/ 0 h 61889"/>
                      <a:gd name="connsiteX7" fmla="*/ 47581 w 48670"/>
                      <a:gd name="connsiteY7" fmla="*/ 15952 h 61889"/>
                      <a:gd name="connsiteX8" fmla="*/ 39167 w 48670"/>
                      <a:gd name="connsiteY8" fmla="*/ 15952 h 61889"/>
                      <a:gd name="connsiteX9" fmla="*/ 38440 w 48670"/>
                      <a:gd name="connsiteY9" fmla="*/ 8276 h 61889"/>
                      <a:gd name="connsiteX10" fmla="*/ 17616 w 48670"/>
                      <a:gd name="connsiteY10" fmla="*/ 8276 h 61889"/>
                      <a:gd name="connsiteX11" fmla="*/ 17616 w 48670"/>
                      <a:gd name="connsiteY11" fmla="*/ 25787 h 61889"/>
                      <a:gd name="connsiteX12" fmla="*/ 39530 w 48670"/>
                      <a:gd name="connsiteY12" fmla="*/ 25787 h 61889"/>
                      <a:gd name="connsiteX13" fmla="*/ 39530 w 48670"/>
                      <a:gd name="connsiteY13" fmla="*/ 34063 h 61889"/>
                      <a:gd name="connsiteX14" fmla="*/ 17616 w 48670"/>
                      <a:gd name="connsiteY14" fmla="*/ 34063 h 61889"/>
                      <a:gd name="connsiteX15" fmla="*/ 17616 w 48670"/>
                      <a:gd name="connsiteY15" fmla="*/ 53733 h 61889"/>
                      <a:gd name="connsiteX16" fmla="*/ 39590 w 48670"/>
                      <a:gd name="connsiteY16" fmla="*/ 53733 h 61889"/>
                      <a:gd name="connsiteX17" fmla="*/ 40317 w 48670"/>
                      <a:gd name="connsiteY17" fmla="*/ 45877 h 61889"/>
                      <a:gd name="connsiteX18" fmla="*/ 48671 w 48670"/>
                      <a:gd name="connsiteY18" fmla="*/ 45877 h 61889"/>
                      <a:gd name="connsiteX19" fmla="*/ 48671 w 48670"/>
                      <a:gd name="connsiteY19" fmla="*/ 61889 h 61889"/>
                      <a:gd name="connsiteX20" fmla="*/ 0 w 48670"/>
                      <a:gd name="connsiteY20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48670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6840" y="54093"/>
                        </a:lnTo>
                        <a:lnTo>
                          <a:pt x="6840" y="78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47581" y="0"/>
                        </a:lnTo>
                        <a:lnTo>
                          <a:pt x="47581" y="15952"/>
                        </a:lnTo>
                        <a:lnTo>
                          <a:pt x="39167" y="15952"/>
                        </a:lnTo>
                        <a:lnTo>
                          <a:pt x="38440" y="8276"/>
                        </a:lnTo>
                        <a:lnTo>
                          <a:pt x="17616" y="8276"/>
                        </a:lnTo>
                        <a:lnTo>
                          <a:pt x="17616" y="25787"/>
                        </a:lnTo>
                        <a:lnTo>
                          <a:pt x="39530" y="25787"/>
                        </a:lnTo>
                        <a:lnTo>
                          <a:pt x="39530" y="34063"/>
                        </a:lnTo>
                        <a:lnTo>
                          <a:pt x="17616" y="34063"/>
                        </a:lnTo>
                        <a:lnTo>
                          <a:pt x="17616" y="53733"/>
                        </a:lnTo>
                        <a:lnTo>
                          <a:pt x="39590" y="53733"/>
                        </a:lnTo>
                        <a:lnTo>
                          <a:pt x="40317" y="45877"/>
                        </a:lnTo>
                        <a:lnTo>
                          <a:pt x="48671" y="45877"/>
                        </a:lnTo>
                        <a:lnTo>
                          <a:pt x="48671" y="61889"/>
                        </a:lnTo>
                        <a:lnTo>
                          <a:pt x="0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3" name="Freeform 174">
                    <a:extLst>
                      <a:ext uri="{FF2B5EF4-FFF2-40B4-BE49-F238E27FC236}">
                        <a16:creationId xmlns:a16="http://schemas.microsoft.com/office/drawing/2014/main" id="{2EB9601A-7B05-B156-5A6B-E3FB4C758289}"/>
                      </a:ext>
                    </a:extLst>
                  </p:cNvPr>
                  <p:cNvSpPr/>
                  <p:nvPr/>
                </p:nvSpPr>
                <p:spPr>
                  <a:xfrm>
                    <a:off x="1826879" y="380975"/>
                    <a:ext cx="61383" cy="61889"/>
                  </a:xfrm>
                  <a:custGeom>
                    <a:avLst/>
                    <a:gdLst>
                      <a:gd name="connsiteX0" fmla="*/ 25788 w 61383"/>
                      <a:gd name="connsiteY0" fmla="*/ 61889 h 61889"/>
                      <a:gd name="connsiteX1" fmla="*/ 5327 w 61383"/>
                      <a:gd name="connsiteY1" fmla="*/ 7256 h 61889"/>
                      <a:gd name="connsiteX2" fmla="*/ 0 w 61383"/>
                      <a:gd name="connsiteY2" fmla="*/ 6597 h 61889"/>
                      <a:gd name="connsiteX3" fmla="*/ 0 w 61383"/>
                      <a:gd name="connsiteY3" fmla="*/ 0 h 61889"/>
                      <a:gd name="connsiteX4" fmla="*/ 22701 w 61383"/>
                      <a:gd name="connsiteY4" fmla="*/ 0 h 61889"/>
                      <a:gd name="connsiteX5" fmla="*/ 22701 w 61383"/>
                      <a:gd name="connsiteY5" fmla="*/ 6597 h 61889"/>
                      <a:gd name="connsiteX6" fmla="*/ 17011 w 61383"/>
                      <a:gd name="connsiteY6" fmla="*/ 7496 h 61889"/>
                      <a:gd name="connsiteX7" fmla="*/ 30026 w 61383"/>
                      <a:gd name="connsiteY7" fmla="*/ 45218 h 61889"/>
                      <a:gd name="connsiteX8" fmla="*/ 31176 w 61383"/>
                      <a:gd name="connsiteY8" fmla="*/ 49236 h 61889"/>
                      <a:gd name="connsiteX9" fmla="*/ 31418 w 61383"/>
                      <a:gd name="connsiteY9" fmla="*/ 49236 h 61889"/>
                      <a:gd name="connsiteX10" fmla="*/ 32629 w 61383"/>
                      <a:gd name="connsiteY10" fmla="*/ 45218 h 61889"/>
                      <a:gd name="connsiteX11" fmla="*/ 45826 w 61383"/>
                      <a:gd name="connsiteY11" fmla="*/ 7436 h 61889"/>
                      <a:gd name="connsiteX12" fmla="*/ 39348 w 61383"/>
                      <a:gd name="connsiteY12" fmla="*/ 6597 h 61889"/>
                      <a:gd name="connsiteX13" fmla="*/ 39348 w 61383"/>
                      <a:gd name="connsiteY13" fmla="*/ 0 h 61889"/>
                      <a:gd name="connsiteX14" fmla="*/ 61383 w 61383"/>
                      <a:gd name="connsiteY14" fmla="*/ 0 h 61889"/>
                      <a:gd name="connsiteX15" fmla="*/ 61383 w 61383"/>
                      <a:gd name="connsiteY15" fmla="*/ 6597 h 61889"/>
                      <a:gd name="connsiteX16" fmla="*/ 55996 w 61383"/>
                      <a:gd name="connsiteY16" fmla="*/ 7256 h 61889"/>
                      <a:gd name="connsiteX17" fmla="*/ 36321 w 61383"/>
                      <a:gd name="connsiteY17" fmla="*/ 61889 h 61889"/>
                      <a:gd name="connsiteX18" fmla="*/ 25849 w 61383"/>
                      <a:gd name="connsiteY18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61383" h="61889">
                        <a:moveTo>
                          <a:pt x="25788" y="61889"/>
                        </a:moveTo>
                        <a:lnTo>
                          <a:pt x="5327" y="72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22701" y="0"/>
                        </a:lnTo>
                        <a:lnTo>
                          <a:pt x="22701" y="6597"/>
                        </a:lnTo>
                        <a:lnTo>
                          <a:pt x="17011" y="7496"/>
                        </a:lnTo>
                        <a:lnTo>
                          <a:pt x="30026" y="45218"/>
                        </a:lnTo>
                        <a:lnTo>
                          <a:pt x="31176" y="49236"/>
                        </a:lnTo>
                        <a:lnTo>
                          <a:pt x="31418" y="49236"/>
                        </a:lnTo>
                        <a:lnTo>
                          <a:pt x="32629" y="45218"/>
                        </a:lnTo>
                        <a:lnTo>
                          <a:pt x="45826" y="7436"/>
                        </a:lnTo>
                        <a:lnTo>
                          <a:pt x="39348" y="6597"/>
                        </a:lnTo>
                        <a:lnTo>
                          <a:pt x="39348" y="0"/>
                        </a:lnTo>
                        <a:lnTo>
                          <a:pt x="61383" y="0"/>
                        </a:lnTo>
                        <a:lnTo>
                          <a:pt x="61383" y="6597"/>
                        </a:lnTo>
                        <a:lnTo>
                          <a:pt x="55996" y="7256"/>
                        </a:lnTo>
                        <a:lnTo>
                          <a:pt x="36321" y="61889"/>
                        </a:lnTo>
                        <a:lnTo>
                          <a:pt x="25849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4" name="Freeform 175">
                    <a:extLst>
                      <a:ext uri="{FF2B5EF4-FFF2-40B4-BE49-F238E27FC236}">
                        <a16:creationId xmlns:a16="http://schemas.microsoft.com/office/drawing/2014/main" id="{F7263F87-2DF6-A584-B500-F34AA99A3564}"/>
                      </a:ext>
                    </a:extLst>
                  </p:cNvPr>
                  <p:cNvSpPr/>
                  <p:nvPr/>
                </p:nvSpPr>
                <p:spPr>
                  <a:xfrm>
                    <a:off x="1881966" y="380975"/>
                    <a:ext cx="60717" cy="61889"/>
                  </a:xfrm>
                  <a:custGeom>
                    <a:avLst/>
                    <a:gdLst>
                      <a:gd name="connsiteX0" fmla="*/ 0 w 60717"/>
                      <a:gd name="connsiteY0" fmla="*/ 61889 h 61889"/>
                      <a:gd name="connsiteX1" fmla="*/ 0 w 60717"/>
                      <a:gd name="connsiteY1" fmla="*/ 55352 h 61889"/>
                      <a:gd name="connsiteX2" fmla="*/ 4540 w 60717"/>
                      <a:gd name="connsiteY2" fmla="*/ 54693 h 61889"/>
                      <a:gd name="connsiteX3" fmla="*/ 25243 w 60717"/>
                      <a:gd name="connsiteY3" fmla="*/ 0 h 61889"/>
                      <a:gd name="connsiteX4" fmla="*/ 35777 w 60717"/>
                      <a:gd name="connsiteY4" fmla="*/ 0 h 61889"/>
                      <a:gd name="connsiteX5" fmla="*/ 56177 w 60717"/>
                      <a:gd name="connsiteY5" fmla="*/ 54693 h 61889"/>
                      <a:gd name="connsiteX6" fmla="*/ 60717 w 60717"/>
                      <a:gd name="connsiteY6" fmla="*/ 55352 h 61889"/>
                      <a:gd name="connsiteX7" fmla="*/ 60717 w 60717"/>
                      <a:gd name="connsiteY7" fmla="*/ 61889 h 61889"/>
                      <a:gd name="connsiteX8" fmla="*/ 40862 w 60717"/>
                      <a:gd name="connsiteY8" fmla="*/ 61889 h 61889"/>
                      <a:gd name="connsiteX9" fmla="*/ 40862 w 60717"/>
                      <a:gd name="connsiteY9" fmla="*/ 55352 h 61889"/>
                      <a:gd name="connsiteX10" fmla="*/ 45341 w 60717"/>
                      <a:gd name="connsiteY10" fmla="*/ 54573 h 61889"/>
                      <a:gd name="connsiteX11" fmla="*/ 42012 w 60717"/>
                      <a:gd name="connsiteY11" fmla="*/ 44858 h 61889"/>
                      <a:gd name="connsiteX12" fmla="*/ 18766 w 60717"/>
                      <a:gd name="connsiteY12" fmla="*/ 44858 h 61889"/>
                      <a:gd name="connsiteX13" fmla="*/ 15376 w 60717"/>
                      <a:gd name="connsiteY13" fmla="*/ 54573 h 61889"/>
                      <a:gd name="connsiteX14" fmla="*/ 19856 w 60717"/>
                      <a:gd name="connsiteY14" fmla="*/ 55352 h 61889"/>
                      <a:gd name="connsiteX15" fmla="*/ 19856 w 60717"/>
                      <a:gd name="connsiteY15" fmla="*/ 61889 h 61889"/>
                      <a:gd name="connsiteX16" fmla="*/ 0 w 60717"/>
                      <a:gd name="connsiteY16" fmla="*/ 61889 h 61889"/>
                      <a:gd name="connsiteX17" fmla="*/ 21551 w 60717"/>
                      <a:gd name="connsiteY17" fmla="*/ 36582 h 61889"/>
                      <a:gd name="connsiteX18" fmla="*/ 39167 w 60717"/>
                      <a:gd name="connsiteY18" fmla="*/ 36582 h 61889"/>
                      <a:gd name="connsiteX19" fmla="*/ 31055 w 60717"/>
                      <a:gd name="connsiteY19" fmla="*/ 13673 h 61889"/>
                      <a:gd name="connsiteX20" fmla="*/ 30510 w 60717"/>
                      <a:gd name="connsiteY20" fmla="*/ 11994 h 61889"/>
                      <a:gd name="connsiteX21" fmla="*/ 30268 w 60717"/>
                      <a:gd name="connsiteY21" fmla="*/ 11994 h 61889"/>
                      <a:gd name="connsiteX22" fmla="*/ 29662 w 60717"/>
                      <a:gd name="connsiteY22" fmla="*/ 13733 h 61889"/>
                      <a:gd name="connsiteX23" fmla="*/ 21551 w 60717"/>
                      <a:gd name="connsiteY23" fmla="*/ 36582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0717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4540" y="54693"/>
                        </a:lnTo>
                        <a:lnTo>
                          <a:pt x="25243" y="0"/>
                        </a:lnTo>
                        <a:lnTo>
                          <a:pt x="35777" y="0"/>
                        </a:lnTo>
                        <a:lnTo>
                          <a:pt x="56177" y="54693"/>
                        </a:lnTo>
                        <a:lnTo>
                          <a:pt x="60717" y="55352"/>
                        </a:lnTo>
                        <a:lnTo>
                          <a:pt x="60717" y="61889"/>
                        </a:lnTo>
                        <a:lnTo>
                          <a:pt x="40862" y="61889"/>
                        </a:lnTo>
                        <a:lnTo>
                          <a:pt x="40862" y="55352"/>
                        </a:lnTo>
                        <a:lnTo>
                          <a:pt x="45341" y="54573"/>
                        </a:lnTo>
                        <a:lnTo>
                          <a:pt x="42012" y="44858"/>
                        </a:lnTo>
                        <a:lnTo>
                          <a:pt x="18766" y="44858"/>
                        </a:lnTo>
                        <a:lnTo>
                          <a:pt x="15376" y="54573"/>
                        </a:lnTo>
                        <a:lnTo>
                          <a:pt x="19856" y="55352"/>
                        </a:lnTo>
                        <a:lnTo>
                          <a:pt x="19856" y="61889"/>
                        </a:lnTo>
                        <a:lnTo>
                          <a:pt x="0" y="61889"/>
                        </a:lnTo>
                        <a:close/>
                        <a:moveTo>
                          <a:pt x="21551" y="36582"/>
                        </a:moveTo>
                        <a:lnTo>
                          <a:pt x="39167" y="36582"/>
                        </a:lnTo>
                        <a:lnTo>
                          <a:pt x="31055" y="13673"/>
                        </a:lnTo>
                        <a:lnTo>
                          <a:pt x="30510" y="11994"/>
                        </a:lnTo>
                        <a:lnTo>
                          <a:pt x="30268" y="11994"/>
                        </a:lnTo>
                        <a:lnTo>
                          <a:pt x="29662" y="13733"/>
                        </a:lnTo>
                        <a:lnTo>
                          <a:pt x="21551" y="36582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6" name="Graphic 6">
                  <a:extLst>
                    <a:ext uri="{FF2B5EF4-FFF2-40B4-BE49-F238E27FC236}">
                      <a16:creationId xmlns:a16="http://schemas.microsoft.com/office/drawing/2014/main" id="{1156AF26-8170-F13F-519C-4DDDB40CBA1A}"/>
                    </a:ext>
                  </a:extLst>
                </p:cNvPr>
                <p:cNvGrpSpPr/>
                <p:nvPr/>
              </p:nvGrpSpPr>
              <p:grpSpPr>
                <a:xfrm>
                  <a:off x="1712285" y="453539"/>
                  <a:ext cx="227372" cy="63688"/>
                  <a:chOff x="1712285" y="453539"/>
                  <a:chExt cx="227372" cy="63688"/>
                </a:xfrm>
                <a:solidFill>
                  <a:srgbClr val="F28128"/>
                </a:solidFill>
              </p:grpSpPr>
              <p:sp>
                <p:nvSpPr>
                  <p:cNvPr id="57" name="Freeform 168">
                    <a:extLst>
                      <a:ext uri="{FF2B5EF4-FFF2-40B4-BE49-F238E27FC236}">
                        <a16:creationId xmlns:a16="http://schemas.microsoft.com/office/drawing/2014/main" id="{06102AEF-1E24-6994-1E79-B6A45060576B}"/>
                      </a:ext>
                    </a:extLst>
                  </p:cNvPr>
                  <p:cNvSpPr/>
                  <p:nvPr/>
                </p:nvSpPr>
                <p:spPr>
                  <a:xfrm>
                    <a:off x="1712285" y="454438"/>
                    <a:ext cx="53876" cy="61889"/>
                  </a:xfrm>
                  <a:custGeom>
                    <a:avLst/>
                    <a:gdLst>
                      <a:gd name="connsiteX0" fmla="*/ 61 w 53876"/>
                      <a:gd name="connsiteY0" fmla="*/ 61889 h 61889"/>
                      <a:gd name="connsiteX1" fmla="*/ 61 w 53876"/>
                      <a:gd name="connsiteY1" fmla="*/ 55352 h 61889"/>
                      <a:gd name="connsiteX2" fmla="*/ 6901 w 53876"/>
                      <a:gd name="connsiteY2" fmla="*/ 54093 h 61889"/>
                      <a:gd name="connsiteX3" fmla="*/ 6901 w 53876"/>
                      <a:gd name="connsiteY3" fmla="*/ 7856 h 61889"/>
                      <a:gd name="connsiteX4" fmla="*/ 61 w 53876"/>
                      <a:gd name="connsiteY4" fmla="*/ 6597 h 61889"/>
                      <a:gd name="connsiteX5" fmla="*/ 61 w 53876"/>
                      <a:gd name="connsiteY5" fmla="*/ 0 h 61889"/>
                      <a:gd name="connsiteX6" fmla="*/ 28936 w 53876"/>
                      <a:gd name="connsiteY6" fmla="*/ 0 h 61889"/>
                      <a:gd name="connsiteX7" fmla="*/ 40922 w 53876"/>
                      <a:gd name="connsiteY7" fmla="*/ 2159 h 61889"/>
                      <a:gd name="connsiteX8" fmla="*/ 48489 w 53876"/>
                      <a:gd name="connsiteY8" fmla="*/ 8276 h 61889"/>
                      <a:gd name="connsiteX9" fmla="*/ 51092 w 53876"/>
                      <a:gd name="connsiteY9" fmla="*/ 17931 h 61889"/>
                      <a:gd name="connsiteX10" fmla="*/ 48489 w 53876"/>
                      <a:gd name="connsiteY10" fmla="*/ 27406 h 61889"/>
                      <a:gd name="connsiteX11" fmla="*/ 41225 w 53876"/>
                      <a:gd name="connsiteY11" fmla="*/ 33703 h 61889"/>
                      <a:gd name="connsiteX12" fmla="*/ 30328 w 53876"/>
                      <a:gd name="connsiteY12" fmla="*/ 36042 h 61889"/>
                      <a:gd name="connsiteX13" fmla="*/ 17616 w 53876"/>
                      <a:gd name="connsiteY13" fmla="*/ 36162 h 61889"/>
                      <a:gd name="connsiteX14" fmla="*/ 17616 w 53876"/>
                      <a:gd name="connsiteY14" fmla="*/ 54093 h 61889"/>
                      <a:gd name="connsiteX15" fmla="*/ 24456 w 53876"/>
                      <a:gd name="connsiteY15" fmla="*/ 55352 h 61889"/>
                      <a:gd name="connsiteX16" fmla="*/ 24456 w 53876"/>
                      <a:gd name="connsiteY16" fmla="*/ 61889 h 61889"/>
                      <a:gd name="connsiteX17" fmla="*/ 0 w 53876"/>
                      <a:gd name="connsiteY17" fmla="*/ 61889 h 61889"/>
                      <a:gd name="connsiteX18" fmla="*/ 17677 w 53876"/>
                      <a:gd name="connsiteY18" fmla="*/ 27766 h 61889"/>
                      <a:gd name="connsiteX19" fmla="*/ 28452 w 53876"/>
                      <a:gd name="connsiteY19" fmla="*/ 27766 h 61889"/>
                      <a:gd name="connsiteX20" fmla="*/ 37472 w 53876"/>
                      <a:gd name="connsiteY20" fmla="*/ 25307 h 61889"/>
                      <a:gd name="connsiteX21" fmla="*/ 40377 w 53876"/>
                      <a:gd name="connsiteY21" fmla="*/ 18171 h 61889"/>
                      <a:gd name="connsiteX22" fmla="*/ 37532 w 53876"/>
                      <a:gd name="connsiteY22" fmla="*/ 10915 h 61889"/>
                      <a:gd name="connsiteX23" fmla="*/ 28936 w 53876"/>
                      <a:gd name="connsiteY23" fmla="*/ 8216 h 61889"/>
                      <a:gd name="connsiteX24" fmla="*/ 17677 w 53876"/>
                      <a:gd name="connsiteY24" fmla="*/ 8216 h 61889"/>
                      <a:gd name="connsiteX25" fmla="*/ 17677 w 53876"/>
                      <a:gd name="connsiteY25" fmla="*/ 27706 h 61889"/>
                      <a:gd name="connsiteX26" fmla="*/ 40680 w 53876"/>
                      <a:gd name="connsiteY26" fmla="*/ 61889 h 61889"/>
                      <a:gd name="connsiteX27" fmla="*/ 28754 w 53876"/>
                      <a:gd name="connsiteY27" fmla="*/ 33403 h 61889"/>
                      <a:gd name="connsiteX28" fmla="*/ 38864 w 53876"/>
                      <a:gd name="connsiteY28" fmla="*/ 31724 h 61889"/>
                      <a:gd name="connsiteX29" fmla="*/ 48973 w 53876"/>
                      <a:gd name="connsiteY29" fmla="*/ 54213 h 61889"/>
                      <a:gd name="connsiteX30" fmla="*/ 53877 w 53876"/>
                      <a:gd name="connsiteY30" fmla="*/ 55233 h 61889"/>
                      <a:gd name="connsiteX31" fmla="*/ 53877 w 53876"/>
                      <a:gd name="connsiteY31" fmla="*/ 61889 h 61889"/>
                      <a:gd name="connsiteX32" fmla="*/ 40680 w 53876"/>
                      <a:gd name="connsiteY32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3876" h="61889">
                        <a:moveTo>
                          <a:pt x="61" y="61889"/>
                        </a:moveTo>
                        <a:lnTo>
                          <a:pt x="61" y="55352"/>
                        </a:lnTo>
                        <a:lnTo>
                          <a:pt x="6901" y="54093"/>
                        </a:lnTo>
                        <a:lnTo>
                          <a:pt x="6901" y="7856"/>
                        </a:lnTo>
                        <a:lnTo>
                          <a:pt x="61" y="6597"/>
                        </a:lnTo>
                        <a:lnTo>
                          <a:pt x="61" y="0"/>
                        </a:lnTo>
                        <a:lnTo>
                          <a:pt x="28936" y="0"/>
                        </a:lnTo>
                        <a:cubicBezTo>
                          <a:pt x="33658" y="0"/>
                          <a:pt x="37653" y="720"/>
                          <a:pt x="40922" y="2159"/>
                        </a:cubicBezTo>
                        <a:cubicBezTo>
                          <a:pt x="44252" y="3598"/>
                          <a:pt x="46794" y="5637"/>
                          <a:pt x="48489" y="8276"/>
                        </a:cubicBezTo>
                        <a:cubicBezTo>
                          <a:pt x="50245" y="10915"/>
                          <a:pt x="51092" y="14153"/>
                          <a:pt x="51092" y="17931"/>
                        </a:cubicBezTo>
                        <a:cubicBezTo>
                          <a:pt x="51092" y="21709"/>
                          <a:pt x="50245" y="24708"/>
                          <a:pt x="48489" y="27406"/>
                        </a:cubicBezTo>
                        <a:cubicBezTo>
                          <a:pt x="46734" y="30105"/>
                          <a:pt x="44312" y="32204"/>
                          <a:pt x="41225" y="33703"/>
                        </a:cubicBezTo>
                        <a:cubicBezTo>
                          <a:pt x="38138" y="35202"/>
                          <a:pt x="34505" y="35982"/>
                          <a:pt x="30328" y="36042"/>
                        </a:cubicBezTo>
                        <a:lnTo>
                          <a:pt x="17616" y="36162"/>
                        </a:lnTo>
                        <a:lnTo>
                          <a:pt x="17616" y="54093"/>
                        </a:lnTo>
                        <a:lnTo>
                          <a:pt x="24456" y="55352"/>
                        </a:lnTo>
                        <a:lnTo>
                          <a:pt x="24456" y="61889"/>
                        </a:lnTo>
                        <a:lnTo>
                          <a:pt x="0" y="61889"/>
                        </a:lnTo>
                        <a:close/>
                        <a:moveTo>
                          <a:pt x="17677" y="27766"/>
                        </a:moveTo>
                        <a:lnTo>
                          <a:pt x="28452" y="27766"/>
                        </a:lnTo>
                        <a:cubicBezTo>
                          <a:pt x="32508" y="27766"/>
                          <a:pt x="35534" y="26927"/>
                          <a:pt x="37472" y="25307"/>
                        </a:cubicBezTo>
                        <a:cubicBezTo>
                          <a:pt x="39409" y="23688"/>
                          <a:pt x="40377" y="21289"/>
                          <a:pt x="40377" y="18171"/>
                        </a:cubicBezTo>
                        <a:cubicBezTo>
                          <a:pt x="40377" y="15053"/>
                          <a:pt x="39409" y="12714"/>
                          <a:pt x="37532" y="10915"/>
                        </a:cubicBezTo>
                        <a:cubicBezTo>
                          <a:pt x="35656" y="9115"/>
                          <a:pt x="32750" y="8216"/>
                          <a:pt x="28936" y="8216"/>
                        </a:cubicBezTo>
                        <a:lnTo>
                          <a:pt x="17677" y="8216"/>
                        </a:lnTo>
                        <a:lnTo>
                          <a:pt x="17677" y="27706"/>
                        </a:lnTo>
                        <a:close/>
                        <a:moveTo>
                          <a:pt x="40680" y="61889"/>
                        </a:moveTo>
                        <a:lnTo>
                          <a:pt x="28754" y="33403"/>
                        </a:lnTo>
                        <a:lnTo>
                          <a:pt x="38864" y="31724"/>
                        </a:lnTo>
                        <a:lnTo>
                          <a:pt x="48973" y="54213"/>
                        </a:lnTo>
                        <a:lnTo>
                          <a:pt x="53877" y="55233"/>
                        </a:lnTo>
                        <a:lnTo>
                          <a:pt x="53877" y="61889"/>
                        </a:lnTo>
                        <a:lnTo>
                          <a:pt x="40680" y="61889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8" name="Freeform 169">
                    <a:extLst>
                      <a:ext uri="{FF2B5EF4-FFF2-40B4-BE49-F238E27FC236}">
                        <a16:creationId xmlns:a16="http://schemas.microsoft.com/office/drawing/2014/main" id="{D238C8D4-7399-2D70-6D51-860DCEC10455}"/>
                      </a:ext>
                    </a:extLst>
                  </p:cNvPr>
                  <p:cNvSpPr/>
                  <p:nvPr/>
                </p:nvSpPr>
                <p:spPr>
                  <a:xfrm>
                    <a:off x="1771792" y="454438"/>
                    <a:ext cx="60717" cy="61889"/>
                  </a:xfrm>
                  <a:custGeom>
                    <a:avLst/>
                    <a:gdLst>
                      <a:gd name="connsiteX0" fmla="*/ 0 w 60717"/>
                      <a:gd name="connsiteY0" fmla="*/ 61889 h 61889"/>
                      <a:gd name="connsiteX1" fmla="*/ 0 w 60717"/>
                      <a:gd name="connsiteY1" fmla="*/ 55352 h 61889"/>
                      <a:gd name="connsiteX2" fmla="*/ 4540 w 60717"/>
                      <a:gd name="connsiteY2" fmla="*/ 54693 h 61889"/>
                      <a:gd name="connsiteX3" fmla="*/ 25243 w 60717"/>
                      <a:gd name="connsiteY3" fmla="*/ 0 h 61889"/>
                      <a:gd name="connsiteX4" fmla="*/ 35777 w 60717"/>
                      <a:gd name="connsiteY4" fmla="*/ 0 h 61889"/>
                      <a:gd name="connsiteX5" fmla="*/ 56177 w 60717"/>
                      <a:gd name="connsiteY5" fmla="*/ 54693 h 61889"/>
                      <a:gd name="connsiteX6" fmla="*/ 60717 w 60717"/>
                      <a:gd name="connsiteY6" fmla="*/ 55352 h 61889"/>
                      <a:gd name="connsiteX7" fmla="*/ 60717 w 60717"/>
                      <a:gd name="connsiteY7" fmla="*/ 61889 h 61889"/>
                      <a:gd name="connsiteX8" fmla="*/ 40862 w 60717"/>
                      <a:gd name="connsiteY8" fmla="*/ 61889 h 61889"/>
                      <a:gd name="connsiteX9" fmla="*/ 40862 w 60717"/>
                      <a:gd name="connsiteY9" fmla="*/ 55352 h 61889"/>
                      <a:gd name="connsiteX10" fmla="*/ 45341 w 60717"/>
                      <a:gd name="connsiteY10" fmla="*/ 54573 h 61889"/>
                      <a:gd name="connsiteX11" fmla="*/ 42012 w 60717"/>
                      <a:gd name="connsiteY11" fmla="*/ 44858 h 61889"/>
                      <a:gd name="connsiteX12" fmla="*/ 18766 w 60717"/>
                      <a:gd name="connsiteY12" fmla="*/ 44858 h 61889"/>
                      <a:gd name="connsiteX13" fmla="*/ 15376 w 60717"/>
                      <a:gd name="connsiteY13" fmla="*/ 54573 h 61889"/>
                      <a:gd name="connsiteX14" fmla="*/ 19856 w 60717"/>
                      <a:gd name="connsiteY14" fmla="*/ 55352 h 61889"/>
                      <a:gd name="connsiteX15" fmla="*/ 19856 w 60717"/>
                      <a:gd name="connsiteY15" fmla="*/ 61889 h 61889"/>
                      <a:gd name="connsiteX16" fmla="*/ 0 w 60717"/>
                      <a:gd name="connsiteY16" fmla="*/ 61889 h 61889"/>
                      <a:gd name="connsiteX17" fmla="*/ 21551 w 60717"/>
                      <a:gd name="connsiteY17" fmla="*/ 36582 h 61889"/>
                      <a:gd name="connsiteX18" fmla="*/ 39167 w 60717"/>
                      <a:gd name="connsiteY18" fmla="*/ 36582 h 61889"/>
                      <a:gd name="connsiteX19" fmla="*/ 31055 w 60717"/>
                      <a:gd name="connsiteY19" fmla="*/ 13673 h 61889"/>
                      <a:gd name="connsiteX20" fmla="*/ 30510 w 60717"/>
                      <a:gd name="connsiteY20" fmla="*/ 11994 h 61889"/>
                      <a:gd name="connsiteX21" fmla="*/ 30268 w 60717"/>
                      <a:gd name="connsiteY21" fmla="*/ 11994 h 61889"/>
                      <a:gd name="connsiteX22" fmla="*/ 29662 w 60717"/>
                      <a:gd name="connsiteY22" fmla="*/ 13733 h 61889"/>
                      <a:gd name="connsiteX23" fmla="*/ 21551 w 60717"/>
                      <a:gd name="connsiteY23" fmla="*/ 36582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0717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4540" y="54693"/>
                        </a:lnTo>
                        <a:lnTo>
                          <a:pt x="25243" y="0"/>
                        </a:lnTo>
                        <a:lnTo>
                          <a:pt x="35777" y="0"/>
                        </a:lnTo>
                        <a:lnTo>
                          <a:pt x="56177" y="54693"/>
                        </a:lnTo>
                        <a:lnTo>
                          <a:pt x="60717" y="55352"/>
                        </a:lnTo>
                        <a:lnTo>
                          <a:pt x="60717" y="61889"/>
                        </a:lnTo>
                        <a:lnTo>
                          <a:pt x="40862" y="61889"/>
                        </a:lnTo>
                        <a:lnTo>
                          <a:pt x="40862" y="55352"/>
                        </a:lnTo>
                        <a:lnTo>
                          <a:pt x="45341" y="54573"/>
                        </a:lnTo>
                        <a:lnTo>
                          <a:pt x="42012" y="44858"/>
                        </a:lnTo>
                        <a:lnTo>
                          <a:pt x="18766" y="44858"/>
                        </a:lnTo>
                        <a:lnTo>
                          <a:pt x="15376" y="54573"/>
                        </a:lnTo>
                        <a:lnTo>
                          <a:pt x="19856" y="55352"/>
                        </a:lnTo>
                        <a:lnTo>
                          <a:pt x="19856" y="61889"/>
                        </a:lnTo>
                        <a:lnTo>
                          <a:pt x="0" y="61889"/>
                        </a:lnTo>
                        <a:close/>
                        <a:moveTo>
                          <a:pt x="21551" y="36582"/>
                        </a:moveTo>
                        <a:lnTo>
                          <a:pt x="39167" y="36582"/>
                        </a:lnTo>
                        <a:lnTo>
                          <a:pt x="31055" y="13673"/>
                        </a:lnTo>
                        <a:lnTo>
                          <a:pt x="30510" y="11994"/>
                        </a:lnTo>
                        <a:lnTo>
                          <a:pt x="30268" y="11994"/>
                        </a:lnTo>
                        <a:lnTo>
                          <a:pt x="29662" y="13733"/>
                        </a:lnTo>
                        <a:lnTo>
                          <a:pt x="21551" y="36582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9" name="Freeform 170">
                    <a:extLst>
                      <a:ext uri="{FF2B5EF4-FFF2-40B4-BE49-F238E27FC236}">
                        <a16:creationId xmlns:a16="http://schemas.microsoft.com/office/drawing/2014/main" id="{ACDEF5C6-39B8-BC5D-28AE-D1AC5102AC2A}"/>
                      </a:ext>
                    </a:extLst>
                  </p:cNvPr>
                  <p:cNvSpPr/>
                  <p:nvPr/>
                </p:nvSpPr>
                <p:spPr>
                  <a:xfrm>
                    <a:off x="1834749" y="453539"/>
                    <a:ext cx="49336" cy="63688"/>
                  </a:xfrm>
                  <a:custGeom>
                    <a:avLst/>
                    <a:gdLst>
                      <a:gd name="connsiteX0" fmla="*/ 29239 w 49336"/>
                      <a:gd name="connsiteY0" fmla="*/ 63688 h 63688"/>
                      <a:gd name="connsiteX1" fmla="*/ 13439 w 49336"/>
                      <a:gd name="connsiteY1" fmla="*/ 59790 h 63688"/>
                      <a:gd name="connsiteX2" fmla="*/ 3451 w 49336"/>
                      <a:gd name="connsiteY2" fmla="*/ 48936 h 63688"/>
                      <a:gd name="connsiteX3" fmla="*/ 0 w 49336"/>
                      <a:gd name="connsiteY3" fmla="*/ 32684 h 63688"/>
                      <a:gd name="connsiteX4" fmla="*/ 0 w 49336"/>
                      <a:gd name="connsiteY4" fmla="*/ 31125 h 63688"/>
                      <a:gd name="connsiteX5" fmla="*/ 3451 w 49336"/>
                      <a:gd name="connsiteY5" fmla="*/ 15053 h 63688"/>
                      <a:gd name="connsiteX6" fmla="*/ 13257 w 49336"/>
                      <a:gd name="connsiteY6" fmla="*/ 4018 h 63688"/>
                      <a:gd name="connsiteX7" fmla="*/ 28512 w 49336"/>
                      <a:gd name="connsiteY7" fmla="*/ 0 h 63688"/>
                      <a:gd name="connsiteX8" fmla="*/ 40075 w 49336"/>
                      <a:gd name="connsiteY8" fmla="*/ 1799 h 63688"/>
                      <a:gd name="connsiteX9" fmla="*/ 49337 w 49336"/>
                      <a:gd name="connsiteY9" fmla="*/ 6957 h 63688"/>
                      <a:gd name="connsiteX10" fmla="*/ 49337 w 49336"/>
                      <a:gd name="connsiteY10" fmla="*/ 21229 h 63688"/>
                      <a:gd name="connsiteX11" fmla="*/ 41104 w 49336"/>
                      <a:gd name="connsiteY11" fmla="*/ 21229 h 63688"/>
                      <a:gd name="connsiteX12" fmla="*/ 40014 w 49336"/>
                      <a:gd name="connsiteY12" fmla="*/ 11694 h 63688"/>
                      <a:gd name="connsiteX13" fmla="*/ 36866 w 49336"/>
                      <a:gd name="connsiteY13" fmla="*/ 9955 h 63688"/>
                      <a:gd name="connsiteX14" fmla="*/ 33113 w 49336"/>
                      <a:gd name="connsiteY14" fmla="*/ 8876 h 63688"/>
                      <a:gd name="connsiteX15" fmla="*/ 28694 w 49336"/>
                      <a:gd name="connsiteY15" fmla="*/ 8516 h 63688"/>
                      <a:gd name="connsiteX16" fmla="*/ 19069 w 49336"/>
                      <a:gd name="connsiteY16" fmla="*/ 11334 h 63688"/>
                      <a:gd name="connsiteX17" fmla="*/ 12955 w 49336"/>
                      <a:gd name="connsiteY17" fmla="*/ 19190 h 63688"/>
                      <a:gd name="connsiteX18" fmla="*/ 10836 w 49336"/>
                      <a:gd name="connsiteY18" fmla="*/ 31065 h 63688"/>
                      <a:gd name="connsiteX19" fmla="*/ 10836 w 49336"/>
                      <a:gd name="connsiteY19" fmla="*/ 32744 h 63688"/>
                      <a:gd name="connsiteX20" fmla="*/ 13076 w 49336"/>
                      <a:gd name="connsiteY20" fmla="*/ 44858 h 63688"/>
                      <a:gd name="connsiteX21" fmla="*/ 19493 w 49336"/>
                      <a:gd name="connsiteY21" fmla="*/ 52654 h 63688"/>
                      <a:gd name="connsiteX22" fmla="*/ 29541 w 49336"/>
                      <a:gd name="connsiteY22" fmla="*/ 55352 h 63688"/>
                      <a:gd name="connsiteX23" fmla="*/ 35171 w 49336"/>
                      <a:gd name="connsiteY23" fmla="*/ 54693 h 63688"/>
                      <a:gd name="connsiteX24" fmla="*/ 40014 w 49336"/>
                      <a:gd name="connsiteY24" fmla="*/ 52954 h 63688"/>
                      <a:gd name="connsiteX25" fmla="*/ 41164 w 49336"/>
                      <a:gd name="connsiteY25" fmla="*/ 44258 h 63688"/>
                      <a:gd name="connsiteX26" fmla="*/ 49337 w 49336"/>
                      <a:gd name="connsiteY26" fmla="*/ 44258 h 63688"/>
                      <a:gd name="connsiteX27" fmla="*/ 49337 w 49336"/>
                      <a:gd name="connsiteY27" fmla="*/ 58471 h 63688"/>
                      <a:gd name="connsiteX28" fmla="*/ 40498 w 49336"/>
                      <a:gd name="connsiteY28" fmla="*/ 62249 h 63688"/>
                      <a:gd name="connsiteX29" fmla="*/ 29299 w 49336"/>
                      <a:gd name="connsiteY29" fmla="*/ 63688 h 636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9336" h="63688">
                        <a:moveTo>
                          <a:pt x="29239" y="63688"/>
                        </a:moveTo>
                        <a:cubicBezTo>
                          <a:pt x="23064" y="63688"/>
                          <a:pt x="17858" y="62369"/>
                          <a:pt x="13439" y="59790"/>
                        </a:cubicBezTo>
                        <a:cubicBezTo>
                          <a:pt x="9080" y="57212"/>
                          <a:pt x="5751" y="53553"/>
                          <a:pt x="3451" y="48936"/>
                        </a:cubicBezTo>
                        <a:cubicBezTo>
                          <a:pt x="1150" y="44258"/>
                          <a:pt x="0" y="38861"/>
                          <a:pt x="0" y="32684"/>
                        </a:cubicBezTo>
                        <a:lnTo>
                          <a:pt x="0" y="31125"/>
                        </a:lnTo>
                        <a:cubicBezTo>
                          <a:pt x="0" y="25068"/>
                          <a:pt x="1150" y="19730"/>
                          <a:pt x="3451" y="15053"/>
                        </a:cubicBezTo>
                        <a:cubicBezTo>
                          <a:pt x="5751" y="10375"/>
                          <a:pt x="9020" y="6717"/>
                          <a:pt x="13257" y="4018"/>
                        </a:cubicBezTo>
                        <a:cubicBezTo>
                          <a:pt x="17495" y="1319"/>
                          <a:pt x="22640" y="0"/>
                          <a:pt x="28512" y="0"/>
                        </a:cubicBezTo>
                        <a:cubicBezTo>
                          <a:pt x="32689" y="0"/>
                          <a:pt x="36503" y="600"/>
                          <a:pt x="40075" y="1799"/>
                        </a:cubicBezTo>
                        <a:cubicBezTo>
                          <a:pt x="43646" y="2999"/>
                          <a:pt x="46734" y="4738"/>
                          <a:pt x="49337" y="6957"/>
                        </a:cubicBezTo>
                        <a:lnTo>
                          <a:pt x="49337" y="21229"/>
                        </a:lnTo>
                        <a:lnTo>
                          <a:pt x="41104" y="21229"/>
                        </a:lnTo>
                        <a:lnTo>
                          <a:pt x="40014" y="11694"/>
                        </a:lnTo>
                        <a:cubicBezTo>
                          <a:pt x="39045" y="11035"/>
                          <a:pt x="38016" y="10435"/>
                          <a:pt x="36866" y="9955"/>
                        </a:cubicBezTo>
                        <a:cubicBezTo>
                          <a:pt x="35716" y="9475"/>
                          <a:pt x="34445" y="9115"/>
                          <a:pt x="33113" y="8876"/>
                        </a:cubicBezTo>
                        <a:cubicBezTo>
                          <a:pt x="31781" y="8636"/>
                          <a:pt x="30268" y="8516"/>
                          <a:pt x="28694" y="8516"/>
                        </a:cubicBezTo>
                        <a:cubicBezTo>
                          <a:pt x="24941" y="8516"/>
                          <a:pt x="21732" y="9475"/>
                          <a:pt x="19069" y="11334"/>
                        </a:cubicBezTo>
                        <a:cubicBezTo>
                          <a:pt x="16405" y="13193"/>
                          <a:pt x="14347" y="15832"/>
                          <a:pt x="12955" y="19190"/>
                        </a:cubicBezTo>
                        <a:cubicBezTo>
                          <a:pt x="11562" y="22549"/>
                          <a:pt x="10836" y="26507"/>
                          <a:pt x="10836" y="31065"/>
                        </a:cubicBezTo>
                        <a:lnTo>
                          <a:pt x="10836" y="32744"/>
                        </a:lnTo>
                        <a:cubicBezTo>
                          <a:pt x="10836" y="37421"/>
                          <a:pt x="11562" y="41499"/>
                          <a:pt x="13076" y="44858"/>
                        </a:cubicBezTo>
                        <a:cubicBezTo>
                          <a:pt x="14589" y="48216"/>
                          <a:pt x="16708" y="50855"/>
                          <a:pt x="19493" y="52654"/>
                        </a:cubicBezTo>
                        <a:cubicBezTo>
                          <a:pt x="22277" y="54453"/>
                          <a:pt x="25607" y="55352"/>
                          <a:pt x="29541" y="55352"/>
                        </a:cubicBezTo>
                        <a:cubicBezTo>
                          <a:pt x="31418" y="55352"/>
                          <a:pt x="33295" y="55113"/>
                          <a:pt x="35171" y="54693"/>
                        </a:cubicBezTo>
                        <a:cubicBezTo>
                          <a:pt x="36987" y="54273"/>
                          <a:pt x="38622" y="53673"/>
                          <a:pt x="40014" y="52954"/>
                        </a:cubicBezTo>
                        <a:lnTo>
                          <a:pt x="41164" y="44258"/>
                        </a:lnTo>
                        <a:lnTo>
                          <a:pt x="49337" y="44258"/>
                        </a:lnTo>
                        <a:lnTo>
                          <a:pt x="49337" y="58471"/>
                        </a:lnTo>
                        <a:cubicBezTo>
                          <a:pt x="46915" y="60030"/>
                          <a:pt x="44009" y="61290"/>
                          <a:pt x="40498" y="62249"/>
                        </a:cubicBezTo>
                        <a:cubicBezTo>
                          <a:pt x="36987" y="63209"/>
                          <a:pt x="33295" y="63688"/>
                          <a:pt x="29299" y="63688"/>
                        </a:cubicBez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0" name="Freeform 171">
                    <a:extLst>
                      <a:ext uri="{FF2B5EF4-FFF2-40B4-BE49-F238E27FC236}">
                        <a16:creationId xmlns:a16="http://schemas.microsoft.com/office/drawing/2014/main" id="{909B113A-0982-409D-8F26-2F67CB443DE2}"/>
                      </a:ext>
                    </a:extLst>
                  </p:cNvPr>
                  <p:cNvSpPr/>
                  <p:nvPr/>
                </p:nvSpPr>
                <p:spPr>
                  <a:xfrm>
                    <a:off x="1890986" y="454438"/>
                    <a:ext cx="48670" cy="61889"/>
                  </a:xfrm>
                  <a:custGeom>
                    <a:avLst/>
                    <a:gdLst>
                      <a:gd name="connsiteX0" fmla="*/ 0 w 48670"/>
                      <a:gd name="connsiteY0" fmla="*/ 61889 h 61889"/>
                      <a:gd name="connsiteX1" fmla="*/ 0 w 48670"/>
                      <a:gd name="connsiteY1" fmla="*/ 55352 h 61889"/>
                      <a:gd name="connsiteX2" fmla="*/ 6840 w 48670"/>
                      <a:gd name="connsiteY2" fmla="*/ 54093 h 61889"/>
                      <a:gd name="connsiteX3" fmla="*/ 6840 w 48670"/>
                      <a:gd name="connsiteY3" fmla="*/ 7856 h 61889"/>
                      <a:gd name="connsiteX4" fmla="*/ 0 w 48670"/>
                      <a:gd name="connsiteY4" fmla="*/ 6597 h 61889"/>
                      <a:gd name="connsiteX5" fmla="*/ 0 w 48670"/>
                      <a:gd name="connsiteY5" fmla="*/ 0 h 61889"/>
                      <a:gd name="connsiteX6" fmla="*/ 47581 w 48670"/>
                      <a:gd name="connsiteY6" fmla="*/ 0 h 61889"/>
                      <a:gd name="connsiteX7" fmla="*/ 47581 w 48670"/>
                      <a:gd name="connsiteY7" fmla="*/ 15952 h 61889"/>
                      <a:gd name="connsiteX8" fmla="*/ 39167 w 48670"/>
                      <a:gd name="connsiteY8" fmla="*/ 15952 h 61889"/>
                      <a:gd name="connsiteX9" fmla="*/ 38440 w 48670"/>
                      <a:gd name="connsiteY9" fmla="*/ 8276 h 61889"/>
                      <a:gd name="connsiteX10" fmla="*/ 17616 w 48670"/>
                      <a:gd name="connsiteY10" fmla="*/ 8276 h 61889"/>
                      <a:gd name="connsiteX11" fmla="*/ 17616 w 48670"/>
                      <a:gd name="connsiteY11" fmla="*/ 25787 h 61889"/>
                      <a:gd name="connsiteX12" fmla="*/ 39530 w 48670"/>
                      <a:gd name="connsiteY12" fmla="*/ 25787 h 61889"/>
                      <a:gd name="connsiteX13" fmla="*/ 39530 w 48670"/>
                      <a:gd name="connsiteY13" fmla="*/ 34063 h 61889"/>
                      <a:gd name="connsiteX14" fmla="*/ 17616 w 48670"/>
                      <a:gd name="connsiteY14" fmla="*/ 34063 h 61889"/>
                      <a:gd name="connsiteX15" fmla="*/ 17616 w 48670"/>
                      <a:gd name="connsiteY15" fmla="*/ 53733 h 61889"/>
                      <a:gd name="connsiteX16" fmla="*/ 39590 w 48670"/>
                      <a:gd name="connsiteY16" fmla="*/ 53733 h 61889"/>
                      <a:gd name="connsiteX17" fmla="*/ 40317 w 48670"/>
                      <a:gd name="connsiteY17" fmla="*/ 45877 h 61889"/>
                      <a:gd name="connsiteX18" fmla="*/ 48671 w 48670"/>
                      <a:gd name="connsiteY18" fmla="*/ 45877 h 61889"/>
                      <a:gd name="connsiteX19" fmla="*/ 48671 w 48670"/>
                      <a:gd name="connsiteY19" fmla="*/ 61889 h 61889"/>
                      <a:gd name="connsiteX20" fmla="*/ 0 w 48670"/>
                      <a:gd name="connsiteY20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48670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6840" y="54093"/>
                        </a:lnTo>
                        <a:lnTo>
                          <a:pt x="6840" y="78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47581" y="0"/>
                        </a:lnTo>
                        <a:lnTo>
                          <a:pt x="47581" y="15952"/>
                        </a:lnTo>
                        <a:lnTo>
                          <a:pt x="39167" y="15952"/>
                        </a:lnTo>
                        <a:lnTo>
                          <a:pt x="38440" y="8276"/>
                        </a:lnTo>
                        <a:lnTo>
                          <a:pt x="17616" y="8276"/>
                        </a:lnTo>
                        <a:lnTo>
                          <a:pt x="17616" y="25787"/>
                        </a:lnTo>
                        <a:lnTo>
                          <a:pt x="39530" y="25787"/>
                        </a:lnTo>
                        <a:lnTo>
                          <a:pt x="39530" y="34063"/>
                        </a:lnTo>
                        <a:lnTo>
                          <a:pt x="17616" y="34063"/>
                        </a:lnTo>
                        <a:lnTo>
                          <a:pt x="17616" y="53733"/>
                        </a:lnTo>
                        <a:lnTo>
                          <a:pt x="39590" y="53733"/>
                        </a:lnTo>
                        <a:lnTo>
                          <a:pt x="40317" y="45877"/>
                        </a:lnTo>
                        <a:lnTo>
                          <a:pt x="48671" y="45877"/>
                        </a:lnTo>
                        <a:lnTo>
                          <a:pt x="48671" y="61889"/>
                        </a:lnTo>
                        <a:lnTo>
                          <a:pt x="0" y="61889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7" name="Graphic 6">
                <a:extLst>
                  <a:ext uri="{FF2B5EF4-FFF2-40B4-BE49-F238E27FC236}">
                    <a16:creationId xmlns:a16="http://schemas.microsoft.com/office/drawing/2014/main" id="{69F8BAE3-06F8-F8F8-3AF6-2544BEC53CD0}"/>
                  </a:ext>
                </a:extLst>
              </p:cNvPr>
              <p:cNvGrpSpPr/>
              <p:nvPr/>
            </p:nvGrpSpPr>
            <p:grpSpPr>
              <a:xfrm>
                <a:off x="2094326" y="313448"/>
                <a:ext cx="973657" cy="201080"/>
                <a:chOff x="2094326" y="313448"/>
                <a:chExt cx="973657" cy="201080"/>
              </a:xfrm>
              <a:solidFill>
                <a:srgbClr val="585860"/>
              </a:solidFill>
            </p:grpSpPr>
            <p:grpSp>
              <p:nvGrpSpPr>
                <p:cNvPr id="18" name="Graphic 6">
                  <a:extLst>
                    <a:ext uri="{FF2B5EF4-FFF2-40B4-BE49-F238E27FC236}">
                      <a16:creationId xmlns:a16="http://schemas.microsoft.com/office/drawing/2014/main" id="{EEE35B21-42A6-003A-3CB2-627D701DE33D}"/>
                    </a:ext>
                  </a:extLst>
                </p:cNvPr>
                <p:cNvGrpSpPr/>
                <p:nvPr/>
              </p:nvGrpSpPr>
              <p:grpSpPr>
                <a:xfrm>
                  <a:off x="2094326" y="313448"/>
                  <a:ext cx="874923" cy="95532"/>
                  <a:chOff x="2094326" y="313448"/>
                  <a:chExt cx="874923" cy="95532"/>
                </a:xfrm>
                <a:solidFill>
                  <a:srgbClr val="585860"/>
                </a:solidFill>
              </p:grpSpPr>
              <p:sp>
                <p:nvSpPr>
                  <p:cNvPr id="39" name="Freeform 150">
                    <a:extLst>
                      <a:ext uri="{FF2B5EF4-FFF2-40B4-BE49-F238E27FC236}">
                        <a16:creationId xmlns:a16="http://schemas.microsoft.com/office/drawing/2014/main" id="{8C44A84F-573C-E30C-5BBD-DD3C111F0710}"/>
                      </a:ext>
                    </a:extLst>
                  </p:cNvPr>
                  <p:cNvSpPr/>
                  <p:nvPr/>
                </p:nvSpPr>
                <p:spPr>
                  <a:xfrm>
                    <a:off x="2094326" y="319326"/>
                    <a:ext cx="59990" cy="68965"/>
                  </a:xfrm>
                  <a:custGeom>
                    <a:avLst/>
                    <a:gdLst>
                      <a:gd name="connsiteX0" fmla="*/ 60 w 59990"/>
                      <a:gd name="connsiteY0" fmla="*/ 68966 h 68965"/>
                      <a:gd name="connsiteX1" fmla="*/ 60 w 59990"/>
                      <a:gd name="connsiteY1" fmla="*/ 61649 h 68965"/>
                      <a:gd name="connsiteX2" fmla="*/ 7627 w 59990"/>
                      <a:gd name="connsiteY2" fmla="*/ 60210 h 68965"/>
                      <a:gd name="connsiteX3" fmla="*/ 7627 w 59990"/>
                      <a:gd name="connsiteY3" fmla="*/ 8756 h 68965"/>
                      <a:gd name="connsiteX4" fmla="*/ 60 w 59990"/>
                      <a:gd name="connsiteY4" fmla="*/ 7316 h 68965"/>
                      <a:gd name="connsiteX5" fmla="*/ 60 w 59990"/>
                      <a:gd name="connsiteY5" fmla="*/ 0 h 68965"/>
                      <a:gd name="connsiteX6" fmla="*/ 32205 w 59990"/>
                      <a:gd name="connsiteY6" fmla="*/ 0 h 68965"/>
                      <a:gd name="connsiteX7" fmla="*/ 45583 w 59990"/>
                      <a:gd name="connsiteY7" fmla="*/ 2399 h 68965"/>
                      <a:gd name="connsiteX8" fmla="*/ 54058 w 59990"/>
                      <a:gd name="connsiteY8" fmla="*/ 9235 h 68965"/>
                      <a:gd name="connsiteX9" fmla="*/ 56964 w 59990"/>
                      <a:gd name="connsiteY9" fmla="*/ 19970 h 68965"/>
                      <a:gd name="connsiteX10" fmla="*/ 54058 w 59990"/>
                      <a:gd name="connsiteY10" fmla="*/ 30525 h 68965"/>
                      <a:gd name="connsiteX11" fmla="*/ 46007 w 59990"/>
                      <a:gd name="connsiteY11" fmla="*/ 37481 h 68965"/>
                      <a:gd name="connsiteX12" fmla="*/ 33839 w 59990"/>
                      <a:gd name="connsiteY12" fmla="*/ 40060 h 68965"/>
                      <a:gd name="connsiteX13" fmla="*/ 19674 w 59990"/>
                      <a:gd name="connsiteY13" fmla="*/ 40180 h 68965"/>
                      <a:gd name="connsiteX14" fmla="*/ 19674 w 59990"/>
                      <a:gd name="connsiteY14" fmla="*/ 60150 h 68965"/>
                      <a:gd name="connsiteX15" fmla="*/ 27241 w 59990"/>
                      <a:gd name="connsiteY15" fmla="*/ 61589 h 68965"/>
                      <a:gd name="connsiteX16" fmla="*/ 27241 w 59990"/>
                      <a:gd name="connsiteY16" fmla="*/ 68906 h 68965"/>
                      <a:gd name="connsiteX17" fmla="*/ 0 w 59990"/>
                      <a:gd name="connsiteY17" fmla="*/ 68906 h 68965"/>
                      <a:gd name="connsiteX18" fmla="*/ 19674 w 59990"/>
                      <a:gd name="connsiteY18" fmla="*/ 31005 h 68965"/>
                      <a:gd name="connsiteX19" fmla="*/ 31660 w 59990"/>
                      <a:gd name="connsiteY19" fmla="*/ 31005 h 68965"/>
                      <a:gd name="connsiteX20" fmla="*/ 41709 w 59990"/>
                      <a:gd name="connsiteY20" fmla="*/ 28306 h 68965"/>
                      <a:gd name="connsiteX21" fmla="*/ 44978 w 59990"/>
                      <a:gd name="connsiteY21" fmla="*/ 20390 h 68965"/>
                      <a:gd name="connsiteX22" fmla="*/ 41830 w 59990"/>
                      <a:gd name="connsiteY22" fmla="*/ 12294 h 68965"/>
                      <a:gd name="connsiteX23" fmla="*/ 32205 w 59990"/>
                      <a:gd name="connsiteY23" fmla="*/ 9295 h 68965"/>
                      <a:gd name="connsiteX24" fmla="*/ 19674 w 59990"/>
                      <a:gd name="connsiteY24" fmla="*/ 9295 h 68965"/>
                      <a:gd name="connsiteX25" fmla="*/ 19674 w 59990"/>
                      <a:gd name="connsiteY25" fmla="*/ 31005 h 68965"/>
                      <a:gd name="connsiteX26" fmla="*/ 45281 w 59990"/>
                      <a:gd name="connsiteY26" fmla="*/ 68966 h 68965"/>
                      <a:gd name="connsiteX27" fmla="*/ 32023 w 59990"/>
                      <a:gd name="connsiteY27" fmla="*/ 37241 h 68965"/>
                      <a:gd name="connsiteX28" fmla="*/ 43283 w 59990"/>
                      <a:gd name="connsiteY28" fmla="*/ 35382 h 68965"/>
                      <a:gd name="connsiteX29" fmla="*/ 54543 w 59990"/>
                      <a:gd name="connsiteY29" fmla="*/ 60390 h 68965"/>
                      <a:gd name="connsiteX30" fmla="*/ 59991 w 59990"/>
                      <a:gd name="connsiteY30" fmla="*/ 61529 h 68965"/>
                      <a:gd name="connsiteX31" fmla="*/ 59991 w 59990"/>
                      <a:gd name="connsiteY31" fmla="*/ 68906 h 68965"/>
                      <a:gd name="connsiteX32" fmla="*/ 45281 w 59990"/>
                      <a:gd name="connsiteY32" fmla="*/ 6890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9990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32205" y="0"/>
                        </a:lnTo>
                        <a:cubicBezTo>
                          <a:pt x="37411" y="0"/>
                          <a:pt x="41891" y="780"/>
                          <a:pt x="45583" y="2399"/>
                        </a:cubicBezTo>
                        <a:cubicBezTo>
                          <a:pt x="49276" y="4018"/>
                          <a:pt x="52121" y="6297"/>
                          <a:pt x="54058" y="9235"/>
                        </a:cubicBezTo>
                        <a:cubicBezTo>
                          <a:pt x="55996" y="12174"/>
                          <a:pt x="56964" y="15772"/>
                          <a:pt x="56964" y="19970"/>
                        </a:cubicBezTo>
                        <a:cubicBezTo>
                          <a:pt x="56964" y="24168"/>
                          <a:pt x="55996" y="27526"/>
                          <a:pt x="54058" y="30525"/>
                        </a:cubicBezTo>
                        <a:cubicBezTo>
                          <a:pt x="52121" y="33523"/>
                          <a:pt x="49458" y="35862"/>
                          <a:pt x="46007" y="37481"/>
                        </a:cubicBezTo>
                        <a:cubicBezTo>
                          <a:pt x="42557" y="39161"/>
                          <a:pt x="38501" y="40000"/>
                          <a:pt x="33839" y="40060"/>
                        </a:cubicBezTo>
                        <a:lnTo>
                          <a:pt x="19674" y="40180"/>
                        </a:lnTo>
                        <a:lnTo>
                          <a:pt x="19674" y="60150"/>
                        </a:lnTo>
                        <a:lnTo>
                          <a:pt x="27241" y="61589"/>
                        </a:lnTo>
                        <a:lnTo>
                          <a:pt x="27241" y="68906"/>
                        </a:lnTo>
                        <a:lnTo>
                          <a:pt x="0" y="68906"/>
                        </a:lnTo>
                        <a:close/>
                        <a:moveTo>
                          <a:pt x="19674" y="31005"/>
                        </a:moveTo>
                        <a:lnTo>
                          <a:pt x="31660" y="31005"/>
                        </a:lnTo>
                        <a:cubicBezTo>
                          <a:pt x="36200" y="31005"/>
                          <a:pt x="39530" y="30105"/>
                          <a:pt x="41709" y="28306"/>
                        </a:cubicBezTo>
                        <a:cubicBezTo>
                          <a:pt x="43888" y="26507"/>
                          <a:pt x="44978" y="23868"/>
                          <a:pt x="44978" y="20390"/>
                        </a:cubicBezTo>
                        <a:cubicBezTo>
                          <a:pt x="44978" y="16912"/>
                          <a:pt x="43949" y="14333"/>
                          <a:pt x="41830" y="12294"/>
                        </a:cubicBezTo>
                        <a:cubicBezTo>
                          <a:pt x="39711" y="10315"/>
                          <a:pt x="36503" y="9295"/>
                          <a:pt x="32205" y="9295"/>
                        </a:cubicBezTo>
                        <a:lnTo>
                          <a:pt x="19674" y="9295"/>
                        </a:lnTo>
                        <a:lnTo>
                          <a:pt x="19674" y="31005"/>
                        </a:lnTo>
                        <a:close/>
                        <a:moveTo>
                          <a:pt x="45281" y="68966"/>
                        </a:moveTo>
                        <a:lnTo>
                          <a:pt x="32023" y="37241"/>
                        </a:lnTo>
                        <a:lnTo>
                          <a:pt x="43283" y="35382"/>
                        </a:lnTo>
                        <a:lnTo>
                          <a:pt x="54543" y="60390"/>
                        </a:lnTo>
                        <a:lnTo>
                          <a:pt x="59991" y="61529"/>
                        </a:lnTo>
                        <a:lnTo>
                          <a:pt x="59991" y="68906"/>
                        </a:lnTo>
                        <a:lnTo>
                          <a:pt x="45281" y="6890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0" name="Freeform 151">
                    <a:extLst>
                      <a:ext uri="{FF2B5EF4-FFF2-40B4-BE49-F238E27FC236}">
                        <a16:creationId xmlns:a16="http://schemas.microsoft.com/office/drawing/2014/main" id="{B2483FCC-557C-1FC4-C972-3A22307F361A}"/>
                      </a:ext>
                    </a:extLst>
                  </p:cNvPr>
                  <p:cNvSpPr/>
                  <p:nvPr/>
                </p:nvSpPr>
                <p:spPr>
                  <a:xfrm>
                    <a:off x="2161097" y="319326"/>
                    <a:ext cx="54179" cy="68965"/>
                  </a:xfrm>
                  <a:custGeom>
                    <a:avLst/>
                    <a:gdLst>
                      <a:gd name="connsiteX0" fmla="*/ 60 w 54179"/>
                      <a:gd name="connsiteY0" fmla="*/ 68966 h 68965"/>
                      <a:gd name="connsiteX1" fmla="*/ 60 w 54179"/>
                      <a:gd name="connsiteY1" fmla="*/ 61649 h 68965"/>
                      <a:gd name="connsiteX2" fmla="*/ 7627 w 54179"/>
                      <a:gd name="connsiteY2" fmla="*/ 60210 h 68965"/>
                      <a:gd name="connsiteX3" fmla="*/ 7627 w 54179"/>
                      <a:gd name="connsiteY3" fmla="*/ 8756 h 68965"/>
                      <a:gd name="connsiteX4" fmla="*/ 60 w 54179"/>
                      <a:gd name="connsiteY4" fmla="*/ 7316 h 68965"/>
                      <a:gd name="connsiteX5" fmla="*/ 60 w 54179"/>
                      <a:gd name="connsiteY5" fmla="*/ 0 h 68965"/>
                      <a:gd name="connsiteX6" fmla="*/ 53029 w 54179"/>
                      <a:gd name="connsiteY6" fmla="*/ 0 h 68965"/>
                      <a:gd name="connsiteX7" fmla="*/ 53029 w 54179"/>
                      <a:gd name="connsiteY7" fmla="*/ 17751 h 68965"/>
                      <a:gd name="connsiteX8" fmla="*/ 43646 w 54179"/>
                      <a:gd name="connsiteY8" fmla="*/ 17751 h 68965"/>
                      <a:gd name="connsiteX9" fmla="*/ 42859 w 54179"/>
                      <a:gd name="connsiteY9" fmla="*/ 9175 h 68965"/>
                      <a:gd name="connsiteX10" fmla="*/ 19674 w 54179"/>
                      <a:gd name="connsiteY10" fmla="*/ 9175 h 68965"/>
                      <a:gd name="connsiteX11" fmla="*/ 19674 w 54179"/>
                      <a:gd name="connsiteY11" fmla="*/ 28666 h 68965"/>
                      <a:gd name="connsiteX12" fmla="*/ 44070 w 54179"/>
                      <a:gd name="connsiteY12" fmla="*/ 28666 h 68965"/>
                      <a:gd name="connsiteX13" fmla="*/ 44070 w 54179"/>
                      <a:gd name="connsiteY13" fmla="*/ 37901 h 68965"/>
                      <a:gd name="connsiteX14" fmla="*/ 19674 w 54179"/>
                      <a:gd name="connsiteY14" fmla="*/ 37901 h 68965"/>
                      <a:gd name="connsiteX15" fmla="*/ 19674 w 54179"/>
                      <a:gd name="connsiteY15" fmla="*/ 59790 h 68965"/>
                      <a:gd name="connsiteX16" fmla="*/ 44130 w 54179"/>
                      <a:gd name="connsiteY16" fmla="*/ 59790 h 68965"/>
                      <a:gd name="connsiteX17" fmla="*/ 44917 w 54179"/>
                      <a:gd name="connsiteY17" fmla="*/ 51035 h 68965"/>
                      <a:gd name="connsiteX18" fmla="*/ 54179 w 54179"/>
                      <a:gd name="connsiteY18" fmla="*/ 51035 h 68965"/>
                      <a:gd name="connsiteX19" fmla="*/ 54179 w 54179"/>
                      <a:gd name="connsiteY19" fmla="*/ 68846 h 68965"/>
                      <a:gd name="connsiteX20" fmla="*/ 0 w 54179"/>
                      <a:gd name="connsiteY20" fmla="*/ 6884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4179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53029" y="0"/>
                        </a:lnTo>
                        <a:lnTo>
                          <a:pt x="53029" y="17751"/>
                        </a:lnTo>
                        <a:lnTo>
                          <a:pt x="43646" y="17751"/>
                        </a:lnTo>
                        <a:lnTo>
                          <a:pt x="42859" y="9175"/>
                        </a:lnTo>
                        <a:lnTo>
                          <a:pt x="19674" y="9175"/>
                        </a:lnTo>
                        <a:lnTo>
                          <a:pt x="19674" y="28666"/>
                        </a:lnTo>
                        <a:lnTo>
                          <a:pt x="44070" y="28666"/>
                        </a:lnTo>
                        <a:lnTo>
                          <a:pt x="44070" y="37901"/>
                        </a:lnTo>
                        <a:lnTo>
                          <a:pt x="19674" y="37901"/>
                        </a:lnTo>
                        <a:lnTo>
                          <a:pt x="19674" y="59790"/>
                        </a:lnTo>
                        <a:lnTo>
                          <a:pt x="44130" y="59790"/>
                        </a:lnTo>
                        <a:lnTo>
                          <a:pt x="44917" y="51035"/>
                        </a:lnTo>
                        <a:lnTo>
                          <a:pt x="54179" y="51035"/>
                        </a:lnTo>
                        <a:lnTo>
                          <a:pt x="54179" y="68846"/>
                        </a:lnTo>
                        <a:lnTo>
                          <a:pt x="0" y="6884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1" name="Freeform 152">
                    <a:extLst>
                      <a:ext uri="{FF2B5EF4-FFF2-40B4-BE49-F238E27FC236}">
                        <a16:creationId xmlns:a16="http://schemas.microsoft.com/office/drawing/2014/main" id="{6DE6FC85-51BE-7EAA-2805-BBDAEF2F2B49}"/>
                      </a:ext>
                    </a:extLst>
                  </p:cNvPr>
                  <p:cNvSpPr/>
                  <p:nvPr/>
                </p:nvSpPr>
                <p:spPr>
                  <a:xfrm>
                    <a:off x="2222722" y="319386"/>
                    <a:ext cx="68284" cy="68965"/>
                  </a:xfrm>
                  <a:custGeom>
                    <a:avLst/>
                    <a:gdLst>
                      <a:gd name="connsiteX0" fmla="*/ 28694 w 68284"/>
                      <a:gd name="connsiteY0" fmla="*/ 68906 h 68965"/>
                      <a:gd name="connsiteX1" fmla="*/ 5933 w 68284"/>
                      <a:gd name="connsiteY1" fmla="*/ 8096 h 68965"/>
                      <a:gd name="connsiteX2" fmla="*/ 0 w 68284"/>
                      <a:gd name="connsiteY2" fmla="*/ 7316 h 68965"/>
                      <a:gd name="connsiteX3" fmla="*/ 0 w 68284"/>
                      <a:gd name="connsiteY3" fmla="*/ 0 h 68965"/>
                      <a:gd name="connsiteX4" fmla="*/ 25243 w 68284"/>
                      <a:gd name="connsiteY4" fmla="*/ 0 h 68965"/>
                      <a:gd name="connsiteX5" fmla="*/ 25243 w 68284"/>
                      <a:gd name="connsiteY5" fmla="*/ 7316 h 68965"/>
                      <a:gd name="connsiteX6" fmla="*/ 18948 w 68284"/>
                      <a:gd name="connsiteY6" fmla="*/ 8336 h 68965"/>
                      <a:gd name="connsiteX7" fmla="*/ 33416 w 68284"/>
                      <a:gd name="connsiteY7" fmla="*/ 50315 h 68965"/>
                      <a:gd name="connsiteX8" fmla="*/ 34687 w 68284"/>
                      <a:gd name="connsiteY8" fmla="*/ 54813 h 68965"/>
                      <a:gd name="connsiteX9" fmla="*/ 34990 w 68284"/>
                      <a:gd name="connsiteY9" fmla="*/ 54813 h 68965"/>
                      <a:gd name="connsiteX10" fmla="*/ 36321 w 68284"/>
                      <a:gd name="connsiteY10" fmla="*/ 50375 h 68965"/>
                      <a:gd name="connsiteX11" fmla="*/ 50971 w 68284"/>
                      <a:gd name="connsiteY11" fmla="*/ 8336 h 68965"/>
                      <a:gd name="connsiteX12" fmla="*/ 43767 w 68284"/>
                      <a:gd name="connsiteY12" fmla="*/ 7376 h 68965"/>
                      <a:gd name="connsiteX13" fmla="*/ 43767 w 68284"/>
                      <a:gd name="connsiteY13" fmla="*/ 60 h 68965"/>
                      <a:gd name="connsiteX14" fmla="*/ 68284 w 68284"/>
                      <a:gd name="connsiteY14" fmla="*/ 60 h 68965"/>
                      <a:gd name="connsiteX15" fmla="*/ 68284 w 68284"/>
                      <a:gd name="connsiteY15" fmla="*/ 7376 h 68965"/>
                      <a:gd name="connsiteX16" fmla="*/ 62291 w 68284"/>
                      <a:gd name="connsiteY16" fmla="*/ 8156 h 68965"/>
                      <a:gd name="connsiteX17" fmla="*/ 40377 w 68284"/>
                      <a:gd name="connsiteY17" fmla="*/ 68966 h 68965"/>
                      <a:gd name="connsiteX18" fmla="*/ 28694 w 68284"/>
                      <a:gd name="connsiteY18" fmla="*/ 6896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68284" h="68965">
                        <a:moveTo>
                          <a:pt x="28694" y="68906"/>
                        </a:moveTo>
                        <a:lnTo>
                          <a:pt x="5933" y="809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25243" y="0"/>
                        </a:lnTo>
                        <a:lnTo>
                          <a:pt x="25243" y="7316"/>
                        </a:lnTo>
                        <a:lnTo>
                          <a:pt x="18948" y="8336"/>
                        </a:lnTo>
                        <a:lnTo>
                          <a:pt x="33416" y="50315"/>
                        </a:lnTo>
                        <a:lnTo>
                          <a:pt x="34687" y="54813"/>
                        </a:lnTo>
                        <a:lnTo>
                          <a:pt x="34990" y="54813"/>
                        </a:lnTo>
                        <a:lnTo>
                          <a:pt x="36321" y="50375"/>
                        </a:lnTo>
                        <a:lnTo>
                          <a:pt x="50971" y="8336"/>
                        </a:lnTo>
                        <a:lnTo>
                          <a:pt x="43767" y="7376"/>
                        </a:lnTo>
                        <a:lnTo>
                          <a:pt x="43767" y="60"/>
                        </a:lnTo>
                        <a:lnTo>
                          <a:pt x="68284" y="60"/>
                        </a:lnTo>
                        <a:lnTo>
                          <a:pt x="68284" y="7376"/>
                        </a:lnTo>
                        <a:lnTo>
                          <a:pt x="62291" y="8156"/>
                        </a:lnTo>
                        <a:lnTo>
                          <a:pt x="40377" y="68966"/>
                        </a:lnTo>
                        <a:lnTo>
                          <a:pt x="28694" y="6896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2" name="Freeform 153">
                    <a:extLst>
                      <a:ext uri="{FF2B5EF4-FFF2-40B4-BE49-F238E27FC236}">
                        <a16:creationId xmlns:a16="http://schemas.microsoft.com/office/drawing/2014/main" id="{C44852F9-ECE0-A3A6-E9F5-E09D9E872872}"/>
                      </a:ext>
                    </a:extLst>
                  </p:cNvPr>
                  <p:cNvSpPr/>
                  <p:nvPr/>
                </p:nvSpPr>
                <p:spPr>
                  <a:xfrm>
                    <a:off x="2283984" y="319386"/>
                    <a:ext cx="67618" cy="68905"/>
                  </a:xfrm>
                  <a:custGeom>
                    <a:avLst/>
                    <a:gdLst>
                      <a:gd name="connsiteX0" fmla="*/ 0 w 67618"/>
                      <a:gd name="connsiteY0" fmla="*/ 68906 h 68905"/>
                      <a:gd name="connsiteX1" fmla="*/ 0 w 67618"/>
                      <a:gd name="connsiteY1" fmla="*/ 61589 h 68905"/>
                      <a:gd name="connsiteX2" fmla="*/ 5085 w 67618"/>
                      <a:gd name="connsiteY2" fmla="*/ 60870 h 68905"/>
                      <a:gd name="connsiteX3" fmla="*/ 28089 w 67618"/>
                      <a:gd name="connsiteY3" fmla="*/ 0 h 68905"/>
                      <a:gd name="connsiteX4" fmla="*/ 39772 w 67618"/>
                      <a:gd name="connsiteY4" fmla="*/ 0 h 68905"/>
                      <a:gd name="connsiteX5" fmla="*/ 62534 w 67618"/>
                      <a:gd name="connsiteY5" fmla="*/ 60870 h 68905"/>
                      <a:gd name="connsiteX6" fmla="*/ 67619 w 67618"/>
                      <a:gd name="connsiteY6" fmla="*/ 61589 h 68905"/>
                      <a:gd name="connsiteX7" fmla="*/ 67619 w 67618"/>
                      <a:gd name="connsiteY7" fmla="*/ 68906 h 68905"/>
                      <a:gd name="connsiteX8" fmla="*/ 45523 w 67618"/>
                      <a:gd name="connsiteY8" fmla="*/ 68906 h 68905"/>
                      <a:gd name="connsiteX9" fmla="*/ 45523 w 67618"/>
                      <a:gd name="connsiteY9" fmla="*/ 61589 h 68905"/>
                      <a:gd name="connsiteX10" fmla="*/ 50487 w 67618"/>
                      <a:gd name="connsiteY10" fmla="*/ 60690 h 68905"/>
                      <a:gd name="connsiteX11" fmla="*/ 46794 w 67618"/>
                      <a:gd name="connsiteY11" fmla="*/ 49835 h 68905"/>
                      <a:gd name="connsiteX12" fmla="*/ 20885 w 67618"/>
                      <a:gd name="connsiteY12" fmla="*/ 49835 h 68905"/>
                      <a:gd name="connsiteX13" fmla="*/ 17132 w 67618"/>
                      <a:gd name="connsiteY13" fmla="*/ 60690 h 68905"/>
                      <a:gd name="connsiteX14" fmla="*/ 22156 w 67618"/>
                      <a:gd name="connsiteY14" fmla="*/ 61589 h 68905"/>
                      <a:gd name="connsiteX15" fmla="*/ 22156 w 67618"/>
                      <a:gd name="connsiteY15" fmla="*/ 68906 h 68905"/>
                      <a:gd name="connsiteX16" fmla="*/ 61 w 67618"/>
                      <a:gd name="connsiteY16" fmla="*/ 68906 h 68905"/>
                      <a:gd name="connsiteX17" fmla="*/ 24033 w 67618"/>
                      <a:gd name="connsiteY17" fmla="*/ 40720 h 68905"/>
                      <a:gd name="connsiteX18" fmla="*/ 43646 w 67618"/>
                      <a:gd name="connsiteY18" fmla="*/ 40720 h 68905"/>
                      <a:gd name="connsiteX19" fmla="*/ 34626 w 67618"/>
                      <a:gd name="connsiteY19" fmla="*/ 15232 h 68905"/>
                      <a:gd name="connsiteX20" fmla="*/ 34021 w 67618"/>
                      <a:gd name="connsiteY20" fmla="*/ 13373 h 68905"/>
                      <a:gd name="connsiteX21" fmla="*/ 33718 w 67618"/>
                      <a:gd name="connsiteY21" fmla="*/ 13373 h 68905"/>
                      <a:gd name="connsiteX22" fmla="*/ 33052 w 67618"/>
                      <a:gd name="connsiteY22" fmla="*/ 15292 h 68905"/>
                      <a:gd name="connsiteX23" fmla="*/ 24033 w 67618"/>
                      <a:gd name="connsiteY23" fmla="*/ 40720 h 68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7618" h="68905">
                        <a:moveTo>
                          <a:pt x="0" y="68906"/>
                        </a:moveTo>
                        <a:lnTo>
                          <a:pt x="0" y="61589"/>
                        </a:lnTo>
                        <a:lnTo>
                          <a:pt x="5085" y="60870"/>
                        </a:lnTo>
                        <a:lnTo>
                          <a:pt x="28089" y="0"/>
                        </a:lnTo>
                        <a:lnTo>
                          <a:pt x="39772" y="0"/>
                        </a:lnTo>
                        <a:lnTo>
                          <a:pt x="62534" y="60870"/>
                        </a:lnTo>
                        <a:lnTo>
                          <a:pt x="67619" y="61589"/>
                        </a:lnTo>
                        <a:lnTo>
                          <a:pt x="67619" y="68906"/>
                        </a:lnTo>
                        <a:lnTo>
                          <a:pt x="45523" y="68906"/>
                        </a:lnTo>
                        <a:lnTo>
                          <a:pt x="45523" y="61589"/>
                        </a:lnTo>
                        <a:lnTo>
                          <a:pt x="50487" y="60690"/>
                        </a:lnTo>
                        <a:lnTo>
                          <a:pt x="46794" y="49835"/>
                        </a:lnTo>
                        <a:lnTo>
                          <a:pt x="20885" y="49835"/>
                        </a:lnTo>
                        <a:lnTo>
                          <a:pt x="17132" y="60690"/>
                        </a:lnTo>
                        <a:lnTo>
                          <a:pt x="22156" y="61589"/>
                        </a:lnTo>
                        <a:lnTo>
                          <a:pt x="22156" y="68906"/>
                        </a:lnTo>
                        <a:lnTo>
                          <a:pt x="61" y="68906"/>
                        </a:lnTo>
                        <a:close/>
                        <a:moveTo>
                          <a:pt x="24033" y="40720"/>
                        </a:moveTo>
                        <a:lnTo>
                          <a:pt x="43646" y="40720"/>
                        </a:lnTo>
                        <a:lnTo>
                          <a:pt x="34626" y="15232"/>
                        </a:lnTo>
                        <a:lnTo>
                          <a:pt x="34021" y="13373"/>
                        </a:lnTo>
                        <a:lnTo>
                          <a:pt x="33718" y="13373"/>
                        </a:lnTo>
                        <a:lnTo>
                          <a:pt x="33052" y="15292"/>
                        </a:lnTo>
                        <a:lnTo>
                          <a:pt x="24033" y="40720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3" name="Freeform 154">
                    <a:extLst>
                      <a:ext uri="{FF2B5EF4-FFF2-40B4-BE49-F238E27FC236}">
                        <a16:creationId xmlns:a16="http://schemas.microsoft.com/office/drawing/2014/main" id="{F9053FBC-F64D-8F97-FB55-DB4E217617F9}"/>
                      </a:ext>
                    </a:extLst>
                  </p:cNvPr>
                  <p:cNvSpPr/>
                  <p:nvPr/>
                </p:nvSpPr>
                <p:spPr>
                  <a:xfrm>
                    <a:off x="2380721" y="319386"/>
                    <a:ext cx="67618" cy="68905"/>
                  </a:xfrm>
                  <a:custGeom>
                    <a:avLst/>
                    <a:gdLst>
                      <a:gd name="connsiteX0" fmla="*/ 0 w 67618"/>
                      <a:gd name="connsiteY0" fmla="*/ 68906 h 68905"/>
                      <a:gd name="connsiteX1" fmla="*/ 0 w 67618"/>
                      <a:gd name="connsiteY1" fmla="*/ 61589 h 68905"/>
                      <a:gd name="connsiteX2" fmla="*/ 5085 w 67618"/>
                      <a:gd name="connsiteY2" fmla="*/ 60870 h 68905"/>
                      <a:gd name="connsiteX3" fmla="*/ 28088 w 67618"/>
                      <a:gd name="connsiteY3" fmla="*/ 0 h 68905"/>
                      <a:gd name="connsiteX4" fmla="*/ 39772 w 67618"/>
                      <a:gd name="connsiteY4" fmla="*/ 0 h 68905"/>
                      <a:gd name="connsiteX5" fmla="*/ 62533 w 67618"/>
                      <a:gd name="connsiteY5" fmla="*/ 60870 h 68905"/>
                      <a:gd name="connsiteX6" fmla="*/ 67618 w 67618"/>
                      <a:gd name="connsiteY6" fmla="*/ 61589 h 68905"/>
                      <a:gd name="connsiteX7" fmla="*/ 67618 w 67618"/>
                      <a:gd name="connsiteY7" fmla="*/ 68906 h 68905"/>
                      <a:gd name="connsiteX8" fmla="*/ 45523 w 67618"/>
                      <a:gd name="connsiteY8" fmla="*/ 68906 h 68905"/>
                      <a:gd name="connsiteX9" fmla="*/ 45523 w 67618"/>
                      <a:gd name="connsiteY9" fmla="*/ 61589 h 68905"/>
                      <a:gd name="connsiteX10" fmla="*/ 50487 w 67618"/>
                      <a:gd name="connsiteY10" fmla="*/ 60690 h 68905"/>
                      <a:gd name="connsiteX11" fmla="*/ 46794 w 67618"/>
                      <a:gd name="connsiteY11" fmla="*/ 49835 h 68905"/>
                      <a:gd name="connsiteX12" fmla="*/ 20885 w 67618"/>
                      <a:gd name="connsiteY12" fmla="*/ 49835 h 68905"/>
                      <a:gd name="connsiteX13" fmla="*/ 17132 w 67618"/>
                      <a:gd name="connsiteY13" fmla="*/ 60690 h 68905"/>
                      <a:gd name="connsiteX14" fmla="*/ 22156 w 67618"/>
                      <a:gd name="connsiteY14" fmla="*/ 61589 h 68905"/>
                      <a:gd name="connsiteX15" fmla="*/ 22156 w 67618"/>
                      <a:gd name="connsiteY15" fmla="*/ 68906 h 68905"/>
                      <a:gd name="connsiteX16" fmla="*/ 60 w 67618"/>
                      <a:gd name="connsiteY16" fmla="*/ 68906 h 68905"/>
                      <a:gd name="connsiteX17" fmla="*/ 24033 w 67618"/>
                      <a:gd name="connsiteY17" fmla="*/ 40720 h 68905"/>
                      <a:gd name="connsiteX18" fmla="*/ 43646 w 67618"/>
                      <a:gd name="connsiteY18" fmla="*/ 40720 h 68905"/>
                      <a:gd name="connsiteX19" fmla="*/ 34626 w 67618"/>
                      <a:gd name="connsiteY19" fmla="*/ 15232 h 68905"/>
                      <a:gd name="connsiteX20" fmla="*/ 34021 w 67618"/>
                      <a:gd name="connsiteY20" fmla="*/ 13373 h 68905"/>
                      <a:gd name="connsiteX21" fmla="*/ 33718 w 67618"/>
                      <a:gd name="connsiteY21" fmla="*/ 13373 h 68905"/>
                      <a:gd name="connsiteX22" fmla="*/ 33052 w 67618"/>
                      <a:gd name="connsiteY22" fmla="*/ 15292 h 68905"/>
                      <a:gd name="connsiteX23" fmla="*/ 24033 w 67618"/>
                      <a:gd name="connsiteY23" fmla="*/ 40720 h 68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7618" h="68905">
                        <a:moveTo>
                          <a:pt x="0" y="68906"/>
                        </a:moveTo>
                        <a:lnTo>
                          <a:pt x="0" y="61589"/>
                        </a:lnTo>
                        <a:lnTo>
                          <a:pt x="5085" y="60870"/>
                        </a:lnTo>
                        <a:lnTo>
                          <a:pt x="28088" y="0"/>
                        </a:lnTo>
                        <a:lnTo>
                          <a:pt x="39772" y="0"/>
                        </a:lnTo>
                        <a:lnTo>
                          <a:pt x="62533" y="60870"/>
                        </a:lnTo>
                        <a:lnTo>
                          <a:pt x="67618" y="61589"/>
                        </a:lnTo>
                        <a:lnTo>
                          <a:pt x="67618" y="68906"/>
                        </a:lnTo>
                        <a:lnTo>
                          <a:pt x="45523" y="68906"/>
                        </a:lnTo>
                        <a:lnTo>
                          <a:pt x="45523" y="61589"/>
                        </a:lnTo>
                        <a:lnTo>
                          <a:pt x="50487" y="60690"/>
                        </a:lnTo>
                        <a:lnTo>
                          <a:pt x="46794" y="49835"/>
                        </a:lnTo>
                        <a:lnTo>
                          <a:pt x="20885" y="49835"/>
                        </a:lnTo>
                        <a:lnTo>
                          <a:pt x="17132" y="60690"/>
                        </a:lnTo>
                        <a:lnTo>
                          <a:pt x="22156" y="61589"/>
                        </a:lnTo>
                        <a:lnTo>
                          <a:pt x="22156" y="68906"/>
                        </a:lnTo>
                        <a:lnTo>
                          <a:pt x="60" y="68906"/>
                        </a:lnTo>
                        <a:close/>
                        <a:moveTo>
                          <a:pt x="24033" y="40720"/>
                        </a:moveTo>
                        <a:lnTo>
                          <a:pt x="43646" y="40720"/>
                        </a:lnTo>
                        <a:lnTo>
                          <a:pt x="34626" y="15232"/>
                        </a:lnTo>
                        <a:lnTo>
                          <a:pt x="34021" y="13373"/>
                        </a:lnTo>
                        <a:lnTo>
                          <a:pt x="33718" y="13373"/>
                        </a:lnTo>
                        <a:lnTo>
                          <a:pt x="33052" y="15292"/>
                        </a:lnTo>
                        <a:lnTo>
                          <a:pt x="24033" y="40720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4" name="Freeform 155">
                    <a:extLst>
                      <a:ext uri="{FF2B5EF4-FFF2-40B4-BE49-F238E27FC236}">
                        <a16:creationId xmlns:a16="http://schemas.microsoft.com/office/drawing/2014/main" id="{1F2A1E2C-E29D-F5CB-4261-23C2F29A2C95}"/>
                      </a:ext>
                    </a:extLst>
                  </p:cNvPr>
                  <p:cNvSpPr/>
                  <p:nvPr/>
                </p:nvSpPr>
                <p:spPr>
                  <a:xfrm>
                    <a:off x="2453364" y="336057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8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8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7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5" name="Freeform 156">
                    <a:extLst>
                      <a:ext uri="{FF2B5EF4-FFF2-40B4-BE49-F238E27FC236}">
                        <a16:creationId xmlns:a16="http://schemas.microsoft.com/office/drawing/2014/main" id="{30BC9D4C-168A-7758-ED86-8980B352BC43}"/>
                      </a:ext>
                    </a:extLst>
                  </p:cNvPr>
                  <p:cNvSpPr/>
                  <p:nvPr/>
                </p:nvSpPr>
                <p:spPr>
                  <a:xfrm>
                    <a:off x="2505364" y="336117"/>
                    <a:ext cx="48247" cy="53133"/>
                  </a:xfrm>
                  <a:custGeom>
                    <a:avLst/>
                    <a:gdLst>
                      <a:gd name="connsiteX0" fmla="*/ 16708 w 48247"/>
                      <a:gd name="connsiteY0" fmla="*/ 53134 h 53133"/>
                      <a:gd name="connsiteX1" fmla="*/ 4419 w 48247"/>
                      <a:gd name="connsiteY1" fmla="*/ 49116 h 53133"/>
                      <a:gd name="connsiteX2" fmla="*/ 0 w 48247"/>
                      <a:gd name="connsiteY2" fmla="*/ 38021 h 53133"/>
                      <a:gd name="connsiteX3" fmla="*/ 2664 w 48247"/>
                      <a:gd name="connsiteY3" fmla="*/ 29565 h 53133"/>
                      <a:gd name="connsiteX4" fmla="*/ 10473 w 48247"/>
                      <a:gd name="connsiteY4" fmla="*/ 23868 h 53133"/>
                      <a:gd name="connsiteX5" fmla="*/ 23004 w 48247"/>
                      <a:gd name="connsiteY5" fmla="*/ 21829 h 53133"/>
                      <a:gd name="connsiteX6" fmla="*/ 30873 w 48247"/>
                      <a:gd name="connsiteY6" fmla="*/ 21829 h 53133"/>
                      <a:gd name="connsiteX7" fmla="*/ 30873 w 48247"/>
                      <a:gd name="connsiteY7" fmla="*/ 17511 h 53133"/>
                      <a:gd name="connsiteX8" fmla="*/ 28391 w 48247"/>
                      <a:gd name="connsiteY8" fmla="*/ 11035 h 53133"/>
                      <a:gd name="connsiteX9" fmla="*/ 21248 w 48247"/>
                      <a:gd name="connsiteY9" fmla="*/ 8636 h 53133"/>
                      <a:gd name="connsiteX10" fmla="*/ 16526 w 48247"/>
                      <a:gd name="connsiteY10" fmla="*/ 9295 h 53133"/>
                      <a:gd name="connsiteX11" fmla="*/ 12834 w 48247"/>
                      <a:gd name="connsiteY11" fmla="*/ 11094 h 53133"/>
                      <a:gd name="connsiteX12" fmla="*/ 11744 w 48247"/>
                      <a:gd name="connsiteY12" fmla="*/ 17991 h 53133"/>
                      <a:gd name="connsiteX13" fmla="*/ 2906 w 48247"/>
                      <a:gd name="connsiteY13" fmla="*/ 17991 h 53133"/>
                      <a:gd name="connsiteX14" fmla="*/ 2785 w 48247"/>
                      <a:gd name="connsiteY14" fmla="*/ 5337 h 53133"/>
                      <a:gd name="connsiteX15" fmla="*/ 11260 w 48247"/>
                      <a:gd name="connsiteY15" fmla="*/ 1439 h 53133"/>
                      <a:gd name="connsiteX16" fmla="*/ 21672 w 48247"/>
                      <a:gd name="connsiteY16" fmla="*/ 0 h 53133"/>
                      <a:gd name="connsiteX17" fmla="*/ 37169 w 48247"/>
                      <a:gd name="connsiteY17" fmla="*/ 4558 h 53133"/>
                      <a:gd name="connsiteX18" fmla="*/ 42859 w 48247"/>
                      <a:gd name="connsiteY18" fmla="*/ 17631 h 53133"/>
                      <a:gd name="connsiteX19" fmla="*/ 42859 w 48247"/>
                      <a:gd name="connsiteY19" fmla="*/ 40180 h 53133"/>
                      <a:gd name="connsiteX20" fmla="*/ 42859 w 48247"/>
                      <a:gd name="connsiteY20" fmla="*/ 42219 h 53133"/>
                      <a:gd name="connsiteX21" fmla="*/ 42980 w 48247"/>
                      <a:gd name="connsiteY21" fmla="*/ 44138 h 53133"/>
                      <a:gd name="connsiteX22" fmla="*/ 48247 w 48247"/>
                      <a:gd name="connsiteY22" fmla="*/ 44798 h 53133"/>
                      <a:gd name="connsiteX23" fmla="*/ 48247 w 48247"/>
                      <a:gd name="connsiteY23" fmla="*/ 52114 h 53133"/>
                      <a:gd name="connsiteX24" fmla="*/ 32508 w 48247"/>
                      <a:gd name="connsiteY24" fmla="*/ 52114 h 53133"/>
                      <a:gd name="connsiteX25" fmla="*/ 31600 w 48247"/>
                      <a:gd name="connsiteY25" fmla="*/ 48876 h 53133"/>
                      <a:gd name="connsiteX26" fmla="*/ 30994 w 48247"/>
                      <a:gd name="connsiteY26" fmla="*/ 45757 h 53133"/>
                      <a:gd name="connsiteX27" fmla="*/ 24759 w 48247"/>
                      <a:gd name="connsiteY27" fmla="*/ 51035 h 53133"/>
                      <a:gd name="connsiteX28" fmla="*/ 16526 w 48247"/>
                      <a:gd name="connsiteY28" fmla="*/ 53074 h 53133"/>
                      <a:gd name="connsiteX29" fmla="*/ 19432 w 48247"/>
                      <a:gd name="connsiteY29" fmla="*/ 43958 h 53133"/>
                      <a:gd name="connsiteX30" fmla="*/ 26212 w 48247"/>
                      <a:gd name="connsiteY30" fmla="*/ 42279 h 53133"/>
                      <a:gd name="connsiteX31" fmla="*/ 30934 w 48247"/>
                      <a:gd name="connsiteY31" fmla="*/ 38021 h 53133"/>
                      <a:gd name="connsiteX32" fmla="*/ 30934 w 48247"/>
                      <a:gd name="connsiteY32" fmla="*/ 29445 h 53133"/>
                      <a:gd name="connsiteX33" fmla="*/ 22883 w 48247"/>
                      <a:gd name="connsiteY33" fmla="*/ 29445 h 53133"/>
                      <a:gd name="connsiteX34" fmla="*/ 14710 w 48247"/>
                      <a:gd name="connsiteY34" fmla="*/ 31904 h 53133"/>
                      <a:gd name="connsiteX35" fmla="*/ 11986 w 48247"/>
                      <a:gd name="connsiteY35" fmla="*/ 37721 h 53133"/>
                      <a:gd name="connsiteX36" fmla="*/ 13923 w 48247"/>
                      <a:gd name="connsiteY36" fmla="*/ 42339 h 53133"/>
                      <a:gd name="connsiteX37" fmla="*/ 19432 w 48247"/>
                      <a:gd name="connsiteY37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48247" h="53133">
                        <a:moveTo>
                          <a:pt x="16708" y="53134"/>
                        </a:moveTo>
                        <a:cubicBezTo>
                          <a:pt x="11441" y="53134"/>
                          <a:pt x="7385" y="51814"/>
                          <a:pt x="4419" y="49116"/>
                        </a:cubicBezTo>
                        <a:cubicBezTo>
                          <a:pt x="1513" y="46417"/>
                          <a:pt x="0" y="42759"/>
                          <a:pt x="0" y="38021"/>
                        </a:cubicBezTo>
                        <a:cubicBezTo>
                          <a:pt x="0" y="34783"/>
                          <a:pt x="908" y="31964"/>
                          <a:pt x="2664" y="29565"/>
                        </a:cubicBezTo>
                        <a:cubicBezTo>
                          <a:pt x="4419" y="27166"/>
                          <a:pt x="7083" y="25247"/>
                          <a:pt x="10473" y="23868"/>
                        </a:cubicBezTo>
                        <a:cubicBezTo>
                          <a:pt x="13923" y="22489"/>
                          <a:pt x="18100" y="21829"/>
                          <a:pt x="23004" y="21829"/>
                        </a:cubicBezTo>
                        <a:lnTo>
                          <a:pt x="30873" y="21829"/>
                        </a:lnTo>
                        <a:lnTo>
                          <a:pt x="30873" y="17511"/>
                        </a:lnTo>
                        <a:cubicBezTo>
                          <a:pt x="30873" y="14813"/>
                          <a:pt x="30026" y="12654"/>
                          <a:pt x="28391" y="11035"/>
                        </a:cubicBezTo>
                        <a:cubicBezTo>
                          <a:pt x="26757" y="9415"/>
                          <a:pt x="24396" y="8636"/>
                          <a:pt x="21248" y="8636"/>
                        </a:cubicBezTo>
                        <a:cubicBezTo>
                          <a:pt x="19493" y="8636"/>
                          <a:pt x="17919" y="8876"/>
                          <a:pt x="16526" y="9295"/>
                        </a:cubicBezTo>
                        <a:cubicBezTo>
                          <a:pt x="15134" y="9715"/>
                          <a:pt x="13923" y="10315"/>
                          <a:pt x="12834" y="11094"/>
                        </a:cubicBezTo>
                        <a:lnTo>
                          <a:pt x="11744" y="17991"/>
                        </a:lnTo>
                        <a:lnTo>
                          <a:pt x="2906" y="17991"/>
                        </a:lnTo>
                        <a:lnTo>
                          <a:pt x="2785" y="5337"/>
                        </a:lnTo>
                        <a:cubicBezTo>
                          <a:pt x="5327" y="3718"/>
                          <a:pt x="8172" y="2399"/>
                          <a:pt x="11260" y="1439"/>
                        </a:cubicBezTo>
                        <a:cubicBezTo>
                          <a:pt x="14408" y="480"/>
                          <a:pt x="17858" y="0"/>
                          <a:pt x="21672" y="0"/>
                        </a:cubicBezTo>
                        <a:cubicBezTo>
                          <a:pt x="28210" y="0"/>
                          <a:pt x="33416" y="1499"/>
                          <a:pt x="37169" y="4558"/>
                        </a:cubicBezTo>
                        <a:cubicBezTo>
                          <a:pt x="40922" y="7616"/>
                          <a:pt x="42859" y="11934"/>
                          <a:pt x="42859" y="17631"/>
                        </a:cubicBezTo>
                        <a:lnTo>
                          <a:pt x="42859" y="40180"/>
                        </a:lnTo>
                        <a:cubicBezTo>
                          <a:pt x="42859" y="40900"/>
                          <a:pt x="42859" y="41559"/>
                          <a:pt x="42859" y="42219"/>
                        </a:cubicBezTo>
                        <a:cubicBezTo>
                          <a:pt x="42859" y="42879"/>
                          <a:pt x="42859" y="43538"/>
                          <a:pt x="42980" y="44138"/>
                        </a:cubicBezTo>
                        <a:lnTo>
                          <a:pt x="48247" y="44798"/>
                        </a:lnTo>
                        <a:lnTo>
                          <a:pt x="48247" y="52114"/>
                        </a:lnTo>
                        <a:lnTo>
                          <a:pt x="32508" y="52114"/>
                        </a:lnTo>
                        <a:cubicBezTo>
                          <a:pt x="32205" y="51035"/>
                          <a:pt x="31902" y="49955"/>
                          <a:pt x="31600" y="48876"/>
                        </a:cubicBezTo>
                        <a:cubicBezTo>
                          <a:pt x="31297" y="47796"/>
                          <a:pt x="31115" y="46777"/>
                          <a:pt x="30994" y="45757"/>
                        </a:cubicBezTo>
                        <a:cubicBezTo>
                          <a:pt x="29299" y="47916"/>
                          <a:pt x="27180" y="49655"/>
                          <a:pt x="24759" y="51035"/>
                        </a:cubicBezTo>
                        <a:cubicBezTo>
                          <a:pt x="22338" y="52414"/>
                          <a:pt x="19553" y="53074"/>
                          <a:pt x="16526" y="53074"/>
                        </a:cubicBezTo>
                        <a:close/>
                        <a:moveTo>
                          <a:pt x="19432" y="43958"/>
                        </a:moveTo>
                        <a:cubicBezTo>
                          <a:pt x="21853" y="43958"/>
                          <a:pt x="24093" y="43418"/>
                          <a:pt x="26212" y="42279"/>
                        </a:cubicBezTo>
                        <a:cubicBezTo>
                          <a:pt x="28331" y="41140"/>
                          <a:pt x="29905" y="39760"/>
                          <a:pt x="30934" y="38021"/>
                        </a:cubicBezTo>
                        <a:lnTo>
                          <a:pt x="30934" y="29445"/>
                        </a:lnTo>
                        <a:lnTo>
                          <a:pt x="22883" y="29445"/>
                        </a:lnTo>
                        <a:cubicBezTo>
                          <a:pt x="19311" y="29445"/>
                          <a:pt x="16587" y="30285"/>
                          <a:pt x="14710" y="31904"/>
                        </a:cubicBezTo>
                        <a:cubicBezTo>
                          <a:pt x="12834" y="33523"/>
                          <a:pt x="11986" y="35502"/>
                          <a:pt x="11986" y="37721"/>
                        </a:cubicBezTo>
                        <a:cubicBezTo>
                          <a:pt x="11986" y="39700"/>
                          <a:pt x="12652" y="41259"/>
                          <a:pt x="13923" y="42339"/>
                        </a:cubicBezTo>
                        <a:cubicBezTo>
                          <a:pt x="15195" y="43418"/>
                          <a:pt x="17011" y="43958"/>
                          <a:pt x="19432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6" name="Freeform 157">
                    <a:extLst>
                      <a:ext uri="{FF2B5EF4-FFF2-40B4-BE49-F238E27FC236}">
                        <a16:creationId xmlns:a16="http://schemas.microsoft.com/office/drawing/2014/main" id="{3355E374-EF83-1D0E-91B9-CB7E7424C4C4}"/>
                      </a:ext>
                    </a:extLst>
                  </p:cNvPr>
                  <p:cNvSpPr/>
                  <p:nvPr/>
                </p:nvSpPr>
                <p:spPr>
                  <a:xfrm>
                    <a:off x="2559846" y="314408"/>
                    <a:ext cx="52484" cy="74902"/>
                  </a:xfrm>
                  <a:custGeom>
                    <a:avLst/>
                    <a:gdLst>
                      <a:gd name="connsiteX0" fmla="*/ 19856 w 52484"/>
                      <a:gd name="connsiteY0" fmla="*/ 74843 h 74902"/>
                      <a:gd name="connsiteX1" fmla="*/ 9141 w 52484"/>
                      <a:gd name="connsiteY1" fmla="*/ 71724 h 74902"/>
                      <a:gd name="connsiteX2" fmla="*/ 2361 w 52484"/>
                      <a:gd name="connsiteY2" fmla="*/ 62969 h 74902"/>
                      <a:gd name="connsiteX3" fmla="*/ 0 w 52484"/>
                      <a:gd name="connsiteY3" fmla="*/ 49895 h 74902"/>
                      <a:gd name="connsiteX4" fmla="*/ 0 w 52484"/>
                      <a:gd name="connsiteY4" fmla="*/ 48876 h 74902"/>
                      <a:gd name="connsiteX5" fmla="*/ 2361 w 52484"/>
                      <a:gd name="connsiteY5" fmla="*/ 34603 h 74902"/>
                      <a:gd name="connsiteX6" fmla="*/ 9201 w 52484"/>
                      <a:gd name="connsiteY6" fmla="*/ 25068 h 74902"/>
                      <a:gd name="connsiteX7" fmla="*/ 19856 w 52484"/>
                      <a:gd name="connsiteY7" fmla="*/ 21649 h 74902"/>
                      <a:gd name="connsiteX8" fmla="*/ 27604 w 52484"/>
                      <a:gd name="connsiteY8" fmla="*/ 23328 h 74902"/>
                      <a:gd name="connsiteX9" fmla="*/ 33295 w 52484"/>
                      <a:gd name="connsiteY9" fmla="*/ 28126 h 74902"/>
                      <a:gd name="connsiteX10" fmla="*/ 33295 w 52484"/>
                      <a:gd name="connsiteY10" fmla="*/ 8756 h 74902"/>
                      <a:gd name="connsiteX11" fmla="*/ 25728 w 52484"/>
                      <a:gd name="connsiteY11" fmla="*/ 7316 h 74902"/>
                      <a:gd name="connsiteX12" fmla="*/ 25728 w 52484"/>
                      <a:gd name="connsiteY12" fmla="*/ 0 h 74902"/>
                      <a:gd name="connsiteX13" fmla="*/ 45341 w 52484"/>
                      <a:gd name="connsiteY13" fmla="*/ 0 h 74902"/>
                      <a:gd name="connsiteX14" fmla="*/ 45341 w 52484"/>
                      <a:gd name="connsiteY14" fmla="*/ 65128 h 74902"/>
                      <a:gd name="connsiteX15" fmla="*/ 52484 w 52484"/>
                      <a:gd name="connsiteY15" fmla="*/ 66567 h 74902"/>
                      <a:gd name="connsiteX16" fmla="*/ 52484 w 52484"/>
                      <a:gd name="connsiteY16" fmla="*/ 73883 h 74902"/>
                      <a:gd name="connsiteX17" fmla="*/ 34929 w 52484"/>
                      <a:gd name="connsiteY17" fmla="*/ 73883 h 74902"/>
                      <a:gd name="connsiteX18" fmla="*/ 33960 w 52484"/>
                      <a:gd name="connsiteY18" fmla="*/ 67706 h 74902"/>
                      <a:gd name="connsiteX19" fmla="*/ 28028 w 52484"/>
                      <a:gd name="connsiteY19" fmla="*/ 73104 h 74902"/>
                      <a:gd name="connsiteX20" fmla="*/ 19856 w 52484"/>
                      <a:gd name="connsiteY20" fmla="*/ 74903 h 74902"/>
                      <a:gd name="connsiteX21" fmla="*/ 23246 w 52484"/>
                      <a:gd name="connsiteY21" fmla="*/ 65427 h 74902"/>
                      <a:gd name="connsiteX22" fmla="*/ 29178 w 52484"/>
                      <a:gd name="connsiteY22" fmla="*/ 63928 h 74902"/>
                      <a:gd name="connsiteX23" fmla="*/ 33295 w 52484"/>
                      <a:gd name="connsiteY23" fmla="*/ 59610 h 74902"/>
                      <a:gd name="connsiteX24" fmla="*/ 33295 w 52484"/>
                      <a:gd name="connsiteY24" fmla="*/ 37062 h 74902"/>
                      <a:gd name="connsiteX25" fmla="*/ 29239 w 52484"/>
                      <a:gd name="connsiteY25" fmla="*/ 32744 h 74902"/>
                      <a:gd name="connsiteX26" fmla="*/ 23367 w 52484"/>
                      <a:gd name="connsiteY26" fmla="*/ 31184 h 74902"/>
                      <a:gd name="connsiteX27" fmla="*/ 16950 w 52484"/>
                      <a:gd name="connsiteY27" fmla="*/ 33403 h 74902"/>
                      <a:gd name="connsiteX28" fmla="*/ 13257 w 52484"/>
                      <a:gd name="connsiteY28" fmla="*/ 39640 h 74902"/>
                      <a:gd name="connsiteX29" fmla="*/ 12047 w 52484"/>
                      <a:gd name="connsiteY29" fmla="*/ 48936 h 74902"/>
                      <a:gd name="connsiteX30" fmla="*/ 12047 w 52484"/>
                      <a:gd name="connsiteY30" fmla="*/ 49955 h 74902"/>
                      <a:gd name="connsiteX31" fmla="*/ 14710 w 52484"/>
                      <a:gd name="connsiteY31" fmla="*/ 61290 h 74902"/>
                      <a:gd name="connsiteX32" fmla="*/ 23306 w 52484"/>
                      <a:gd name="connsiteY32" fmla="*/ 65487 h 749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2484" h="74902">
                        <a:moveTo>
                          <a:pt x="19856" y="74843"/>
                        </a:moveTo>
                        <a:cubicBezTo>
                          <a:pt x="15679" y="74843"/>
                          <a:pt x="12107" y="73823"/>
                          <a:pt x="9141" y="71724"/>
                        </a:cubicBezTo>
                        <a:cubicBezTo>
                          <a:pt x="6175" y="69625"/>
                          <a:pt x="3935" y="66747"/>
                          <a:pt x="2361" y="62969"/>
                        </a:cubicBezTo>
                        <a:cubicBezTo>
                          <a:pt x="787" y="59251"/>
                          <a:pt x="0" y="54873"/>
                          <a:pt x="0" y="49895"/>
                        </a:cubicBezTo>
                        <a:lnTo>
                          <a:pt x="0" y="48876"/>
                        </a:lnTo>
                        <a:cubicBezTo>
                          <a:pt x="0" y="43418"/>
                          <a:pt x="787" y="38681"/>
                          <a:pt x="2361" y="34603"/>
                        </a:cubicBezTo>
                        <a:cubicBezTo>
                          <a:pt x="3935" y="30525"/>
                          <a:pt x="6235" y="27346"/>
                          <a:pt x="9201" y="25068"/>
                        </a:cubicBezTo>
                        <a:cubicBezTo>
                          <a:pt x="12168" y="22789"/>
                          <a:pt x="15739" y="21649"/>
                          <a:pt x="19856" y="21649"/>
                        </a:cubicBezTo>
                        <a:cubicBezTo>
                          <a:pt x="22822" y="21649"/>
                          <a:pt x="25425" y="22189"/>
                          <a:pt x="27604" y="23328"/>
                        </a:cubicBezTo>
                        <a:cubicBezTo>
                          <a:pt x="29844" y="24468"/>
                          <a:pt x="31721" y="26027"/>
                          <a:pt x="33295" y="28126"/>
                        </a:cubicBezTo>
                        <a:lnTo>
                          <a:pt x="33295" y="8756"/>
                        </a:lnTo>
                        <a:lnTo>
                          <a:pt x="25728" y="7316"/>
                        </a:lnTo>
                        <a:lnTo>
                          <a:pt x="25728" y="0"/>
                        </a:lnTo>
                        <a:lnTo>
                          <a:pt x="45341" y="0"/>
                        </a:lnTo>
                        <a:lnTo>
                          <a:pt x="45341" y="65128"/>
                        </a:lnTo>
                        <a:lnTo>
                          <a:pt x="52484" y="66567"/>
                        </a:lnTo>
                        <a:lnTo>
                          <a:pt x="52484" y="73883"/>
                        </a:lnTo>
                        <a:lnTo>
                          <a:pt x="34929" y="73883"/>
                        </a:lnTo>
                        <a:lnTo>
                          <a:pt x="33960" y="67706"/>
                        </a:lnTo>
                        <a:cubicBezTo>
                          <a:pt x="32326" y="70045"/>
                          <a:pt x="30328" y="71844"/>
                          <a:pt x="28028" y="73104"/>
                        </a:cubicBezTo>
                        <a:cubicBezTo>
                          <a:pt x="25728" y="74363"/>
                          <a:pt x="22943" y="74903"/>
                          <a:pt x="19856" y="74903"/>
                        </a:cubicBezTo>
                        <a:close/>
                        <a:moveTo>
                          <a:pt x="23246" y="65427"/>
                        </a:moveTo>
                        <a:cubicBezTo>
                          <a:pt x="25546" y="65427"/>
                          <a:pt x="27483" y="64948"/>
                          <a:pt x="29178" y="63928"/>
                        </a:cubicBezTo>
                        <a:cubicBezTo>
                          <a:pt x="30813" y="62909"/>
                          <a:pt x="32205" y="61469"/>
                          <a:pt x="33295" y="59610"/>
                        </a:cubicBezTo>
                        <a:lnTo>
                          <a:pt x="33295" y="37062"/>
                        </a:lnTo>
                        <a:cubicBezTo>
                          <a:pt x="32265" y="35262"/>
                          <a:pt x="30873" y="33763"/>
                          <a:pt x="29239" y="32744"/>
                        </a:cubicBezTo>
                        <a:cubicBezTo>
                          <a:pt x="27544" y="31664"/>
                          <a:pt x="25607" y="31184"/>
                          <a:pt x="23367" y="31184"/>
                        </a:cubicBezTo>
                        <a:cubicBezTo>
                          <a:pt x="20764" y="31184"/>
                          <a:pt x="18585" y="31904"/>
                          <a:pt x="16950" y="33403"/>
                        </a:cubicBezTo>
                        <a:cubicBezTo>
                          <a:pt x="15255" y="34903"/>
                          <a:pt x="14044" y="37002"/>
                          <a:pt x="13257" y="39640"/>
                        </a:cubicBezTo>
                        <a:cubicBezTo>
                          <a:pt x="12470" y="42279"/>
                          <a:pt x="12047" y="45397"/>
                          <a:pt x="12047" y="48936"/>
                        </a:cubicBezTo>
                        <a:lnTo>
                          <a:pt x="12047" y="49955"/>
                        </a:lnTo>
                        <a:cubicBezTo>
                          <a:pt x="12047" y="54693"/>
                          <a:pt x="12955" y="58471"/>
                          <a:pt x="14710" y="61290"/>
                        </a:cubicBezTo>
                        <a:cubicBezTo>
                          <a:pt x="16466" y="64108"/>
                          <a:pt x="19311" y="65487"/>
                          <a:pt x="23306" y="65487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7" name="Freeform 158">
                    <a:extLst>
                      <a:ext uri="{FF2B5EF4-FFF2-40B4-BE49-F238E27FC236}">
                        <a16:creationId xmlns:a16="http://schemas.microsoft.com/office/drawing/2014/main" id="{FA7E428B-5E1C-B81D-09EF-220542FB4694}"/>
                      </a:ext>
                    </a:extLst>
                  </p:cNvPr>
                  <p:cNvSpPr/>
                  <p:nvPr/>
                </p:nvSpPr>
                <p:spPr>
                  <a:xfrm>
                    <a:off x="2617657" y="336057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1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4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4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2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500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8" name="Freeform 159">
                    <a:extLst>
                      <a:ext uri="{FF2B5EF4-FFF2-40B4-BE49-F238E27FC236}">
                        <a16:creationId xmlns:a16="http://schemas.microsoft.com/office/drawing/2014/main" id="{BADE6B28-9957-4F56-E250-5D605943F9B3}"/>
                      </a:ext>
                    </a:extLst>
                  </p:cNvPr>
                  <p:cNvSpPr/>
                  <p:nvPr/>
                </p:nvSpPr>
                <p:spPr>
                  <a:xfrm>
                    <a:off x="2667963" y="336057"/>
                    <a:ext cx="87837" cy="52413"/>
                  </a:xfrm>
                  <a:custGeom>
                    <a:avLst/>
                    <a:gdLst>
                      <a:gd name="connsiteX0" fmla="*/ 363 w 87837"/>
                      <a:gd name="connsiteY0" fmla="*/ 52234 h 52413"/>
                      <a:gd name="connsiteX1" fmla="*/ 363 w 87837"/>
                      <a:gd name="connsiteY1" fmla="*/ 44918 h 52413"/>
                      <a:gd name="connsiteX2" fmla="*/ 7567 w 87837"/>
                      <a:gd name="connsiteY2" fmla="*/ 43478 h 52413"/>
                      <a:gd name="connsiteX3" fmla="*/ 7567 w 87837"/>
                      <a:gd name="connsiteY3" fmla="*/ 9715 h 52413"/>
                      <a:gd name="connsiteX4" fmla="*/ 0 w 87837"/>
                      <a:gd name="connsiteY4" fmla="*/ 8276 h 52413"/>
                      <a:gd name="connsiteX5" fmla="*/ 0 w 87837"/>
                      <a:gd name="connsiteY5" fmla="*/ 960 h 52413"/>
                      <a:gd name="connsiteX6" fmla="*/ 18645 w 87837"/>
                      <a:gd name="connsiteY6" fmla="*/ 960 h 52413"/>
                      <a:gd name="connsiteX7" fmla="*/ 19190 w 87837"/>
                      <a:gd name="connsiteY7" fmla="*/ 7676 h 52413"/>
                      <a:gd name="connsiteX8" fmla="*/ 25546 w 87837"/>
                      <a:gd name="connsiteY8" fmla="*/ 2039 h 52413"/>
                      <a:gd name="connsiteX9" fmla="*/ 34384 w 87837"/>
                      <a:gd name="connsiteY9" fmla="*/ 0 h 52413"/>
                      <a:gd name="connsiteX10" fmla="*/ 43041 w 87837"/>
                      <a:gd name="connsiteY10" fmla="*/ 2219 h 52413"/>
                      <a:gd name="connsiteX11" fmla="*/ 48489 w 87837"/>
                      <a:gd name="connsiteY11" fmla="*/ 8996 h 52413"/>
                      <a:gd name="connsiteX12" fmla="*/ 54785 w 87837"/>
                      <a:gd name="connsiteY12" fmla="*/ 2399 h 52413"/>
                      <a:gd name="connsiteX13" fmla="*/ 63926 w 87837"/>
                      <a:gd name="connsiteY13" fmla="*/ 0 h 52413"/>
                      <a:gd name="connsiteX14" fmla="*/ 76154 w 87837"/>
                      <a:gd name="connsiteY14" fmla="*/ 5277 h 52413"/>
                      <a:gd name="connsiteX15" fmla="*/ 80634 w 87837"/>
                      <a:gd name="connsiteY15" fmla="*/ 21169 h 52413"/>
                      <a:gd name="connsiteX16" fmla="*/ 80634 w 87837"/>
                      <a:gd name="connsiteY16" fmla="*/ 43478 h 52413"/>
                      <a:gd name="connsiteX17" fmla="*/ 87837 w 87837"/>
                      <a:gd name="connsiteY17" fmla="*/ 44918 h 52413"/>
                      <a:gd name="connsiteX18" fmla="*/ 87837 w 87837"/>
                      <a:gd name="connsiteY18" fmla="*/ 52234 h 52413"/>
                      <a:gd name="connsiteX19" fmla="*/ 61807 w 87837"/>
                      <a:gd name="connsiteY19" fmla="*/ 52234 h 52413"/>
                      <a:gd name="connsiteX20" fmla="*/ 61807 w 87837"/>
                      <a:gd name="connsiteY20" fmla="*/ 44918 h 52413"/>
                      <a:gd name="connsiteX21" fmla="*/ 68587 w 87837"/>
                      <a:gd name="connsiteY21" fmla="*/ 43478 h 52413"/>
                      <a:gd name="connsiteX22" fmla="*/ 68587 w 87837"/>
                      <a:gd name="connsiteY22" fmla="*/ 21169 h 52413"/>
                      <a:gd name="connsiteX23" fmla="*/ 66408 w 87837"/>
                      <a:gd name="connsiteY23" fmla="*/ 12114 h 52413"/>
                      <a:gd name="connsiteX24" fmla="*/ 59931 w 87837"/>
                      <a:gd name="connsiteY24" fmla="*/ 9535 h 52413"/>
                      <a:gd name="connsiteX25" fmla="*/ 53393 w 87837"/>
                      <a:gd name="connsiteY25" fmla="*/ 12054 h 52413"/>
                      <a:gd name="connsiteX26" fmla="*/ 50063 w 87837"/>
                      <a:gd name="connsiteY26" fmla="*/ 18471 h 52413"/>
                      <a:gd name="connsiteX27" fmla="*/ 50063 w 87837"/>
                      <a:gd name="connsiteY27" fmla="*/ 43598 h 52413"/>
                      <a:gd name="connsiteX28" fmla="*/ 56601 w 87837"/>
                      <a:gd name="connsiteY28" fmla="*/ 45038 h 52413"/>
                      <a:gd name="connsiteX29" fmla="*/ 56601 w 87837"/>
                      <a:gd name="connsiteY29" fmla="*/ 52354 h 52413"/>
                      <a:gd name="connsiteX30" fmla="*/ 31539 w 87837"/>
                      <a:gd name="connsiteY30" fmla="*/ 52354 h 52413"/>
                      <a:gd name="connsiteX31" fmla="*/ 31539 w 87837"/>
                      <a:gd name="connsiteY31" fmla="*/ 45038 h 52413"/>
                      <a:gd name="connsiteX32" fmla="*/ 38077 w 87837"/>
                      <a:gd name="connsiteY32" fmla="*/ 43598 h 52413"/>
                      <a:gd name="connsiteX33" fmla="*/ 38077 w 87837"/>
                      <a:gd name="connsiteY33" fmla="*/ 21289 h 52413"/>
                      <a:gd name="connsiteX34" fmla="*/ 35837 w 87837"/>
                      <a:gd name="connsiteY34" fmla="*/ 12294 h 52413"/>
                      <a:gd name="connsiteX35" fmla="*/ 29360 w 87837"/>
                      <a:gd name="connsiteY35" fmla="*/ 9595 h 52413"/>
                      <a:gd name="connsiteX36" fmla="*/ 23427 w 87837"/>
                      <a:gd name="connsiteY36" fmla="*/ 11035 h 52413"/>
                      <a:gd name="connsiteX37" fmla="*/ 19553 w 87837"/>
                      <a:gd name="connsiteY37" fmla="*/ 15053 h 52413"/>
                      <a:gd name="connsiteX38" fmla="*/ 19553 w 87837"/>
                      <a:gd name="connsiteY38" fmla="*/ 43658 h 52413"/>
                      <a:gd name="connsiteX39" fmla="*/ 26273 w 87837"/>
                      <a:gd name="connsiteY39" fmla="*/ 45098 h 52413"/>
                      <a:gd name="connsiteX40" fmla="*/ 26273 w 87837"/>
                      <a:gd name="connsiteY40" fmla="*/ 52414 h 52413"/>
                      <a:gd name="connsiteX41" fmla="*/ 363 w 87837"/>
                      <a:gd name="connsiteY41" fmla="*/ 52414 h 524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7837" h="52413">
                        <a:moveTo>
                          <a:pt x="363" y="52234"/>
                        </a:moveTo>
                        <a:lnTo>
                          <a:pt x="363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190" y="7676"/>
                        </a:lnTo>
                        <a:cubicBezTo>
                          <a:pt x="20885" y="5277"/>
                          <a:pt x="23004" y="3358"/>
                          <a:pt x="25546" y="2039"/>
                        </a:cubicBezTo>
                        <a:cubicBezTo>
                          <a:pt x="28089" y="720"/>
                          <a:pt x="30994" y="0"/>
                          <a:pt x="34384" y="0"/>
                        </a:cubicBezTo>
                        <a:cubicBezTo>
                          <a:pt x="37774" y="0"/>
                          <a:pt x="40620" y="720"/>
                          <a:pt x="43041" y="2219"/>
                        </a:cubicBezTo>
                        <a:cubicBezTo>
                          <a:pt x="45462" y="3718"/>
                          <a:pt x="47278" y="5997"/>
                          <a:pt x="48489" y="8996"/>
                        </a:cubicBezTo>
                        <a:cubicBezTo>
                          <a:pt x="50063" y="6177"/>
                          <a:pt x="52182" y="3958"/>
                          <a:pt x="54785" y="2399"/>
                        </a:cubicBezTo>
                        <a:cubicBezTo>
                          <a:pt x="57388" y="780"/>
                          <a:pt x="60415" y="0"/>
                          <a:pt x="63926" y="0"/>
                        </a:cubicBezTo>
                        <a:cubicBezTo>
                          <a:pt x="69132" y="0"/>
                          <a:pt x="73188" y="1739"/>
                          <a:pt x="76154" y="5277"/>
                        </a:cubicBezTo>
                        <a:cubicBezTo>
                          <a:pt x="79120" y="8756"/>
                          <a:pt x="80634" y="14093"/>
                          <a:pt x="80634" y="21169"/>
                        </a:cubicBezTo>
                        <a:lnTo>
                          <a:pt x="80634" y="43478"/>
                        </a:lnTo>
                        <a:lnTo>
                          <a:pt x="87837" y="44918"/>
                        </a:lnTo>
                        <a:lnTo>
                          <a:pt x="87837" y="52234"/>
                        </a:lnTo>
                        <a:lnTo>
                          <a:pt x="61807" y="52234"/>
                        </a:lnTo>
                        <a:lnTo>
                          <a:pt x="61807" y="44918"/>
                        </a:lnTo>
                        <a:lnTo>
                          <a:pt x="68587" y="43478"/>
                        </a:lnTo>
                        <a:lnTo>
                          <a:pt x="68587" y="21169"/>
                        </a:lnTo>
                        <a:cubicBezTo>
                          <a:pt x="68587" y="16852"/>
                          <a:pt x="67861" y="13793"/>
                          <a:pt x="66408" y="12114"/>
                        </a:cubicBezTo>
                        <a:cubicBezTo>
                          <a:pt x="64955" y="10375"/>
                          <a:pt x="62776" y="9535"/>
                          <a:pt x="59931" y="9535"/>
                        </a:cubicBezTo>
                        <a:cubicBezTo>
                          <a:pt x="57267" y="9535"/>
                          <a:pt x="55088" y="10375"/>
                          <a:pt x="53393" y="12054"/>
                        </a:cubicBezTo>
                        <a:cubicBezTo>
                          <a:pt x="51698" y="13733"/>
                          <a:pt x="50608" y="15832"/>
                          <a:pt x="50063" y="18471"/>
                        </a:cubicBezTo>
                        <a:lnTo>
                          <a:pt x="50063" y="43598"/>
                        </a:lnTo>
                        <a:lnTo>
                          <a:pt x="56601" y="45038"/>
                        </a:lnTo>
                        <a:lnTo>
                          <a:pt x="56601" y="52354"/>
                        </a:lnTo>
                        <a:lnTo>
                          <a:pt x="31539" y="52354"/>
                        </a:lnTo>
                        <a:lnTo>
                          <a:pt x="31539" y="45038"/>
                        </a:lnTo>
                        <a:lnTo>
                          <a:pt x="38077" y="43598"/>
                        </a:lnTo>
                        <a:lnTo>
                          <a:pt x="38077" y="21289"/>
                        </a:lnTo>
                        <a:cubicBezTo>
                          <a:pt x="38077" y="17151"/>
                          <a:pt x="37351" y="14153"/>
                          <a:pt x="35837" y="12294"/>
                        </a:cubicBezTo>
                        <a:cubicBezTo>
                          <a:pt x="34324" y="10495"/>
                          <a:pt x="32205" y="9595"/>
                          <a:pt x="29360" y="9595"/>
                        </a:cubicBezTo>
                        <a:cubicBezTo>
                          <a:pt x="26999" y="9595"/>
                          <a:pt x="25001" y="10075"/>
                          <a:pt x="23427" y="11035"/>
                        </a:cubicBezTo>
                        <a:cubicBezTo>
                          <a:pt x="21793" y="11994"/>
                          <a:pt x="20522" y="13313"/>
                          <a:pt x="19553" y="15053"/>
                        </a:cubicBezTo>
                        <a:lnTo>
                          <a:pt x="19553" y="43658"/>
                        </a:lnTo>
                        <a:lnTo>
                          <a:pt x="26273" y="45098"/>
                        </a:lnTo>
                        <a:lnTo>
                          <a:pt x="26273" y="52414"/>
                        </a:lnTo>
                        <a:lnTo>
                          <a:pt x="363" y="5241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9" name="Freeform 160">
                    <a:extLst>
                      <a:ext uri="{FF2B5EF4-FFF2-40B4-BE49-F238E27FC236}">
                        <a16:creationId xmlns:a16="http://schemas.microsoft.com/office/drawing/2014/main" id="{2166FED1-C2E4-2C4D-9BF7-B4797AAC466C}"/>
                      </a:ext>
                    </a:extLst>
                  </p:cNvPr>
                  <p:cNvSpPr/>
                  <p:nvPr/>
                </p:nvSpPr>
                <p:spPr>
                  <a:xfrm>
                    <a:off x="2755619" y="337137"/>
                    <a:ext cx="57448" cy="71844"/>
                  </a:xfrm>
                  <a:custGeom>
                    <a:avLst/>
                    <a:gdLst>
                      <a:gd name="connsiteX0" fmla="*/ 15134 w 57448"/>
                      <a:gd name="connsiteY0" fmla="*/ 71844 h 71844"/>
                      <a:gd name="connsiteX1" fmla="*/ 11744 w 57448"/>
                      <a:gd name="connsiteY1" fmla="*/ 71544 h 71844"/>
                      <a:gd name="connsiteX2" fmla="*/ 8354 w 57448"/>
                      <a:gd name="connsiteY2" fmla="*/ 70825 h 71844"/>
                      <a:gd name="connsiteX3" fmla="*/ 9686 w 57448"/>
                      <a:gd name="connsiteY3" fmla="*/ 61889 h 71844"/>
                      <a:gd name="connsiteX4" fmla="*/ 11744 w 57448"/>
                      <a:gd name="connsiteY4" fmla="*/ 62129 h 71844"/>
                      <a:gd name="connsiteX5" fmla="*/ 13681 w 57448"/>
                      <a:gd name="connsiteY5" fmla="*/ 62249 h 71844"/>
                      <a:gd name="connsiteX6" fmla="*/ 18766 w 57448"/>
                      <a:gd name="connsiteY6" fmla="*/ 60390 h 71844"/>
                      <a:gd name="connsiteX7" fmla="*/ 22096 w 57448"/>
                      <a:gd name="connsiteY7" fmla="*/ 55233 h 71844"/>
                      <a:gd name="connsiteX8" fmla="*/ 23670 w 57448"/>
                      <a:gd name="connsiteY8" fmla="*/ 51095 h 71844"/>
                      <a:gd name="connsiteX9" fmla="*/ 5993 w 57448"/>
                      <a:gd name="connsiteY9" fmla="*/ 8156 h 71844"/>
                      <a:gd name="connsiteX10" fmla="*/ 0 w 57448"/>
                      <a:gd name="connsiteY10" fmla="*/ 7316 h 71844"/>
                      <a:gd name="connsiteX11" fmla="*/ 0 w 57448"/>
                      <a:gd name="connsiteY11" fmla="*/ 0 h 71844"/>
                      <a:gd name="connsiteX12" fmla="*/ 25001 w 57448"/>
                      <a:gd name="connsiteY12" fmla="*/ 0 h 71844"/>
                      <a:gd name="connsiteX13" fmla="*/ 25001 w 57448"/>
                      <a:gd name="connsiteY13" fmla="*/ 7316 h 71844"/>
                      <a:gd name="connsiteX14" fmla="*/ 18645 w 57448"/>
                      <a:gd name="connsiteY14" fmla="*/ 8276 h 71844"/>
                      <a:gd name="connsiteX15" fmla="*/ 27604 w 57448"/>
                      <a:gd name="connsiteY15" fmla="*/ 32144 h 71844"/>
                      <a:gd name="connsiteX16" fmla="*/ 29178 w 57448"/>
                      <a:gd name="connsiteY16" fmla="*/ 36582 h 71844"/>
                      <a:gd name="connsiteX17" fmla="*/ 29481 w 57448"/>
                      <a:gd name="connsiteY17" fmla="*/ 36582 h 71844"/>
                      <a:gd name="connsiteX18" fmla="*/ 40075 w 57448"/>
                      <a:gd name="connsiteY18" fmla="*/ 8216 h 71844"/>
                      <a:gd name="connsiteX19" fmla="*/ 33718 w 57448"/>
                      <a:gd name="connsiteY19" fmla="*/ 7316 h 71844"/>
                      <a:gd name="connsiteX20" fmla="*/ 33718 w 57448"/>
                      <a:gd name="connsiteY20" fmla="*/ 0 h 71844"/>
                      <a:gd name="connsiteX21" fmla="*/ 57448 w 57448"/>
                      <a:gd name="connsiteY21" fmla="*/ 0 h 71844"/>
                      <a:gd name="connsiteX22" fmla="*/ 57448 w 57448"/>
                      <a:gd name="connsiteY22" fmla="*/ 7316 h 71844"/>
                      <a:gd name="connsiteX23" fmla="*/ 51879 w 57448"/>
                      <a:gd name="connsiteY23" fmla="*/ 8096 h 71844"/>
                      <a:gd name="connsiteX24" fmla="*/ 31842 w 57448"/>
                      <a:gd name="connsiteY24" fmla="*/ 58891 h 71844"/>
                      <a:gd name="connsiteX25" fmla="*/ 28270 w 57448"/>
                      <a:gd name="connsiteY25" fmla="*/ 65427 h 71844"/>
                      <a:gd name="connsiteX26" fmla="*/ 22943 w 57448"/>
                      <a:gd name="connsiteY26" fmla="*/ 70105 h 71844"/>
                      <a:gd name="connsiteX27" fmla="*/ 15073 w 57448"/>
                      <a:gd name="connsiteY27" fmla="*/ 71844 h 718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57448" h="71844">
                        <a:moveTo>
                          <a:pt x="15134" y="71844"/>
                        </a:moveTo>
                        <a:cubicBezTo>
                          <a:pt x="14165" y="71844"/>
                          <a:pt x="13015" y="71724"/>
                          <a:pt x="11744" y="71544"/>
                        </a:cubicBezTo>
                        <a:cubicBezTo>
                          <a:pt x="10473" y="71365"/>
                          <a:pt x="9323" y="71125"/>
                          <a:pt x="8354" y="70825"/>
                        </a:cubicBezTo>
                        <a:lnTo>
                          <a:pt x="9686" y="61889"/>
                        </a:lnTo>
                        <a:cubicBezTo>
                          <a:pt x="10231" y="62009"/>
                          <a:pt x="10957" y="62069"/>
                          <a:pt x="11744" y="62129"/>
                        </a:cubicBezTo>
                        <a:cubicBezTo>
                          <a:pt x="12531" y="62189"/>
                          <a:pt x="13197" y="62249"/>
                          <a:pt x="13681" y="62249"/>
                        </a:cubicBezTo>
                        <a:cubicBezTo>
                          <a:pt x="15679" y="62249"/>
                          <a:pt x="17374" y="61649"/>
                          <a:pt x="18766" y="60390"/>
                        </a:cubicBezTo>
                        <a:cubicBezTo>
                          <a:pt x="20158" y="59131"/>
                          <a:pt x="21248" y="57391"/>
                          <a:pt x="22096" y="55233"/>
                        </a:cubicBezTo>
                        <a:lnTo>
                          <a:pt x="23670" y="51095"/>
                        </a:lnTo>
                        <a:lnTo>
                          <a:pt x="5993" y="81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25001" y="0"/>
                        </a:lnTo>
                        <a:lnTo>
                          <a:pt x="25001" y="7316"/>
                        </a:lnTo>
                        <a:lnTo>
                          <a:pt x="18645" y="8276"/>
                        </a:lnTo>
                        <a:lnTo>
                          <a:pt x="27604" y="32144"/>
                        </a:lnTo>
                        <a:lnTo>
                          <a:pt x="29178" y="36582"/>
                        </a:lnTo>
                        <a:lnTo>
                          <a:pt x="29481" y="36582"/>
                        </a:lnTo>
                        <a:lnTo>
                          <a:pt x="40075" y="8216"/>
                        </a:lnTo>
                        <a:lnTo>
                          <a:pt x="33718" y="7316"/>
                        </a:lnTo>
                        <a:lnTo>
                          <a:pt x="33718" y="0"/>
                        </a:lnTo>
                        <a:lnTo>
                          <a:pt x="57448" y="0"/>
                        </a:lnTo>
                        <a:lnTo>
                          <a:pt x="57448" y="7316"/>
                        </a:lnTo>
                        <a:lnTo>
                          <a:pt x="51879" y="8096"/>
                        </a:lnTo>
                        <a:lnTo>
                          <a:pt x="31842" y="58891"/>
                        </a:lnTo>
                        <a:cubicBezTo>
                          <a:pt x="30873" y="61290"/>
                          <a:pt x="29723" y="63448"/>
                          <a:pt x="28270" y="65427"/>
                        </a:cubicBezTo>
                        <a:cubicBezTo>
                          <a:pt x="26878" y="67407"/>
                          <a:pt x="25062" y="68966"/>
                          <a:pt x="22943" y="70105"/>
                        </a:cubicBezTo>
                        <a:cubicBezTo>
                          <a:pt x="20764" y="71245"/>
                          <a:pt x="18161" y="71844"/>
                          <a:pt x="15073" y="7184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0" name="Freeform 161">
                    <a:extLst>
                      <a:ext uri="{FF2B5EF4-FFF2-40B4-BE49-F238E27FC236}">
                        <a16:creationId xmlns:a16="http://schemas.microsoft.com/office/drawing/2014/main" id="{33F40E57-FFCA-045A-2E23-28E48FC2D179}"/>
                      </a:ext>
                    </a:extLst>
                  </p:cNvPr>
                  <p:cNvSpPr/>
                  <p:nvPr/>
                </p:nvSpPr>
                <p:spPr>
                  <a:xfrm>
                    <a:off x="2841035" y="313448"/>
                    <a:ext cx="34021" cy="74842"/>
                  </a:xfrm>
                  <a:custGeom>
                    <a:avLst/>
                    <a:gdLst>
                      <a:gd name="connsiteX0" fmla="*/ 666 w 34021"/>
                      <a:gd name="connsiteY0" fmla="*/ 74843 h 74842"/>
                      <a:gd name="connsiteX1" fmla="*/ 666 w 34021"/>
                      <a:gd name="connsiteY1" fmla="*/ 67526 h 74842"/>
                      <a:gd name="connsiteX2" fmla="*/ 7870 w 34021"/>
                      <a:gd name="connsiteY2" fmla="*/ 66087 h 74842"/>
                      <a:gd name="connsiteX3" fmla="*/ 7870 w 34021"/>
                      <a:gd name="connsiteY3" fmla="*/ 32144 h 74842"/>
                      <a:gd name="connsiteX4" fmla="*/ 0 w 34021"/>
                      <a:gd name="connsiteY4" fmla="*/ 32144 h 74842"/>
                      <a:gd name="connsiteX5" fmla="*/ 0 w 34021"/>
                      <a:gd name="connsiteY5" fmla="*/ 23628 h 74842"/>
                      <a:gd name="connsiteX6" fmla="*/ 7870 w 34021"/>
                      <a:gd name="connsiteY6" fmla="*/ 23628 h 74842"/>
                      <a:gd name="connsiteX7" fmla="*/ 7870 w 34021"/>
                      <a:gd name="connsiteY7" fmla="*/ 17631 h 74842"/>
                      <a:gd name="connsiteX8" fmla="*/ 12591 w 34021"/>
                      <a:gd name="connsiteY8" fmla="*/ 4618 h 74842"/>
                      <a:gd name="connsiteX9" fmla="*/ 25728 w 34021"/>
                      <a:gd name="connsiteY9" fmla="*/ 0 h 74842"/>
                      <a:gd name="connsiteX10" fmla="*/ 29904 w 34021"/>
                      <a:gd name="connsiteY10" fmla="*/ 300 h 74842"/>
                      <a:gd name="connsiteX11" fmla="*/ 34021 w 34021"/>
                      <a:gd name="connsiteY11" fmla="*/ 1079 h 74842"/>
                      <a:gd name="connsiteX12" fmla="*/ 32810 w 34021"/>
                      <a:gd name="connsiteY12" fmla="*/ 10015 h 74842"/>
                      <a:gd name="connsiteX13" fmla="*/ 30328 w 34021"/>
                      <a:gd name="connsiteY13" fmla="*/ 9595 h 74842"/>
                      <a:gd name="connsiteX14" fmla="*/ 27423 w 34021"/>
                      <a:gd name="connsiteY14" fmla="*/ 9415 h 74842"/>
                      <a:gd name="connsiteX15" fmla="*/ 21732 w 34021"/>
                      <a:gd name="connsiteY15" fmla="*/ 11514 h 74842"/>
                      <a:gd name="connsiteX16" fmla="*/ 19856 w 34021"/>
                      <a:gd name="connsiteY16" fmla="*/ 17571 h 74842"/>
                      <a:gd name="connsiteX17" fmla="*/ 19856 w 34021"/>
                      <a:gd name="connsiteY17" fmla="*/ 23568 h 74842"/>
                      <a:gd name="connsiteX18" fmla="*/ 31418 w 34021"/>
                      <a:gd name="connsiteY18" fmla="*/ 23568 h 74842"/>
                      <a:gd name="connsiteX19" fmla="*/ 31418 w 34021"/>
                      <a:gd name="connsiteY19" fmla="*/ 32084 h 74842"/>
                      <a:gd name="connsiteX20" fmla="*/ 19856 w 34021"/>
                      <a:gd name="connsiteY20" fmla="*/ 32084 h 74842"/>
                      <a:gd name="connsiteX21" fmla="*/ 19856 w 34021"/>
                      <a:gd name="connsiteY21" fmla="*/ 66027 h 74842"/>
                      <a:gd name="connsiteX22" fmla="*/ 28875 w 34021"/>
                      <a:gd name="connsiteY22" fmla="*/ 67466 h 74842"/>
                      <a:gd name="connsiteX23" fmla="*/ 28875 w 34021"/>
                      <a:gd name="connsiteY23" fmla="*/ 74783 h 74842"/>
                      <a:gd name="connsiteX24" fmla="*/ 666 w 34021"/>
                      <a:gd name="connsiteY24" fmla="*/ 74783 h 748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34021" h="74842">
                        <a:moveTo>
                          <a:pt x="666" y="74843"/>
                        </a:moveTo>
                        <a:lnTo>
                          <a:pt x="666" y="67526"/>
                        </a:lnTo>
                        <a:lnTo>
                          <a:pt x="7870" y="66087"/>
                        </a:lnTo>
                        <a:lnTo>
                          <a:pt x="7870" y="32144"/>
                        </a:lnTo>
                        <a:lnTo>
                          <a:pt x="0" y="32144"/>
                        </a:lnTo>
                        <a:lnTo>
                          <a:pt x="0" y="23628"/>
                        </a:lnTo>
                        <a:lnTo>
                          <a:pt x="7870" y="23628"/>
                        </a:lnTo>
                        <a:lnTo>
                          <a:pt x="7870" y="17631"/>
                        </a:lnTo>
                        <a:cubicBezTo>
                          <a:pt x="7870" y="11994"/>
                          <a:pt x="9444" y="7676"/>
                          <a:pt x="12591" y="4618"/>
                        </a:cubicBezTo>
                        <a:cubicBezTo>
                          <a:pt x="15739" y="1559"/>
                          <a:pt x="20098" y="0"/>
                          <a:pt x="25728" y="0"/>
                        </a:cubicBezTo>
                        <a:cubicBezTo>
                          <a:pt x="27059" y="0"/>
                          <a:pt x="28452" y="120"/>
                          <a:pt x="29904" y="300"/>
                        </a:cubicBezTo>
                        <a:cubicBezTo>
                          <a:pt x="31418" y="480"/>
                          <a:pt x="32750" y="780"/>
                          <a:pt x="34021" y="1079"/>
                        </a:cubicBezTo>
                        <a:lnTo>
                          <a:pt x="32810" y="10015"/>
                        </a:lnTo>
                        <a:cubicBezTo>
                          <a:pt x="32144" y="9835"/>
                          <a:pt x="31297" y="9715"/>
                          <a:pt x="30328" y="9595"/>
                        </a:cubicBezTo>
                        <a:cubicBezTo>
                          <a:pt x="29360" y="9475"/>
                          <a:pt x="28391" y="9415"/>
                          <a:pt x="27423" y="9415"/>
                        </a:cubicBezTo>
                        <a:cubicBezTo>
                          <a:pt x="24880" y="9415"/>
                          <a:pt x="22943" y="10135"/>
                          <a:pt x="21732" y="11514"/>
                        </a:cubicBezTo>
                        <a:cubicBezTo>
                          <a:pt x="20461" y="12894"/>
                          <a:pt x="19856" y="14933"/>
                          <a:pt x="19856" y="17571"/>
                        </a:cubicBezTo>
                        <a:lnTo>
                          <a:pt x="19856" y="23568"/>
                        </a:lnTo>
                        <a:lnTo>
                          <a:pt x="31418" y="23568"/>
                        </a:lnTo>
                        <a:lnTo>
                          <a:pt x="31418" y="32084"/>
                        </a:lnTo>
                        <a:lnTo>
                          <a:pt x="19856" y="32084"/>
                        </a:lnTo>
                        <a:lnTo>
                          <a:pt x="19856" y="66027"/>
                        </a:lnTo>
                        <a:lnTo>
                          <a:pt x="28875" y="67466"/>
                        </a:lnTo>
                        <a:lnTo>
                          <a:pt x="28875" y="74783"/>
                        </a:lnTo>
                        <a:lnTo>
                          <a:pt x="666" y="747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1" name="Freeform 162">
                    <a:extLst>
                      <a:ext uri="{FF2B5EF4-FFF2-40B4-BE49-F238E27FC236}">
                        <a16:creationId xmlns:a16="http://schemas.microsoft.com/office/drawing/2014/main" id="{CE26FE0C-5B9A-3CBD-A10C-DAE00F4BD993}"/>
                      </a:ext>
                    </a:extLst>
                  </p:cNvPr>
                  <p:cNvSpPr/>
                  <p:nvPr/>
                </p:nvSpPr>
                <p:spPr>
                  <a:xfrm>
                    <a:off x="2878082" y="336117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3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6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6" y="563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2" y="1139"/>
                          <a:pt x="36563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2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6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2" name="Freeform 163">
                    <a:extLst>
                      <a:ext uri="{FF2B5EF4-FFF2-40B4-BE49-F238E27FC236}">
                        <a16:creationId xmlns:a16="http://schemas.microsoft.com/office/drawing/2014/main" id="{5738FC03-1929-47AA-DF85-B8C8B5C449A2}"/>
                      </a:ext>
                    </a:extLst>
                  </p:cNvPr>
                  <p:cNvSpPr/>
                  <p:nvPr/>
                </p:nvSpPr>
                <p:spPr>
                  <a:xfrm>
                    <a:off x="2932504" y="336057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2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2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9" name="Graphic 6">
                  <a:extLst>
                    <a:ext uri="{FF2B5EF4-FFF2-40B4-BE49-F238E27FC236}">
                      <a16:creationId xmlns:a16="http://schemas.microsoft.com/office/drawing/2014/main" id="{2FBA2F3A-B513-2393-47C0-12205C39F73C}"/>
                    </a:ext>
                  </a:extLst>
                </p:cNvPr>
                <p:cNvGrpSpPr/>
                <p:nvPr/>
              </p:nvGrpSpPr>
              <p:grpSpPr>
                <a:xfrm>
                  <a:off x="2094326" y="420855"/>
                  <a:ext cx="973657" cy="93673"/>
                  <a:chOff x="2094326" y="420855"/>
                  <a:chExt cx="973657" cy="93673"/>
                </a:xfrm>
                <a:solidFill>
                  <a:srgbClr val="585860"/>
                </a:solidFill>
              </p:grpSpPr>
              <p:sp>
                <p:nvSpPr>
                  <p:cNvPr id="20" name="Freeform 131">
                    <a:extLst>
                      <a:ext uri="{FF2B5EF4-FFF2-40B4-BE49-F238E27FC236}">
                        <a16:creationId xmlns:a16="http://schemas.microsoft.com/office/drawing/2014/main" id="{B2E5D62C-CB08-BDCD-1234-C245444DCB4E}"/>
                      </a:ext>
                    </a:extLst>
                  </p:cNvPr>
                  <p:cNvSpPr/>
                  <p:nvPr/>
                </p:nvSpPr>
                <p:spPr>
                  <a:xfrm>
                    <a:off x="2094326" y="424813"/>
                    <a:ext cx="54905" cy="70884"/>
                  </a:xfrm>
                  <a:custGeom>
                    <a:avLst/>
                    <a:gdLst>
                      <a:gd name="connsiteX0" fmla="*/ 32568 w 54905"/>
                      <a:gd name="connsiteY0" fmla="*/ 70885 h 70884"/>
                      <a:gd name="connsiteX1" fmla="*/ 15013 w 54905"/>
                      <a:gd name="connsiteY1" fmla="*/ 66567 h 70884"/>
                      <a:gd name="connsiteX2" fmla="*/ 3874 w 54905"/>
                      <a:gd name="connsiteY2" fmla="*/ 54453 h 70884"/>
                      <a:gd name="connsiteX3" fmla="*/ 0 w 54905"/>
                      <a:gd name="connsiteY3" fmla="*/ 36342 h 70884"/>
                      <a:gd name="connsiteX4" fmla="*/ 0 w 54905"/>
                      <a:gd name="connsiteY4" fmla="*/ 34603 h 70884"/>
                      <a:gd name="connsiteX5" fmla="*/ 3814 w 54905"/>
                      <a:gd name="connsiteY5" fmla="*/ 16732 h 70884"/>
                      <a:gd name="connsiteX6" fmla="*/ 14771 w 54905"/>
                      <a:gd name="connsiteY6" fmla="*/ 4498 h 70884"/>
                      <a:gd name="connsiteX7" fmla="*/ 31781 w 54905"/>
                      <a:gd name="connsiteY7" fmla="*/ 0 h 70884"/>
                      <a:gd name="connsiteX8" fmla="*/ 44615 w 54905"/>
                      <a:gd name="connsiteY8" fmla="*/ 2039 h 70884"/>
                      <a:gd name="connsiteX9" fmla="*/ 54906 w 54905"/>
                      <a:gd name="connsiteY9" fmla="*/ 7736 h 70884"/>
                      <a:gd name="connsiteX10" fmla="*/ 54906 w 54905"/>
                      <a:gd name="connsiteY10" fmla="*/ 23628 h 70884"/>
                      <a:gd name="connsiteX11" fmla="*/ 45765 w 54905"/>
                      <a:gd name="connsiteY11" fmla="*/ 23628 h 70884"/>
                      <a:gd name="connsiteX12" fmla="*/ 44494 w 54905"/>
                      <a:gd name="connsiteY12" fmla="*/ 12954 h 70884"/>
                      <a:gd name="connsiteX13" fmla="*/ 40983 w 54905"/>
                      <a:gd name="connsiteY13" fmla="*/ 11035 h 70884"/>
                      <a:gd name="connsiteX14" fmla="*/ 36806 w 54905"/>
                      <a:gd name="connsiteY14" fmla="*/ 9775 h 70884"/>
                      <a:gd name="connsiteX15" fmla="*/ 31842 w 54905"/>
                      <a:gd name="connsiteY15" fmla="*/ 9355 h 70884"/>
                      <a:gd name="connsiteX16" fmla="*/ 21127 w 54905"/>
                      <a:gd name="connsiteY16" fmla="*/ 12474 h 70884"/>
                      <a:gd name="connsiteX17" fmla="*/ 14347 w 54905"/>
                      <a:gd name="connsiteY17" fmla="*/ 21229 h 70884"/>
                      <a:gd name="connsiteX18" fmla="*/ 11986 w 54905"/>
                      <a:gd name="connsiteY18" fmla="*/ 34423 h 70884"/>
                      <a:gd name="connsiteX19" fmla="*/ 11986 w 54905"/>
                      <a:gd name="connsiteY19" fmla="*/ 36282 h 70884"/>
                      <a:gd name="connsiteX20" fmla="*/ 14468 w 54905"/>
                      <a:gd name="connsiteY20" fmla="*/ 49775 h 70884"/>
                      <a:gd name="connsiteX21" fmla="*/ 21611 w 54905"/>
                      <a:gd name="connsiteY21" fmla="*/ 58471 h 70884"/>
                      <a:gd name="connsiteX22" fmla="*/ 32750 w 54905"/>
                      <a:gd name="connsiteY22" fmla="*/ 61469 h 70884"/>
                      <a:gd name="connsiteX23" fmla="*/ 38985 w 54905"/>
                      <a:gd name="connsiteY23" fmla="*/ 60750 h 70884"/>
                      <a:gd name="connsiteX24" fmla="*/ 44433 w 54905"/>
                      <a:gd name="connsiteY24" fmla="*/ 58831 h 70884"/>
                      <a:gd name="connsiteX25" fmla="*/ 45704 w 54905"/>
                      <a:gd name="connsiteY25" fmla="*/ 49176 h 70884"/>
                      <a:gd name="connsiteX26" fmla="*/ 54785 w 54905"/>
                      <a:gd name="connsiteY26" fmla="*/ 49176 h 70884"/>
                      <a:gd name="connsiteX27" fmla="*/ 54785 w 54905"/>
                      <a:gd name="connsiteY27" fmla="*/ 65008 h 70884"/>
                      <a:gd name="connsiteX28" fmla="*/ 44978 w 54905"/>
                      <a:gd name="connsiteY28" fmla="*/ 69206 h 70884"/>
                      <a:gd name="connsiteX29" fmla="*/ 32508 w 54905"/>
                      <a:gd name="connsiteY29" fmla="*/ 70825 h 708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54905" h="70884">
                        <a:moveTo>
                          <a:pt x="32568" y="70885"/>
                        </a:moveTo>
                        <a:cubicBezTo>
                          <a:pt x="25728" y="70885"/>
                          <a:pt x="19856" y="69445"/>
                          <a:pt x="15013" y="66567"/>
                        </a:cubicBezTo>
                        <a:cubicBezTo>
                          <a:pt x="10170" y="63688"/>
                          <a:pt x="6417" y="59670"/>
                          <a:pt x="3874" y="54453"/>
                        </a:cubicBezTo>
                        <a:cubicBezTo>
                          <a:pt x="1332" y="49236"/>
                          <a:pt x="0" y="43239"/>
                          <a:pt x="0" y="36342"/>
                        </a:cubicBezTo>
                        <a:lnTo>
                          <a:pt x="0" y="34603"/>
                        </a:lnTo>
                        <a:cubicBezTo>
                          <a:pt x="0" y="27886"/>
                          <a:pt x="1271" y="21949"/>
                          <a:pt x="3814" y="16732"/>
                        </a:cubicBezTo>
                        <a:cubicBezTo>
                          <a:pt x="6356" y="11514"/>
                          <a:pt x="9988" y="7436"/>
                          <a:pt x="14771" y="4498"/>
                        </a:cubicBezTo>
                        <a:cubicBezTo>
                          <a:pt x="19493" y="1499"/>
                          <a:pt x="25183" y="0"/>
                          <a:pt x="31781" y="0"/>
                        </a:cubicBezTo>
                        <a:cubicBezTo>
                          <a:pt x="36382" y="0"/>
                          <a:pt x="40680" y="660"/>
                          <a:pt x="44615" y="2039"/>
                        </a:cubicBezTo>
                        <a:cubicBezTo>
                          <a:pt x="48550" y="3418"/>
                          <a:pt x="52000" y="5277"/>
                          <a:pt x="54906" y="7736"/>
                        </a:cubicBezTo>
                        <a:lnTo>
                          <a:pt x="54906" y="23628"/>
                        </a:lnTo>
                        <a:lnTo>
                          <a:pt x="45765" y="23628"/>
                        </a:lnTo>
                        <a:lnTo>
                          <a:pt x="44494" y="12954"/>
                        </a:lnTo>
                        <a:cubicBezTo>
                          <a:pt x="43465" y="12174"/>
                          <a:pt x="42254" y="11574"/>
                          <a:pt x="40983" y="11035"/>
                        </a:cubicBezTo>
                        <a:cubicBezTo>
                          <a:pt x="39711" y="10495"/>
                          <a:pt x="38319" y="10075"/>
                          <a:pt x="36806" y="9775"/>
                        </a:cubicBezTo>
                        <a:cubicBezTo>
                          <a:pt x="35292" y="9475"/>
                          <a:pt x="33658" y="9355"/>
                          <a:pt x="31842" y="9355"/>
                        </a:cubicBezTo>
                        <a:cubicBezTo>
                          <a:pt x="27665" y="9355"/>
                          <a:pt x="24093" y="10375"/>
                          <a:pt x="21127" y="12474"/>
                        </a:cubicBezTo>
                        <a:cubicBezTo>
                          <a:pt x="18161" y="14573"/>
                          <a:pt x="15860" y="17451"/>
                          <a:pt x="14347" y="21229"/>
                        </a:cubicBezTo>
                        <a:cubicBezTo>
                          <a:pt x="12773" y="25008"/>
                          <a:pt x="11986" y="29385"/>
                          <a:pt x="11986" y="34423"/>
                        </a:cubicBezTo>
                        <a:lnTo>
                          <a:pt x="11986" y="36282"/>
                        </a:lnTo>
                        <a:cubicBezTo>
                          <a:pt x="11986" y="41499"/>
                          <a:pt x="12834" y="45997"/>
                          <a:pt x="14468" y="49775"/>
                        </a:cubicBezTo>
                        <a:cubicBezTo>
                          <a:pt x="16103" y="53553"/>
                          <a:pt x="18524" y="56432"/>
                          <a:pt x="21611" y="58471"/>
                        </a:cubicBezTo>
                        <a:cubicBezTo>
                          <a:pt x="24699" y="60510"/>
                          <a:pt x="28452" y="61469"/>
                          <a:pt x="32750" y="61469"/>
                        </a:cubicBezTo>
                        <a:cubicBezTo>
                          <a:pt x="34868" y="61469"/>
                          <a:pt x="36927" y="61230"/>
                          <a:pt x="38985" y="60750"/>
                        </a:cubicBezTo>
                        <a:cubicBezTo>
                          <a:pt x="41043" y="60270"/>
                          <a:pt x="42859" y="59610"/>
                          <a:pt x="44433" y="58831"/>
                        </a:cubicBezTo>
                        <a:lnTo>
                          <a:pt x="45704" y="49176"/>
                        </a:lnTo>
                        <a:lnTo>
                          <a:pt x="54785" y="49176"/>
                        </a:lnTo>
                        <a:lnTo>
                          <a:pt x="54785" y="65008"/>
                        </a:lnTo>
                        <a:cubicBezTo>
                          <a:pt x="52121" y="66747"/>
                          <a:pt x="48852" y="68126"/>
                          <a:pt x="44978" y="69206"/>
                        </a:cubicBezTo>
                        <a:cubicBezTo>
                          <a:pt x="41104" y="70285"/>
                          <a:pt x="36927" y="70825"/>
                          <a:pt x="32508" y="70825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" name="Freeform 132">
                    <a:extLst>
                      <a:ext uri="{FF2B5EF4-FFF2-40B4-BE49-F238E27FC236}">
                        <a16:creationId xmlns:a16="http://schemas.microsoft.com/office/drawing/2014/main" id="{64E63A29-EE30-2635-7466-B8BB89D20B2B}"/>
                      </a:ext>
                    </a:extLst>
                  </p:cNvPr>
                  <p:cNvSpPr/>
                  <p:nvPr/>
                </p:nvSpPr>
                <p:spPr>
                  <a:xfrm>
                    <a:off x="2157283" y="442564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4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6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6" y="557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2" y="1139"/>
                          <a:pt x="36564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2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7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2" name="Freeform 133">
                    <a:extLst>
                      <a:ext uri="{FF2B5EF4-FFF2-40B4-BE49-F238E27FC236}">
                        <a16:creationId xmlns:a16="http://schemas.microsoft.com/office/drawing/2014/main" id="{823FE043-F149-6DA7-5138-95005909CE68}"/>
                      </a:ext>
                    </a:extLst>
                  </p:cNvPr>
                  <p:cNvSpPr/>
                  <p:nvPr/>
                </p:nvSpPr>
                <p:spPr>
                  <a:xfrm>
                    <a:off x="2211705" y="442504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2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2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" name="Freeform 134">
                    <a:extLst>
                      <a:ext uri="{FF2B5EF4-FFF2-40B4-BE49-F238E27FC236}">
                        <a16:creationId xmlns:a16="http://schemas.microsoft.com/office/drawing/2014/main" id="{26990791-56A8-DD10-C896-AC44BA128AFF}"/>
                      </a:ext>
                    </a:extLst>
                  </p:cNvPr>
                  <p:cNvSpPr/>
                  <p:nvPr/>
                </p:nvSpPr>
                <p:spPr>
                  <a:xfrm>
                    <a:off x="2252082" y="442624"/>
                    <a:ext cx="53089" cy="71904"/>
                  </a:xfrm>
                  <a:custGeom>
                    <a:avLst/>
                    <a:gdLst>
                      <a:gd name="connsiteX0" fmla="*/ 605 w 53089"/>
                      <a:gd name="connsiteY0" fmla="*/ 71784 h 71904"/>
                      <a:gd name="connsiteX1" fmla="*/ 605 w 53089"/>
                      <a:gd name="connsiteY1" fmla="*/ 64468 h 71904"/>
                      <a:gd name="connsiteX2" fmla="*/ 7567 w 53089"/>
                      <a:gd name="connsiteY2" fmla="*/ 63029 h 71904"/>
                      <a:gd name="connsiteX3" fmla="*/ 7567 w 53089"/>
                      <a:gd name="connsiteY3" fmla="*/ 9655 h 71904"/>
                      <a:gd name="connsiteX4" fmla="*/ 0 w 53089"/>
                      <a:gd name="connsiteY4" fmla="*/ 8216 h 71904"/>
                      <a:gd name="connsiteX5" fmla="*/ 0 w 53089"/>
                      <a:gd name="connsiteY5" fmla="*/ 900 h 71904"/>
                      <a:gd name="connsiteX6" fmla="*/ 18403 w 53089"/>
                      <a:gd name="connsiteY6" fmla="*/ 900 h 71904"/>
                      <a:gd name="connsiteX7" fmla="*/ 19190 w 53089"/>
                      <a:gd name="connsiteY7" fmla="*/ 6957 h 71904"/>
                      <a:gd name="connsiteX8" fmla="*/ 25001 w 53089"/>
                      <a:gd name="connsiteY8" fmla="*/ 1799 h 71904"/>
                      <a:gd name="connsiteX9" fmla="*/ 33113 w 53089"/>
                      <a:gd name="connsiteY9" fmla="*/ 0 h 71904"/>
                      <a:gd name="connsiteX10" fmla="*/ 43888 w 53089"/>
                      <a:gd name="connsiteY10" fmla="*/ 3418 h 71904"/>
                      <a:gd name="connsiteX11" fmla="*/ 50729 w 53089"/>
                      <a:gd name="connsiteY11" fmla="*/ 12954 h 71904"/>
                      <a:gd name="connsiteX12" fmla="*/ 53090 w 53089"/>
                      <a:gd name="connsiteY12" fmla="*/ 27226 h 71904"/>
                      <a:gd name="connsiteX13" fmla="*/ 53090 w 53089"/>
                      <a:gd name="connsiteY13" fmla="*/ 28246 h 71904"/>
                      <a:gd name="connsiteX14" fmla="*/ 50729 w 53089"/>
                      <a:gd name="connsiteY14" fmla="*/ 41319 h 71904"/>
                      <a:gd name="connsiteX15" fmla="*/ 43888 w 53089"/>
                      <a:gd name="connsiteY15" fmla="*/ 50075 h 71904"/>
                      <a:gd name="connsiteX16" fmla="*/ 33113 w 53089"/>
                      <a:gd name="connsiteY16" fmla="*/ 53194 h 71904"/>
                      <a:gd name="connsiteX17" fmla="*/ 25304 w 53089"/>
                      <a:gd name="connsiteY17" fmla="*/ 51634 h 71904"/>
                      <a:gd name="connsiteX18" fmla="*/ 19553 w 53089"/>
                      <a:gd name="connsiteY18" fmla="*/ 47137 h 71904"/>
                      <a:gd name="connsiteX19" fmla="*/ 19553 w 53089"/>
                      <a:gd name="connsiteY19" fmla="*/ 63149 h 71904"/>
                      <a:gd name="connsiteX20" fmla="*/ 26938 w 53089"/>
                      <a:gd name="connsiteY20" fmla="*/ 64588 h 71904"/>
                      <a:gd name="connsiteX21" fmla="*/ 26938 w 53089"/>
                      <a:gd name="connsiteY21" fmla="*/ 71904 h 71904"/>
                      <a:gd name="connsiteX22" fmla="*/ 605 w 53089"/>
                      <a:gd name="connsiteY22" fmla="*/ 71904 h 71904"/>
                      <a:gd name="connsiteX23" fmla="*/ 29420 w 53089"/>
                      <a:gd name="connsiteY23" fmla="*/ 43898 h 71904"/>
                      <a:gd name="connsiteX24" fmla="*/ 38198 w 53089"/>
                      <a:gd name="connsiteY24" fmla="*/ 39580 h 71904"/>
                      <a:gd name="connsiteX25" fmla="*/ 41043 w 53089"/>
                      <a:gd name="connsiteY25" fmla="*/ 28126 h 71904"/>
                      <a:gd name="connsiteX26" fmla="*/ 41043 w 53089"/>
                      <a:gd name="connsiteY26" fmla="*/ 27107 h 71904"/>
                      <a:gd name="connsiteX27" fmla="*/ 39772 w 53089"/>
                      <a:gd name="connsiteY27" fmla="*/ 17811 h 71904"/>
                      <a:gd name="connsiteX28" fmla="*/ 35898 w 53089"/>
                      <a:gd name="connsiteY28" fmla="*/ 11574 h 71904"/>
                      <a:gd name="connsiteX29" fmla="*/ 29360 w 53089"/>
                      <a:gd name="connsiteY29" fmla="*/ 9355 h 71904"/>
                      <a:gd name="connsiteX30" fmla="*/ 23548 w 53089"/>
                      <a:gd name="connsiteY30" fmla="*/ 10855 h 71904"/>
                      <a:gd name="connsiteX31" fmla="*/ 19553 w 53089"/>
                      <a:gd name="connsiteY31" fmla="*/ 15053 h 71904"/>
                      <a:gd name="connsiteX32" fmla="*/ 19553 w 53089"/>
                      <a:gd name="connsiteY32" fmla="*/ 38501 h 71904"/>
                      <a:gd name="connsiteX33" fmla="*/ 23488 w 53089"/>
                      <a:gd name="connsiteY33" fmla="*/ 42519 h 71904"/>
                      <a:gd name="connsiteX34" fmla="*/ 29420 w 53089"/>
                      <a:gd name="connsiteY34" fmla="*/ 43898 h 719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53089" h="71904">
                        <a:moveTo>
                          <a:pt x="605" y="71784"/>
                        </a:moveTo>
                        <a:lnTo>
                          <a:pt x="605" y="64468"/>
                        </a:lnTo>
                        <a:lnTo>
                          <a:pt x="7567" y="63029"/>
                        </a:lnTo>
                        <a:lnTo>
                          <a:pt x="7567" y="9655"/>
                        </a:lnTo>
                        <a:lnTo>
                          <a:pt x="0" y="8216"/>
                        </a:lnTo>
                        <a:lnTo>
                          <a:pt x="0" y="900"/>
                        </a:lnTo>
                        <a:lnTo>
                          <a:pt x="18403" y="900"/>
                        </a:lnTo>
                        <a:lnTo>
                          <a:pt x="19190" y="6957"/>
                        </a:lnTo>
                        <a:cubicBezTo>
                          <a:pt x="20764" y="4738"/>
                          <a:pt x="22701" y="2999"/>
                          <a:pt x="25001" y="1799"/>
                        </a:cubicBezTo>
                        <a:cubicBezTo>
                          <a:pt x="27302" y="600"/>
                          <a:pt x="30026" y="0"/>
                          <a:pt x="33113" y="0"/>
                        </a:cubicBezTo>
                        <a:cubicBezTo>
                          <a:pt x="37290" y="0"/>
                          <a:pt x="40922" y="1139"/>
                          <a:pt x="43888" y="3418"/>
                        </a:cubicBezTo>
                        <a:cubicBezTo>
                          <a:pt x="46855" y="5697"/>
                          <a:pt x="49155" y="8876"/>
                          <a:pt x="50729" y="12954"/>
                        </a:cubicBezTo>
                        <a:cubicBezTo>
                          <a:pt x="52303" y="17032"/>
                          <a:pt x="53090" y="21769"/>
                          <a:pt x="53090" y="27226"/>
                        </a:cubicBezTo>
                        <a:lnTo>
                          <a:pt x="53090" y="28246"/>
                        </a:lnTo>
                        <a:cubicBezTo>
                          <a:pt x="53090" y="33223"/>
                          <a:pt x="52303" y="37601"/>
                          <a:pt x="50729" y="41319"/>
                        </a:cubicBezTo>
                        <a:cubicBezTo>
                          <a:pt x="49155" y="45038"/>
                          <a:pt x="46855" y="47976"/>
                          <a:pt x="43888" y="50075"/>
                        </a:cubicBezTo>
                        <a:cubicBezTo>
                          <a:pt x="40922" y="52174"/>
                          <a:pt x="37350" y="53194"/>
                          <a:pt x="33113" y="53194"/>
                        </a:cubicBezTo>
                        <a:cubicBezTo>
                          <a:pt x="30147" y="53194"/>
                          <a:pt x="27544" y="52654"/>
                          <a:pt x="25304" y="51634"/>
                        </a:cubicBezTo>
                        <a:cubicBezTo>
                          <a:pt x="23064" y="50615"/>
                          <a:pt x="21188" y="49116"/>
                          <a:pt x="19553" y="47137"/>
                        </a:cubicBezTo>
                        <a:lnTo>
                          <a:pt x="19553" y="63149"/>
                        </a:lnTo>
                        <a:lnTo>
                          <a:pt x="26938" y="64588"/>
                        </a:lnTo>
                        <a:lnTo>
                          <a:pt x="26938" y="71904"/>
                        </a:lnTo>
                        <a:lnTo>
                          <a:pt x="605" y="71904"/>
                        </a:lnTo>
                        <a:close/>
                        <a:moveTo>
                          <a:pt x="29420" y="43898"/>
                        </a:moveTo>
                        <a:cubicBezTo>
                          <a:pt x="33355" y="43898"/>
                          <a:pt x="36261" y="42459"/>
                          <a:pt x="38198" y="39580"/>
                        </a:cubicBezTo>
                        <a:cubicBezTo>
                          <a:pt x="40075" y="36702"/>
                          <a:pt x="41043" y="32864"/>
                          <a:pt x="41043" y="28126"/>
                        </a:cubicBezTo>
                        <a:lnTo>
                          <a:pt x="41043" y="27107"/>
                        </a:lnTo>
                        <a:cubicBezTo>
                          <a:pt x="41043" y="23568"/>
                          <a:pt x="40619" y="20450"/>
                          <a:pt x="39772" y="17811"/>
                        </a:cubicBezTo>
                        <a:cubicBezTo>
                          <a:pt x="38924" y="15172"/>
                          <a:pt x="37653" y="13074"/>
                          <a:pt x="35898" y="11574"/>
                        </a:cubicBezTo>
                        <a:cubicBezTo>
                          <a:pt x="34142" y="10075"/>
                          <a:pt x="31963" y="9355"/>
                          <a:pt x="29360" y="9355"/>
                        </a:cubicBezTo>
                        <a:cubicBezTo>
                          <a:pt x="27120" y="9355"/>
                          <a:pt x="25183" y="9835"/>
                          <a:pt x="23548" y="10855"/>
                        </a:cubicBezTo>
                        <a:cubicBezTo>
                          <a:pt x="21914" y="11874"/>
                          <a:pt x="20582" y="13253"/>
                          <a:pt x="19553" y="15053"/>
                        </a:cubicBezTo>
                        <a:lnTo>
                          <a:pt x="19553" y="38501"/>
                        </a:lnTo>
                        <a:cubicBezTo>
                          <a:pt x="20582" y="40240"/>
                          <a:pt x="21914" y="41559"/>
                          <a:pt x="23488" y="42519"/>
                        </a:cubicBezTo>
                        <a:cubicBezTo>
                          <a:pt x="25122" y="43478"/>
                          <a:pt x="27059" y="43898"/>
                          <a:pt x="29420" y="4389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4" name="Freeform 135">
                    <a:extLst>
                      <a:ext uri="{FF2B5EF4-FFF2-40B4-BE49-F238E27FC236}">
                        <a16:creationId xmlns:a16="http://schemas.microsoft.com/office/drawing/2014/main" id="{DE6289AB-4800-6442-5CCE-F9507D12852A}"/>
                      </a:ext>
                    </a:extLst>
                  </p:cNvPr>
                  <p:cNvSpPr/>
                  <p:nvPr/>
                </p:nvSpPr>
                <p:spPr>
                  <a:xfrm>
                    <a:off x="2313284" y="442564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4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7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7" y="557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3" y="1139"/>
                          <a:pt x="36564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3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7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5" name="Freeform 136">
                    <a:extLst>
                      <a:ext uri="{FF2B5EF4-FFF2-40B4-BE49-F238E27FC236}">
                        <a16:creationId xmlns:a16="http://schemas.microsoft.com/office/drawing/2014/main" id="{753359FE-B8CE-ACF6-CB67-72C26C5DF1F0}"/>
                      </a:ext>
                    </a:extLst>
                  </p:cNvPr>
                  <p:cNvSpPr/>
                  <p:nvPr/>
                </p:nvSpPr>
                <p:spPr>
                  <a:xfrm>
                    <a:off x="2367705" y="442504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1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1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" name="Freeform 137">
                    <a:extLst>
                      <a:ext uri="{FF2B5EF4-FFF2-40B4-BE49-F238E27FC236}">
                        <a16:creationId xmlns:a16="http://schemas.microsoft.com/office/drawing/2014/main" id="{E51B2C39-5B08-16F4-2690-6A49FBBF4698}"/>
                      </a:ext>
                    </a:extLst>
                  </p:cNvPr>
                  <p:cNvSpPr/>
                  <p:nvPr/>
                </p:nvSpPr>
                <p:spPr>
                  <a:xfrm>
                    <a:off x="2409112" y="442564"/>
                    <a:ext cx="48247" cy="53133"/>
                  </a:xfrm>
                  <a:custGeom>
                    <a:avLst/>
                    <a:gdLst>
                      <a:gd name="connsiteX0" fmla="*/ 16708 w 48247"/>
                      <a:gd name="connsiteY0" fmla="*/ 53134 h 53133"/>
                      <a:gd name="connsiteX1" fmla="*/ 4419 w 48247"/>
                      <a:gd name="connsiteY1" fmla="*/ 49116 h 53133"/>
                      <a:gd name="connsiteX2" fmla="*/ 0 w 48247"/>
                      <a:gd name="connsiteY2" fmla="*/ 38021 h 53133"/>
                      <a:gd name="connsiteX3" fmla="*/ 2664 w 48247"/>
                      <a:gd name="connsiteY3" fmla="*/ 29565 h 53133"/>
                      <a:gd name="connsiteX4" fmla="*/ 10473 w 48247"/>
                      <a:gd name="connsiteY4" fmla="*/ 23868 h 53133"/>
                      <a:gd name="connsiteX5" fmla="*/ 23004 w 48247"/>
                      <a:gd name="connsiteY5" fmla="*/ 21829 h 53133"/>
                      <a:gd name="connsiteX6" fmla="*/ 30873 w 48247"/>
                      <a:gd name="connsiteY6" fmla="*/ 21829 h 53133"/>
                      <a:gd name="connsiteX7" fmla="*/ 30873 w 48247"/>
                      <a:gd name="connsiteY7" fmla="*/ 17511 h 53133"/>
                      <a:gd name="connsiteX8" fmla="*/ 28391 w 48247"/>
                      <a:gd name="connsiteY8" fmla="*/ 11035 h 53133"/>
                      <a:gd name="connsiteX9" fmla="*/ 21248 w 48247"/>
                      <a:gd name="connsiteY9" fmla="*/ 8636 h 53133"/>
                      <a:gd name="connsiteX10" fmla="*/ 16526 w 48247"/>
                      <a:gd name="connsiteY10" fmla="*/ 9295 h 53133"/>
                      <a:gd name="connsiteX11" fmla="*/ 12834 w 48247"/>
                      <a:gd name="connsiteY11" fmla="*/ 11094 h 53133"/>
                      <a:gd name="connsiteX12" fmla="*/ 11744 w 48247"/>
                      <a:gd name="connsiteY12" fmla="*/ 17991 h 53133"/>
                      <a:gd name="connsiteX13" fmla="*/ 2906 w 48247"/>
                      <a:gd name="connsiteY13" fmla="*/ 17991 h 53133"/>
                      <a:gd name="connsiteX14" fmla="*/ 2785 w 48247"/>
                      <a:gd name="connsiteY14" fmla="*/ 5337 h 53133"/>
                      <a:gd name="connsiteX15" fmla="*/ 11260 w 48247"/>
                      <a:gd name="connsiteY15" fmla="*/ 1439 h 53133"/>
                      <a:gd name="connsiteX16" fmla="*/ 21672 w 48247"/>
                      <a:gd name="connsiteY16" fmla="*/ 0 h 53133"/>
                      <a:gd name="connsiteX17" fmla="*/ 37169 w 48247"/>
                      <a:gd name="connsiteY17" fmla="*/ 4558 h 53133"/>
                      <a:gd name="connsiteX18" fmla="*/ 42859 w 48247"/>
                      <a:gd name="connsiteY18" fmla="*/ 17631 h 53133"/>
                      <a:gd name="connsiteX19" fmla="*/ 42859 w 48247"/>
                      <a:gd name="connsiteY19" fmla="*/ 40180 h 53133"/>
                      <a:gd name="connsiteX20" fmla="*/ 42859 w 48247"/>
                      <a:gd name="connsiteY20" fmla="*/ 42219 h 53133"/>
                      <a:gd name="connsiteX21" fmla="*/ 42980 w 48247"/>
                      <a:gd name="connsiteY21" fmla="*/ 44138 h 53133"/>
                      <a:gd name="connsiteX22" fmla="*/ 48247 w 48247"/>
                      <a:gd name="connsiteY22" fmla="*/ 44798 h 53133"/>
                      <a:gd name="connsiteX23" fmla="*/ 48247 w 48247"/>
                      <a:gd name="connsiteY23" fmla="*/ 52114 h 53133"/>
                      <a:gd name="connsiteX24" fmla="*/ 32508 w 48247"/>
                      <a:gd name="connsiteY24" fmla="*/ 52114 h 53133"/>
                      <a:gd name="connsiteX25" fmla="*/ 31600 w 48247"/>
                      <a:gd name="connsiteY25" fmla="*/ 48876 h 53133"/>
                      <a:gd name="connsiteX26" fmla="*/ 30994 w 48247"/>
                      <a:gd name="connsiteY26" fmla="*/ 45757 h 53133"/>
                      <a:gd name="connsiteX27" fmla="*/ 24759 w 48247"/>
                      <a:gd name="connsiteY27" fmla="*/ 51035 h 53133"/>
                      <a:gd name="connsiteX28" fmla="*/ 16526 w 48247"/>
                      <a:gd name="connsiteY28" fmla="*/ 53074 h 53133"/>
                      <a:gd name="connsiteX29" fmla="*/ 19432 w 48247"/>
                      <a:gd name="connsiteY29" fmla="*/ 43898 h 53133"/>
                      <a:gd name="connsiteX30" fmla="*/ 26212 w 48247"/>
                      <a:gd name="connsiteY30" fmla="*/ 42219 h 53133"/>
                      <a:gd name="connsiteX31" fmla="*/ 30934 w 48247"/>
                      <a:gd name="connsiteY31" fmla="*/ 37961 h 53133"/>
                      <a:gd name="connsiteX32" fmla="*/ 30934 w 48247"/>
                      <a:gd name="connsiteY32" fmla="*/ 29385 h 53133"/>
                      <a:gd name="connsiteX33" fmla="*/ 22883 w 48247"/>
                      <a:gd name="connsiteY33" fmla="*/ 29385 h 53133"/>
                      <a:gd name="connsiteX34" fmla="*/ 14710 w 48247"/>
                      <a:gd name="connsiteY34" fmla="*/ 31844 h 53133"/>
                      <a:gd name="connsiteX35" fmla="*/ 11986 w 48247"/>
                      <a:gd name="connsiteY35" fmla="*/ 37661 h 53133"/>
                      <a:gd name="connsiteX36" fmla="*/ 13923 w 48247"/>
                      <a:gd name="connsiteY36" fmla="*/ 42279 h 53133"/>
                      <a:gd name="connsiteX37" fmla="*/ 19432 w 48247"/>
                      <a:gd name="connsiteY37" fmla="*/ 4389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48247" h="53133">
                        <a:moveTo>
                          <a:pt x="16708" y="53134"/>
                        </a:moveTo>
                        <a:cubicBezTo>
                          <a:pt x="11441" y="53134"/>
                          <a:pt x="7385" y="51814"/>
                          <a:pt x="4419" y="49116"/>
                        </a:cubicBezTo>
                        <a:cubicBezTo>
                          <a:pt x="1513" y="46417"/>
                          <a:pt x="0" y="42759"/>
                          <a:pt x="0" y="38021"/>
                        </a:cubicBezTo>
                        <a:cubicBezTo>
                          <a:pt x="0" y="34783"/>
                          <a:pt x="908" y="31964"/>
                          <a:pt x="2664" y="29565"/>
                        </a:cubicBezTo>
                        <a:cubicBezTo>
                          <a:pt x="4419" y="27166"/>
                          <a:pt x="7083" y="25247"/>
                          <a:pt x="10473" y="23868"/>
                        </a:cubicBezTo>
                        <a:cubicBezTo>
                          <a:pt x="13923" y="22489"/>
                          <a:pt x="18100" y="21829"/>
                          <a:pt x="23004" y="21829"/>
                        </a:cubicBezTo>
                        <a:lnTo>
                          <a:pt x="30873" y="21829"/>
                        </a:lnTo>
                        <a:lnTo>
                          <a:pt x="30873" y="17511"/>
                        </a:lnTo>
                        <a:cubicBezTo>
                          <a:pt x="30873" y="14813"/>
                          <a:pt x="30026" y="12654"/>
                          <a:pt x="28391" y="11035"/>
                        </a:cubicBezTo>
                        <a:cubicBezTo>
                          <a:pt x="26757" y="9415"/>
                          <a:pt x="24396" y="8636"/>
                          <a:pt x="21248" y="8636"/>
                        </a:cubicBezTo>
                        <a:cubicBezTo>
                          <a:pt x="19493" y="8636"/>
                          <a:pt x="17919" y="8876"/>
                          <a:pt x="16526" y="9295"/>
                        </a:cubicBezTo>
                        <a:cubicBezTo>
                          <a:pt x="15134" y="9715"/>
                          <a:pt x="13923" y="10315"/>
                          <a:pt x="12834" y="11094"/>
                        </a:cubicBezTo>
                        <a:lnTo>
                          <a:pt x="11744" y="17991"/>
                        </a:lnTo>
                        <a:lnTo>
                          <a:pt x="2906" y="17991"/>
                        </a:lnTo>
                        <a:lnTo>
                          <a:pt x="2785" y="5337"/>
                        </a:lnTo>
                        <a:cubicBezTo>
                          <a:pt x="5327" y="3718"/>
                          <a:pt x="8172" y="2399"/>
                          <a:pt x="11260" y="1439"/>
                        </a:cubicBezTo>
                        <a:cubicBezTo>
                          <a:pt x="14408" y="480"/>
                          <a:pt x="17858" y="0"/>
                          <a:pt x="21672" y="0"/>
                        </a:cubicBezTo>
                        <a:cubicBezTo>
                          <a:pt x="28210" y="0"/>
                          <a:pt x="33416" y="1499"/>
                          <a:pt x="37169" y="4558"/>
                        </a:cubicBezTo>
                        <a:cubicBezTo>
                          <a:pt x="40922" y="7616"/>
                          <a:pt x="42859" y="11934"/>
                          <a:pt x="42859" y="17631"/>
                        </a:cubicBezTo>
                        <a:lnTo>
                          <a:pt x="42859" y="40180"/>
                        </a:lnTo>
                        <a:cubicBezTo>
                          <a:pt x="42859" y="40900"/>
                          <a:pt x="42859" y="41559"/>
                          <a:pt x="42859" y="42219"/>
                        </a:cubicBezTo>
                        <a:cubicBezTo>
                          <a:pt x="42859" y="42879"/>
                          <a:pt x="42859" y="43538"/>
                          <a:pt x="42980" y="44138"/>
                        </a:cubicBezTo>
                        <a:lnTo>
                          <a:pt x="48247" y="44798"/>
                        </a:lnTo>
                        <a:lnTo>
                          <a:pt x="48247" y="52114"/>
                        </a:lnTo>
                        <a:lnTo>
                          <a:pt x="32508" y="52114"/>
                        </a:lnTo>
                        <a:cubicBezTo>
                          <a:pt x="32205" y="51035"/>
                          <a:pt x="31902" y="49955"/>
                          <a:pt x="31600" y="48876"/>
                        </a:cubicBezTo>
                        <a:cubicBezTo>
                          <a:pt x="31297" y="47796"/>
                          <a:pt x="31115" y="46777"/>
                          <a:pt x="30994" y="45757"/>
                        </a:cubicBezTo>
                        <a:cubicBezTo>
                          <a:pt x="29299" y="47916"/>
                          <a:pt x="27180" y="49655"/>
                          <a:pt x="24759" y="51035"/>
                        </a:cubicBezTo>
                        <a:cubicBezTo>
                          <a:pt x="22338" y="52414"/>
                          <a:pt x="19553" y="53074"/>
                          <a:pt x="16526" y="53074"/>
                        </a:cubicBezTo>
                        <a:close/>
                        <a:moveTo>
                          <a:pt x="19432" y="43898"/>
                        </a:moveTo>
                        <a:cubicBezTo>
                          <a:pt x="21853" y="43898"/>
                          <a:pt x="24093" y="43358"/>
                          <a:pt x="26212" y="42219"/>
                        </a:cubicBezTo>
                        <a:cubicBezTo>
                          <a:pt x="28331" y="41080"/>
                          <a:pt x="29905" y="39700"/>
                          <a:pt x="30934" y="37961"/>
                        </a:cubicBezTo>
                        <a:lnTo>
                          <a:pt x="30934" y="29385"/>
                        </a:lnTo>
                        <a:lnTo>
                          <a:pt x="22883" y="29385"/>
                        </a:lnTo>
                        <a:cubicBezTo>
                          <a:pt x="19311" y="29385"/>
                          <a:pt x="16587" y="30225"/>
                          <a:pt x="14710" y="31844"/>
                        </a:cubicBezTo>
                        <a:cubicBezTo>
                          <a:pt x="12834" y="33463"/>
                          <a:pt x="11986" y="35442"/>
                          <a:pt x="11986" y="37661"/>
                        </a:cubicBezTo>
                        <a:cubicBezTo>
                          <a:pt x="11986" y="39640"/>
                          <a:pt x="12652" y="41200"/>
                          <a:pt x="13923" y="42279"/>
                        </a:cubicBezTo>
                        <a:cubicBezTo>
                          <a:pt x="15194" y="43358"/>
                          <a:pt x="17011" y="43898"/>
                          <a:pt x="19432" y="4389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7" name="Freeform 138">
                    <a:extLst>
                      <a:ext uri="{FF2B5EF4-FFF2-40B4-BE49-F238E27FC236}">
                        <a16:creationId xmlns:a16="http://schemas.microsoft.com/office/drawing/2014/main" id="{FB6AD475-875C-1E92-84AC-5A53B47651EC}"/>
                      </a:ext>
                    </a:extLst>
                  </p:cNvPr>
                  <p:cNvSpPr/>
                  <p:nvPr/>
                </p:nvSpPr>
                <p:spPr>
                  <a:xfrm>
                    <a:off x="2460265" y="431110"/>
                    <a:ext cx="31478" cy="64527"/>
                  </a:xfrm>
                  <a:custGeom>
                    <a:avLst/>
                    <a:gdLst>
                      <a:gd name="connsiteX0" fmla="*/ 21551 w 31478"/>
                      <a:gd name="connsiteY0" fmla="*/ 64528 h 64527"/>
                      <a:gd name="connsiteX1" fmla="*/ 11260 w 31478"/>
                      <a:gd name="connsiteY1" fmla="*/ 60870 h 64527"/>
                      <a:gd name="connsiteX2" fmla="*/ 7567 w 31478"/>
                      <a:gd name="connsiteY2" fmla="*/ 49176 h 64527"/>
                      <a:gd name="connsiteX3" fmla="*/ 7567 w 31478"/>
                      <a:gd name="connsiteY3" fmla="*/ 20990 h 64527"/>
                      <a:gd name="connsiteX4" fmla="*/ 0 w 31478"/>
                      <a:gd name="connsiteY4" fmla="*/ 20990 h 64527"/>
                      <a:gd name="connsiteX5" fmla="*/ 0 w 31478"/>
                      <a:gd name="connsiteY5" fmla="*/ 12474 h 64527"/>
                      <a:gd name="connsiteX6" fmla="*/ 7567 w 31478"/>
                      <a:gd name="connsiteY6" fmla="*/ 12474 h 64527"/>
                      <a:gd name="connsiteX7" fmla="*/ 7567 w 31478"/>
                      <a:gd name="connsiteY7" fmla="*/ 0 h 64527"/>
                      <a:gd name="connsiteX8" fmla="*/ 19553 w 31478"/>
                      <a:gd name="connsiteY8" fmla="*/ 0 h 64527"/>
                      <a:gd name="connsiteX9" fmla="*/ 19553 w 31478"/>
                      <a:gd name="connsiteY9" fmla="*/ 12474 h 64527"/>
                      <a:gd name="connsiteX10" fmla="*/ 29784 w 31478"/>
                      <a:gd name="connsiteY10" fmla="*/ 12474 h 64527"/>
                      <a:gd name="connsiteX11" fmla="*/ 29784 w 31478"/>
                      <a:gd name="connsiteY11" fmla="*/ 20990 h 64527"/>
                      <a:gd name="connsiteX12" fmla="*/ 19553 w 31478"/>
                      <a:gd name="connsiteY12" fmla="*/ 20990 h 64527"/>
                      <a:gd name="connsiteX13" fmla="*/ 19553 w 31478"/>
                      <a:gd name="connsiteY13" fmla="*/ 49176 h 64527"/>
                      <a:gd name="connsiteX14" fmla="*/ 20885 w 31478"/>
                      <a:gd name="connsiteY14" fmla="*/ 53913 h 64527"/>
                      <a:gd name="connsiteX15" fmla="*/ 24578 w 31478"/>
                      <a:gd name="connsiteY15" fmla="*/ 55412 h 64527"/>
                      <a:gd name="connsiteX16" fmla="*/ 27544 w 31478"/>
                      <a:gd name="connsiteY16" fmla="*/ 55173 h 64527"/>
                      <a:gd name="connsiteX17" fmla="*/ 30207 w 31478"/>
                      <a:gd name="connsiteY17" fmla="*/ 54693 h 64527"/>
                      <a:gd name="connsiteX18" fmla="*/ 31479 w 31478"/>
                      <a:gd name="connsiteY18" fmla="*/ 63089 h 64527"/>
                      <a:gd name="connsiteX19" fmla="*/ 26696 w 31478"/>
                      <a:gd name="connsiteY19" fmla="*/ 64108 h 64527"/>
                      <a:gd name="connsiteX20" fmla="*/ 21490 w 31478"/>
                      <a:gd name="connsiteY20" fmla="*/ 64528 h 645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1478" h="64527">
                        <a:moveTo>
                          <a:pt x="21551" y="64528"/>
                        </a:moveTo>
                        <a:cubicBezTo>
                          <a:pt x="17132" y="64528"/>
                          <a:pt x="13742" y="63329"/>
                          <a:pt x="11260" y="60870"/>
                        </a:cubicBezTo>
                        <a:cubicBezTo>
                          <a:pt x="8778" y="58411"/>
                          <a:pt x="7567" y="54513"/>
                          <a:pt x="7567" y="49176"/>
                        </a:cubicBezTo>
                        <a:lnTo>
                          <a:pt x="7567" y="20990"/>
                        </a:lnTo>
                        <a:lnTo>
                          <a:pt x="0" y="20990"/>
                        </a:lnTo>
                        <a:lnTo>
                          <a:pt x="0" y="12474"/>
                        </a:lnTo>
                        <a:lnTo>
                          <a:pt x="7567" y="12474"/>
                        </a:lnTo>
                        <a:lnTo>
                          <a:pt x="7567" y="0"/>
                        </a:lnTo>
                        <a:lnTo>
                          <a:pt x="19553" y="0"/>
                        </a:lnTo>
                        <a:lnTo>
                          <a:pt x="19553" y="12474"/>
                        </a:lnTo>
                        <a:lnTo>
                          <a:pt x="29784" y="12474"/>
                        </a:lnTo>
                        <a:lnTo>
                          <a:pt x="29784" y="20990"/>
                        </a:lnTo>
                        <a:lnTo>
                          <a:pt x="19553" y="20990"/>
                        </a:lnTo>
                        <a:lnTo>
                          <a:pt x="19553" y="49176"/>
                        </a:lnTo>
                        <a:cubicBezTo>
                          <a:pt x="19553" y="51334"/>
                          <a:pt x="19977" y="52954"/>
                          <a:pt x="20885" y="53913"/>
                        </a:cubicBezTo>
                        <a:cubicBezTo>
                          <a:pt x="21793" y="54933"/>
                          <a:pt x="23004" y="55412"/>
                          <a:pt x="24578" y="55412"/>
                        </a:cubicBezTo>
                        <a:cubicBezTo>
                          <a:pt x="25486" y="55412"/>
                          <a:pt x="26454" y="55352"/>
                          <a:pt x="27544" y="55173"/>
                        </a:cubicBezTo>
                        <a:cubicBezTo>
                          <a:pt x="28633" y="54993"/>
                          <a:pt x="29541" y="54873"/>
                          <a:pt x="30207" y="54693"/>
                        </a:cubicBezTo>
                        <a:lnTo>
                          <a:pt x="31479" y="63089"/>
                        </a:lnTo>
                        <a:cubicBezTo>
                          <a:pt x="30086" y="63508"/>
                          <a:pt x="28452" y="63868"/>
                          <a:pt x="26696" y="64108"/>
                        </a:cubicBezTo>
                        <a:cubicBezTo>
                          <a:pt x="24880" y="64408"/>
                          <a:pt x="23185" y="64528"/>
                          <a:pt x="21490" y="6452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8" name="Freeform 139">
                    <a:extLst>
                      <a:ext uri="{FF2B5EF4-FFF2-40B4-BE49-F238E27FC236}">
                        <a16:creationId xmlns:a16="http://schemas.microsoft.com/office/drawing/2014/main" id="{6982C280-19B3-0CB0-1BEC-42C0A05D4EB2}"/>
                      </a:ext>
                    </a:extLst>
                  </p:cNvPr>
                  <p:cNvSpPr/>
                  <p:nvPr/>
                </p:nvSpPr>
                <p:spPr>
                  <a:xfrm>
                    <a:off x="2496465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591 w 44191"/>
                      <a:gd name="connsiteY22" fmla="*/ 21589 h 53193"/>
                      <a:gd name="connsiteX23" fmla="*/ 32629 w 44191"/>
                      <a:gd name="connsiteY23" fmla="*/ 21589 h 53193"/>
                      <a:gd name="connsiteX24" fmla="*/ 32629 w 44191"/>
                      <a:gd name="connsiteY24" fmla="*/ 20330 h 53193"/>
                      <a:gd name="connsiteX25" fmla="*/ 31600 w 44191"/>
                      <a:gd name="connsiteY25" fmla="*/ 14453 h 53193"/>
                      <a:gd name="connsiteX26" fmla="*/ 28391 w 44191"/>
                      <a:gd name="connsiteY26" fmla="*/ 10495 h 53193"/>
                      <a:gd name="connsiteX27" fmla="*/ 22883 w 44191"/>
                      <a:gd name="connsiteY27" fmla="*/ 9056 h 53193"/>
                      <a:gd name="connsiteX28" fmla="*/ 17798 w 44191"/>
                      <a:gd name="connsiteY28" fmla="*/ 10675 h 53193"/>
                      <a:gd name="connsiteX29" fmla="*/ 14286 w 44191"/>
                      <a:gd name="connsiteY29" fmla="*/ 15053 h 53193"/>
                      <a:gd name="connsiteX30" fmla="*/ 12470 w 44191"/>
                      <a:gd name="connsiteY30" fmla="*/ 21349 h 53193"/>
                      <a:gd name="connsiteX31" fmla="*/ 12591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591" y="21589"/>
                        </a:moveTo>
                        <a:lnTo>
                          <a:pt x="32629" y="21589"/>
                        </a:lnTo>
                        <a:lnTo>
                          <a:pt x="32629" y="20330"/>
                        </a:lnTo>
                        <a:cubicBezTo>
                          <a:pt x="32629" y="18111"/>
                          <a:pt x="32265" y="16132"/>
                          <a:pt x="31600" y="14453"/>
                        </a:cubicBezTo>
                        <a:cubicBezTo>
                          <a:pt x="30934" y="12774"/>
                          <a:pt x="29844" y="11454"/>
                          <a:pt x="28391" y="10495"/>
                        </a:cubicBezTo>
                        <a:cubicBezTo>
                          <a:pt x="26938" y="9535"/>
                          <a:pt x="25122" y="9056"/>
                          <a:pt x="22883" y="9056"/>
                        </a:cubicBezTo>
                        <a:cubicBezTo>
                          <a:pt x="20945" y="9056"/>
                          <a:pt x="19250" y="9595"/>
                          <a:pt x="17798" y="10675"/>
                        </a:cubicBezTo>
                        <a:cubicBezTo>
                          <a:pt x="16345" y="11754"/>
                          <a:pt x="15134" y="13193"/>
                          <a:pt x="14286" y="15053"/>
                        </a:cubicBezTo>
                        <a:cubicBezTo>
                          <a:pt x="13439" y="16912"/>
                          <a:pt x="12834" y="19011"/>
                          <a:pt x="12470" y="21349"/>
                        </a:cubicBezTo>
                        <a:lnTo>
                          <a:pt x="12591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9" name="Freeform 140">
                    <a:extLst>
                      <a:ext uri="{FF2B5EF4-FFF2-40B4-BE49-F238E27FC236}">
                        <a16:creationId xmlns:a16="http://schemas.microsoft.com/office/drawing/2014/main" id="{DCB13965-C1CE-CC61-F217-11FF2FD2B009}"/>
                      </a:ext>
                    </a:extLst>
                  </p:cNvPr>
                  <p:cNvSpPr/>
                  <p:nvPr/>
                </p:nvSpPr>
                <p:spPr>
                  <a:xfrm>
                    <a:off x="2571408" y="425773"/>
                    <a:ext cx="54179" cy="68965"/>
                  </a:xfrm>
                  <a:custGeom>
                    <a:avLst/>
                    <a:gdLst>
                      <a:gd name="connsiteX0" fmla="*/ 60 w 54179"/>
                      <a:gd name="connsiteY0" fmla="*/ 68966 h 68965"/>
                      <a:gd name="connsiteX1" fmla="*/ 60 w 54179"/>
                      <a:gd name="connsiteY1" fmla="*/ 61649 h 68965"/>
                      <a:gd name="connsiteX2" fmla="*/ 7627 w 54179"/>
                      <a:gd name="connsiteY2" fmla="*/ 60210 h 68965"/>
                      <a:gd name="connsiteX3" fmla="*/ 7627 w 54179"/>
                      <a:gd name="connsiteY3" fmla="*/ 8756 h 68965"/>
                      <a:gd name="connsiteX4" fmla="*/ 60 w 54179"/>
                      <a:gd name="connsiteY4" fmla="*/ 7316 h 68965"/>
                      <a:gd name="connsiteX5" fmla="*/ 60 w 54179"/>
                      <a:gd name="connsiteY5" fmla="*/ 0 h 68965"/>
                      <a:gd name="connsiteX6" fmla="*/ 53029 w 54179"/>
                      <a:gd name="connsiteY6" fmla="*/ 0 h 68965"/>
                      <a:gd name="connsiteX7" fmla="*/ 53029 w 54179"/>
                      <a:gd name="connsiteY7" fmla="*/ 17751 h 68965"/>
                      <a:gd name="connsiteX8" fmla="*/ 43646 w 54179"/>
                      <a:gd name="connsiteY8" fmla="*/ 17751 h 68965"/>
                      <a:gd name="connsiteX9" fmla="*/ 42859 w 54179"/>
                      <a:gd name="connsiteY9" fmla="*/ 9175 h 68965"/>
                      <a:gd name="connsiteX10" fmla="*/ 19674 w 54179"/>
                      <a:gd name="connsiteY10" fmla="*/ 9175 h 68965"/>
                      <a:gd name="connsiteX11" fmla="*/ 19674 w 54179"/>
                      <a:gd name="connsiteY11" fmla="*/ 28666 h 68965"/>
                      <a:gd name="connsiteX12" fmla="*/ 44070 w 54179"/>
                      <a:gd name="connsiteY12" fmla="*/ 28666 h 68965"/>
                      <a:gd name="connsiteX13" fmla="*/ 44070 w 54179"/>
                      <a:gd name="connsiteY13" fmla="*/ 37901 h 68965"/>
                      <a:gd name="connsiteX14" fmla="*/ 19674 w 54179"/>
                      <a:gd name="connsiteY14" fmla="*/ 37901 h 68965"/>
                      <a:gd name="connsiteX15" fmla="*/ 19674 w 54179"/>
                      <a:gd name="connsiteY15" fmla="*/ 59790 h 68965"/>
                      <a:gd name="connsiteX16" fmla="*/ 44131 w 54179"/>
                      <a:gd name="connsiteY16" fmla="*/ 59790 h 68965"/>
                      <a:gd name="connsiteX17" fmla="*/ 44917 w 54179"/>
                      <a:gd name="connsiteY17" fmla="*/ 51035 h 68965"/>
                      <a:gd name="connsiteX18" fmla="*/ 54179 w 54179"/>
                      <a:gd name="connsiteY18" fmla="*/ 51035 h 68965"/>
                      <a:gd name="connsiteX19" fmla="*/ 54179 w 54179"/>
                      <a:gd name="connsiteY19" fmla="*/ 68846 h 68965"/>
                      <a:gd name="connsiteX20" fmla="*/ 0 w 54179"/>
                      <a:gd name="connsiteY20" fmla="*/ 6884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4179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53029" y="0"/>
                        </a:lnTo>
                        <a:lnTo>
                          <a:pt x="53029" y="17751"/>
                        </a:lnTo>
                        <a:lnTo>
                          <a:pt x="43646" y="17751"/>
                        </a:lnTo>
                        <a:lnTo>
                          <a:pt x="42859" y="9175"/>
                        </a:lnTo>
                        <a:lnTo>
                          <a:pt x="19674" y="9175"/>
                        </a:lnTo>
                        <a:lnTo>
                          <a:pt x="19674" y="28666"/>
                        </a:lnTo>
                        <a:lnTo>
                          <a:pt x="44070" y="28666"/>
                        </a:lnTo>
                        <a:lnTo>
                          <a:pt x="44070" y="37901"/>
                        </a:lnTo>
                        <a:lnTo>
                          <a:pt x="19674" y="37901"/>
                        </a:lnTo>
                        <a:lnTo>
                          <a:pt x="19674" y="59790"/>
                        </a:lnTo>
                        <a:lnTo>
                          <a:pt x="44131" y="59790"/>
                        </a:lnTo>
                        <a:lnTo>
                          <a:pt x="44917" y="51035"/>
                        </a:lnTo>
                        <a:lnTo>
                          <a:pt x="54179" y="51035"/>
                        </a:lnTo>
                        <a:lnTo>
                          <a:pt x="54179" y="68846"/>
                        </a:lnTo>
                        <a:lnTo>
                          <a:pt x="0" y="6884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" name="Freeform 141">
                    <a:extLst>
                      <a:ext uri="{FF2B5EF4-FFF2-40B4-BE49-F238E27FC236}">
                        <a16:creationId xmlns:a16="http://schemas.microsoft.com/office/drawing/2014/main" id="{1C184A84-6771-53A1-5D6E-593BDED3D819}"/>
                      </a:ext>
                    </a:extLst>
                  </p:cNvPr>
                  <p:cNvSpPr/>
                  <p:nvPr/>
                </p:nvSpPr>
                <p:spPr>
                  <a:xfrm>
                    <a:off x="2632368" y="443524"/>
                    <a:ext cx="57448" cy="51274"/>
                  </a:xfrm>
                  <a:custGeom>
                    <a:avLst/>
                    <a:gdLst>
                      <a:gd name="connsiteX0" fmla="*/ 0 w 57448"/>
                      <a:gd name="connsiteY0" fmla="*/ 51215 h 51274"/>
                      <a:gd name="connsiteX1" fmla="*/ 0 w 57448"/>
                      <a:gd name="connsiteY1" fmla="*/ 43898 h 51274"/>
                      <a:gd name="connsiteX2" fmla="*/ 6235 w 57448"/>
                      <a:gd name="connsiteY2" fmla="*/ 42939 h 51274"/>
                      <a:gd name="connsiteX3" fmla="*/ 21309 w 57448"/>
                      <a:gd name="connsiteY3" fmla="*/ 25427 h 51274"/>
                      <a:gd name="connsiteX4" fmla="*/ 6901 w 57448"/>
                      <a:gd name="connsiteY4" fmla="*/ 8276 h 51274"/>
                      <a:gd name="connsiteX5" fmla="*/ 1150 w 57448"/>
                      <a:gd name="connsiteY5" fmla="*/ 7316 h 51274"/>
                      <a:gd name="connsiteX6" fmla="*/ 1150 w 57448"/>
                      <a:gd name="connsiteY6" fmla="*/ 0 h 51274"/>
                      <a:gd name="connsiteX7" fmla="*/ 24517 w 57448"/>
                      <a:gd name="connsiteY7" fmla="*/ 0 h 51274"/>
                      <a:gd name="connsiteX8" fmla="*/ 24517 w 57448"/>
                      <a:gd name="connsiteY8" fmla="*/ 7136 h 51274"/>
                      <a:gd name="connsiteX9" fmla="*/ 20037 w 57448"/>
                      <a:gd name="connsiteY9" fmla="*/ 7676 h 51274"/>
                      <a:gd name="connsiteX10" fmla="*/ 28815 w 57448"/>
                      <a:gd name="connsiteY10" fmla="*/ 18831 h 51274"/>
                      <a:gd name="connsiteX11" fmla="*/ 37532 w 57448"/>
                      <a:gd name="connsiteY11" fmla="*/ 7676 h 51274"/>
                      <a:gd name="connsiteX12" fmla="*/ 32629 w 57448"/>
                      <a:gd name="connsiteY12" fmla="*/ 7136 h 51274"/>
                      <a:gd name="connsiteX13" fmla="*/ 32629 w 57448"/>
                      <a:gd name="connsiteY13" fmla="*/ 0 h 51274"/>
                      <a:gd name="connsiteX14" fmla="*/ 55330 w 57448"/>
                      <a:gd name="connsiteY14" fmla="*/ 0 h 51274"/>
                      <a:gd name="connsiteX15" fmla="*/ 55330 w 57448"/>
                      <a:gd name="connsiteY15" fmla="*/ 7316 h 51274"/>
                      <a:gd name="connsiteX16" fmla="*/ 49760 w 57448"/>
                      <a:gd name="connsiteY16" fmla="*/ 8276 h 51274"/>
                      <a:gd name="connsiteX17" fmla="*/ 36200 w 57448"/>
                      <a:gd name="connsiteY17" fmla="*/ 25068 h 51274"/>
                      <a:gd name="connsiteX18" fmla="*/ 51516 w 57448"/>
                      <a:gd name="connsiteY18" fmla="*/ 42939 h 51274"/>
                      <a:gd name="connsiteX19" fmla="*/ 57448 w 57448"/>
                      <a:gd name="connsiteY19" fmla="*/ 43898 h 51274"/>
                      <a:gd name="connsiteX20" fmla="*/ 57448 w 57448"/>
                      <a:gd name="connsiteY20" fmla="*/ 51215 h 51274"/>
                      <a:gd name="connsiteX21" fmla="*/ 32871 w 57448"/>
                      <a:gd name="connsiteY21" fmla="*/ 51215 h 51274"/>
                      <a:gd name="connsiteX22" fmla="*/ 32871 w 57448"/>
                      <a:gd name="connsiteY22" fmla="*/ 44138 h 51274"/>
                      <a:gd name="connsiteX23" fmla="*/ 38077 w 57448"/>
                      <a:gd name="connsiteY23" fmla="*/ 43598 h 51274"/>
                      <a:gd name="connsiteX24" fmla="*/ 28694 w 57448"/>
                      <a:gd name="connsiteY24" fmla="*/ 32204 h 51274"/>
                      <a:gd name="connsiteX25" fmla="*/ 19553 w 57448"/>
                      <a:gd name="connsiteY25" fmla="*/ 43658 h 51274"/>
                      <a:gd name="connsiteX26" fmla="*/ 24396 w 57448"/>
                      <a:gd name="connsiteY26" fmla="*/ 44198 h 51274"/>
                      <a:gd name="connsiteX27" fmla="*/ 24396 w 57448"/>
                      <a:gd name="connsiteY27" fmla="*/ 51275 h 51274"/>
                      <a:gd name="connsiteX28" fmla="*/ 60 w 57448"/>
                      <a:gd name="connsiteY28" fmla="*/ 51275 h 512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57448" h="51274">
                        <a:moveTo>
                          <a:pt x="0" y="51215"/>
                        </a:moveTo>
                        <a:lnTo>
                          <a:pt x="0" y="43898"/>
                        </a:lnTo>
                        <a:lnTo>
                          <a:pt x="6235" y="42939"/>
                        </a:lnTo>
                        <a:lnTo>
                          <a:pt x="21309" y="25427"/>
                        </a:lnTo>
                        <a:lnTo>
                          <a:pt x="6901" y="8276"/>
                        </a:lnTo>
                        <a:lnTo>
                          <a:pt x="1150" y="7316"/>
                        </a:lnTo>
                        <a:lnTo>
                          <a:pt x="1150" y="0"/>
                        </a:lnTo>
                        <a:lnTo>
                          <a:pt x="24517" y="0"/>
                        </a:lnTo>
                        <a:lnTo>
                          <a:pt x="24517" y="7136"/>
                        </a:lnTo>
                        <a:lnTo>
                          <a:pt x="20037" y="7676"/>
                        </a:lnTo>
                        <a:lnTo>
                          <a:pt x="28815" y="18831"/>
                        </a:lnTo>
                        <a:lnTo>
                          <a:pt x="37532" y="7676"/>
                        </a:lnTo>
                        <a:lnTo>
                          <a:pt x="32629" y="7136"/>
                        </a:lnTo>
                        <a:lnTo>
                          <a:pt x="32629" y="0"/>
                        </a:lnTo>
                        <a:lnTo>
                          <a:pt x="55330" y="0"/>
                        </a:lnTo>
                        <a:lnTo>
                          <a:pt x="55330" y="7316"/>
                        </a:lnTo>
                        <a:lnTo>
                          <a:pt x="49760" y="8276"/>
                        </a:lnTo>
                        <a:lnTo>
                          <a:pt x="36200" y="25068"/>
                        </a:lnTo>
                        <a:lnTo>
                          <a:pt x="51516" y="42939"/>
                        </a:lnTo>
                        <a:lnTo>
                          <a:pt x="57448" y="43898"/>
                        </a:lnTo>
                        <a:lnTo>
                          <a:pt x="57448" y="51215"/>
                        </a:lnTo>
                        <a:lnTo>
                          <a:pt x="32871" y="51215"/>
                        </a:lnTo>
                        <a:lnTo>
                          <a:pt x="32871" y="44138"/>
                        </a:lnTo>
                        <a:lnTo>
                          <a:pt x="38077" y="43598"/>
                        </a:lnTo>
                        <a:lnTo>
                          <a:pt x="28694" y="32204"/>
                        </a:lnTo>
                        <a:lnTo>
                          <a:pt x="19553" y="43658"/>
                        </a:lnTo>
                        <a:lnTo>
                          <a:pt x="24396" y="44198"/>
                        </a:lnTo>
                        <a:lnTo>
                          <a:pt x="24396" y="51275"/>
                        </a:lnTo>
                        <a:lnTo>
                          <a:pt x="60" y="51275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1" name="Freeform 142">
                    <a:extLst>
                      <a:ext uri="{FF2B5EF4-FFF2-40B4-BE49-F238E27FC236}">
                        <a16:creationId xmlns:a16="http://schemas.microsoft.com/office/drawing/2014/main" id="{65FEC800-7029-0164-8E06-1947CD8F5A15}"/>
                      </a:ext>
                    </a:extLst>
                  </p:cNvPr>
                  <p:cNvSpPr/>
                  <p:nvPr/>
                </p:nvSpPr>
                <p:spPr>
                  <a:xfrm>
                    <a:off x="2693812" y="442504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8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8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6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2" name="Freeform 143">
                    <a:extLst>
                      <a:ext uri="{FF2B5EF4-FFF2-40B4-BE49-F238E27FC236}">
                        <a16:creationId xmlns:a16="http://schemas.microsoft.com/office/drawing/2014/main" id="{4FE8A438-BE2A-35B4-C181-9486809D8B2D}"/>
                      </a:ext>
                    </a:extLst>
                  </p:cNvPr>
                  <p:cNvSpPr/>
                  <p:nvPr/>
                </p:nvSpPr>
                <p:spPr>
                  <a:xfrm>
                    <a:off x="2745630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499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3" name="Freeform 144">
                    <a:extLst>
                      <a:ext uri="{FF2B5EF4-FFF2-40B4-BE49-F238E27FC236}">
                        <a16:creationId xmlns:a16="http://schemas.microsoft.com/office/drawing/2014/main" id="{8499634F-72A6-5239-7377-92B7DF331E2C}"/>
                      </a:ext>
                    </a:extLst>
                  </p:cNvPr>
                  <p:cNvSpPr/>
                  <p:nvPr/>
                </p:nvSpPr>
                <p:spPr>
                  <a:xfrm>
                    <a:off x="2795572" y="420855"/>
                    <a:ext cx="26817" cy="73883"/>
                  </a:xfrm>
                  <a:custGeom>
                    <a:avLst/>
                    <a:gdLst>
                      <a:gd name="connsiteX0" fmla="*/ 424 w 26817"/>
                      <a:gd name="connsiteY0" fmla="*/ 73883 h 73883"/>
                      <a:gd name="connsiteX1" fmla="*/ 424 w 26817"/>
                      <a:gd name="connsiteY1" fmla="*/ 66567 h 73883"/>
                      <a:gd name="connsiteX2" fmla="*/ 7628 w 26817"/>
                      <a:gd name="connsiteY2" fmla="*/ 65128 h 73883"/>
                      <a:gd name="connsiteX3" fmla="*/ 7628 w 26817"/>
                      <a:gd name="connsiteY3" fmla="*/ 8756 h 73883"/>
                      <a:gd name="connsiteX4" fmla="*/ 0 w 26817"/>
                      <a:gd name="connsiteY4" fmla="*/ 7316 h 73883"/>
                      <a:gd name="connsiteX5" fmla="*/ 0 w 26817"/>
                      <a:gd name="connsiteY5" fmla="*/ 0 h 73883"/>
                      <a:gd name="connsiteX6" fmla="*/ 19614 w 26817"/>
                      <a:gd name="connsiteY6" fmla="*/ 0 h 73883"/>
                      <a:gd name="connsiteX7" fmla="*/ 19614 w 26817"/>
                      <a:gd name="connsiteY7" fmla="*/ 65128 h 73883"/>
                      <a:gd name="connsiteX8" fmla="*/ 26817 w 26817"/>
                      <a:gd name="connsiteY8" fmla="*/ 66567 h 73883"/>
                      <a:gd name="connsiteX9" fmla="*/ 26817 w 26817"/>
                      <a:gd name="connsiteY9" fmla="*/ 73883 h 73883"/>
                      <a:gd name="connsiteX10" fmla="*/ 424 w 26817"/>
                      <a:gd name="connsiteY10" fmla="*/ 73883 h 73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817" h="73883">
                        <a:moveTo>
                          <a:pt x="424" y="73883"/>
                        </a:moveTo>
                        <a:lnTo>
                          <a:pt x="424" y="66567"/>
                        </a:lnTo>
                        <a:lnTo>
                          <a:pt x="7628" y="65128"/>
                        </a:lnTo>
                        <a:lnTo>
                          <a:pt x="7628" y="87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19614" y="0"/>
                        </a:lnTo>
                        <a:lnTo>
                          <a:pt x="19614" y="65128"/>
                        </a:lnTo>
                        <a:lnTo>
                          <a:pt x="26817" y="66567"/>
                        </a:lnTo>
                        <a:lnTo>
                          <a:pt x="26817" y="73883"/>
                        </a:lnTo>
                        <a:lnTo>
                          <a:pt x="424" y="738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4" name="Freeform 145">
                    <a:extLst>
                      <a:ext uri="{FF2B5EF4-FFF2-40B4-BE49-F238E27FC236}">
                        <a16:creationId xmlns:a16="http://schemas.microsoft.com/office/drawing/2014/main" id="{019B7063-3117-17A1-FDFD-56DFF5A82F4E}"/>
                      </a:ext>
                    </a:extLst>
                  </p:cNvPr>
                  <p:cNvSpPr/>
                  <p:nvPr/>
                </p:nvSpPr>
                <p:spPr>
                  <a:xfrm>
                    <a:off x="2826748" y="420855"/>
                    <a:ext cx="26817" cy="73883"/>
                  </a:xfrm>
                  <a:custGeom>
                    <a:avLst/>
                    <a:gdLst>
                      <a:gd name="connsiteX0" fmla="*/ 424 w 26817"/>
                      <a:gd name="connsiteY0" fmla="*/ 73883 h 73883"/>
                      <a:gd name="connsiteX1" fmla="*/ 424 w 26817"/>
                      <a:gd name="connsiteY1" fmla="*/ 66567 h 73883"/>
                      <a:gd name="connsiteX2" fmla="*/ 7628 w 26817"/>
                      <a:gd name="connsiteY2" fmla="*/ 65128 h 73883"/>
                      <a:gd name="connsiteX3" fmla="*/ 7628 w 26817"/>
                      <a:gd name="connsiteY3" fmla="*/ 8756 h 73883"/>
                      <a:gd name="connsiteX4" fmla="*/ 0 w 26817"/>
                      <a:gd name="connsiteY4" fmla="*/ 7316 h 73883"/>
                      <a:gd name="connsiteX5" fmla="*/ 0 w 26817"/>
                      <a:gd name="connsiteY5" fmla="*/ 0 h 73883"/>
                      <a:gd name="connsiteX6" fmla="*/ 19614 w 26817"/>
                      <a:gd name="connsiteY6" fmla="*/ 0 h 73883"/>
                      <a:gd name="connsiteX7" fmla="*/ 19614 w 26817"/>
                      <a:gd name="connsiteY7" fmla="*/ 65128 h 73883"/>
                      <a:gd name="connsiteX8" fmla="*/ 26817 w 26817"/>
                      <a:gd name="connsiteY8" fmla="*/ 66567 h 73883"/>
                      <a:gd name="connsiteX9" fmla="*/ 26817 w 26817"/>
                      <a:gd name="connsiteY9" fmla="*/ 73883 h 73883"/>
                      <a:gd name="connsiteX10" fmla="*/ 424 w 26817"/>
                      <a:gd name="connsiteY10" fmla="*/ 73883 h 73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817" h="73883">
                        <a:moveTo>
                          <a:pt x="424" y="73883"/>
                        </a:moveTo>
                        <a:lnTo>
                          <a:pt x="424" y="66567"/>
                        </a:lnTo>
                        <a:lnTo>
                          <a:pt x="7628" y="65128"/>
                        </a:lnTo>
                        <a:lnTo>
                          <a:pt x="7628" y="87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19614" y="0"/>
                        </a:lnTo>
                        <a:lnTo>
                          <a:pt x="19614" y="65128"/>
                        </a:lnTo>
                        <a:lnTo>
                          <a:pt x="26817" y="66567"/>
                        </a:lnTo>
                        <a:lnTo>
                          <a:pt x="26817" y="73883"/>
                        </a:lnTo>
                        <a:lnTo>
                          <a:pt x="424" y="738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5" name="Freeform 146">
                    <a:extLst>
                      <a:ext uri="{FF2B5EF4-FFF2-40B4-BE49-F238E27FC236}">
                        <a16:creationId xmlns:a16="http://schemas.microsoft.com/office/drawing/2014/main" id="{5F7CFD70-8DFE-AE3B-E1A5-49D1EFC011C6}"/>
                      </a:ext>
                    </a:extLst>
                  </p:cNvPr>
                  <p:cNvSpPr/>
                  <p:nvPr/>
                </p:nvSpPr>
                <p:spPr>
                  <a:xfrm>
                    <a:off x="2858166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500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6" name="Freeform 147">
                    <a:extLst>
                      <a:ext uri="{FF2B5EF4-FFF2-40B4-BE49-F238E27FC236}">
                        <a16:creationId xmlns:a16="http://schemas.microsoft.com/office/drawing/2014/main" id="{E6B6B1B9-8C8B-E79D-1C6C-748958C05055}"/>
                      </a:ext>
                    </a:extLst>
                  </p:cNvPr>
                  <p:cNvSpPr/>
                  <p:nvPr/>
                </p:nvSpPr>
                <p:spPr>
                  <a:xfrm>
                    <a:off x="2908411" y="442504"/>
                    <a:ext cx="58356" cy="52234"/>
                  </a:xfrm>
                  <a:custGeom>
                    <a:avLst/>
                    <a:gdLst>
                      <a:gd name="connsiteX0" fmla="*/ 424 w 58356"/>
                      <a:gd name="connsiteY0" fmla="*/ 52234 h 52234"/>
                      <a:gd name="connsiteX1" fmla="*/ 424 w 58356"/>
                      <a:gd name="connsiteY1" fmla="*/ 44918 h 52234"/>
                      <a:gd name="connsiteX2" fmla="*/ 7567 w 58356"/>
                      <a:gd name="connsiteY2" fmla="*/ 43478 h 52234"/>
                      <a:gd name="connsiteX3" fmla="*/ 7567 w 58356"/>
                      <a:gd name="connsiteY3" fmla="*/ 9715 h 52234"/>
                      <a:gd name="connsiteX4" fmla="*/ 0 w 58356"/>
                      <a:gd name="connsiteY4" fmla="*/ 8276 h 52234"/>
                      <a:gd name="connsiteX5" fmla="*/ 0 w 58356"/>
                      <a:gd name="connsiteY5" fmla="*/ 960 h 52234"/>
                      <a:gd name="connsiteX6" fmla="*/ 18645 w 58356"/>
                      <a:gd name="connsiteY6" fmla="*/ 960 h 52234"/>
                      <a:gd name="connsiteX7" fmla="*/ 19251 w 58356"/>
                      <a:gd name="connsiteY7" fmla="*/ 8396 h 52234"/>
                      <a:gd name="connsiteX8" fmla="*/ 25667 w 58356"/>
                      <a:gd name="connsiteY8" fmla="*/ 2219 h 52234"/>
                      <a:gd name="connsiteX9" fmla="*/ 34384 w 58356"/>
                      <a:gd name="connsiteY9" fmla="*/ 0 h 52234"/>
                      <a:gd name="connsiteX10" fmla="*/ 46794 w 58356"/>
                      <a:gd name="connsiteY10" fmla="*/ 4858 h 52234"/>
                      <a:gd name="connsiteX11" fmla="*/ 51213 w 58356"/>
                      <a:gd name="connsiteY11" fmla="*/ 20030 h 52234"/>
                      <a:gd name="connsiteX12" fmla="*/ 51213 w 58356"/>
                      <a:gd name="connsiteY12" fmla="*/ 43478 h 52234"/>
                      <a:gd name="connsiteX13" fmla="*/ 58357 w 58356"/>
                      <a:gd name="connsiteY13" fmla="*/ 44918 h 52234"/>
                      <a:gd name="connsiteX14" fmla="*/ 58357 w 58356"/>
                      <a:gd name="connsiteY14" fmla="*/ 52234 h 52234"/>
                      <a:gd name="connsiteX15" fmla="*/ 32447 w 58356"/>
                      <a:gd name="connsiteY15" fmla="*/ 52234 h 52234"/>
                      <a:gd name="connsiteX16" fmla="*/ 32447 w 58356"/>
                      <a:gd name="connsiteY16" fmla="*/ 44918 h 52234"/>
                      <a:gd name="connsiteX17" fmla="*/ 39167 w 58356"/>
                      <a:gd name="connsiteY17" fmla="*/ 43478 h 52234"/>
                      <a:gd name="connsiteX18" fmla="*/ 39167 w 58356"/>
                      <a:gd name="connsiteY18" fmla="*/ 20150 h 52234"/>
                      <a:gd name="connsiteX19" fmla="*/ 36806 w 58356"/>
                      <a:gd name="connsiteY19" fmla="*/ 11874 h 52234"/>
                      <a:gd name="connsiteX20" fmla="*/ 29844 w 58356"/>
                      <a:gd name="connsiteY20" fmla="*/ 9415 h 52234"/>
                      <a:gd name="connsiteX21" fmla="*/ 23730 w 58356"/>
                      <a:gd name="connsiteY21" fmla="*/ 10975 h 52234"/>
                      <a:gd name="connsiteX22" fmla="*/ 19493 w 58356"/>
                      <a:gd name="connsiteY22" fmla="*/ 15232 h 52234"/>
                      <a:gd name="connsiteX23" fmla="*/ 19493 w 58356"/>
                      <a:gd name="connsiteY23" fmla="*/ 43418 h 52234"/>
                      <a:gd name="connsiteX24" fmla="*/ 26030 w 58356"/>
                      <a:gd name="connsiteY24" fmla="*/ 44858 h 52234"/>
                      <a:gd name="connsiteX25" fmla="*/ 26030 w 58356"/>
                      <a:gd name="connsiteY25" fmla="*/ 52174 h 52234"/>
                      <a:gd name="connsiteX26" fmla="*/ 303 w 58356"/>
                      <a:gd name="connsiteY26" fmla="*/ 5217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58356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1" y="8396"/>
                        </a:lnTo>
                        <a:cubicBezTo>
                          <a:pt x="20946" y="5757"/>
                          <a:pt x="23125" y="3658"/>
                          <a:pt x="25667" y="2219"/>
                        </a:cubicBezTo>
                        <a:cubicBezTo>
                          <a:pt x="28210" y="780"/>
                          <a:pt x="31115" y="0"/>
                          <a:pt x="34384" y="0"/>
                        </a:cubicBezTo>
                        <a:cubicBezTo>
                          <a:pt x="39711" y="0"/>
                          <a:pt x="43828" y="1619"/>
                          <a:pt x="46794" y="4858"/>
                        </a:cubicBezTo>
                        <a:cubicBezTo>
                          <a:pt x="49760" y="8096"/>
                          <a:pt x="51213" y="13133"/>
                          <a:pt x="51213" y="20030"/>
                        </a:cubicBezTo>
                        <a:lnTo>
                          <a:pt x="51213" y="43478"/>
                        </a:lnTo>
                        <a:lnTo>
                          <a:pt x="58357" y="44918"/>
                        </a:lnTo>
                        <a:lnTo>
                          <a:pt x="58357" y="52234"/>
                        </a:lnTo>
                        <a:lnTo>
                          <a:pt x="32447" y="52234"/>
                        </a:lnTo>
                        <a:lnTo>
                          <a:pt x="32447" y="44918"/>
                        </a:lnTo>
                        <a:lnTo>
                          <a:pt x="39167" y="43478"/>
                        </a:lnTo>
                        <a:lnTo>
                          <a:pt x="39167" y="20150"/>
                        </a:lnTo>
                        <a:cubicBezTo>
                          <a:pt x="39167" y="16252"/>
                          <a:pt x="38380" y="13493"/>
                          <a:pt x="36806" y="11874"/>
                        </a:cubicBezTo>
                        <a:cubicBezTo>
                          <a:pt x="35232" y="10255"/>
                          <a:pt x="32931" y="9415"/>
                          <a:pt x="29844" y="9415"/>
                        </a:cubicBezTo>
                        <a:cubicBezTo>
                          <a:pt x="27544" y="9415"/>
                          <a:pt x="25486" y="9955"/>
                          <a:pt x="23730" y="10975"/>
                        </a:cubicBezTo>
                        <a:cubicBezTo>
                          <a:pt x="21975" y="11994"/>
                          <a:pt x="20582" y="13433"/>
                          <a:pt x="19493" y="15232"/>
                        </a:cubicBezTo>
                        <a:lnTo>
                          <a:pt x="19493" y="43418"/>
                        </a:lnTo>
                        <a:lnTo>
                          <a:pt x="26030" y="44858"/>
                        </a:lnTo>
                        <a:lnTo>
                          <a:pt x="26030" y="52174"/>
                        </a:lnTo>
                        <a:lnTo>
                          <a:pt x="303" y="5217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7" name="Freeform 148">
                    <a:extLst>
                      <a:ext uri="{FF2B5EF4-FFF2-40B4-BE49-F238E27FC236}">
                        <a16:creationId xmlns:a16="http://schemas.microsoft.com/office/drawing/2014/main" id="{ABAC24B4-537C-D7B7-E5EF-235B6D6BC0A7}"/>
                      </a:ext>
                    </a:extLst>
                  </p:cNvPr>
                  <p:cNvSpPr/>
                  <p:nvPr/>
                </p:nvSpPr>
                <p:spPr>
                  <a:xfrm>
                    <a:off x="2971913" y="442504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7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7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6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8" name="Freeform 149">
                    <a:extLst>
                      <a:ext uri="{FF2B5EF4-FFF2-40B4-BE49-F238E27FC236}">
                        <a16:creationId xmlns:a16="http://schemas.microsoft.com/office/drawing/2014/main" id="{857E14D4-C10E-5C15-DD43-CF051951FCD8}"/>
                      </a:ext>
                    </a:extLst>
                  </p:cNvPr>
                  <p:cNvSpPr/>
                  <p:nvPr/>
                </p:nvSpPr>
                <p:spPr>
                  <a:xfrm>
                    <a:off x="3023792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1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592 w 44191"/>
                      <a:gd name="connsiteY22" fmla="*/ 21589 h 53193"/>
                      <a:gd name="connsiteX23" fmla="*/ 32629 w 44191"/>
                      <a:gd name="connsiteY23" fmla="*/ 21589 h 53193"/>
                      <a:gd name="connsiteX24" fmla="*/ 32629 w 44191"/>
                      <a:gd name="connsiteY24" fmla="*/ 20330 h 53193"/>
                      <a:gd name="connsiteX25" fmla="*/ 31600 w 44191"/>
                      <a:gd name="connsiteY25" fmla="*/ 14453 h 53193"/>
                      <a:gd name="connsiteX26" fmla="*/ 28391 w 44191"/>
                      <a:gd name="connsiteY26" fmla="*/ 10495 h 53193"/>
                      <a:gd name="connsiteX27" fmla="*/ 22883 w 44191"/>
                      <a:gd name="connsiteY27" fmla="*/ 9056 h 53193"/>
                      <a:gd name="connsiteX28" fmla="*/ 17798 w 44191"/>
                      <a:gd name="connsiteY28" fmla="*/ 10675 h 53193"/>
                      <a:gd name="connsiteX29" fmla="*/ 14287 w 44191"/>
                      <a:gd name="connsiteY29" fmla="*/ 15053 h 53193"/>
                      <a:gd name="connsiteX30" fmla="*/ 12471 w 44191"/>
                      <a:gd name="connsiteY30" fmla="*/ 21349 h 53193"/>
                      <a:gd name="connsiteX31" fmla="*/ 1259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1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4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4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1" y="29925"/>
                        </a:lnTo>
                        <a:lnTo>
                          <a:pt x="12349" y="30165"/>
                        </a:lnTo>
                        <a:cubicBezTo>
                          <a:pt x="12471" y="32864"/>
                          <a:pt x="13015" y="35203"/>
                          <a:pt x="14044" y="37301"/>
                        </a:cubicBezTo>
                        <a:cubicBezTo>
                          <a:pt x="15074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592" y="21589"/>
                        </a:moveTo>
                        <a:lnTo>
                          <a:pt x="32629" y="21589"/>
                        </a:lnTo>
                        <a:lnTo>
                          <a:pt x="32629" y="20330"/>
                        </a:lnTo>
                        <a:cubicBezTo>
                          <a:pt x="32629" y="18111"/>
                          <a:pt x="32266" y="16132"/>
                          <a:pt x="31600" y="14453"/>
                        </a:cubicBezTo>
                        <a:cubicBezTo>
                          <a:pt x="30934" y="12774"/>
                          <a:pt x="29844" y="11454"/>
                          <a:pt x="28391" y="10495"/>
                        </a:cubicBezTo>
                        <a:cubicBezTo>
                          <a:pt x="26938" y="9535"/>
                          <a:pt x="25122" y="9056"/>
                          <a:pt x="22883" y="9056"/>
                        </a:cubicBezTo>
                        <a:cubicBezTo>
                          <a:pt x="20946" y="9056"/>
                          <a:pt x="19251" y="9595"/>
                          <a:pt x="17798" y="10675"/>
                        </a:cubicBezTo>
                        <a:cubicBezTo>
                          <a:pt x="16345" y="11754"/>
                          <a:pt x="15134" y="13193"/>
                          <a:pt x="14287" y="15053"/>
                        </a:cubicBezTo>
                        <a:cubicBezTo>
                          <a:pt x="13439" y="16912"/>
                          <a:pt x="12834" y="19011"/>
                          <a:pt x="12471" y="21349"/>
                        </a:cubicBezTo>
                        <a:lnTo>
                          <a:pt x="1259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CADC3A14-CE36-6323-7365-F953E7113951}"/>
              </a:ext>
            </a:extLst>
          </p:cNvPr>
          <p:cNvSpPr txBox="1">
            <a:spLocks/>
          </p:cNvSpPr>
          <p:nvPr/>
        </p:nvSpPr>
        <p:spPr>
          <a:xfrm>
            <a:off x="211870" y="1026717"/>
            <a:ext cx="8562288" cy="4670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9875">
              <a:lnSpc>
                <a:spcPct val="100000"/>
              </a:lnSpc>
              <a:spcBef>
                <a:spcPts val="1025"/>
              </a:spcBef>
            </a:pPr>
            <a: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Slab" pitchFamily="2" charset="0"/>
                <a:ea typeface="Roboto Slab" pitchFamily="2" charset="0"/>
                <a:cs typeface="+mn-cs"/>
              </a:rPr>
              <a:t>Basic Troubleshooting Tips</a:t>
            </a:r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  <a:latin typeface="Roboto Slab" pitchFamily="2" charset="0"/>
              <a:ea typeface="Roboto Slab" pitchFamily="2" charset="0"/>
              <a:cs typeface="+mn-cs"/>
            </a:endParaRPr>
          </a:p>
          <a:p>
            <a:pPr marL="269875">
              <a:lnSpc>
                <a:spcPct val="100000"/>
              </a:lnSpc>
              <a:spcBef>
                <a:spcPts val="1025"/>
              </a:spcBef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Slab" pitchFamily="2" charset="0"/>
                <a:ea typeface="Roboto Slab" pitchFamily="2" charset="0"/>
                <a:cs typeface="+mn-cs"/>
              </a:rPr>
              <a:t>Common issues and proven solutions for Hyper-V activation and VM management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5A106BA-CFFF-3B40-51CE-D91C257CC418}"/>
              </a:ext>
            </a:extLst>
          </p:cNvPr>
          <p:cNvGrpSpPr/>
          <p:nvPr/>
        </p:nvGrpSpPr>
        <p:grpSpPr>
          <a:xfrm>
            <a:off x="892254" y="2030702"/>
            <a:ext cx="10113818" cy="4255642"/>
            <a:chOff x="542924" y="1219198"/>
            <a:chExt cx="11125200" cy="5149327"/>
          </a:xfrm>
        </p:grpSpPr>
        <p:grpSp>
          <p:nvGrpSpPr>
            <p:cNvPr id="3" name="object 3">
              <a:extLst>
                <a:ext uri="{FF2B5EF4-FFF2-40B4-BE49-F238E27FC236}">
                  <a16:creationId xmlns:a16="http://schemas.microsoft.com/office/drawing/2014/main" id="{D50264D9-724D-6B25-A5AB-7D64C3170B98}"/>
                </a:ext>
              </a:extLst>
            </p:cNvPr>
            <p:cNvGrpSpPr/>
            <p:nvPr/>
          </p:nvGrpSpPr>
          <p:grpSpPr>
            <a:xfrm>
              <a:off x="542924" y="1219198"/>
              <a:ext cx="5467350" cy="1123950"/>
              <a:chOff x="542924" y="1219198"/>
              <a:chExt cx="5467350" cy="1123950"/>
            </a:xfrm>
          </p:grpSpPr>
          <p:sp>
            <p:nvSpPr>
              <p:cNvPr id="349" name="object 4">
                <a:extLst>
                  <a:ext uri="{FF2B5EF4-FFF2-40B4-BE49-F238E27FC236}">
                    <a16:creationId xmlns:a16="http://schemas.microsoft.com/office/drawing/2014/main" id="{EDF650D9-A0F9-F30F-721E-43902C069B0E}"/>
                  </a:ext>
                </a:extLst>
              </p:cNvPr>
              <p:cNvSpPr/>
              <p:nvPr/>
            </p:nvSpPr>
            <p:spPr>
              <a:xfrm>
                <a:off x="561974" y="1219198"/>
                <a:ext cx="5448300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5448300" h="1123950">
                    <a:moveTo>
                      <a:pt x="5377102" y="1123949"/>
                    </a:moveTo>
                    <a:lnTo>
                      <a:pt x="53397" y="1123949"/>
                    </a:lnTo>
                    <a:lnTo>
                      <a:pt x="49681" y="1123461"/>
                    </a:lnTo>
                    <a:lnTo>
                      <a:pt x="14085" y="1098091"/>
                    </a:lnTo>
                    <a:lnTo>
                      <a:pt x="366" y="1057702"/>
                    </a:lnTo>
                    <a:lnTo>
                      <a:pt x="0" y="1052749"/>
                    </a:lnTo>
                    <a:lnTo>
                      <a:pt x="0" y="1047749"/>
                    </a:lnTo>
                    <a:lnTo>
                      <a:pt x="0" y="71195"/>
                    </a:lnTo>
                    <a:lnTo>
                      <a:pt x="11716" y="29696"/>
                    </a:lnTo>
                    <a:lnTo>
                      <a:pt x="42320" y="2437"/>
                    </a:lnTo>
                    <a:lnTo>
                      <a:pt x="53397" y="0"/>
                    </a:lnTo>
                    <a:lnTo>
                      <a:pt x="5377102" y="0"/>
                    </a:lnTo>
                    <a:lnTo>
                      <a:pt x="5418593" y="15617"/>
                    </a:lnTo>
                    <a:lnTo>
                      <a:pt x="5444413" y="51656"/>
                    </a:lnTo>
                    <a:lnTo>
                      <a:pt x="5448299" y="71195"/>
                    </a:lnTo>
                    <a:lnTo>
                      <a:pt x="5448299" y="1052749"/>
                    </a:lnTo>
                    <a:lnTo>
                      <a:pt x="5432677" y="1094244"/>
                    </a:lnTo>
                    <a:lnTo>
                      <a:pt x="5396637" y="1120057"/>
                    </a:lnTo>
                    <a:lnTo>
                      <a:pt x="5382058" y="1123461"/>
                    </a:lnTo>
                    <a:lnTo>
                      <a:pt x="5377102" y="1123949"/>
                    </a:lnTo>
                    <a:close/>
                  </a:path>
                </a:pathLst>
              </a:custGeom>
              <a:solidFill>
                <a:srgbClr val="0078D4">
                  <a:alpha val="391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350" name="object 5">
                <a:extLst>
                  <a:ext uri="{FF2B5EF4-FFF2-40B4-BE49-F238E27FC236}">
                    <a16:creationId xmlns:a16="http://schemas.microsoft.com/office/drawing/2014/main" id="{90BDF97F-90C3-13A6-ACE4-8CEAF112AEB6}"/>
                  </a:ext>
                </a:extLst>
              </p:cNvPr>
              <p:cNvSpPr/>
              <p:nvPr/>
            </p:nvSpPr>
            <p:spPr>
              <a:xfrm>
                <a:off x="542924" y="1219472"/>
                <a:ext cx="70485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70484" h="1123950">
                    <a:moveTo>
                      <a:pt x="70449" y="1123394"/>
                    </a:moveTo>
                    <a:lnTo>
                      <a:pt x="33857" y="1110842"/>
                    </a:lnTo>
                    <a:lnTo>
                      <a:pt x="5800" y="1076632"/>
                    </a:lnTo>
                    <a:lnTo>
                      <a:pt x="0" y="1047472"/>
                    </a:lnTo>
                    <a:lnTo>
                      <a:pt x="0" y="75922"/>
                    </a:lnTo>
                    <a:lnTo>
                      <a:pt x="12830" y="33579"/>
                    </a:lnTo>
                    <a:lnTo>
                      <a:pt x="47039" y="5522"/>
                    </a:lnTo>
                    <a:lnTo>
                      <a:pt x="70449" y="0"/>
                    </a:lnTo>
                    <a:lnTo>
                      <a:pt x="66287" y="1655"/>
                    </a:lnTo>
                    <a:lnTo>
                      <a:pt x="56951" y="9389"/>
                    </a:lnTo>
                    <a:lnTo>
                      <a:pt x="41000" y="46761"/>
                    </a:lnTo>
                    <a:lnTo>
                      <a:pt x="38100" y="75922"/>
                    </a:lnTo>
                    <a:lnTo>
                      <a:pt x="38100" y="1047472"/>
                    </a:lnTo>
                    <a:lnTo>
                      <a:pt x="44515" y="1089814"/>
                    </a:lnTo>
                    <a:lnTo>
                      <a:pt x="66287" y="1121738"/>
                    </a:lnTo>
                    <a:lnTo>
                      <a:pt x="70449" y="1123394"/>
                    </a:lnTo>
                    <a:close/>
                  </a:path>
                </a:pathLst>
              </a:custGeom>
              <a:solidFill>
                <a:srgbClr val="0078D4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351" name="object 6">
                <a:extLst>
                  <a:ext uri="{FF2B5EF4-FFF2-40B4-BE49-F238E27FC236}">
                    <a16:creationId xmlns:a16="http://schemas.microsoft.com/office/drawing/2014/main" id="{1E3D9501-4788-145B-85D0-B0D7FF1F36D8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57832" y="1376957"/>
                <a:ext cx="160734" cy="160734"/>
              </a:xfrm>
              <a:prstGeom prst="rect">
                <a:avLst/>
              </a:prstGeom>
            </p:spPr>
          </p:pic>
        </p:grpSp>
        <p:grpSp>
          <p:nvGrpSpPr>
            <p:cNvPr id="4" name="object 7">
              <a:extLst>
                <a:ext uri="{FF2B5EF4-FFF2-40B4-BE49-F238E27FC236}">
                  <a16:creationId xmlns:a16="http://schemas.microsoft.com/office/drawing/2014/main" id="{98B9A17A-9091-68BF-A1B9-D7270D21D9A6}"/>
                </a:ext>
              </a:extLst>
            </p:cNvPr>
            <p:cNvGrpSpPr/>
            <p:nvPr/>
          </p:nvGrpSpPr>
          <p:grpSpPr>
            <a:xfrm>
              <a:off x="542924" y="2495548"/>
              <a:ext cx="5467350" cy="1123950"/>
              <a:chOff x="542924" y="2495548"/>
              <a:chExt cx="5467350" cy="1123950"/>
            </a:xfrm>
          </p:grpSpPr>
          <p:sp>
            <p:nvSpPr>
              <p:cNvPr id="346" name="object 8">
                <a:extLst>
                  <a:ext uri="{FF2B5EF4-FFF2-40B4-BE49-F238E27FC236}">
                    <a16:creationId xmlns:a16="http://schemas.microsoft.com/office/drawing/2014/main" id="{AAEA2693-65E2-0225-AA10-F17EC68904AC}"/>
                  </a:ext>
                </a:extLst>
              </p:cNvPr>
              <p:cNvSpPr/>
              <p:nvPr/>
            </p:nvSpPr>
            <p:spPr>
              <a:xfrm>
                <a:off x="561974" y="2495548"/>
                <a:ext cx="5448300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5448300" h="1123950">
                    <a:moveTo>
                      <a:pt x="5377102" y="1123945"/>
                    </a:moveTo>
                    <a:lnTo>
                      <a:pt x="53397" y="1123945"/>
                    </a:lnTo>
                    <a:lnTo>
                      <a:pt x="49681" y="1123456"/>
                    </a:lnTo>
                    <a:lnTo>
                      <a:pt x="14085" y="1098091"/>
                    </a:lnTo>
                    <a:lnTo>
                      <a:pt x="366" y="1057707"/>
                    </a:lnTo>
                    <a:lnTo>
                      <a:pt x="0" y="1052749"/>
                    </a:lnTo>
                    <a:lnTo>
                      <a:pt x="0" y="1047749"/>
                    </a:lnTo>
                    <a:lnTo>
                      <a:pt x="0" y="71195"/>
                    </a:lnTo>
                    <a:lnTo>
                      <a:pt x="11716" y="29700"/>
                    </a:lnTo>
                    <a:lnTo>
                      <a:pt x="42320" y="2437"/>
                    </a:lnTo>
                    <a:lnTo>
                      <a:pt x="53397" y="0"/>
                    </a:lnTo>
                    <a:lnTo>
                      <a:pt x="5377102" y="0"/>
                    </a:lnTo>
                    <a:lnTo>
                      <a:pt x="5418593" y="15613"/>
                    </a:lnTo>
                    <a:lnTo>
                      <a:pt x="5444413" y="51656"/>
                    </a:lnTo>
                    <a:lnTo>
                      <a:pt x="5448299" y="71195"/>
                    </a:lnTo>
                    <a:lnTo>
                      <a:pt x="5448299" y="1052749"/>
                    </a:lnTo>
                    <a:lnTo>
                      <a:pt x="5432677" y="1094240"/>
                    </a:lnTo>
                    <a:lnTo>
                      <a:pt x="5396637" y="1120057"/>
                    </a:lnTo>
                    <a:lnTo>
                      <a:pt x="5382058" y="1123456"/>
                    </a:lnTo>
                    <a:lnTo>
                      <a:pt x="5377102" y="1123945"/>
                    </a:lnTo>
                    <a:close/>
                  </a:path>
                </a:pathLst>
              </a:custGeom>
              <a:solidFill>
                <a:srgbClr val="4F4F4F">
                  <a:alpha val="391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347" name="object 9">
                <a:extLst>
                  <a:ext uri="{FF2B5EF4-FFF2-40B4-BE49-F238E27FC236}">
                    <a16:creationId xmlns:a16="http://schemas.microsoft.com/office/drawing/2014/main" id="{D231B3A1-5EBE-D236-9663-56DAF95A225A}"/>
                  </a:ext>
                </a:extLst>
              </p:cNvPr>
              <p:cNvSpPr/>
              <p:nvPr/>
            </p:nvSpPr>
            <p:spPr>
              <a:xfrm>
                <a:off x="542924" y="2495822"/>
                <a:ext cx="70485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70484" h="1123950">
                    <a:moveTo>
                      <a:pt x="70450" y="1123394"/>
                    </a:moveTo>
                    <a:lnTo>
                      <a:pt x="33857" y="1110841"/>
                    </a:lnTo>
                    <a:lnTo>
                      <a:pt x="5800" y="1076632"/>
                    </a:lnTo>
                    <a:lnTo>
                      <a:pt x="0" y="1047472"/>
                    </a:lnTo>
                    <a:lnTo>
                      <a:pt x="0" y="75922"/>
                    </a:lnTo>
                    <a:lnTo>
                      <a:pt x="12830" y="33579"/>
                    </a:lnTo>
                    <a:lnTo>
                      <a:pt x="47039" y="5522"/>
                    </a:lnTo>
                    <a:lnTo>
                      <a:pt x="70449" y="0"/>
                    </a:lnTo>
                    <a:lnTo>
                      <a:pt x="66287" y="1655"/>
                    </a:lnTo>
                    <a:lnTo>
                      <a:pt x="56951" y="9389"/>
                    </a:lnTo>
                    <a:lnTo>
                      <a:pt x="41000" y="46761"/>
                    </a:lnTo>
                    <a:lnTo>
                      <a:pt x="38100" y="75922"/>
                    </a:lnTo>
                    <a:lnTo>
                      <a:pt x="38100" y="1047472"/>
                    </a:lnTo>
                    <a:lnTo>
                      <a:pt x="44515" y="1089814"/>
                    </a:lnTo>
                    <a:lnTo>
                      <a:pt x="66287" y="1121738"/>
                    </a:lnTo>
                    <a:lnTo>
                      <a:pt x="70450" y="1123394"/>
                    </a:lnTo>
                    <a:close/>
                  </a:path>
                </a:pathLst>
              </a:custGeom>
              <a:solidFill>
                <a:srgbClr val="4F4F4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348" name="object 10">
                <a:extLst>
                  <a:ext uri="{FF2B5EF4-FFF2-40B4-BE49-F238E27FC236}">
                    <a16:creationId xmlns:a16="http://schemas.microsoft.com/office/drawing/2014/main" id="{D5B3536F-8B74-41E8-A962-4F70D3FDC8D7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57832" y="2653307"/>
                <a:ext cx="160734" cy="160734"/>
              </a:xfrm>
              <a:prstGeom prst="rect">
                <a:avLst/>
              </a:prstGeom>
            </p:spPr>
          </p:pic>
        </p:grpSp>
        <p:grpSp>
          <p:nvGrpSpPr>
            <p:cNvPr id="9" name="object 11">
              <a:extLst>
                <a:ext uri="{FF2B5EF4-FFF2-40B4-BE49-F238E27FC236}">
                  <a16:creationId xmlns:a16="http://schemas.microsoft.com/office/drawing/2014/main" id="{A10509D2-2FE1-2D5D-EF4A-A6A93826381B}"/>
                </a:ext>
              </a:extLst>
            </p:cNvPr>
            <p:cNvGrpSpPr/>
            <p:nvPr/>
          </p:nvGrpSpPr>
          <p:grpSpPr>
            <a:xfrm>
              <a:off x="542924" y="3771898"/>
              <a:ext cx="5467350" cy="1123950"/>
              <a:chOff x="542924" y="3771898"/>
              <a:chExt cx="5467350" cy="1123950"/>
            </a:xfrm>
          </p:grpSpPr>
          <p:sp>
            <p:nvSpPr>
              <p:cNvPr id="343" name="object 12">
                <a:extLst>
                  <a:ext uri="{FF2B5EF4-FFF2-40B4-BE49-F238E27FC236}">
                    <a16:creationId xmlns:a16="http://schemas.microsoft.com/office/drawing/2014/main" id="{AF49A8CD-C324-44E3-ABB5-8BF613A5A2D8}"/>
                  </a:ext>
                </a:extLst>
              </p:cNvPr>
              <p:cNvSpPr/>
              <p:nvPr/>
            </p:nvSpPr>
            <p:spPr>
              <a:xfrm>
                <a:off x="561974" y="3771898"/>
                <a:ext cx="5448300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5448300" h="1123950">
                    <a:moveTo>
                      <a:pt x="5377102" y="1123945"/>
                    </a:moveTo>
                    <a:lnTo>
                      <a:pt x="53397" y="1123945"/>
                    </a:lnTo>
                    <a:lnTo>
                      <a:pt x="49681" y="1123456"/>
                    </a:lnTo>
                    <a:lnTo>
                      <a:pt x="14085" y="1098091"/>
                    </a:lnTo>
                    <a:lnTo>
                      <a:pt x="366" y="1057707"/>
                    </a:lnTo>
                    <a:lnTo>
                      <a:pt x="0" y="1052749"/>
                    </a:lnTo>
                    <a:lnTo>
                      <a:pt x="0" y="1047749"/>
                    </a:lnTo>
                    <a:lnTo>
                      <a:pt x="0" y="71195"/>
                    </a:lnTo>
                    <a:lnTo>
                      <a:pt x="11716" y="29700"/>
                    </a:lnTo>
                    <a:lnTo>
                      <a:pt x="42320" y="2441"/>
                    </a:lnTo>
                    <a:lnTo>
                      <a:pt x="53397" y="0"/>
                    </a:lnTo>
                    <a:lnTo>
                      <a:pt x="5377102" y="0"/>
                    </a:lnTo>
                    <a:lnTo>
                      <a:pt x="5418593" y="15617"/>
                    </a:lnTo>
                    <a:lnTo>
                      <a:pt x="5444413" y="51661"/>
                    </a:lnTo>
                    <a:lnTo>
                      <a:pt x="5448299" y="71195"/>
                    </a:lnTo>
                    <a:lnTo>
                      <a:pt x="5448299" y="1052749"/>
                    </a:lnTo>
                    <a:lnTo>
                      <a:pt x="5432677" y="1094240"/>
                    </a:lnTo>
                    <a:lnTo>
                      <a:pt x="5396637" y="1120057"/>
                    </a:lnTo>
                    <a:lnTo>
                      <a:pt x="5382058" y="1123456"/>
                    </a:lnTo>
                    <a:lnTo>
                      <a:pt x="5377102" y="1123945"/>
                    </a:lnTo>
                    <a:close/>
                  </a:path>
                </a:pathLst>
              </a:custGeom>
              <a:solidFill>
                <a:srgbClr val="FFB900">
                  <a:alpha val="587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344" name="object 13">
                <a:extLst>
                  <a:ext uri="{FF2B5EF4-FFF2-40B4-BE49-F238E27FC236}">
                    <a16:creationId xmlns:a16="http://schemas.microsoft.com/office/drawing/2014/main" id="{3A640E9E-DD68-BFA2-6054-BD0452980D66}"/>
                  </a:ext>
                </a:extLst>
              </p:cNvPr>
              <p:cNvSpPr/>
              <p:nvPr/>
            </p:nvSpPr>
            <p:spPr>
              <a:xfrm>
                <a:off x="542924" y="3772172"/>
                <a:ext cx="70485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70484" h="1123950">
                    <a:moveTo>
                      <a:pt x="70450" y="1123394"/>
                    </a:moveTo>
                    <a:lnTo>
                      <a:pt x="33857" y="1110841"/>
                    </a:lnTo>
                    <a:lnTo>
                      <a:pt x="5800" y="1076632"/>
                    </a:lnTo>
                    <a:lnTo>
                      <a:pt x="0" y="1047472"/>
                    </a:lnTo>
                    <a:lnTo>
                      <a:pt x="0" y="75922"/>
                    </a:lnTo>
                    <a:lnTo>
                      <a:pt x="12830" y="33579"/>
                    </a:lnTo>
                    <a:lnTo>
                      <a:pt x="47039" y="5522"/>
                    </a:lnTo>
                    <a:lnTo>
                      <a:pt x="70449" y="0"/>
                    </a:lnTo>
                    <a:lnTo>
                      <a:pt x="66287" y="1655"/>
                    </a:lnTo>
                    <a:lnTo>
                      <a:pt x="56951" y="9389"/>
                    </a:lnTo>
                    <a:lnTo>
                      <a:pt x="41000" y="46761"/>
                    </a:lnTo>
                    <a:lnTo>
                      <a:pt x="38100" y="75922"/>
                    </a:lnTo>
                    <a:lnTo>
                      <a:pt x="38100" y="1047472"/>
                    </a:lnTo>
                    <a:lnTo>
                      <a:pt x="44515" y="1089814"/>
                    </a:lnTo>
                    <a:lnTo>
                      <a:pt x="66287" y="1121738"/>
                    </a:lnTo>
                    <a:lnTo>
                      <a:pt x="70450" y="1123394"/>
                    </a:lnTo>
                    <a:close/>
                  </a:path>
                </a:pathLst>
              </a:custGeom>
              <a:solidFill>
                <a:srgbClr val="FFB900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345" name="object 14">
                <a:extLst>
                  <a:ext uri="{FF2B5EF4-FFF2-40B4-BE49-F238E27FC236}">
                    <a16:creationId xmlns:a16="http://schemas.microsoft.com/office/drawing/2014/main" id="{46283329-2586-BFA9-45EE-1E6C038F02C6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57832" y="3929657"/>
                <a:ext cx="160734" cy="160734"/>
              </a:xfrm>
              <a:prstGeom prst="rect">
                <a:avLst/>
              </a:prstGeom>
            </p:spPr>
          </p:pic>
        </p:grpSp>
        <p:sp>
          <p:nvSpPr>
            <p:cNvPr id="10" name="object 15">
              <a:extLst>
                <a:ext uri="{FF2B5EF4-FFF2-40B4-BE49-F238E27FC236}">
                  <a16:creationId xmlns:a16="http://schemas.microsoft.com/office/drawing/2014/main" id="{2C6C6D6F-75DC-AAAA-A4BC-40D6E53B4FF5}"/>
                </a:ext>
              </a:extLst>
            </p:cNvPr>
            <p:cNvSpPr txBox="1"/>
            <p:nvPr/>
          </p:nvSpPr>
          <p:spPr>
            <a:xfrm>
              <a:off x="987425" y="1337468"/>
              <a:ext cx="4240218" cy="256031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1300" b="1" spc="-8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Issue</a:t>
              </a:r>
              <a:r>
                <a:rPr sz="1300" b="1" spc="-5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300" b="1" spc="-12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#1</a:t>
              </a:r>
              <a:r>
                <a:rPr sz="1300" b="1" spc="-2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300" b="1" spc="-16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:</a:t>
              </a:r>
              <a:r>
                <a:rPr sz="1300" b="1" spc="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300" b="1" spc="-7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Hyper-V</a:t>
              </a:r>
              <a:r>
                <a:rPr sz="1300" b="1" spc="-12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300" b="1" spc="-3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Not</a:t>
              </a:r>
              <a:r>
                <a:rPr sz="1300" b="1" spc="-5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300" b="1" spc="-6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</a:t>
              </a:r>
              <a:r>
                <a:rPr sz="1300" b="1" spc="-1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300" b="1" spc="-10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1300" b="1" spc="-5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300" b="1" spc="-5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Features</a:t>
              </a:r>
              <a:endParaRPr sz="13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1" name="object 16">
              <a:extLst>
                <a:ext uri="{FF2B5EF4-FFF2-40B4-BE49-F238E27FC236}">
                  <a16:creationId xmlns:a16="http://schemas.microsoft.com/office/drawing/2014/main" id="{DCE9C79D-8633-B75F-8286-C88E6CE81C30}"/>
                </a:ext>
              </a:extLst>
            </p:cNvPr>
            <p:cNvSpPr txBox="1"/>
            <p:nvPr/>
          </p:nvSpPr>
          <p:spPr>
            <a:xfrm>
              <a:off x="739773" y="1619408"/>
              <a:ext cx="5396865" cy="19163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50" b="1" spc="-7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Symptom:</a:t>
              </a:r>
              <a:r>
                <a:rPr sz="950" b="1" spc="1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950" spc="-10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950" spc="-8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option</a:t>
              </a:r>
              <a:r>
                <a:rPr sz="950" spc="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missing</a:t>
              </a:r>
              <a:r>
                <a:rPr sz="950" spc="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from</a:t>
              </a:r>
              <a:r>
                <a:rPr sz="950" spc="-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"Turn</a:t>
              </a:r>
              <a:r>
                <a:rPr sz="950" spc="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950" spc="-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features</a:t>
              </a:r>
              <a:r>
                <a:rPr sz="950" spc="-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on</a:t>
              </a:r>
              <a:r>
                <a:rPr sz="950" spc="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or</a:t>
              </a:r>
              <a:r>
                <a:rPr sz="950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</a:t>
              </a:r>
              <a:r>
                <a:rPr sz="8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ﬀ</a:t>
              </a:r>
              <a:r>
                <a:rPr sz="9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"</a:t>
              </a:r>
              <a:r>
                <a:rPr sz="950" spc="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dialog.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2" name="object 17">
              <a:extLst>
                <a:ext uri="{FF2B5EF4-FFF2-40B4-BE49-F238E27FC236}">
                  <a16:creationId xmlns:a16="http://schemas.microsoft.com/office/drawing/2014/main" id="{0082DEB3-8482-2119-1EE4-DCED13942D9F}"/>
                </a:ext>
              </a:extLst>
            </p:cNvPr>
            <p:cNvSpPr/>
            <p:nvPr/>
          </p:nvSpPr>
          <p:spPr>
            <a:xfrm>
              <a:off x="1428749" y="2047873"/>
              <a:ext cx="685800" cy="142875"/>
            </a:xfrm>
            <a:custGeom>
              <a:avLst/>
              <a:gdLst/>
              <a:ahLst/>
              <a:cxnLst/>
              <a:rect l="l" t="t" r="r" b="b"/>
              <a:pathLst>
                <a:path w="685800" h="142875">
                  <a:moveTo>
                    <a:pt x="661014" y="142874"/>
                  </a:moveTo>
                  <a:lnTo>
                    <a:pt x="24785" y="142874"/>
                  </a:lnTo>
                  <a:lnTo>
                    <a:pt x="21140" y="142149"/>
                  </a:lnTo>
                  <a:lnTo>
                    <a:pt x="0" y="118086"/>
                  </a:lnTo>
                  <a:lnTo>
                    <a:pt x="0" y="114299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661014" y="0"/>
                  </a:lnTo>
                  <a:lnTo>
                    <a:pt x="685799" y="24785"/>
                  </a:lnTo>
                  <a:lnTo>
                    <a:pt x="685799" y="118086"/>
                  </a:lnTo>
                  <a:lnTo>
                    <a:pt x="664659" y="142149"/>
                  </a:lnTo>
                  <a:lnTo>
                    <a:pt x="661014" y="14287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14" name="object 18">
              <a:extLst>
                <a:ext uri="{FF2B5EF4-FFF2-40B4-BE49-F238E27FC236}">
                  <a16:creationId xmlns:a16="http://schemas.microsoft.com/office/drawing/2014/main" id="{261CA677-3572-4EBD-5180-D2243D771273}"/>
                </a:ext>
              </a:extLst>
            </p:cNvPr>
            <p:cNvSpPr txBox="1"/>
            <p:nvPr/>
          </p:nvSpPr>
          <p:spPr>
            <a:xfrm>
              <a:off x="739774" y="1849723"/>
              <a:ext cx="4829175" cy="56272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5300"/>
                </a:lnSpc>
                <a:spcBef>
                  <a:spcPts val="100"/>
                </a:spcBef>
              </a:pPr>
              <a:r>
                <a:rPr sz="950" b="1" spc="-6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Solution:</a:t>
              </a:r>
              <a:r>
                <a:rPr sz="950" b="1" spc="2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Verify</a:t>
              </a:r>
              <a:r>
                <a:rPr sz="950" spc="-6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950" spc="-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edition</a:t>
              </a:r>
              <a:r>
                <a:rPr sz="950" spc="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(Pro/Enterprise/Education</a:t>
              </a:r>
              <a:r>
                <a:rPr sz="950" spc="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required).</a:t>
              </a:r>
              <a:r>
                <a:rPr sz="950" spc="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8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Check</a:t>
              </a:r>
              <a:r>
                <a:rPr sz="9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BIOS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for</a:t>
              </a:r>
              <a:r>
                <a:rPr sz="9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VT-</a:t>
              </a:r>
              <a:r>
                <a:rPr sz="95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x/AMD-</a:t>
              </a:r>
              <a:r>
                <a:rPr sz="9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 enabled.</a:t>
              </a:r>
              <a:r>
                <a:rPr sz="95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Run</a:t>
              </a:r>
              <a:r>
                <a:rPr sz="950" spc="3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systeminfo</a:t>
              </a:r>
              <a:r>
                <a:rPr sz="750" spc="165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9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</a:t>
              </a:r>
              <a:r>
                <a:rPr sz="95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con</a:t>
              </a:r>
              <a:r>
                <a:rPr sz="80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ﬁ</a:t>
              </a:r>
              <a:r>
                <a:rPr sz="95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rm</a:t>
              </a:r>
              <a:r>
                <a:rPr sz="9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hardware</a:t>
              </a:r>
              <a:r>
                <a:rPr sz="9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support.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5" name="object 19">
              <a:extLst>
                <a:ext uri="{FF2B5EF4-FFF2-40B4-BE49-F238E27FC236}">
                  <a16:creationId xmlns:a16="http://schemas.microsoft.com/office/drawing/2014/main" id="{E60F450E-286F-D48F-C1F0-8157FD75E06E}"/>
                </a:ext>
              </a:extLst>
            </p:cNvPr>
            <p:cNvSpPr txBox="1"/>
            <p:nvPr/>
          </p:nvSpPr>
          <p:spPr>
            <a:xfrm>
              <a:off x="739775" y="2498219"/>
              <a:ext cx="5180429" cy="682751"/>
            </a:xfrm>
            <a:prstGeom prst="rect">
              <a:avLst/>
            </a:prstGeom>
          </p:spPr>
          <p:txBody>
            <a:bodyPr vert="horz" wrap="square" lIns="0" tIns="127000" rIns="0" bIns="0" rtlCol="0">
              <a:spAutoFit/>
            </a:bodyPr>
            <a:lstStyle/>
            <a:p>
              <a:pPr marL="259715">
                <a:lnSpc>
                  <a:spcPct val="100000"/>
                </a:lnSpc>
                <a:spcBef>
                  <a:spcPts val="1000"/>
                </a:spcBef>
              </a:pPr>
              <a:r>
                <a:rPr sz="1300" b="1" spc="-85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Issue</a:t>
              </a:r>
              <a:r>
                <a:rPr sz="1300" b="1" spc="-65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300" b="1" spc="-85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#2:</a:t>
              </a:r>
              <a:r>
                <a:rPr sz="1300" b="1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300" b="1" spc="-35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Installation</a:t>
              </a:r>
              <a:r>
                <a:rPr sz="1300" b="1" spc="-25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300" b="1" spc="-95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Errors</a:t>
              </a:r>
              <a:r>
                <a:rPr sz="1300" b="1" spc="-55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300" b="1" spc="150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/</a:t>
              </a:r>
              <a:r>
                <a:rPr sz="1300" b="1" spc="-90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300" b="1" spc="-10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Con</a:t>
              </a:r>
              <a:r>
                <a:rPr sz="1150" b="1" spc="-10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ﬂ</a:t>
              </a:r>
              <a:r>
                <a:rPr sz="1300" b="1" spc="-10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icts</a:t>
              </a:r>
              <a:endParaRPr sz="13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665"/>
                </a:spcBef>
              </a:pPr>
              <a:r>
                <a:rPr sz="950" b="1" spc="-70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Symptom:</a:t>
              </a:r>
              <a:r>
                <a:rPr sz="950" b="1" spc="-5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Error</a:t>
              </a:r>
              <a:r>
                <a:rPr sz="9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6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codes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during</a:t>
              </a:r>
              <a:r>
                <a:rPr sz="950" spc="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950" spc="-10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950" spc="-8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installation</a:t>
              </a:r>
              <a:r>
                <a:rPr sz="950" spc="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or</a:t>
              </a:r>
              <a:r>
                <a:rPr sz="9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failure </a:t>
              </a:r>
              <a:r>
                <a:rPr sz="9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</a:t>
              </a:r>
              <a:r>
                <a:rPr sz="9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restart</a:t>
              </a:r>
              <a:r>
                <a:rPr sz="95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properly.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25" name="object 20">
              <a:extLst>
                <a:ext uri="{FF2B5EF4-FFF2-40B4-BE49-F238E27FC236}">
                  <a16:creationId xmlns:a16="http://schemas.microsoft.com/office/drawing/2014/main" id="{BE5310D5-6062-35D7-3ADA-CA4590A03633}"/>
                </a:ext>
              </a:extLst>
            </p:cNvPr>
            <p:cNvSpPr/>
            <p:nvPr/>
          </p:nvSpPr>
          <p:spPr>
            <a:xfrm>
              <a:off x="1276349" y="3324223"/>
              <a:ext cx="2514600" cy="142875"/>
            </a:xfrm>
            <a:custGeom>
              <a:avLst/>
              <a:gdLst/>
              <a:ahLst/>
              <a:cxnLst/>
              <a:rect l="l" t="t" r="r" b="b"/>
              <a:pathLst>
                <a:path w="2514600" h="142875">
                  <a:moveTo>
                    <a:pt x="2489813" y="142870"/>
                  </a:moveTo>
                  <a:lnTo>
                    <a:pt x="24785" y="142870"/>
                  </a:lnTo>
                  <a:lnTo>
                    <a:pt x="21140" y="142144"/>
                  </a:lnTo>
                  <a:lnTo>
                    <a:pt x="0" y="118086"/>
                  </a:lnTo>
                  <a:lnTo>
                    <a:pt x="0" y="114299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2489813" y="0"/>
                  </a:lnTo>
                  <a:lnTo>
                    <a:pt x="2514599" y="24785"/>
                  </a:lnTo>
                  <a:lnTo>
                    <a:pt x="2514599" y="118086"/>
                  </a:lnTo>
                  <a:lnTo>
                    <a:pt x="2493459" y="142144"/>
                  </a:lnTo>
                  <a:lnTo>
                    <a:pt x="2489813" y="14287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126" name="object 21">
              <a:extLst>
                <a:ext uri="{FF2B5EF4-FFF2-40B4-BE49-F238E27FC236}">
                  <a16:creationId xmlns:a16="http://schemas.microsoft.com/office/drawing/2014/main" id="{F947248D-0515-7FA8-80E6-20BCAE29BB05}"/>
                </a:ext>
              </a:extLst>
            </p:cNvPr>
            <p:cNvSpPr txBox="1"/>
            <p:nvPr/>
          </p:nvSpPr>
          <p:spPr>
            <a:xfrm>
              <a:off x="739774" y="3126074"/>
              <a:ext cx="5014595" cy="562728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5300"/>
                </a:lnSpc>
                <a:spcBef>
                  <a:spcPts val="100"/>
                </a:spcBef>
              </a:pPr>
              <a:r>
                <a:rPr sz="950" b="1" spc="-6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Solution:</a:t>
              </a:r>
              <a:r>
                <a:rPr sz="950" b="1" spc="1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Disable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con</a:t>
              </a:r>
              <a:r>
                <a:rPr sz="80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ﬂ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icting</a:t>
              </a:r>
              <a:r>
                <a:rPr sz="950" spc="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hypervisors</a:t>
              </a:r>
              <a:r>
                <a:rPr sz="950" spc="-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6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(VMware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Workstation,</a:t>
              </a:r>
              <a:r>
                <a:rPr sz="950" spc="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VirtualBox).</a:t>
              </a:r>
              <a:r>
                <a:rPr sz="950" spc="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Update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950" spc="-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latest 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build.</a:t>
              </a:r>
              <a:r>
                <a:rPr sz="950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Run</a:t>
              </a:r>
              <a:r>
                <a:rPr sz="950" spc="39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DISM</a:t>
              </a:r>
              <a:r>
                <a:rPr sz="750" spc="-25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75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/Online</a:t>
              </a:r>
              <a:r>
                <a:rPr sz="750" spc="-2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75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/Cleanup-Image</a:t>
              </a:r>
              <a:r>
                <a:rPr sz="750" spc="-25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75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/RestoreHealth</a:t>
              </a:r>
              <a:r>
                <a:rPr sz="750" spc="175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9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</a:t>
              </a:r>
              <a:r>
                <a:rPr sz="95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repair</a:t>
              </a:r>
              <a:r>
                <a:rPr sz="950" spc="-6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system</a:t>
              </a:r>
              <a:r>
                <a:rPr sz="9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ﬁ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les.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127" name="object 22">
              <a:extLst>
                <a:ext uri="{FF2B5EF4-FFF2-40B4-BE49-F238E27FC236}">
                  <a16:creationId xmlns:a16="http://schemas.microsoft.com/office/drawing/2014/main" id="{B21AD703-0DFC-D144-56BB-20E66E40946F}"/>
                </a:ext>
              </a:extLst>
            </p:cNvPr>
            <p:cNvSpPr txBox="1"/>
            <p:nvPr/>
          </p:nvSpPr>
          <p:spPr>
            <a:xfrm>
              <a:off x="987424" y="3890168"/>
              <a:ext cx="3441360" cy="256031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1300" b="1" spc="-85" dirty="0">
                  <a:solidFill>
                    <a:srgbClr val="D97705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Issue</a:t>
              </a:r>
              <a:r>
                <a:rPr sz="1300" b="1" spc="-55" dirty="0">
                  <a:solidFill>
                    <a:srgbClr val="D97705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300" b="1" spc="-90" dirty="0">
                  <a:solidFill>
                    <a:srgbClr val="D97705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#3:</a:t>
              </a:r>
              <a:r>
                <a:rPr sz="1300" b="1" spc="5" dirty="0">
                  <a:solidFill>
                    <a:srgbClr val="D97705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300" b="1" spc="-100" dirty="0">
                  <a:solidFill>
                    <a:srgbClr val="D97705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VM</a:t>
              </a:r>
              <a:r>
                <a:rPr sz="1300" b="1" spc="-30" dirty="0">
                  <a:solidFill>
                    <a:srgbClr val="D97705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300" b="1" spc="-55" dirty="0">
                  <a:solidFill>
                    <a:srgbClr val="D97705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Startup </a:t>
              </a:r>
              <a:r>
                <a:rPr sz="1300" b="1" spc="-60" dirty="0">
                  <a:solidFill>
                    <a:srgbClr val="D97705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Failures</a:t>
              </a:r>
              <a:endParaRPr sz="13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20" name="object 23">
              <a:extLst>
                <a:ext uri="{FF2B5EF4-FFF2-40B4-BE49-F238E27FC236}">
                  <a16:creationId xmlns:a16="http://schemas.microsoft.com/office/drawing/2014/main" id="{1CDFBD5E-08BE-1DE8-8532-AB7ABB7D34D6}"/>
                </a:ext>
              </a:extLst>
            </p:cNvPr>
            <p:cNvSpPr txBox="1"/>
            <p:nvPr/>
          </p:nvSpPr>
          <p:spPr>
            <a:xfrm>
              <a:off x="739773" y="4172109"/>
              <a:ext cx="5474334" cy="36853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950" b="1" spc="-70" dirty="0">
                  <a:solidFill>
                    <a:srgbClr val="D97705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Symptom:</a:t>
              </a:r>
              <a:r>
                <a:rPr sz="950" b="1" spc="-5" dirty="0">
                  <a:solidFill>
                    <a:srgbClr val="D97705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Virtual</a:t>
              </a:r>
              <a:r>
                <a:rPr sz="950" spc="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machines</a:t>
              </a:r>
              <a:r>
                <a:rPr sz="9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fail</a:t>
              </a:r>
              <a:r>
                <a:rPr sz="950" spc="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</a:t>
              </a:r>
              <a:r>
                <a:rPr sz="95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start</a:t>
              </a:r>
              <a:r>
                <a:rPr sz="9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with</a:t>
              </a:r>
              <a:r>
                <a:rPr sz="9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error</a:t>
              </a:r>
              <a:r>
                <a:rPr sz="9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7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messages</a:t>
              </a:r>
              <a:r>
                <a:rPr sz="9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about</a:t>
              </a:r>
              <a:r>
                <a:rPr sz="9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insu</a:t>
              </a:r>
              <a:r>
                <a:rPr sz="80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ﬃ</a:t>
              </a:r>
              <a:r>
                <a:rPr sz="95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cient</a:t>
              </a:r>
              <a:r>
                <a:rPr sz="950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memory</a:t>
              </a:r>
              <a:r>
                <a:rPr sz="950" spc="-8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or</a:t>
              </a:r>
              <a:r>
                <a:rPr sz="9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hardware.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21" name="object 24">
              <a:extLst>
                <a:ext uri="{FF2B5EF4-FFF2-40B4-BE49-F238E27FC236}">
                  <a16:creationId xmlns:a16="http://schemas.microsoft.com/office/drawing/2014/main" id="{4FE3B178-1598-979D-22F8-959B87E62118}"/>
                </a:ext>
              </a:extLst>
            </p:cNvPr>
            <p:cNvSpPr/>
            <p:nvPr/>
          </p:nvSpPr>
          <p:spPr>
            <a:xfrm>
              <a:off x="4781549" y="4600573"/>
              <a:ext cx="800100" cy="142875"/>
            </a:xfrm>
            <a:custGeom>
              <a:avLst/>
              <a:gdLst/>
              <a:ahLst/>
              <a:cxnLst/>
              <a:rect l="l" t="t" r="r" b="b"/>
              <a:pathLst>
                <a:path w="800100" h="142875">
                  <a:moveTo>
                    <a:pt x="775313" y="142874"/>
                  </a:moveTo>
                  <a:lnTo>
                    <a:pt x="24785" y="142874"/>
                  </a:lnTo>
                  <a:lnTo>
                    <a:pt x="21140" y="142149"/>
                  </a:lnTo>
                  <a:lnTo>
                    <a:pt x="0" y="118081"/>
                  </a:lnTo>
                  <a:lnTo>
                    <a:pt x="0" y="114299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775313" y="0"/>
                  </a:lnTo>
                  <a:lnTo>
                    <a:pt x="800099" y="24785"/>
                  </a:lnTo>
                  <a:lnTo>
                    <a:pt x="800099" y="118081"/>
                  </a:lnTo>
                  <a:lnTo>
                    <a:pt x="778959" y="142149"/>
                  </a:lnTo>
                  <a:lnTo>
                    <a:pt x="775313" y="142874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322" name="object 25">
              <a:extLst>
                <a:ext uri="{FF2B5EF4-FFF2-40B4-BE49-F238E27FC236}">
                  <a16:creationId xmlns:a16="http://schemas.microsoft.com/office/drawing/2014/main" id="{DC21E803-5128-A60B-4683-2E94B656B070}"/>
                </a:ext>
              </a:extLst>
            </p:cNvPr>
            <p:cNvSpPr txBox="1"/>
            <p:nvPr/>
          </p:nvSpPr>
          <p:spPr>
            <a:xfrm>
              <a:off x="717954" y="4490601"/>
              <a:ext cx="4902200" cy="56272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05300"/>
                </a:lnSpc>
                <a:spcBef>
                  <a:spcPts val="100"/>
                </a:spcBef>
              </a:pPr>
              <a:r>
                <a:rPr sz="950" b="1" spc="-6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Solution:</a:t>
              </a:r>
              <a:r>
                <a:rPr sz="950" b="1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Allocate</a:t>
              </a:r>
              <a:r>
                <a:rPr sz="9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more</a:t>
              </a:r>
              <a:r>
                <a:rPr sz="9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RAM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</a:t>
              </a:r>
              <a:r>
                <a:rPr sz="9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host</a:t>
              </a:r>
              <a:r>
                <a:rPr sz="9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system</a:t>
              </a:r>
              <a:r>
                <a:rPr sz="9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7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(8</a:t>
              </a:r>
              <a:r>
                <a:rPr sz="9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14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GB+</a:t>
              </a:r>
              <a:r>
                <a:rPr sz="9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recommended).</a:t>
              </a:r>
              <a:r>
                <a:rPr sz="950" spc="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8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Reduce</a:t>
              </a:r>
              <a:r>
                <a:rPr sz="9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VM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memory</a:t>
              </a:r>
              <a:r>
                <a:rPr sz="950" spc="-8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allocation. </a:t>
              </a:r>
              <a:r>
                <a:rPr sz="950" spc="-7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Close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resource-</a:t>
              </a:r>
              <a:r>
                <a:rPr sz="95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heavy</a:t>
              </a:r>
              <a:r>
                <a:rPr sz="950" spc="-7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applications.</a:t>
              </a:r>
              <a:r>
                <a:rPr sz="950" spc="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8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Check</a:t>
              </a:r>
              <a:r>
                <a:rPr sz="950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950" spc="-10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950" spc="-8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Host</a:t>
              </a:r>
              <a:r>
                <a:rPr sz="95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Compute</a:t>
              </a:r>
              <a:r>
                <a:rPr sz="95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7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Service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status</a:t>
              </a:r>
              <a:r>
                <a:rPr sz="95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</a:t>
              </a:r>
              <a:r>
                <a:rPr sz="950" spc="1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 </a:t>
              </a:r>
              <a:r>
                <a:rPr sz="75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services.msc</a:t>
              </a:r>
              <a:r>
                <a:rPr sz="750" spc="60" dirty="0">
                  <a:solidFill>
                    <a:srgbClr val="EF444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9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.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323" name="object 27">
              <a:extLst>
                <a:ext uri="{FF2B5EF4-FFF2-40B4-BE49-F238E27FC236}">
                  <a16:creationId xmlns:a16="http://schemas.microsoft.com/office/drawing/2014/main" id="{11FD94E3-CDC8-5D50-55CC-757C1E1E7E20}"/>
                </a:ext>
              </a:extLst>
            </p:cNvPr>
            <p:cNvGrpSpPr/>
            <p:nvPr/>
          </p:nvGrpSpPr>
          <p:grpSpPr>
            <a:xfrm>
              <a:off x="6200774" y="3495669"/>
              <a:ext cx="5467350" cy="1866900"/>
              <a:chOff x="6200774" y="3495669"/>
              <a:chExt cx="5467350" cy="1866900"/>
            </a:xfrm>
          </p:grpSpPr>
          <p:pic>
            <p:nvPicPr>
              <p:cNvPr id="340" name="object 28">
                <a:extLst>
                  <a:ext uri="{FF2B5EF4-FFF2-40B4-BE49-F238E27FC236}">
                    <a16:creationId xmlns:a16="http://schemas.microsoft.com/office/drawing/2014/main" id="{8D86C4AC-F61C-79E2-03E5-207C7B0CBD3B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200774" y="3495669"/>
                <a:ext cx="5467349" cy="1866899"/>
              </a:xfrm>
              <a:prstGeom prst="rect">
                <a:avLst/>
              </a:prstGeom>
            </p:spPr>
          </p:pic>
          <p:sp>
            <p:nvSpPr>
              <p:cNvPr id="341" name="object 29">
                <a:extLst>
                  <a:ext uri="{FF2B5EF4-FFF2-40B4-BE49-F238E27FC236}">
                    <a16:creationId xmlns:a16="http://schemas.microsoft.com/office/drawing/2014/main" id="{012C80CF-4CEF-BEC7-C116-9468436B6841}"/>
                  </a:ext>
                </a:extLst>
              </p:cNvPr>
              <p:cNvSpPr/>
              <p:nvPr/>
            </p:nvSpPr>
            <p:spPr>
              <a:xfrm>
                <a:off x="6200774" y="3495675"/>
                <a:ext cx="5467350" cy="1866900"/>
              </a:xfrm>
              <a:custGeom>
                <a:avLst/>
                <a:gdLst/>
                <a:ahLst/>
                <a:cxnLst/>
                <a:rect l="l" t="t" r="r" b="b"/>
                <a:pathLst>
                  <a:path w="5467350" h="1866900">
                    <a:moveTo>
                      <a:pt x="5372099" y="1866899"/>
                    </a:moveTo>
                    <a:lnTo>
                      <a:pt x="95249" y="1866899"/>
                    </a:lnTo>
                    <a:lnTo>
                      <a:pt x="85866" y="1866446"/>
                    </a:lnTo>
                    <a:lnTo>
                      <a:pt x="42321" y="1850861"/>
                    </a:lnTo>
                    <a:lnTo>
                      <a:pt x="11259" y="1816594"/>
                    </a:lnTo>
                    <a:lnTo>
                      <a:pt x="0" y="1771649"/>
                    </a:lnTo>
                    <a:lnTo>
                      <a:pt x="0" y="95249"/>
                    </a:lnTo>
                    <a:lnTo>
                      <a:pt x="11259" y="50303"/>
                    </a:lnTo>
                    <a:lnTo>
                      <a:pt x="42321" y="16037"/>
                    </a:lnTo>
                    <a:lnTo>
                      <a:pt x="85866" y="453"/>
                    </a:lnTo>
                    <a:lnTo>
                      <a:pt x="95249" y="0"/>
                    </a:lnTo>
                    <a:lnTo>
                      <a:pt x="5372099" y="0"/>
                    </a:lnTo>
                    <a:lnTo>
                      <a:pt x="5413368" y="9524"/>
                    </a:lnTo>
                    <a:lnTo>
                      <a:pt x="89621" y="9524"/>
                    </a:lnTo>
                    <a:lnTo>
                      <a:pt x="84046" y="10073"/>
                    </a:lnTo>
                    <a:lnTo>
                      <a:pt x="42943" y="27099"/>
                    </a:lnTo>
                    <a:lnTo>
                      <a:pt x="18204" y="57244"/>
                    </a:lnTo>
                    <a:lnTo>
                      <a:pt x="9524" y="89621"/>
                    </a:lnTo>
                    <a:lnTo>
                      <a:pt x="9524" y="1777278"/>
                    </a:lnTo>
                    <a:lnTo>
                      <a:pt x="20844" y="1814595"/>
                    </a:lnTo>
                    <a:lnTo>
                      <a:pt x="52303" y="1846054"/>
                    </a:lnTo>
                    <a:lnTo>
                      <a:pt x="89621" y="1857374"/>
                    </a:lnTo>
                    <a:lnTo>
                      <a:pt x="5413368" y="1857374"/>
                    </a:lnTo>
                    <a:lnTo>
                      <a:pt x="5408549" y="1859649"/>
                    </a:lnTo>
                    <a:lnTo>
                      <a:pt x="5399706" y="1862821"/>
                    </a:lnTo>
                    <a:lnTo>
                      <a:pt x="5390684" y="1865086"/>
                    </a:lnTo>
                    <a:lnTo>
                      <a:pt x="5381482" y="1866446"/>
                    </a:lnTo>
                    <a:lnTo>
                      <a:pt x="5372099" y="1866899"/>
                    </a:lnTo>
                    <a:close/>
                  </a:path>
                  <a:path w="5467350" h="1866900">
                    <a:moveTo>
                      <a:pt x="5413368" y="1857374"/>
                    </a:moveTo>
                    <a:lnTo>
                      <a:pt x="5377728" y="1857374"/>
                    </a:lnTo>
                    <a:lnTo>
                      <a:pt x="5383303" y="1856825"/>
                    </a:lnTo>
                    <a:lnTo>
                      <a:pt x="5394344" y="1854629"/>
                    </a:lnTo>
                    <a:lnTo>
                      <a:pt x="5428735" y="1836246"/>
                    </a:lnTo>
                    <a:lnTo>
                      <a:pt x="5453452" y="1799255"/>
                    </a:lnTo>
                    <a:lnTo>
                      <a:pt x="5457824" y="1777278"/>
                    </a:lnTo>
                    <a:lnTo>
                      <a:pt x="5457824" y="89621"/>
                    </a:lnTo>
                    <a:lnTo>
                      <a:pt x="5446504" y="52303"/>
                    </a:lnTo>
                    <a:lnTo>
                      <a:pt x="5415045" y="20845"/>
                    </a:lnTo>
                    <a:lnTo>
                      <a:pt x="5377728" y="9524"/>
                    </a:lnTo>
                    <a:lnTo>
                      <a:pt x="5413368" y="9524"/>
                    </a:lnTo>
                    <a:lnTo>
                      <a:pt x="5445765" y="34853"/>
                    </a:lnTo>
                    <a:lnTo>
                      <a:pt x="5465536" y="76663"/>
                    </a:lnTo>
                    <a:lnTo>
                      <a:pt x="5467349" y="1771649"/>
                    </a:lnTo>
                    <a:lnTo>
                      <a:pt x="5466896" y="1781032"/>
                    </a:lnTo>
                    <a:lnTo>
                      <a:pt x="5451310" y="1824577"/>
                    </a:lnTo>
                    <a:lnTo>
                      <a:pt x="5417044" y="1855639"/>
                    </a:lnTo>
                    <a:lnTo>
                      <a:pt x="5413368" y="1857374"/>
                    </a:lnTo>
                    <a:close/>
                  </a:path>
                </a:pathLst>
              </a:custGeom>
              <a:solidFill>
                <a:srgbClr val="0FB981">
                  <a:alpha val="1999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342" name="object 30">
                <a:extLst>
                  <a:ext uri="{FF2B5EF4-FFF2-40B4-BE49-F238E27FC236}">
                    <a16:creationId xmlns:a16="http://schemas.microsoft.com/office/drawing/2014/main" id="{99BE32DD-B881-10E6-4E67-BBCAEB5B78B5}"/>
                  </a:ext>
                </a:extLst>
              </p:cNvPr>
              <p:cNvSpPr/>
              <p:nvPr/>
            </p:nvSpPr>
            <p:spPr>
              <a:xfrm>
                <a:off x="6394449" y="3705224"/>
                <a:ext cx="12700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87629">
                    <a:moveTo>
                      <a:pt x="126999" y="0"/>
                    </a:moveTo>
                    <a:lnTo>
                      <a:pt x="39687" y="87312"/>
                    </a:lnTo>
                    <a:lnTo>
                      <a:pt x="0" y="47624"/>
                    </a:lnTo>
                  </a:path>
                </a:pathLst>
              </a:custGeom>
              <a:ln w="19843">
                <a:solidFill>
                  <a:srgbClr val="049569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324" name="object 32">
              <a:extLst>
                <a:ext uri="{FF2B5EF4-FFF2-40B4-BE49-F238E27FC236}">
                  <a16:creationId xmlns:a16="http://schemas.microsoft.com/office/drawing/2014/main" id="{3A8F5930-1E0E-84E0-EE35-EEB58DA15933}"/>
                </a:ext>
              </a:extLst>
            </p:cNvPr>
            <p:cNvSpPr txBox="1"/>
            <p:nvPr/>
          </p:nvSpPr>
          <p:spPr>
            <a:xfrm>
              <a:off x="6616700" y="3634422"/>
              <a:ext cx="2052322" cy="23973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1200" b="1" spc="-60" dirty="0">
                  <a:solidFill>
                    <a:srgbClr val="0495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Quick</a:t>
              </a:r>
              <a:r>
                <a:rPr sz="1200" b="1" spc="-95" dirty="0">
                  <a:solidFill>
                    <a:srgbClr val="0495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200" b="1" spc="-70" dirty="0">
                  <a:solidFill>
                    <a:srgbClr val="0495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Fix</a:t>
              </a:r>
              <a:r>
                <a:rPr sz="1200" b="1" spc="-90" dirty="0">
                  <a:solidFill>
                    <a:srgbClr val="0495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200" b="1" spc="-55" dirty="0">
                  <a:solidFill>
                    <a:srgbClr val="0495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Checklist</a:t>
              </a:r>
              <a:endParaRPr sz="12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25" name="object 33">
              <a:extLst>
                <a:ext uri="{FF2B5EF4-FFF2-40B4-BE49-F238E27FC236}">
                  <a16:creationId xmlns:a16="http://schemas.microsoft.com/office/drawing/2014/main" id="{0B00FB77-DA78-BDEF-06E0-A69932DD2F6B}"/>
                </a:ext>
              </a:extLst>
            </p:cNvPr>
            <p:cNvSpPr txBox="1"/>
            <p:nvPr/>
          </p:nvSpPr>
          <p:spPr>
            <a:xfrm>
              <a:off x="6349998" y="3943509"/>
              <a:ext cx="4738316" cy="19163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222250" indent="-209550">
                <a:lnSpc>
                  <a:spcPct val="100000"/>
                </a:lnSpc>
                <a:spcBef>
                  <a:spcPts val="95"/>
                </a:spcBef>
                <a:buClr>
                  <a:srgbClr val="0FB981"/>
                </a:buClr>
                <a:buSzPct val="121052"/>
                <a:buFont typeface="BIZ UDPGothic"/>
                <a:buChar char="✓"/>
                <a:tabLst>
                  <a:tab pos="222250" algn="l"/>
                </a:tabLst>
              </a:pPr>
              <a:r>
                <a:rPr sz="950" b="1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Verify</a:t>
              </a:r>
              <a:r>
                <a:rPr sz="950" b="1" spc="-7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b="1" spc="-9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BIOS</a:t>
              </a:r>
              <a:r>
                <a:rPr sz="950" b="1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b="1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settings:</a:t>
              </a:r>
              <a:r>
                <a:rPr sz="950" b="1" spc="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7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Enable</a:t>
              </a:r>
              <a:r>
                <a:rPr sz="950" spc="-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VT-</a:t>
              </a:r>
              <a:r>
                <a:rPr sz="95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x/AMD-</a:t>
              </a:r>
              <a:r>
                <a:rPr sz="950" spc="-10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950" spc="-7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950" spc="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SLAT</a:t>
              </a:r>
              <a:r>
                <a:rPr sz="950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support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26" name="object 34">
              <a:extLst>
                <a:ext uri="{FF2B5EF4-FFF2-40B4-BE49-F238E27FC236}">
                  <a16:creationId xmlns:a16="http://schemas.microsoft.com/office/drawing/2014/main" id="{D872AF67-FF07-6BD0-75AE-49373854A962}"/>
                </a:ext>
              </a:extLst>
            </p:cNvPr>
            <p:cNvSpPr txBox="1"/>
            <p:nvPr/>
          </p:nvSpPr>
          <p:spPr>
            <a:xfrm>
              <a:off x="6349998" y="4210208"/>
              <a:ext cx="4344681" cy="19163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222250" indent="-209550">
                <a:lnSpc>
                  <a:spcPct val="100000"/>
                </a:lnSpc>
                <a:spcBef>
                  <a:spcPts val="95"/>
                </a:spcBef>
                <a:buClr>
                  <a:srgbClr val="0FB981"/>
                </a:buClr>
                <a:buSzPct val="121052"/>
                <a:buFont typeface="BIZ UDPGothic"/>
                <a:buChar char="✓"/>
                <a:tabLst>
                  <a:tab pos="222250" algn="l"/>
                </a:tabLst>
              </a:pPr>
              <a:r>
                <a:rPr sz="950" b="1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Update</a:t>
              </a:r>
              <a:r>
                <a:rPr sz="950" b="1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b="1" spc="-7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system:</a:t>
              </a:r>
              <a:r>
                <a:rPr sz="950" b="1" spc="-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Install</a:t>
              </a:r>
              <a:r>
                <a:rPr sz="950" spc="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latest</a:t>
              </a:r>
              <a:r>
                <a:rPr sz="9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updates</a:t>
              </a:r>
              <a:r>
                <a:rPr sz="9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9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ﬁ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rmware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27" name="object 35">
              <a:extLst>
                <a:ext uri="{FF2B5EF4-FFF2-40B4-BE49-F238E27FC236}">
                  <a16:creationId xmlns:a16="http://schemas.microsoft.com/office/drawing/2014/main" id="{06F92778-6DDD-8E4B-7A11-D5D96E80594E}"/>
                </a:ext>
              </a:extLst>
            </p:cNvPr>
            <p:cNvSpPr/>
            <p:nvPr/>
          </p:nvSpPr>
          <p:spPr>
            <a:xfrm>
              <a:off x="7886698" y="4524373"/>
              <a:ext cx="590550" cy="114300"/>
            </a:xfrm>
            <a:custGeom>
              <a:avLst/>
              <a:gdLst/>
              <a:ahLst/>
              <a:cxnLst/>
              <a:rect l="l" t="t" r="r" b="b"/>
              <a:pathLst>
                <a:path w="590550" h="114300">
                  <a:moveTo>
                    <a:pt x="574025" y="114295"/>
                  </a:moveTo>
                  <a:lnTo>
                    <a:pt x="16524" y="114295"/>
                  </a:lnTo>
                  <a:lnTo>
                    <a:pt x="14093" y="113811"/>
                  </a:lnTo>
                  <a:lnTo>
                    <a:pt x="0" y="97770"/>
                  </a:lnTo>
                  <a:lnTo>
                    <a:pt x="0" y="95249"/>
                  </a:lnTo>
                  <a:lnTo>
                    <a:pt x="0" y="16520"/>
                  </a:lnTo>
                  <a:lnTo>
                    <a:pt x="16524" y="0"/>
                  </a:lnTo>
                  <a:lnTo>
                    <a:pt x="574025" y="0"/>
                  </a:lnTo>
                  <a:lnTo>
                    <a:pt x="590549" y="16520"/>
                  </a:lnTo>
                  <a:lnTo>
                    <a:pt x="590549" y="97770"/>
                  </a:lnTo>
                  <a:lnTo>
                    <a:pt x="576455" y="113811"/>
                  </a:lnTo>
                  <a:lnTo>
                    <a:pt x="574025" y="114295"/>
                  </a:lnTo>
                  <a:close/>
                </a:path>
              </a:pathLst>
            </a:custGeom>
            <a:solidFill>
              <a:srgbClr val="000000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328" name="object 36">
              <a:extLst>
                <a:ext uri="{FF2B5EF4-FFF2-40B4-BE49-F238E27FC236}">
                  <a16:creationId xmlns:a16="http://schemas.microsoft.com/office/drawing/2014/main" id="{A6DFC309-F807-B3BE-F388-F33AAD2EA8CC}"/>
                </a:ext>
              </a:extLst>
            </p:cNvPr>
            <p:cNvSpPr txBox="1"/>
            <p:nvPr/>
          </p:nvSpPr>
          <p:spPr>
            <a:xfrm>
              <a:off x="6349998" y="4467383"/>
              <a:ext cx="4449107" cy="19163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222250" indent="-209550">
                <a:lnSpc>
                  <a:spcPct val="100000"/>
                </a:lnSpc>
                <a:spcBef>
                  <a:spcPts val="95"/>
                </a:spcBef>
                <a:buClr>
                  <a:srgbClr val="0FB981"/>
                </a:buClr>
                <a:buSzPct val="121052"/>
                <a:buFont typeface="BIZ UDPGothic"/>
                <a:buChar char="✓"/>
                <a:tabLst>
                  <a:tab pos="222250" algn="l"/>
                </a:tabLst>
              </a:pPr>
              <a:r>
                <a:rPr sz="950" b="1" spc="-7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Check</a:t>
              </a:r>
              <a:r>
                <a:rPr sz="950" b="1" spc="-8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b="1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compatibility:</a:t>
              </a:r>
              <a:r>
                <a:rPr sz="950" b="1" spc="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Run</a:t>
              </a:r>
              <a:r>
                <a:rPr sz="950" spc="3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systeminfo</a:t>
              </a:r>
              <a:r>
                <a:rPr sz="650" spc="1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iberation Mono"/>
                </a:rPr>
                <a:t> </a:t>
              </a:r>
              <a:r>
                <a:rPr sz="9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</a:t>
              </a:r>
              <a:r>
                <a:rPr sz="9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verify</a:t>
              </a:r>
              <a:r>
                <a:rPr sz="950" spc="-8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950" spc="-10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950" spc="-8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requirements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29" name="object 37">
              <a:extLst>
                <a:ext uri="{FF2B5EF4-FFF2-40B4-BE49-F238E27FC236}">
                  <a16:creationId xmlns:a16="http://schemas.microsoft.com/office/drawing/2014/main" id="{525866CF-42FF-285E-9463-6F5064712704}"/>
                </a:ext>
              </a:extLst>
            </p:cNvPr>
            <p:cNvSpPr txBox="1"/>
            <p:nvPr/>
          </p:nvSpPr>
          <p:spPr>
            <a:xfrm>
              <a:off x="6349998" y="4734084"/>
              <a:ext cx="4536950" cy="19163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222250" indent="-209550">
                <a:lnSpc>
                  <a:spcPct val="100000"/>
                </a:lnSpc>
                <a:spcBef>
                  <a:spcPts val="95"/>
                </a:spcBef>
                <a:buClr>
                  <a:srgbClr val="0FB981"/>
                </a:buClr>
                <a:buSzPct val="121052"/>
                <a:buFont typeface="BIZ UDPGothic"/>
                <a:buChar char="✓"/>
                <a:tabLst>
                  <a:tab pos="222250" algn="l"/>
                </a:tabLst>
              </a:pPr>
              <a:r>
                <a:rPr sz="950" b="1" spc="-8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Remove</a:t>
              </a:r>
              <a:r>
                <a:rPr sz="950" b="1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b="1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con</a:t>
              </a:r>
              <a:r>
                <a:rPr sz="800" b="1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ﬂ</a:t>
              </a:r>
              <a:r>
                <a:rPr sz="950" b="1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icts:</a:t>
              </a:r>
              <a:r>
                <a:rPr sz="950" b="1" spc="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Uninstall</a:t>
              </a:r>
              <a:r>
                <a:rPr sz="950" spc="6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VMware/VirtualBox</a:t>
              </a:r>
              <a:r>
                <a:rPr sz="9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before</a:t>
              </a:r>
              <a:r>
                <a:rPr sz="950" spc="-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enabling</a:t>
              </a:r>
              <a:r>
                <a:rPr sz="950" spc="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Hyper-V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30" name="object 38">
              <a:extLst>
                <a:ext uri="{FF2B5EF4-FFF2-40B4-BE49-F238E27FC236}">
                  <a16:creationId xmlns:a16="http://schemas.microsoft.com/office/drawing/2014/main" id="{D4D85D69-ABD9-5F24-5B29-48EB0EAE6768}"/>
                </a:ext>
              </a:extLst>
            </p:cNvPr>
            <p:cNvSpPr txBox="1"/>
            <p:nvPr/>
          </p:nvSpPr>
          <p:spPr>
            <a:xfrm>
              <a:off x="6349998" y="5000783"/>
              <a:ext cx="4356959" cy="19163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222250" indent="-209550">
                <a:lnSpc>
                  <a:spcPct val="100000"/>
                </a:lnSpc>
                <a:spcBef>
                  <a:spcPts val="95"/>
                </a:spcBef>
                <a:buClr>
                  <a:srgbClr val="0FB981"/>
                </a:buClr>
                <a:buSzPct val="121052"/>
                <a:buFont typeface="BIZ UDPGothic"/>
                <a:buChar char="✓"/>
                <a:tabLst>
                  <a:tab pos="222250" algn="l"/>
                </a:tabLst>
              </a:pPr>
              <a:r>
                <a:rPr sz="950" b="1" spc="-8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Resource</a:t>
              </a:r>
              <a:r>
                <a:rPr sz="950" b="1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b="1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allocation:</a:t>
              </a:r>
              <a:r>
                <a:rPr sz="950" b="1" spc="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7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Ensure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7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8</a:t>
              </a:r>
              <a:r>
                <a:rPr sz="9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14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GB+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RAM</a:t>
              </a:r>
              <a:r>
                <a:rPr sz="9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950" spc="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7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20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14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GB+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free</a:t>
              </a:r>
              <a:r>
                <a:rPr sz="9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disk</a:t>
              </a:r>
              <a:r>
                <a:rPr sz="95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9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space</a:t>
              </a:r>
              <a:endParaRPr sz="9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331" name="object 40">
              <a:extLst>
                <a:ext uri="{FF2B5EF4-FFF2-40B4-BE49-F238E27FC236}">
                  <a16:creationId xmlns:a16="http://schemas.microsoft.com/office/drawing/2014/main" id="{5F9F08C8-2B35-7AE6-004D-4D4132B736A1}"/>
                </a:ext>
              </a:extLst>
            </p:cNvPr>
            <p:cNvGrpSpPr/>
            <p:nvPr/>
          </p:nvGrpSpPr>
          <p:grpSpPr>
            <a:xfrm>
              <a:off x="542924" y="5534019"/>
              <a:ext cx="7305675" cy="790575"/>
              <a:chOff x="542924" y="5534019"/>
              <a:chExt cx="7305675" cy="790575"/>
            </a:xfrm>
          </p:grpSpPr>
          <p:sp>
            <p:nvSpPr>
              <p:cNvPr id="338" name="object 41">
                <a:extLst>
                  <a:ext uri="{FF2B5EF4-FFF2-40B4-BE49-F238E27FC236}">
                    <a16:creationId xmlns:a16="http://schemas.microsoft.com/office/drawing/2014/main" id="{19A3FFD1-ED8A-A558-BD16-05EEBAB3D111}"/>
                  </a:ext>
                </a:extLst>
              </p:cNvPr>
              <p:cNvSpPr/>
              <p:nvPr/>
            </p:nvSpPr>
            <p:spPr>
              <a:xfrm>
                <a:off x="542924" y="5534019"/>
                <a:ext cx="7305675" cy="790575"/>
              </a:xfrm>
              <a:custGeom>
                <a:avLst/>
                <a:gdLst/>
                <a:ahLst/>
                <a:cxnLst/>
                <a:rect l="l" t="t" r="r" b="b"/>
                <a:pathLst>
                  <a:path w="7305675" h="790575">
                    <a:moveTo>
                      <a:pt x="7229474" y="790574"/>
                    </a:moveTo>
                    <a:lnTo>
                      <a:pt x="76199" y="790574"/>
                    </a:lnTo>
                    <a:lnTo>
                      <a:pt x="68693" y="790212"/>
                    </a:lnTo>
                    <a:lnTo>
                      <a:pt x="27882" y="773307"/>
                    </a:lnTo>
                    <a:lnTo>
                      <a:pt x="3262" y="736461"/>
                    </a:lnTo>
                    <a:lnTo>
                      <a:pt x="0" y="714374"/>
                    </a:lnTo>
                    <a:lnTo>
                      <a:pt x="0" y="76199"/>
                    </a:lnTo>
                    <a:lnTo>
                      <a:pt x="12830" y="33857"/>
                    </a:lnTo>
                    <a:lnTo>
                      <a:pt x="47039" y="5800"/>
                    </a:lnTo>
                    <a:lnTo>
                      <a:pt x="76199" y="0"/>
                    </a:lnTo>
                    <a:lnTo>
                      <a:pt x="7229474" y="0"/>
                    </a:lnTo>
                    <a:lnTo>
                      <a:pt x="7271815" y="12829"/>
                    </a:lnTo>
                    <a:lnTo>
                      <a:pt x="7299873" y="47038"/>
                    </a:lnTo>
                    <a:lnTo>
                      <a:pt x="7305674" y="76199"/>
                    </a:lnTo>
                    <a:lnTo>
                      <a:pt x="7305674" y="714374"/>
                    </a:lnTo>
                    <a:lnTo>
                      <a:pt x="7292843" y="756716"/>
                    </a:lnTo>
                    <a:lnTo>
                      <a:pt x="7258633" y="784773"/>
                    </a:lnTo>
                    <a:lnTo>
                      <a:pt x="7229474" y="790574"/>
                    </a:lnTo>
                    <a:close/>
                  </a:path>
                </a:pathLst>
              </a:custGeom>
              <a:solidFill>
                <a:srgbClr val="0078D4">
                  <a:alpha val="3138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339" name="object 42">
                <a:extLst>
                  <a:ext uri="{FF2B5EF4-FFF2-40B4-BE49-F238E27FC236}">
                    <a16:creationId xmlns:a16="http://schemas.microsoft.com/office/drawing/2014/main" id="{99A741DD-2F6D-A473-1688-895B0F7E7A66}"/>
                  </a:ext>
                </a:extLst>
              </p:cNvPr>
              <p:cNvSpPr/>
              <p:nvPr/>
            </p:nvSpPr>
            <p:spPr>
              <a:xfrm>
                <a:off x="542924" y="5534024"/>
                <a:ext cx="7305675" cy="790575"/>
              </a:xfrm>
              <a:custGeom>
                <a:avLst/>
                <a:gdLst/>
                <a:ahLst/>
                <a:cxnLst/>
                <a:rect l="l" t="t" r="r" b="b"/>
                <a:pathLst>
                  <a:path w="7305675" h="790575">
                    <a:moveTo>
                      <a:pt x="7229474" y="790574"/>
                    </a:moveTo>
                    <a:lnTo>
                      <a:pt x="76199" y="790574"/>
                    </a:lnTo>
                    <a:lnTo>
                      <a:pt x="68693" y="790212"/>
                    </a:lnTo>
                    <a:lnTo>
                      <a:pt x="27882" y="773307"/>
                    </a:lnTo>
                    <a:lnTo>
                      <a:pt x="3262" y="736461"/>
                    </a:lnTo>
                    <a:lnTo>
                      <a:pt x="0" y="714374"/>
                    </a:lnTo>
                    <a:lnTo>
                      <a:pt x="0" y="76199"/>
                    </a:lnTo>
                    <a:lnTo>
                      <a:pt x="12830" y="33857"/>
                    </a:lnTo>
                    <a:lnTo>
                      <a:pt x="47039" y="5800"/>
                    </a:lnTo>
                    <a:lnTo>
                      <a:pt x="76199" y="0"/>
                    </a:lnTo>
                    <a:lnTo>
                      <a:pt x="7229474" y="0"/>
                    </a:lnTo>
                    <a:lnTo>
                      <a:pt x="7266294" y="9524"/>
                    </a:lnTo>
                    <a:lnTo>
                      <a:pt x="71822" y="9524"/>
                    </a:lnTo>
                    <a:lnTo>
                      <a:pt x="67486" y="9951"/>
                    </a:lnTo>
                    <a:lnTo>
                      <a:pt x="32149" y="25957"/>
                    </a:lnTo>
                    <a:lnTo>
                      <a:pt x="11660" y="58898"/>
                    </a:lnTo>
                    <a:lnTo>
                      <a:pt x="9524" y="71821"/>
                    </a:lnTo>
                    <a:lnTo>
                      <a:pt x="9524" y="718752"/>
                    </a:lnTo>
                    <a:lnTo>
                      <a:pt x="9833" y="721881"/>
                    </a:lnTo>
                    <a:lnTo>
                      <a:pt x="9952" y="723088"/>
                    </a:lnTo>
                    <a:lnTo>
                      <a:pt x="25957" y="758425"/>
                    </a:lnTo>
                    <a:lnTo>
                      <a:pt x="58898" y="778914"/>
                    </a:lnTo>
                    <a:lnTo>
                      <a:pt x="71822" y="781049"/>
                    </a:lnTo>
                    <a:lnTo>
                      <a:pt x="7266292" y="781049"/>
                    </a:lnTo>
                    <a:lnTo>
                      <a:pt x="7265430" y="781566"/>
                    </a:lnTo>
                    <a:lnTo>
                      <a:pt x="7258634" y="784773"/>
                    </a:lnTo>
                    <a:lnTo>
                      <a:pt x="7251560" y="787311"/>
                    </a:lnTo>
                    <a:lnTo>
                      <a:pt x="7244342" y="789124"/>
                    </a:lnTo>
                    <a:lnTo>
                      <a:pt x="7236981" y="790212"/>
                    </a:lnTo>
                    <a:lnTo>
                      <a:pt x="7229474" y="790574"/>
                    </a:lnTo>
                    <a:close/>
                  </a:path>
                  <a:path w="7305675" h="790575">
                    <a:moveTo>
                      <a:pt x="7266292" y="781049"/>
                    </a:moveTo>
                    <a:lnTo>
                      <a:pt x="7233852" y="781049"/>
                    </a:lnTo>
                    <a:lnTo>
                      <a:pt x="7238188" y="780622"/>
                    </a:lnTo>
                    <a:lnTo>
                      <a:pt x="7246775" y="778914"/>
                    </a:lnTo>
                    <a:lnTo>
                      <a:pt x="7279715" y="758425"/>
                    </a:lnTo>
                    <a:lnTo>
                      <a:pt x="7295721" y="723088"/>
                    </a:lnTo>
                    <a:lnTo>
                      <a:pt x="7296149" y="718752"/>
                    </a:lnTo>
                    <a:lnTo>
                      <a:pt x="7296149" y="71821"/>
                    </a:lnTo>
                    <a:lnTo>
                      <a:pt x="7282479" y="35517"/>
                    </a:lnTo>
                    <a:lnTo>
                      <a:pt x="7250631" y="12829"/>
                    </a:lnTo>
                    <a:lnTo>
                      <a:pt x="7233852" y="9524"/>
                    </a:lnTo>
                    <a:lnTo>
                      <a:pt x="7266294" y="9524"/>
                    </a:lnTo>
                    <a:lnTo>
                      <a:pt x="7296665" y="40242"/>
                    </a:lnTo>
                    <a:lnTo>
                      <a:pt x="7305674" y="714374"/>
                    </a:lnTo>
                    <a:lnTo>
                      <a:pt x="7305311" y="721881"/>
                    </a:lnTo>
                    <a:lnTo>
                      <a:pt x="7288406" y="762691"/>
                    </a:lnTo>
                    <a:lnTo>
                      <a:pt x="7271942" y="777649"/>
                    </a:lnTo>
                    <a:lnTo>
                      <a:pt x="7266292" y="781049"/>
                    </a:lnTo>
                    <a:close/>
                  </a:path>
                </a:pathLst>
              </a:custGeom>
              <a:solidFill>
                <a:srgbClr val="0078D4">
                  <a:alpha val="14898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332" name="object 43">
              <a:extLst>
                <a:ext uri="{FF2B5EF4-FFF2-40B4-BE49-F238E27FC236}">
                  <a16:creationId xmlns:a16="http://schemas.microsoft.com/office/drawing/2014/main" id="{8AC56C51-56FF-4316-1DB6-77D5471F68A6}"/>
                </a:ext>
              </a:extLst>
            </p:cNvPr>
            <p:cNvSpPr txBox="1"/>
            <p:nvPr/>
          </p:nvSpPr>
          <p:spPr>
            <a:xfrm>
              <a:off x="711199" y="5636754"/>
              <a:ext cx="3717585" cy="207153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1000" b="1" spc="-4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MICROSOFT</a:t>
              </a:r>
              <a:r>
                <a:rPr sz="1000" b="1" spc="3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0" b="1" spc="-7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SUPPORT</a:t>
              </a:r>
              <a:r>
                <a:rPr sz="1000" b="1" spc="4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0" b="1" spc="-1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RESOURCES</a:t>
              </a:r>
              <a:r>
                <a:rPr sz="1000" b="1" spc="7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0" b="1" spc="-6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(UPDATED</a:t>
              </a:r>
              <a:r>
                <a:rPr sz="1000" b="1" spc="7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0" b="1" spc="-2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2026)</a:t>
              </a:r>
              <a:endParaRPr sz="10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33" name="object 44">
              <a:extLst>
                <a:ext uri="{FF2B5EF4-FFF2-40B4-BE49-F238E27FC236}">
                  <a16:creationId xmlns:a16="http://schemas.microsoft.com/office/drawing/2014/main" id="{93797D18-1D1D-4664-9F3E-8F5E6BE4E2A5}"/>
                </a:ext>
              </a:extLst>
            </p:cNvPr>
            <p:cNvSpPr txBox="1"/>
            <p:nvPr/>
          </p:nvSpPr>
          <p:spPr>
            <a:xfrm>
              <a:off x="711199" y="5844048"/>
              <a:ext cx="2185670" cy="394133"/>
            </a:xfrm>
            <a:prstGeom prst="rect">
              <a:avLst/>
            </a:prstGeom>
          </p:spPr>
          <p:txBody>
            <a:bodyPr vert="horz" wrap="square" lIns="0" tIns="4826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80"/>
                </a:spcBef>
              </a:pPr>
              <a:r>
                <a:rPr sz="850" b="1" spc="-2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</a:t>
              </a:r>
              <a:r>
                <a:rPr sz="750" b="1" spc="-2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ﬃ</a:t>
              </a:r>
              <a:r>
                <a:rPr sz="850" b="1" spc="-2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cial</a:t>
              </a:r>
              <a:r>
                <a:rPr sz="850" b="1" spc="-2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Docs:</a:t>
              </a:r>
              <a:endParaRPr sz="85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54"/>
                </a:spcBef>
              </a:pPr>
              <a:r>
                <a:rPr sz="7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learn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 Unicode"/>
                </a:rPr>
                <a:t>.</a:t>
              </a:r>
              <a:r>
                <a:rPr sz="65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 Unicode"/>
                </a:rPr>
                <a:t> </a:t>
              </a:r>
              <a:r>
                <a:rPr sz="700" spc="-7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mi</a:t>
              </a:r>
              <a:r>
                <a:rPr sz="700" spc="-27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 </a:t>
              </a:r>
              <a:r>
                <a:rPr sz="7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crosoft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 Unicode"/>
                </a:rPr>
                <a:t>.</a:t>
              </a:r>
              <a:r>
                <a:rPr sz="650" spc="-1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 Unicode"/>
                </a:rPr>
                <a:t> </a:t>
              </a:r>
              <a:r>
                <a:rPr sz="700" spc="-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com</a:t>
              </a:r>
              <a:r>
                <a:rPr sz="650" spc="-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 Unicode"/>
                </a:rPr>
                <a:t>/</a:t>
              </a:r>
              <a:r>
                <a:rPr sz="700" spc="-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vi</a:t>
              </a:r>
              <a:r>
                <a:rPr sz="700" spc="-28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 </a:t>
              </a:r>
              <a:r>
                <a:rPr sz="700" spc="-4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rtuali</a:t>
              </a:r>
              <a:r>
                <a:rPr sz="700" spc="-27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 </a:t>
              </a:r>
              <a:r>
                <a:rPr sz="700" spc="-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zati</a:t>
              </a:r>
              <a:r>
                <a:rPr sz="700" spc="-27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 </a:t>
              </a:r>
              <a:r>
                <a:rPr sz="7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on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 Unicode"/>
                </a:rPr>
                <a:t>/</a:t>
              </a:r>
              <a:r>
                <a:rPr sz="7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hyper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 Unicode"/>
                </a:rPr>
                <a:t>-</a:t>
              </a:r>
              <a:r>
                <a:rPr sz="700" spc="-8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v</a:t>
              </a:r>
              <a:endParaRPr sz="700">
                <a:latin typeface="Roboto Slab" pitchFamily="2" charset="0"/>
                <a:ea typeface="Roboto Slab" pitchFamily="2" charset="0"/>
                <a:cs typeface="Lucida Console"/>
              </a:endParaRPr>
            </a:p>
          </p:txBody>
        </p:sp>
        <p:sp>
          <p:nvSpPr>
            <p:cNvPr id="334" name="object 45">
              <a:extLst>
                <a:ext uri="{FF2B5EF4-FFF2-40B4-BE49-F238E27FC236}">
                  <a16:creationId xmlns:a16="http://schemas.microsoft.com/office/drawing/2014/main" id="{E7658C22-07EC-FB41-CBE5-CE70A53BA548}"/>
                </a:ext>
              </a:extLst>
            </p:cNvPr>
            <p:cNvSpPr txBox="1"/>
            <p:nvPr/>
          </p:nvSpPr>
          <p:spPr>
            <a:xfrm>
              <a:off x="3504406" y="5844048"/>
              <a:ext cx="1415414" cy="524477"/>
            </a:xfrm>
            <a:prstGeom prst="rect">
              <a:avLst/>
            </a:prstGeom>
          </p:spPr>
          <p:txBody>
            <a:bodyPr vert="horz" wrap="square" lIns="0" tIns="4826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80"/>
                </a:spcBef>
              </a:pPr>
              <a:r>
                <a:rPr sz="850" b="1" spc="-9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Tech</a:t>
              </a:r>
              <a:r>
                <a:rPr sz="850" b="1" spc="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Community:</a:t>
              </a:r>
              <a:endParaRPr sz="85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54"/>
                </a:spcBef>
              </a:pPr>
              <a:r>
                <a:rPr sz="700" spc="-3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techcommuni</a:t>
              </a:r>
              <a:r>
                <a:rPr sz="700" spc="-28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 </a:t>
              </a:r>
              <a:r>
                <a:rPr sz="70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ty</a:t>
              </a:r>
              <a:r>
                <a:rPr sz="6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 Unicode"/>
                </a:rPr>
                <a:t>.</a:t>
              </a:r>
              <a:r>
                <a:rPr sz="65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 Unicode"/>
                </a:rPr>
                <a:t> </a:t>
              </a:r>
              <a:r>
                <a:rPr sz="700" spc="-7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mi</a:t>
              </a:r>
              <a:r>
                <a:rPr sz="700" spc="-28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 </a:t>
              </a:r>
              <a:r>
                <a:rPr sz="7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crosoft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 Unicode"/>
                </a:rPr>
                <a:t>.</a:t>
              </a:r>
              <a:r>
                <a:rPr sz="65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 Unicode"/>
                </a:rPr>
                <a:t> </a:t>
              </a:r>
              <a:r>
                <a:rPr sz="700" spc="-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com</a:t>
              </a:r>
              <a:endParaRPr sz="700">
                <a:latin typeface="Roboto Slab" pitchFamily="2" charset="0"/>
                <a:ea typeface="Roboto Slab" pitchFamily="2" charset="0"/>
                <a:cs typeface="Lucida Console"/>
              </a:endParaRPr>
            </a:p>
          </p:txBody>
        </p:sp>
        <p:sp>
          <p:nvSpPr>
            <p:cNvPr id="335" name="object 46">
              <a:extLst>
                <a:ext uri="{FF2B5EF4-FFF2-40B4-BE49-F238E27FC236}">
                  <a16:creationId xmlns:a16="http://schemas.microsoft.com/office/drawing/2014/main" id="{329FABD0-5311-9604-1D07-8C5F91FC4EDD}"/>
                </a:ext>
              </a:extLst>
            </p:cNvPr>
            <p:cNvSpPr txBox="1"/>
            <p:nvPr/>
          </p:nvSpPr>
          <p:spPr>
            <a:xfrm>
              <a:off x="5771058" y="5844049"/>
              <a:ext cx="1414780" cy="394133"/>
            </a:xfrm>
            <a:prstGeom prst="rect">
              <a:avLst/>
            </a:prstGeom>
          </p:spPr>
          <p:txBody>
            <a:bodyPr vert="horz" wrap="square" lIns="0" tIns="4826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80"/>
                </a:spcBef>
              </a:pPr>
              <a:r>
                <a:rPr sz="85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Accessibility:</a:t>
              </a:r>
              <a:endParaRPr sz="85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54"/>
                </a:spcBef>
              </a:pPr>
              <a:r>
                <a:rPr sz="700" spc="-7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mi</a:t>
              </a:r>
              <a:r>
                <a:rPr sz="700" spc="-29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 </a:t>
              </a:r>
              <a:r>
                <a:rPr sz="7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crosoft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 Unicode"/>
                </a:rPr>
                <a:t>.</a:t>
              </a:r>
              <a:r>
                <a:rPr sz="650" spc="-3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 Unicode"/>
                </a:rPr>
                <a:t> </a:t>
              </a:r>
              <a:r>
                <a:rPr sz="70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com</a:t>
              </a:r>
              <a:r>
                <a:rPr sz="65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 Unicode"/>
                </a:rPr>
                <a:t>/</a:t>
              </a:r>
              <a:r>
                <a:rPr sz="70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accessi</a:t>
              </a:r>
              <a:r>
                <a:rPr sz="700" spc="-29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 </a:t>
              </a:r>
              <a:r>
                <a:rPr sz="700" spc="-7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bi</a:t>
              </a:r>
              <a:r>
                <a:rPr sz="700" spc="-29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 </a:t>
              </a:r>
              <a:r>
                <a:rPr sz="700" spc="-7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li</a:t>
              </a:r>
              <a:r>
                <a:rPr sz="700" spc="-29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 </a:t>
              </a:r>
              <a:r>
                <a:rPr sz="700" spc="-4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Console"/>
                </a:rPr>
                <a:t>ty</a:t>
              </a:r>
              <a:endParaRPr sz="700">
                <a:latin typeface="Roboto Slab" pitchFamily="2" charset="0"/>
                <a:ea typeface="Roboto Slab" pitchFamily="2" charset="0"/>
                <a:cs typeface="Lucida Console"/>
              </a:endParaRPr>
            </a:p>
          </p:txBody>
        </p:sp>
        <p:pic>
          <p:nvPicPr>
            <p:cNvPr id="336" name="object 47">
              <a:extLst>
                <a:ext uri="{FF2B5EF4-FFF2-40B4-BE49-F238E27FC236}">
                  <a16:creationId xmlns:a16="http://schemas.microsoft.com/office/drawing/2014/main" id="{1EA42641-F9F0-0307-AAC2-276E2E7BA82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20049" y="5534019"/>
              <a:ext cx="3648074" cy="790574"/>
            </a:xfrm>
            <a:prstGeom prst="rect">
              <a:avLst/>
            </a:prstGeom>
          </p:spPr>
        </p:pic>
        <p:sp>
          <p:nvSpPr>
            <p:cNvPr id="337" name="object 48">
              <a:extLst>
                <a:ext uri="{FF2B5EF4-FFF2-40B4-BE49-F238E27FC236}">
                  <a16:creationId xmlns:a16="http://schemas.microsoft.com/office/drawing/2014/main" id="{1B589DE1-B61C-B34A-73B1-EF3F7739CCE8}"/>
                </a:ext>
              </a:extLst>
            </p:cNvPr>
            <p:cNvSpPr txBox="1"/>
            <p:nvPr/>
          </p:nvSpPr>
          <p:spPr>
            <a:xfrm>
              <a:off x="8787181" y="5586094"/>
              <a:ext cx="2113807" cy="604389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17780" algn="ctr">
                <a:lnSpc>
                  <a:spcPct val="100000"/>
                </a:lnSpc>
                <a:spcBef>
                  <a:spcPts val="114"/>
                </a:spcBef>
              </a:pPr>
              <a:r>
                <a:rPr sz="2400" b="1" spc="-25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92%</a:t>
              </a:r>
              <a:endParaRPr sz="24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algn="ctr">
                <a:lnSpc>
                  <a:spcPct val="100000"/>
                </a:lnSpc>
                <a:spcBef>
                  <a:spcPts val="45"/>
                </a:spcBef>
              </a:pPr>
              <a:r>
                <a:rPr sz="750" b="1" spc="-2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ISSUES</a:t>
              </a:r>
              <a:r>
                <a:rPr sz="750" b="1" spc="5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b="1" spc="-5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RESOLVED</a:t>
              </a:r>
              <a:r>
                <a:rPr sz="750" b="1" spc="15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b="1" spc="-35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VIA </a:t>
              </a:r>
              <a:r>
                <a:rPr sz="750" b="1" spc="-3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BIOS/UPDATES</a:t>
              </a:r>
              <a:endParaRPr sz="750" dirty="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5812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E4838-A392-BE63-C0A2-DE241B2EE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B6F4135-F149-769A-DA5B-FDCA35C111AE}"/>
              </a:ext>
            </a:extLst>
          </p:cNvPr>
          <p:cNvGrpSpPr/>
          <p:nvPr/>
        </p:nvGrpSpPr>
        <p:grpSpPr>
          <a:xfrm>
            <a:off x="231304" y="205261"/>
            <a:ext cx="11721956" cy="641092"/>
            <a:chOff x="231304" y="205261"/>
            <a:chExt cx="11721956" cy="641092"/>
          </a:xfrm>
        </p:grpSpPr>
        <p:grpSp>
          <p:nvGrpSpPr>
            <p:cNvPr id="7" name="Graphic 6">
              <a:extLst>
                <a:ext uri="{FF2B5EF4-FFF2-40B4-BE49-F238E27FC236}">
                  <a16:creationId xmlns:a16="http://schemas.microsoft.com/office/drawing/2014/main" id="{A3DC201D-6CEF-07DD-F252-FD21259501C0}"/>
                </a:ext>
              </a:extLst>
            </p:cNvPr>
            <p:cNvGrpSpPr/>
            <p:nvPr/>
          </p:nvGrpSpPr>
          <p:grpSpPr>
            <a:xfrm>
              <a:off x="9664040" y="214747"/>
              <a:ext cx="2289220" cy="631606"/>
              <a:chOff x="8823238" y="98156"/>
              <a:chExt cx="2289220" cy="631606"/>
            </a:xfrm>
          </p:grpSpPr>
          <p:sp>
            <p:nvSpPr>
              <p:cNvPr id="101" name="Freeform 212">
                <a:extLst>
                  <a:ext uri="{FF2B5EF4-FFF2-40B4-BE49-F238E27FC236}">
                    <a16:creationId xmlns:a16="http://schemas.microsoft.com/office/drawing/2014/main" id="{237594D7-C222-8E90-1850-7A23DD47BB1F}"/>
                  </a:ext>
                </a:extLst>
              </p:cNvPr>
              <p:cNvSpPr/>
              <p:nvPr/>
            </p:nvSpPr>
            <p:spPr>
              <a:xfrm>
                <a:off x="10380520" y="639207"/>
                <a:ext cx="722373" cy="90554"/>
              </a:xfrm>
              <a:custGeom>
                <a:avLst/>
                <a:gdLst>
                  <a:gd name="connsiteX0" fmla="*/ 29179 w 722373"/>
                  <a:gd name="connsiteY0" fmla="*/ 4738 h 90554"/>
                  <a:gd name="connsiteX1" fmla="*/ 45523 w 722373"/>
                  <a:gd name="connsiteY1" fmla="*/ 9175 h 90554"/>
                  <a:gd name="connsiteX2" fmla="*/ 51395 w 722373"/>
                  <a:gd name="connsiteY2" fmla="*/ 22549 h 90554"/>
                  <a:gd name="connsiteX3" fmla="*/ 48610 w 722373"/>
                  <a:gd name="connsiteY3" fmla="*/ 30405 h 90554"/>
                  <a:gd name="connsiteX4" fmla="*/ 41165 w 722373"/>
                  <a:gd name="connsiteY4" fmla="*/ 35562 h 90554"/>
                  <a:gd name="connsiteX5" fmla="*/ 50608 w 722373"/>
                  <a:gd name="connsiteY5" fmla="*/ 41379 h 90554"/>
                  <a:gd name="connsiteX6" fmla="*/ 54059 w 722373"/>
                  <a:gd name="connsiteY6" fmla="*/ 52054 h 90554"/>
                  <a:gd name="connsiteX7" fmla="*/ 48126 w 722373"/>
                  <a:gd name="connsiteY7" fmla="*/ 65907 h 90554"/>
                  <a:gd name="connsiteX8" fmla="*/ 32024 w 722373"/>
                  <a:gd name="connsiteY8" fmla="*/ 70705 h 90554"/>
                  <a:gd name="connsiteX9" fmla="*/ 0 w 722373"/>
                  <a:gd name="connsiteY9" fmla="*/ 70705 h 90554"/>
                  <a:gd name="connsiteX10" fmla="*/ 0 w 722373"/>
                  <a:gd name="connsiteY10" fmla="*/ 65008 h 90554"/>
                  <a:gd name="connsiteX11" fmla="*/ 7446 w 722373"/>
                  <a:gd name="connsiteY11" fmla="*/ 63748 h 90554"/>
                  <a:gd name="connsiteX12" fmla="*/ 7446 w 722373"/>
                  <a:gd name="connsiteY12" fmla="*/ 11754 h 90554"/>
                  <a:gd name="connsiteX13" fmla="*/ 0 w 722373"/>
                  <a:gd name="connsiteY13" fmla="*/ 10495 h 90554"/>
                  <a:gd name="connsiteX14" fmla="*/ 0 w 722373"/>
                  <a:gd name="connsiteY14" fmla="*/ 4738 h 90554"/>
                  <a:gd name="connsiteX15" fmla="*/ 29179 w 722373"/>
                  <a:gd name="connsiteY15" fmla="*/ 4738 h 90554"/>
                  <a:gd name="connsiteX16" fmla="*/ 16466 w 722373"/>
                  <a:gd name="connsiteY16" fmla="*/ 39760 h 90554"/>
                  <a:gd name="connsiteX17" fmla="*/ 16466 w 722373"/>
                  <a:gd name="connsiteY17" fmla="*/ 63748 h 90554"/>
                  <a:gd name="connsiteX18" fmla="*/ 32024 w 722373"/>
                  <a:gd name="connsiteY18" fmla="*/ 63748 h 90554"/>
                  <a:gd name="connsiteX19" fmla="*/ 41588 w 722373"/>
                  <a:gd name="connsiteY19" fmla="*/ 60750 h 90554"/>
                  <a:gd name="connsiteX20" fmla="*/ 44978 w 722373"/>
                  <a:gd name="connsiteY20" fmla="*/ 52174 h 90554"/>
                  <a:gd name="connsiteX21" fmla="*/ 42133 w 722373"/>
                  <a:gd name="connsiteY21" fmla="*/ 43059 h 90554"/>
                  <a:gd name="connsiteX22" fmla="*/ 33355 w 722373"/>
                  <a:gd name="connsiteY22" fmla="*/ 39760 h 90554"/>
                  <a:gd name="connsiteX23" fmla="*/ 16406 w 722373"/>
                  <a:gd name="connsiteY23" fmla="*/ 39760 h 90554"/>
                  <a:gd name="connsiteX24" fmla="*/ 16466 w 722373"/>
                  <a:gd name="connsiteY24" fmla="*/ 32804 h 90554"/>
                  <a:gd name="connsiteX25" fmla="*/ 31540 w 722373"/>
                  <a:gd name="connsiteY25" fmla="*/ 32804 h 90554"/>
                  <a:gd name="connsiteX26" fmla="*/ 39348 w 722373"/>
                  <a:gd name="connsiteY26" fmla="*/ 29925 h 90554"/>
                  <a:gd name="connsiteX27" fmla="*/ 42314 w 722373"/>
                  <a:gd name="connsiteY27" fmla="*/ 22429 h 90554"/>
                  <a:gd name="connsiteX28" fmla="*/ 38925 w 722373"/>
                  <a:gd name="connsiteY28" fmla="*/ 14453 h 90554"/>
                  <a:gd name="connsiteX29" fmla="*/ 29118 w 722373"/>
                  <a:gd name="connsiteY29" fmla="*/ 11814 h 90554"/>
                  <a:gd name="connsiteX30" fmla="*/ 16406 w 722373"/>
                  <a:gd name="connsiteY30" fmla="*/ 11814 h 90554"/>
                  <a:gd name="connsiteX31" fmla="*/ 16406 w 722373"/>
                  <a:gd name="connsiteY31" fmla="*/ 32864 h 90554"/>
                  <a:gd name="connsiteX32" fmla="*/ 16406 w 722373"/>
                  <a:gd name="connsiteY32" fmla="*/ 32864 h 90554"/>
                  <a:gd name="connsiteX33" fmla="*/ 469637 w 722373"/>
                  <a:gd name="connsiteY33" fmla="*/ 67466 h 90554"/>
                  <a:gd name="connsiteX34" fmla="*/ 467397 w 722373"/>
                  <a:gd name="connsiteY34" fmla="*/ 76762 h 90554"/>
                  <a:gd name="connsiteX35" fmla="*/ 461403 w 722373"/>
                  <a:gd name="connsiteY35" fmla="*/ 84798 h 90554"/>
                  <a:gd name="connsiteX36" fmla="*/ 456319 w 722373"/>
                  <a:gd name="connsiteY36" fmla="*/ 81440 h 90554"/>
                  <a:gd name="connsiteX37" fmla="*/ 459588 w 722373"/>
                  <a:gd name="connsiteY37" fmla="*/ 74783 h 90554"/>
                  <a:gd name="connsiteX38" fmla="*/ 460677 w 722373"/>
                  <a:gd name="connsiteY38" fmla="*/ 67586 h 90554"/>
                  <a:gd name="connsiteX39" fmla="*/ 460677 w 722373"/>
                  <a:gd name="connsiteY39" fmla="*/ 60690 h 90554"/>
                  <a:gd name="connsiteX40" fmla="*/ 469697 w 722373"/>
                  <a:gd name="connsiteY40" fmla="*/ 60690 h 90554"/>
                  <a:gd name="connsiteX41" fmla="*/ 469697 w 722373"/>
                  <a:gd name="connsiteY41" fmla="*/ 67466 h 90554"/>
                  <a:gd name="connsiteX42" fmla="*/ 469697 w 722373"/>
                  <a:gd name="connsiteY42" fmla="*/ 67466 h 90554"/>
                  <a:gd name="connsiteX43" fmla="*/ 500207 w 722373"/>
                  <a:gd name="connsiteY43" fmla="*/ 10495 h 90554"/>
                  <a:gd name="connsiteX44" fmla="*/ 500207 w 722373"/>
                  <a:gd name="connsiteY44" fmla="*/ 4738 h 90554"/>
                  <a:gd name="connsiteX45" fmla="*/ 524119 w 722373"/>
                  <a:gd name="connsiteY45" fmla="*/ 4738 h 90554"/>
                  <a:gd name="connsiteX46" fmla="*/ 524119 w 722373"/>
                  <a:gd name="connsiteY46" fmla="*/ 10495 h 90554"/>
                  <a:gd name="connsiteX47" fmla="*/ 516673 w 722373"/>
                  <a:gd name="connsiteY47" fmla="*/ 11754 h 90554"/>
                  <a:gd name="connsiteX48" fmla="*/ 516673 w 722373"/>
                  <a:gd name="connsiteY48" fmla="*/ 63748 h 90554"/>
                  <a:gd name="connsiteX49" fmla="*/ 524119 w 722373"/>
                  <a:gd name="connsiteY49" fmla="*/ 65008 h 90554"/>
                  <a:gd name="connsiteX50" fmla="*/ 524119 w 722373"/>
                  <a:gd name="connsiteY50" fmla="*/ 70705 h 90554"/>
                  <a:gd name="connsiteX51" fmla="*/ 500207 w 722373"/>
                  <a:gd name="connsiteY51" fmla="*/ 70705 h 90554"/>
                  <a:gd name="connsiteX52" fmla="*/ 500207 w 722373"/>
                  <a:gd name="connsiteY52" fmla="*/ 65008 h 90554"/>
                  <a:gd name="connsiteX53" fmla="*/ 507713 w 722373"/>
                  <a:gd name="connsiteY53" fmla="*/ 63748 h 90554"/>
                  <a:gd name="connsiteX54" fmla="*/ 507713 w 722373"/>
                  <a:gd name="connsiteY54" fmla="*/ 11754 h 90554"/>
                  <a:gd name="connsiteX55" fmla="*/ 500207 w 722373"/>
                  <a:gd name="connsiteY55" fmla="*/ 10495 h 90554"/>
                  <a:gd name="connsiteX56" fmla="*/ 500207 w 722373"/>
                  <a:gd name="connsiteY56" fmla="*/ 10495 h 90554"/>
                  <a:gd name="connsiteX57" fmla="*/ 530051 w 722373"/>
                  <a:gd name="connsiteY57" fmla="*/ 65008 h 90554"/>
                  <a:gd name="connsiteX58" fmla="*/ 537497 w 722373"/>
                  <a:gd name="connsiteY58" fmla="*/ 63748 h 90554"/>
                  <a:gd name="connsiteX59" fmla="*/ 537497 w 722373"/>
                  <a:gd name="connsiteY59" fmla="*/ 28726 h 90554"/>
                  <a:gd name="connsiteX60" fmla="*/ 530051 w 722373"/>
                  <a:gd name="connsiteY60" fmla="*/ 27466 h 90554"/>
                  <a:gd name="connsiteX61" fmla="*/ 530051 w 722373"/>
                  <a:gd name="connsiteY61" fmla="*/ 21709 h 90554"/>
                  <a:gd name="connsiteX62" fmla="*/ 545548 w 722373"/>
                  <a:gd name="connsiteY62" fmla="*/ 21709 h 90554"/>
                  <a:gd name="connsiteX63" fmla="*/ 546214 w 722373"/>
                  <a:gd name="connsiteY63" fmla="*/ 29026 h 90554"/>
                  <a:gd name="connsiteX64" fmla="*/ 552449 w 722373"/>
                  <a:gd name="connsiteY64" fmla="*/ 22969 h 90554"/>
                  <a:gd name="connsiteX65" fmla="*/ 560925 w 722373"/>
                  <a:gd name="connsiteY65" fmla="*/ 20810 h 90554"/>
                  <a:gd name="connsiteX66" fmla="*/ 573335 w 722373"/>
                  <a:gd name="connsiteY66" fmla="*/ 25487 h 90554"/>
                  <a:gd name="connsiteX67" fmla="*/ 577754 w 722373"/>
                  <a:gd name="connsiteY67" fmla="*/ 39820 h 90554"/>
                  <a:gd name="connsiteX68" fmla="*/ 577754 w 722373"/>
                  <a:gd name="connsiteY68" fmla="*/ 63808 h 90554"/>
                  <a:gd name="connsiteX69" fmla="*/ 585199 w 722373"/>
                  <a:gd name="connsiteY69" fmla="*/ 65068 h 90554"/>
                  <a:gd name="connsiteX70" fmla="*/ 585199 w 722373"/>
                  <a:gd name="connsiteY70" fmla="*/ 70765 h 90554"/>
                  <a:gd name="connsiteX71" fmla="*/ 561287 w 722373"/>
                  <a:gd name="connsiteY71" fmla="*/ 70765 h 90554"/>
                  <a:gd name="connsiteX72" fmla="*/ 561287 w 722373"/>
                  <a:gd name="connsiteY72" fmla="*/ 65068 h 90554"/>
                  <a:gd name="connsiteX73" fmla="*/ 568734 w 722373"/>
                  <a:gd name="connsiteY73" fmla="*/ 63808 h 90554"/>
                  <a:gd name="connsiteX74" fmla="*/ 568734 w 722373"/>
                  <a:gd name="connsiteY74" fmla="*/ 40000 h 90554"/>
                  <a:gd name="connsiteX75" fmla="*/ 566131 w 722373"/>
                  <a:gd name="connsiteY75" fmla="*/ 30825 h 90554"/>
                  <a:gd name="connsiteX76" fmla="*/ 558261 w 722373"/>
                  <a:gd name="connsiteY76" fmla="*/ 28126 h 90554"/>
                  <a:gd name="connsiteX77" fmla="*/ 551360 w 722373"/>
                  <a:gd name="connsiteY77" fmla="*/ 29985 h 90554"/>
                  <a:gd name="connsiteX78" fmla="*/ 546578 w 722373"/>
                  <a:gd name="connsiteY78" fmla="*/ 35083 h 90554"/>
                  <a:gd name="connsiteX79" fmla="*/ 546578 w 722373"/>
                  <a:gd name="connsiteY79" fmla="*/ 63868 h 90554"/>
                  <a:gd name="connsiteX80" fmla="*/ 554023 w 722373"/>
                  <a:gd name="connsiteY80" fmla="*/ 65128 h 90554"/>
                  <a:gd name="connsiteX81" fmla="*/ 554023 w 722373"/>
                  <a:gd name="connsiteY81" fmla="*/ 70825 h 90554"/>
                  <a:gd name="connsiteX82" fmla="*/ 530112 w 722373"/>
                  <a:gd name="connsiteY82" fmla="*/ 70825 h 90554"/>
                  <a:gd name="connsiteX83" fmla="*/ 530112 w 722373"/>
                  <a:gd name="connsiteY83" fmla="*/ 65128 h 90554"/>
                  <a:gd name="connsiteX84" fmla="*/ 530112 w 722373"/>
                  <a:gd name="connsiteY84" fmla="*/ 65128 h 90554"/>
                  <a:gd name="connsiteX85" fmla="*/ 624548 w 722373"/>
                  <a:gd name="connsiteY85" fmla="*/ 64888 h 90554"/>
                  <a:gd name="connsiteX86" fmla="*/ 618615 w 722373"/>
                  <a:gd name="connsiteY86" fmla="*/ 69925 h 90554"/>
                  <a:gd name="connsiteX87" fmla="*/ 610503 w 722373"/>
                  <a:gd name="connsiteY87" fmla="*/ 71664 h 90554"/>
                  <a:gd name="connsiteX88" fmla="*/ 596338 w 722373"/>
                  <a:gd name="connsiteY88" fmla="*/ 65128 h 90554"/>
                  <a:gd name="connsiteX89" fmla="*/ 591253 w 722373"/>
                  <a:gd name="connsiteY89" fmla="*/ 48036 h 90554"/>
                  <a:gd name="connsiteX90" fmla="*/ 591253 w 722373"/>
                  <a:gd name="connsiteY90" fmla="*/ 47077 h 90554"/>
                  <a:gd name="connsiteX91" fmla="*/ 596338 w 722373"/>
                  <a:gd name="connsiteY91" fmla="*/ 28006 h 90554"/>
                  <a:gd name="connsiteX92" fmla="*/ 610564 w 722373"/>
                  <a:gd name="connsiteY92" fmla="*/ 20750 h 90554"/>
                  <a:gd name="connsiteX93" fmla="*/ 618312 w 722373"/>
                  <a:gd name="connsiteY93" fmla="*/ 22369 h 90554"/>
                  <a:gd name="connsiteX94" fmla="*/ 624003 w 722373"/>
                  <a:gd name="connsiteY94" fmla="*/ 27047 h 90554"/>
                  <a:gd name="connsiteX95" fmla="*/ 624003 w 722373"/>
                  <a:gd name="connsiteY95" fmla="*/ 7017 h 90554"/>
                  <a:gd name="connsiteX96" fmla="*/ 616557 w 722373"/>
                  <a:gd name="connsiteY96" fmla="*/ 5757 h 90554"/>
                  <a:gd name="connsiteX97" fmla="*/ 616557 w 722373"/>
                  <a:gd name="connsiteY97" fmla="*/ 0 h 90554"/>
                  <a:gd name="connsiteX98" fmla="*/ 633023 w 722373"/>
                  <a:gd name="connsiteY98" fmla="*/ 0 h 90554"/>
                  <a:gd name="connsiteX99" fmla="*/ 633023 w 722373"/>
                  <a:gd name="connsiteY99" fmla="*/ 63748 h 90554"/>
                  <a:gd name="connsiteX100" fmla="*/ 640469 w 722373"/>
                  <a:gd name="connsiteY100" fmla="*/ 65008 h 90554"/>
                  <a:gd name="connsiteX101" fmla="*/ 640469 w 722373"/>
                  <a:gd name="connsiteY101" fmla="*/ 70705 h 90554"/>
                  <a:gd name="connsiteX102" fmla="*/ 625153 w 722373"/>
                  <a:gd name="connsiteY102" fmla="*/ 70705 h 90554"/>
                  <a:gd name="connsiteX103" fmla="*/ 624426 w 722373"/>
                  <a:gd name="connsiteY103" fmla="*/ 64828 h 90554"/>
                  <a:gd name="connsiteX104" fmla="*/ 624426 w 722373"/>
                  <a:gd name="connsiteY104" fmla="*/ 64828 h 90554"/>
                  <a:gd name="connsiteX105" fmla="*/ 600212 w 722373"/>
                  <a:gd name="connsiteY105" fmla="*/ 48036 h 90554"/>
                  <a:gd name="connsiteX106" fmla="*/ 603239 w 722373"/>
                  <a:gd name="connsiteY106" fmla="*/ 59910 h 90554"/>
                  <a:gd name="connsiteX107" fmla="*/ 612743 w 722373"/>
                  <a:gd name="connsiteY107" fmla="*/ 64408 h 90554"/>
                  <a:gd name="connsiteX108" fmla="*/ 619523 w 722373"/>
                  <a:gd name="connsiteY108" fmla="*/ 62609 h 90554"/>
                  <a:gd name="connsiteX109" fmla="*/ 624063 w 722373"/>
                  <a:gd name="connsiteY109" fmla="*/ 57511 h 90554"/>
                  <a:gd name="connsiteX110" fmla="*/ 624063 w 722373"/>
                  <a:gd name="connsiteY110" fmla="*/ 34783 h 90554"/>
                  <a:gd name="connsiteX111" fmla="*/ 619523 w 722373"/>
                  <a:gd name="connsiteY111" fmla="*/ 29865 h 90554"/>
                  <a:gd name="connsiteX112" fmla="*/ 612864 w 722373"/>
                  <a:gd name="connsiteY112" fmla="*/ 28066 h 90554"/>
                  <a:gd name="connsiteX113" fmla="*/ 603360 w 722373"/>
                  <a:gd name="connsiteY113" fmla="*/ 33343 h 90554"/>
                  <a:gd name="connsiteX114" fmla="*/ 600273 w 722373"/>
                  <a:gd name="connsiteY114" fmla="*/ 47137 h 90554"/>
                  <a:gd name="connsiteX115" fmla="*/ 600273 w 722373"/>
                  <a:gd name="connsiteY115" fmla="*/ 48096 h 90554"/>
                  <a:gd name="connsiteX116" fmla="*/ 600273 w 722373"/>
                  <a:gd name="connsiteY116" fmla="*/ 48096 h 90554"/>
                  <a:gd name="connsiteX117" fmla="*/ 647370 w 722373"/>
                  <a:gd name="connsiteY117" fmla="*/ 65008 h 90554"/>
                  <a:gd name="connsiteX118" fmla="*/ 654816 w 722373"/>
                  <a:gd name="connsiteY118" fmla="*/ 63748 h 90554"/>
                  <a:gd name="connsiteX119" fmla="*/ 654816 w 722373"/>
                  <a:gd name="connsiteY119" fmla="*/ 28726 h 90554"/>
                  <a:gd name="connsiteX120" fmla="*/ 647370 w 722373"/>
                  <a:gd name="connsiteY120" fmla="*/ 27466 h 90554"/>
                  <a:gd name="connsiteX121" fmla="*/ 647370 w 722373"/>
                  <a:gd name="connsiteY121" fmla="*/ 21709 h 90554"/>
                  <a:gd name="connsiteX122" fmla="*/ 663835 w 722373"/>
                  <a:gd name="connsiteY122" fmla="*/ 21709 h 90554"/>
                  <a:gd name="connsiteX123" fmla="*/ 663835 w 722373"/>
                  <a:gd name="connsiteY123" fmla="*/ 63748 h 90554"/>
                  <a:gd name="connsiteX124" fmla="*/ 671281 w 722373"/>
                  <a:gd name="connsiteY124" fmla="*/ 65008 h 90554"/>
                  <a:gd name="connsiteX125" fmla="*/ 671281 w 722373"/>
                  <a:gd name="connsiteY125" fmla="*/ 70705 h 90554"/>
                  <a:gd name="connsiteX126" fmla="*/ 647370 w 722373"/>
                  <a:gd name="connsiteY126" fmla="*/ 70705 h 90554"/>
                  <a:gd name="connsiteX127" fmla="*/ 647370 w 722373"/>
                  <a:gd name="connsiteY127" fmla="*/ 65008 h 90554"/>
                  <a:gd name="connsiteX128" fmla="*/ 647370 w 722373"/>
                  <a:gd name="connsiteY128" fmla="*/ 65008 h 90554"/>
                  <a:gd name="connsiteX129" fmla="*/ 663835 w 722373"/>
                  <a:gd name="connsiteY129" fmla="*/ 9115 h 90554"/>
                  <a:gd name="connsiteX130" fmla="*/ 654816 w 722373"/>
                  <a:gd name="connsiteY130" fmla="*/ 9115 h 90554"/>
                  <a:gd name="connsiteX131" fmla="*/ 654816 w 722373"/>
                  <a:gd name="connsiteY131" fmla="*/ 0 h 90554"/>
                  <a:gd name="connsiteX132" fmla="*/ 663835 w 722373"/>
                  <a:gd name="connsiteY132" fmla="*/ 0 h 90554"/>
                  <a:gd name="connsiteX133" fmla="*/ 663835 w 722373"/>
                  <a:gd name="connsiteY133" fmla="*/ 9115 h 90554"/>
                  <a:gd name="connsiteX134" fmla="*/ 663835 w 722373"/>
                  <a:gd name="connsiteY134" fmla="*/ 9115 h 90554"/>
                  <a:gd name="connsiteX135" fmla="*/ 710508 w 722373"/>
                  <a:gd name="connsiteY135" fmla="*/ 70705 h 90554"/>
                  <a:gd name="connsiteX136" fmla="*/ 709903 w 722373"/>
                  <a:gd name="connsiteY136" fmla="*/ 67107 h 90554"/>
                  <a:gd name="connsiteX137" fmla="*/ 709600 w 722373"/>
                  <a:gd name="connsiteY137" fmla="*/ 63928 h 90554"/>
                  <a:gd name="connsiteX138" fmla="*/ 703062 w 722373"/>
                  <a:gd name="connsiteY138" fmla="*/ 69445 h 90554"/>
                  <a:gd name="connsiteX139" fmla="*/ 694708 w 722373"/>
                  <a:gd name="connsiteY139" fmla="*/ 71664 h 90554"/>
                  <a:gd name="connsiteX140" fmla="*/ 682965 w 722373"/>
                  <a:gd name="connsiteY140" fmla="*/ 67946 h 90554"/>
                  <a:gd name="connsiteX141" fmla="*/ 678909 w 722373"/>
                  <a:gd name="connsiteY141" fmla="*/ 57391 h 90554"/>
                  <a:gd name="connsiteX142" fmla="*/ 684599 w 722373"/>
                  <a:gd name="connsiteY142" fmla="*/ 46657 h 90554"/>
                  <a:gd name="connsiteX143" fmla="*/ 700217 w 722373"/>
                  <a:gd name="connsiteY143" fmla="*/ 42879 h 90554"/>
                  <a:gd name="connsiteX144" fmla="*/ 709540 w 722373"/>
                  <a:gd name="connsiteY144" fmla="*/ 42879 h 90554"/>
                  <a:gd name="connsiteX145" fmla="*/ 709540 w 722373"/>
                  <a:gd name="connsiteY145" fmla="*/ 37182 h 90554"/>
                  <a:gd name="connsiteX146" fmla="*/ 706816 w 722373"/>
                  <a:gd name="connsiteY146" fmla="*/ 30345 h 90554"/>
                  <a:gd name="connsiteX147" fmla="*/ 699188 w 722373"/>
                  <a:gd name="connsiteY147" fmla="*/ 27826 h 90554"/>
                  <a:gd name="connsiteX148" fmla="*/ 693195 w 722373"/>
                  <a:gd name="connsiteY148" fmla="*/ 28666 h 90554"/>
                  <a:gd name="connsiteX149" fmla="*/ 689018 w 722373"/>
                  <a:gd name="connsiteY149" fmla="*/ 31005 h 90554"/>
                  <a:gd name="connsiteX150" fmla="*/ 688110 w 722373"/>
                  <a:gd name="connsiteY150" fmla="*/ 36162 h 90554"/>
                  <a:gd name="connsiteX151" fmla="*/ 681148 w 722373"/>
                  <a:gd name="connsiteY151" fmla="*/ 36162 h 90554"/>
                  <a:gd name="connsiteX152" fmla="*/ 681148 w 722373"/>
                  <a:gd name="connsiteY152" fmla="*/ 26627 h 90554"/>
                  <a:gd name="connsiteX153" fmla="*/ 689381 w 722373"/>
                  <a:gd name="connsiteY153" fmla="*/ 22309 h 90554"/>
                  <a:gd name="connsiteX154" fmla="*/ 699793 w 722373"/>
                  <a:gd name="connsiteY154" fmla="*/ 20690 h 90554"/>
                  <a:gd name="connsiteX155" fmla="*/ 713414 w 722373"/>
                  <a:gd name="connsiteY155" fmla="*/ 24948 h 90554"/>
                  <a:gd name="connsiteX156" fmla="*/ 718620 w 722373"/>
                  <a:gd name="connsiteY156" fmla="*/ 37122 h 90554"/>
                  <a:gd name="connsiteX157" fmla="*/ 718620 w 722373"/>
                  <a:gd name="connsiteY157" fmla="*/ 62549 h 90554"/>
                  <a:gd name="connsiteX158" fmla="*/ 718741 w 722373"/>
                  <a:gd name="connsiteY158" fmla="*/ 64348 h 90554"/>
                  <a:gd name="connsiteX159" fmla="*/ 722374 w 722373"/>
                  <a:gd name="connsiteY159" fmla="*/ 64888 h 90554"/>
                  <a:gd name="connsiteX160" fmla="*/ 722374 w 722373"/>
                  <a:gd name="connsiteY160" fmla="*/ 70585 h 90554"/>
                  <a:gd name="connsiteX161" fmla="*/ 710569 w 722373"/>
                  <a:gd name="connsiteY161" fmla="*/ 70585 h 90554"/>
                  <a:gd name="connsiteX162" fmla="*/ 695979 w 722373"/>
                  <a:gd name="connsiteY162" fmla="*/ 64228 h 90554"/>
                  <a:gd name="connsiteX163" fmla="*/ 704213 w 722373"/>
                  <a:gd name="connsiteY163" fmla="*/ 62069 h 90554"/>
                  <a:gd name="connsiteX164" fmla="*/ 709540 w 722373"/>
                  <a:gd name="connsiteY164" fmla="*/ 56972 h 90554"/>
                  <a:gd name="connsiteX165" fmla="*/ 709540 w 722373"/>
                  <a:gd name="connsiteY165" fmla="*/ 48936 h 90554"/>
                  <a:gd name="connsiteX166" fmla="*/ 699914 w 722373"/>
                  <a:gd name="connsiteY166" fmla="*/ 48936 h 90554"/>
                  <a:gd name="connsiteX167" fmla="*/ 691137 w 722373"/>
                  <a:gd name="connsiteY167" fmla="*/ 51454 h 90554"/>
                  <a:gd name="connsiteX168" fmla="*/ 687928 w 722373"/>
                  <a:gd name="connsiteY168" fmla="*/ 57571 h 90554"/>
                  <a:gd name="connsiteX169" fmla="*/ 689926 w 722373"/>
                  <a:gd name="connsiteY169" fmla="*/ 62489 h 90554"/>
                  <a:gd name="connsiteX170" fmla="*/ 695979 w 722373"/>
                  <a:gd name="connsiteY170" fmla="*/ 64228 h 90554"/>
                  <a:gd name="connsiteX171" fmla="*/ 695979 w 722373"/>
                  <a:gd name="connsiteY171" fmla="*/ 64228 h 90554"/>
                  <a:gd name="connsiteX172" fmla="*/ 84932 w 722373"/>
                  <a:gd name="connsiteY172" fmla="*/ 71664 h 90554"/>
                  <a:gd name="connsiteX173" fmla="*/ 68527 w 722373"/>
                  <a:gd name="connsiteY173" fmla="*/ 64828 h 90554"/>
                  <a:gd name="connsiteX174" fmla="*/ 62413 w 722373"/>
                  <a:gd name="connsiteY174" fmla="*/ 47137 h 90554"/>
                  <a:gd name="connsiteX175" fmla="*/ 62413 w 722373"/>
                  <a:gd name="connsiteY175" fmla="*/ 45158 h 90554"/>
                  <a:gd name="connsiteX176" fmla="*/ 68708 w 722373"/>
                  <a:gd name="connsiteY176" fmla="*/ 27706 h 90554"/>
                  <a:gd name="connsiteX177" fmla="*/ 83600 w 722373"/>
                  <a:gd name="connsiteY177" fmla="*/ 20750 h 90554"/>
                  <a:gd name="connsiteX178" fmla="*/ 98734 w 722373"/>
                  <a:gd name="connsiteY178" fmla="*/ 26747 h 90554"/>
                  <a:gd name="connsiteX179" fmla="*/ 103880 w 722373"/>
                  <a:gd name="connsiteY179" fmla="*/ 42699 h 90554"/>
                  <a:gd name="connsiteX180" fmla="*/ 103880 w 722373"/>
                  <a:gd name="connsiteY180" fmla="*/ 48276 h 90554"/>
                  <a:gd name="connsiteX181" fmla="*/ 71735 w 722373"/>
                  <a:gd name="connsiteY181" fmla="*/ 48276 h 90554"/>
                  <a:gd name="connsiteX182" fmla="*/ 71614 w 722373"/>
                  <a:gd name="connsiteY182" fmla="*/ 48516 h 90554"/>
                  <a:gd name="connsiteX183" fmla="*/ 75246 w 722373"/>
                  <a:gd name="connsiteY183" fmla="*/ 60150 h 90554"/>
                  <a:gd name="connsiteX184" fmla="*/ 84992 w 722373"/>
                  <a:gd name="connsiteY184" fmla="*/ 64708 h 90554"/>
                  <a:gd name="connsiteX185" fmla="*/ 93043 w 722373"/>
                  <a:gd name="connsiteY185" fmla="*/ 63388 h 90554"/>
                  <a:gd name="connsiteX186" fmla="*/ 98976 w 722373"/>
                  <a:gd name="connsiteY186" fmla="*/ 59850 h 90554"/>
                  <a:gd name="connsiteX187" fmla="*/ 102487 w 722373"/>
                  <a:gd name="connsiteY187" fmla="*/ 65667 h 90554"/>
                  <a:gd name="connsiteX188" fmla="*/ 95465 w 722373"/>
                  <a:gd name="connsiteY188" fmla="*/ 69985 h 90554"/>
                  <a:gd name="connsiteX189" fmla="*/ 84992 w 722373"/>
                  <a:gd name="connsiteY189" fmla="*/ 71724 h 90554"/>
                  <a:gd name="connsiteX190" fmla="*/ 84992 w 722373"/>
                  <a:gd name="connsiteY190" fmla="*/ 71724 h 90554"/>
                  <a:gd name="connsiteX191" fmla="*/ 83600 w 722373"/>
                  <a:gd name="connsiteY191" fmla="*/ 27826 h 90554"/>
                  <a:gd name="connsiteX192" fmla="*/ 75851 w 722373"/>
                  <a:gd name="connsiteY192" fmla="*/ 31604 h 90554"/>
                  <a:gd name="connsiteX193" fmla="*/ 71917 w 722373"/>
                  <a:gd name="connsiteY193" fmla="*/ 41080 h 90554"/>
                  <a:gd name="connsiteX194" fmla="*/ 72038 w 722373"/>
                  <a:gd name="connsiteY194" fmla="*/ 41319 h 90554"/>
                  <a:gd name="connsiteX195" fmla="*/ 94860 w 722373"/>
                  <a:gd name="connsiteY195" fmla="*/ 41319 h 90554"/>
                  <a:gd name="connsiteX196" fmla="*/ 94860 w 722373"/>
                  <a:gd name="connsiteY196" fmla="*/ 40120 h 90554"/>
                  <a:gd name="connsiteX197" fmla="*/ 92015 w 722373"/>
                  <a:gd name="connsiteY197" fmla="*/ 31304 h 90554"/>
                  <a:gd name="connsiteX198" fmla="*/ 83600 w 722373"/>
                  <a:gd name="connsiteY198" fmla="*/ 27766 h 90554"/>
                  <a:gd name="connsiteX199" fmla="*/ 83600 w 722373"/>
                  <a:gd name="connsiteY199" fmla="*/ 27766 h 90554"/>
                  <a:gd name="connsiteX200" fmla="*/ 111386 w 722373"/>
                  <a:gd name="connsiteY200" fmla="*/ 65008 h 90554"/>
                  <a:gd name="connsiteX201" fmla="*/ 118832 w 722373"/>
                  <a:gd name="connsiteY201" fmla="*/ 63748 h 90554"/>
                  <a:gd name="connsiteX202" fmla="*/ 118832 w 722373"/>
                  <a:gd name="connsiteY202" fmla="*/ 28726 h 90554"/>
                  <a:gd name="connsiteX203" fmla="*/ 111386 w 722373"/>
                  <a:gd name="connsiteY203" fmla="*/ 27466 h 90554"/>
                  <a:gd name="connsiteX204" fmla="*/ 111386 w 722373"/>
                  <a:gd name="connsiteY204" fmla="*/ 21709 h 90554"/>
                  <a:gd name="connsiteX205" fmla="*/ 126883 w 722373"/>
                  <a:gd name="connsiteY205" fmla="*/ 21709 h 90554"/>
                  <a:gd name="connsiteX206" fmla="*/ 127549 w 722373"/>
                  <a:gd name="connsiteY206" fmla="*/ 29026 h 90554"/>
                  <a:gd name="connsiteX207" fmla="*/ 133784 w 722373"/>
                  <a:gd name="connsiteY207" fmla="*/ 22969 h 90554"/>
                  <a:gd name="connsiteX208" fmla="*/ 142259 w 722373"/>
                  <a:gd name="connsiteY208" fmla="*/ 20810 h 90554"/>
                  <a:gd name="connsiteX209" fmla="*/ 154669 w 722373"/>
                  <a:gd name="connsiteY209" fmla="*/ 25487 h 90554"/>
                  <a:gd name="connsiteX210" fmla="*/ 159088 w 722373"/>
                  <a:gd name="connsiteY210" fmla="*/ 39820 h 90554"/>
                  <a:gd name="connsiteX211" fmla="*/ 159088 w 722373"/>
                  <a:gd name="connsiteY211" fmla="*/ 63808 h 90554"/>
                  <a:gd name="connsiteX212" fmla="*/ 166534 w 722373"/>
                  <a:gd name="connsiteY212" fmla="*/ 65068 h 90554"/>
                  <a:gd name="connsiteX213" fmla="*/ 166534 w 722373"/>
                  <a:gd name="connsiteY213" fmla="*/ 70765 h 90554"/>
                  <a:gd name="connsiteX214" fmla="*/ 142623 w 722373"/>
                  <a:gd name="connsiteY214" fmla="*/ 70765 h 90554"/>
                  <a:gd name="connsiteX215" fmla="*/ 142623 w 722373"/>
                  <a:gd name="connsiteY215" fmla="*/ 65068 h 90554"/>
                  <a:gd name="connsiteX216" fmla="*/ 150068 w 722373"/>
                  <a:gd name="connsiteY216" fmla="*/ 63808 h 90554"/>
                  <a:gd name="connsiteX217" fmla="*/ 150068 w 722373"/>
                  <a:gd name="connsiteY217" fmla="*/ 40000 h 90554"/>
                  <a:gd name="connsiteX218" fmla="*/ 147465 w 722373"/>
                  <a:gd name="connsiteY218" fmla="*/ 30825 h 90554"/>
                  <a:gd name="connsiteX219" fmla="*/ 139596 w 722373"/>
                  <a:gd name="connsiteY219" fmla="*/ 28126 h 90554"/>
                  <a:gd name="connsiteX220" fmla="*/ 132695 w 722373"/>
                  <a:gd name="connsiteY220" fmla="*/ 29985 h 90554"/>
                  <a:gd name="connsiteX221" fmla="*/ 127912 w 722373"/>
                  <a:gd name="connsiteY221" fmla="*/ 35083 h 90554"/>
                  <a:gd name="connsiteX222" fmla="*/ 127912 w 722373"/>
                  <a:gd name="connsiteY222" fmla="*/ 63868 h 90554"/>
                  <a:gd name="connsiteX223" fmla="*/ 135358 w 722373"/>
                  <a:gd name="connsiteY223" fmla="*/ 65128 h 90554"/>
                  <a:gd name="connsiteX224" fmla="*/ 135358 w 722373"/>
                  <a:gd name="connsiteY224" fmla="*/ 70825 h 90554"/>
                  <a:gd name="connsiteX225" fmla="*/ 111447 w 722373"/>
                  <a:gd name="connsiteY225" fmla="*/ 70825 h 90554"/>
                  <a:gd name="connsiteX226" fmla="*/ 111447 w 722373"/>
                  <a:gd name="connsiteY226" fmla="*/ 65128 h 90554"/>
                  <a:gd name="connsiteX227" fmla="*/ 111447 w 722373"/>
                  <a:gd name="connsiteY227" fmla="*/ 65128 h 90554"/>
                  <a:gd name="connsiteX228" fmla="*/ 172588 w 722373"/>
                  <a:gd name="connsiteY228" fmla="*/ 47137 h 90554"/>
                  <a:gd name="connsiteX229" fmla="*/ 177793 w 722373"/>
                  <a:gd name="connsiteY229" fmla="*/ 28066 h 90554"/>
                  <a:gd name="connsiteX230" fmla="*/ 192201 w 722373"/>
                  <a:gd name="connsiteY230" fmla="*/ 20810 h 90554"/>
                  <a:gd name="connsiteX231" fmla="*/ 200373 w 722373"/>
                  <a:gd name="connsiteY231" fmla="*/ 22609 h 90554"/>
                  <a:gd name="connsiteX232" fmla="*/ 206246 w 722373"/>
                  <a:gd name="connsiteY232" fmla="*/ 27886 h 90554"/>
                  <a:gd name="connsiteX233" fmla="*/ 207093 w 722373"/>
                  <a:gd name="connsiteY233" fmla="*/ 21709 h 90554"/>
                  <a:gd name="connsiteX234" fmla="*/ 214720 w 722373"/>
                  <a:gd name="connsiteY234" fmla="*/ 21709 h 90554"/>
                  <a:gd name="connsiteX235" fmla="*/ 214720 w 722373"/>
                  <a:gd name="connsiteY235" fmla="*/ 70105 h 90554"/>
                  <a:gd name="connsiteX236" fmla="*/ 209333 w 722373"/>
                  <a:gd name="connsiteY236" fmla="*/ 85098 h 90554"/>
                  <a:gd name="connsiteX237" fmla="*/ 194078 w 722373"/>
                  <a:gd name="connsiteY237" fmla="*/ 90555 h 90554"/>
                  <a:gd name="connsiteX238" fmla="*/ 186329 w 722373"/>
                  <a:gd name="connsiteY238" fmla="*/ 89595 h 90554"/>
                  <a:gd name="connsiteX239" fmla="*/ 179005 w 722373"/>
                  <a:gd name="connsiteY239" fmla="*/ 86957 h 90554"/>
                  <a:gd name="connsiteX240" fmla="*/ 181366 w 722373"/>
                  <a:gd name="connsiteY240" fmla="*/ 80000 h 90554"/>
                  <a:gd name="connsiteX241" fmla="*/ 187298 w 722373"/>
                  <a:gd name="connsiteY241" fmla="*/ 82159 h 90554"/>
                  <a:gd name="connsiteX242" fmla="*/ 193957 w 722373"/>
                  <a:gd name="connsiteY242" fmla="*/ 82999 h 90554"/>
                  <a:gd name="connsiteX243" fmla="*/ 202795 w 722373"/>
                  <a:gd name="connsiteY243" fmla="*/ 79640 h 90554"/>
                  <a:gd name="connsiteX244" fmla="*/ 205640 w 722373"/>
                  <a:gd name="connsiteY244" fmla="*/ 70105 h 90554"/>
                  <a:gd name="connsiteX245" fmla="*/ 205640 w 722373"/>
                  <a:gd name="connsiteY245" fmla="*/ 65427 h 90554"/>
                  <a:gd name="connsiteX246" fmla="*/ 199829 w 722373"/>
                  <a:gd name="connsiteY246" fmla="*/ 70105 h 90554"/>
                  <a:gd name="connsiteX247" fmla="*/ 192080 w 722373"/>
                  <a:gd name="connsiteY247" fmla="*/ 71664 h 90554"/>
                  <a:gd name="connsiteX248" fmla="*/ 177733 w 722373"/>
                  <a:gd name="connsiteY248" fmla="*/ 65128 h 90554"/>
                  <a:gd name="connsiteX249" fmla="*/ 172527 w 722373"/>
                  <a:gd name="connsiteY249" fmla="*/ 48036 h 90554"/>
                  <a:gd name="connsiteX250" fmla="*/ 172527 w 722373"/>
                  <a:gd name="connsiteY250" fmla="*/ 47077 h 90554"/>
                  <a:gd name="connsiteX251" fmla="*/ 172527 w 722373"/>
                  <a:gd name="connsiteY251" fmla="*/ 47077 h 90554"/>
                  <a:gd name="connsiteX252" fmla="*/ 181607 w 722373"/>
                  <a:gd name="connsiteY252" fmla="*/ 48036 h 90554"/>
                  <a:gd name="connsiteX253" fmla="*/ 184755 w 722373"/>
                  <a:gd name="connsiteY253" fmla="*/ 59910 h 90554"/>
                  <a:gd name="connsiteX254" fmla="*/ 194380 w 722373"/>
                  <a:gd name="connsiteY254" fmla="*/ 64408 h 90554"/>
                  <a:gd name="connsiteX255" fmla="*/ 201221 w 722373"/>
                  <a:gd name="connsiteY255" fmla="*/ 62549 h 90554"/>
                  <a:gd name="connsiteX256" fmla="*/ 205761 w 722373"/>
                  <a:gd name="connsiteY256" fmla="*/ 57391 h 90554"/>
                  <a:gd name="connsiteX257" fmla="*/ 205761 w 722373"/>
                  <a:gd name="connsiteY257" fmla="*/ 34843 h 90554"/>
                  <a:gd name="connsiteX258" fmla="*/ 201221 w 722373"/>
                  <a:gd name="connsiteY258" fmla="*/ 29865 h 90554"/>
                  <a:gd name="connsiteX259" fmla="*/ 194501 w 722373"/>
                  <a:gd name="connsiteY259" fmla="*/ 28006 h 90554"/>
                  <a:gd name="connsiteX260" fmla="*/ 184876 w 722373"/>
                  <a:gd name="connsiteY260" fmla="*/ 33343 h 90554"/>
                  <a:gd name="connsiteX261" fmla="*/ 181668 w 722373"/>
                  <a:gd name="connsiteY261" fmla="*/ 47077 h 90554"/>
                  <a:gd name="connsiteX262" fmla="*/ 181668 w 722373"/>
                  <a:gd name="connsiteY262" fmla="*/ 48036 h 90554"/>
                  <a:gd name="connsiteX263" fmla="*/ 181668 w 722373"/>
                  <a:gd name="connsiteY263" fmla="*/ 48036 h 90554"/>
                  <a:gd name="connsiteX264" fmla="*/ 257882 w 722373"/>
                  <a:gd name="connsiteY264" fmla="*/ 70705 h 90554"/>
                  <a:gd name="connsiteX265" fmla="*/ 257216 w 722373"/>
                  <a:gd name="connsiteY265" fmla="*/ 67107 h 90554"/>
                  <a:gd name="connsiteX266" fmla="*/ 256914 w 722373"/>
                  <a:gd name="connsiteY266" fmla="*/ 63928 h 90554"/>
                  <a:gd name="connsiteX267" fmla="*/ 250376 w 722373"/>
                  <a:gd name="connsiteY267" fmla="*/ 69445 h 90554"/>
                  <a:gd name="connsiteX268" fmla="*/ 242022 w 722373"/>
                  <a:gd name="connsiteY268" fmla="*/ 71664 h 90554"/>
                  <a:gd name="connsiteX269" fmla="*/ 230278 w 722373"/>
                  <a:gd name="connsiteY269" fmla="*/ 67946 h 90554"/>
                  <a:gd name="connsiteX270" fmla="*/ 226222 w 722373"/>
                  <a:gd name="connsiteY270" fmla="*/ 57391 h 90554"/>
                  <a:gd name="connsiteX271" fmla="*/ 231913 w 722373"/>
                  <a:gd name="connsiteY271" fmla="*/ 46657 h 90554"/>
                  <a:gd name="connsiteX272" fmla="*/ 247531 w 722373"/>
                  <a:gd name="connsiteY272" fmla="*/ 42879 h 90554"/>
                  <a:gd name="connsiteX273" fmla="*/ 256793 w 722373"/>
                  <a:gd name="connsiteY273" fmla="*/ 42879 h 90554"/>
                  <a:gd name="connsiteX274" fmla="*/ 256793 w 722373"/>
                  <a:gd name="connsiteY274" fmla="*/ 37182 h 90554"/>
                  <a:gd name="connsiteX275" fmla="*/ 254068 w 722373"/>
                  <a:gd name="connsiteY275" fmla="*/ 30345 h 90554"/>
                  <a:gd name="connsiteX276" fmla="*/ 246442 w 722373"/>
                  <a:gd name="connsiteY276" fmla="*/ 27826 h 90554"/>
                  <a:gd name="connsiteX277" fmla="*/ 240448 w 722373"/>
                  <a:gd name="connsiteY277" fmla="*/ 28666 h 90554"/>
                  <a:gd name="connsiteX278" fmla="*/ 236271 w 722373"/>
                  <a:gd name="connsiteY278" fmla="*/ 31005 h 90554"/>
                  <a:gd name="connsiteX279" fmla="*/ 235302 w 722373"/>
                  <a:gd name="connsiteY279" fmla="*/ 36162 h 90554"/>
                  <a:gd name="connsiteX280" fmla="*/ 228341 w 722373"/>
                  <a:gd name="connsiteY280" fmla="*/ 36162 h 90554"/>
                  <a:gd name="connsiteX281" fmla="*/ 228341 w 722373"/>
                  <a:gd name="connsiteY281" fmla="*/ 26627 h 90554"/>
                  <a:gd name="connsiteX282" fmla="*/ 236514 w 722373"/>
                  <a:gd name="connsiteY282" fmla="*/ 22309 h 90554"/>
                  <a:gd name="connsiteX283" fmla="*/ 246926 w 722373"/>
                  <a:gd name="connsiteY283" fmla="*/ 20690 h 90554"/>
                  <a:gd name="connsiteX284" fmla="*/ 260546 w 722373"/>
                  <a:gd name="connsiteY284" fmla="*/ 24948 h 90554"/>
                  <a:gd name="connsiteX285" fmla="*/ 265752 w 722373"/>
                  <a:gd name="connsiteY285" fmla="*/ 37122 h 90554"/>
                  <a:gd name="connsiteX286" fmla="*/ 265752 w 722373"/>
                  <a:gd name="connsiteY286" fmla="*/ 60750 h 90554"/>
                  <a:gd name="connsiteX287" fmla="*/ 265752 w 722373"/>
                  <a:gd name="connsiteY287" fmla="*/ 62609 h 90554"/>
                  <a:gd name="connsiteX288" fmla="*/ 265873 w 722373"/>
                  <a:gd name="connsiteY288" fmla="*/ 64408 h 90554"/>
                  <a:gd name="connsiteX289" fmla="*/ 269505 w 722373"/>
                  <a:gd name="connsiteY289" fmla="*/ 64948 h 90554"/>
                  <a:gd name="connsiteX290" fmla="*/ 269505 w 722373"/>
                  <a:gd name="connsiteY290" fmla="*/ 70645 h 90554"/>
                  <a:gd name="connsiteX291" fmla="*/ 257701 w 722373"/>
                  <a:gd name="connsiteY291" fmla="*/ 70645 h 90554"/>
                  <a:gd name="connsiteX292" fmla="*/ 243415 w 722373"/>
                  <a:gd name="connsiteY292" fmla="*/ 64228 h 90554"/>
                  <a:gd name="connsiteX293" fmla="*/ 251587 w 722373"/>
                  <a:gd name="connsiteY293" fmla="*/ 62069 h 90554"/>
                  <a:gd name="connsiteX294" fmla="*/ 256914 w 722373"/>
                  <a:gd name="connsiteY294" fmla="*/ 56972 h 90554"/>
                  <a:gd name="connsiteX295" fmla="*/ 256914 w 722373"/>
                  <a:gd name="connsiteY295" fmla="*/ 48936 h 90554"/>
                  <a:gd name="connsiteX296" fmla="*/ 247288 w 722373"/>
                  <a:gd name="connsiteY296" fmla="*/ 48936 h 90554"/>
                  <a:gd name="connsiteX297" fmla="*/ 238511 w 722373"/>
                  <a:gd name="connsiteY297" fmla="*/ 51454 h 90554"/>
                  <a:gd name="connsiteX298" fmla="*/ 235302 w 722373"/>
                  <a:gd name="connsiteY298" fmla="*/ 57571 h 90554"/>
                  <a:gd name="connsiteX299" fmla="*/ 237301 w 722373"/>
                  <a:gd name="connsiteY299" fmla="*/ 62489 h 90554"/>
                  <a:gd name="connsiteX300" fmla="*/ 243354 w 722373"/>
                  <a:gd name="connsiteY300" fmla="*/ 64228 h 90554"/>
                  <a:gd name="connsiteX301" fmla="*/ 243354 w 722373"/>
                  <a:gd name="connsiteY301" fmla="*/ 64228 h 90554"/>
                  <a:gd name="connsiteX302" fmla="*/ 275982 w 722373"/>
                  <a:gd name="connsiteY302" fmla="*/ 5757 h 90554"/>
                  <a:gd name="connsiteX303" fmla="*/ 275982 w 722373"/>
                  <a:gd name="connsiteY303" fmla="*/ 0 h 90554"/>
                  <a:gd name="connsiteX304" fmla="*/ 292449 w 722373"/>
                  <a:gd name="connsiteY304" fmla="*/ 0 h 90554"/>
                  <a:gd name="connsiteX305" fmla="*/ 292449 w 722373"/>
                  <a:gd name="connsiteY305" fmla="*/ 63748 h 90554"/>
                  <a:gd name="connsiteX306" fmla="*/ 299894 w 722373"/>
                  <a:gd name="connsiteY306" fmla="*/ 65008 h 90554"/>
                  <a:gd name="connsiteX307" fmla="*/ 299894 w 722373"/>
                  <a:gd name="connsiteY307" fmla="*/ 70705 h 90554"/>
                  <a:gd name="connsiteX308" fmla="*/ 275982 w 722373"/>
                  <a:gd name="connsiteY308" fmla="*/ 70705 h 90554"/>
                  <a:gd name="connsiteX309" fmla="*/ 275982 w 722373"/>
                  <a:gd name="connsiteY309" fmla="*/ 65008 h 90554"/>
                  <a:gd name="connsiteX310" fmla="*/ 283429 w 722373"/>
                  <a:gd name="connsiteY310" fmla="*/ 63748 h 90554"/>
                  <a:gd name="connsiteX311" fmla="*/ 283429 w 722373"/>
                  <a:gd name="connsiteY311" fmla="*/ 7076 h 90554"/>
                  <a:gd name="connsiteX312" fmla="*/ 275982 w 722373"/>
                  <a:gd name="connsiteY312" fmla="*/ 5817 h 90554"/>
                  <a:gd name="connsiteX313" fmla="*/ 275982 w 722373"/>
                  <a:gd name="connsiteY313" fmla="*/ 5817 h 90554"/>
                  <a:gd name="connsiteX314" fmla="*/ 342088 w 722373"/>
                  <a:gd name="connsiteY314" fmla="*/ 63448 h 90554"/>
                  <a:gd name="connsiteX315" fmla="*/ 336095 w 722373"/>
                  <a:gd name="connsiteY315" fmla="*/ 69505 h 90554"/>
                  <a:gd name="connsiteX316" fmla="*/ 327619 w 722373"/>
                  <a:gd name="connsiteY316" fmla="*/ 71664 h 90554"/>
                  <a:gd name="connsiteX317" fmla="*/ 315028 w 722373"/>
                  <a:gd name="connsiteY317" fmla="*/ 66507 h 90554"/>
                  <a:gd name="connsiteX318" fmla="*/ 310488 w 722373"/>
                  <a:gd name="connsiteY318" fmla="*/ 50555 h 90554"/>
                  <a:gd name="connsiteX319" fmla="*/ 310488 w 722373"/>
                  <a:gd name="connsiteY319" fmla="*/ 28666 h 90554"/>
                  <a:gd name="connsiteX320" fmla="*/ 304797 w 722373"/>
                  <a:gd name="connsiteY320" fmla="*/ 27406 h 90554"/>
                  <a:gd name="connsiteX321" fmla="*/ 304797 w 722373"/>
                  <a:gd name="connsiteY321" fmla="*/ 21649 h 90554"/>
                  <a:gd name="connsiteX322" fmla="*/ 319508 w 722373"/>
                  <a:gd name="connsiteY322" fmla="*/ 21649 h 90554"/>
                  <a:gd name="connsiteX323" fmla="*/ 319508 w 722373"/>
                  <a:gd name="connsiteY323" fmla="*/ 50675 h 90554"/>
                  <a:gd name="connsiteX324" fmla="*/ 321808 w 722373"/>
                  <a:gd name="connsiteY324" fmla="*/ 61469 h 90554"/>
                  <a:gd name="connsiteX325" fmla="*/ 329072 w 722373"/>
                  <a:gd name="connsiteY325" fmla="*/ 64408 h 90554"/>
                  <a:gd name="connsiteX326" fmla="*/ 337003 w 722373"/>
                  <a:gd name="connsiteY326" fmla="*/ 62489 h 90554"/>
                  <a:gd name="connsiteX327" fmla="*/ 341725 w 722373"/>
                  <a:gd name="connsiteY327" fmla="*/ 57032 h 90554"/>
                  <a:gd name="connsiteX328" fmla="*/ 341725 w 722373"/>
                  <a:gd name="connsiteY328" fmla="*/ 28726 h 90554"/>
                  <a:gd name="connsiteX329" fmla="*/ 335065 w 722373"/>
                  <a:gd name="connsiteY329" fmla="*/ 27466 h 90554"/>
                  <a:gd name="connsiteX330" fmla="*/ 335065 w 722373"/>
                  <a:gd name="connsiteY330" fmla="*/ 21709 h 90554"/>
                  <a:gd name="connsiteX331" fmla="*/ 350684 w 722373"/>
                  <a:gd name="connsiteY331" fmla="*/ 21709 h 90554"/>
                  <a:gd name="connsiteX332" fmla="*/ 350684 w 722373"/>
                  <a:gd name="connsiteY332" fmla="*/ 63748 h 90554"/>
                  <a:gd name="connsiteX333" fmla="*/ 356374 w 722373"/>
                  <a:gd name="connsiteY333" fmla="*/ 65008 h 90554"/>
                  <a:gd name="connsiteX334" fmla="*/ 356374 w 722373"/>
                  <a:gd name="connsiteY334" fmla="*/ 70705 h 90554"/>
                  <a:gd name="connsiteX335" fmla="*/ 342632 w 722373"/>
                  <a:gd name="connsiteY335" fmla="*/ 70705 h 90554"/>
                  <a:gd name="connsiteX336" fmla="*/ 342027 w 722373"/>
                  <a:gd name="connsiteY336" fmla="*/ 63448 h 90554"/>
                  <a:gd name="connsiteX337" fmla="*/ 342027 w 722373"/>
                  <a:gd name="connsiteY337" fmla="*/ 63448 h 90554"/>
                  <a:gd name="connsiteX338" fmla="*/ 363639 w 722373"/>
                  <a:gd name="connsiteY338" fmla="*/ 27466 h 90554"/>
                  <a:gd name="connsiteX339" fmla="*/ 363639 w 722373"/>
                  <a:gd name="connsiteY339" fmla="*/ 21709 h 90554"/>
                  <a:gd name="connsiteX340" fmla="*/ 379135 w 722373"/>
                  <a:gd name="connsiteY340" fmla="*/ 21709 h 90554"/>
                  <a:gd name="connsiteX341" fmla="*/ 379983 w 722373"/>
                  <a:gd name="connsiteY341" fmla="*/ 28846 h 90554"/>
                  <a:gd name="connsiteX342" fmla="*/ 385189 w 722373"/>
                  <a:gd name="connsiteY342" fmla="*/ 22969 h 90554"/>
                  <a:gd name="connsiteX343" fmla="*/ 392272 w 722373"/>
                  <a:gd name="connsiteY343" fmla="*/ 20810 h 90554"/>
                  <a:gd name="connsiteX344" fmla="*/ 394451 w 722373"/>
                  <a:gd name="connsiteY344" fmla="*/ 20990 h 90554"/>
                  <a:gd name="connsiteX345" fmla="*/ 396146 w 722373"/>
                  <a:gd name="connsiteY345" fmla="*/ 21349 h 90554"/>
                  <a:gd name="connsiteX346" fmla="*/ 394935 w 722373"/>
                  <a:gd name="connsiteY346" fmla="*/ 29625 h 90554"/>
                  <a:gd name="connsiteX347" fmla="*/ 389850 w 722373"/>
                  <a:gd name="connsiteY347" fmla="*/ 29325 h 90554"/>
                  <a:gd name="connsiteX348" fmla="*/ 383857 w 722373"/>
                  <a:gd name="connsiteY348" fmla="*/ 31005 h 90554"/>
                  <a:gd name="connsiteX349" fmla="*/ 380104 w 722373"/>
                  <a:gd name="connsiteY349" fmla="*/ 35682 h 90554"/>
                  <a:gd name="connsiteX350" fmla="*/ 380104 w 722373"/>
                  <a:gd name="connsiteY350" fmla="*/ 63808 h 90554"/>
                  <a:gd name="connsiteX351" fmla="*/ 387550 w 722373"/>
                  <a:gd name="connsiteY351" fmla="*/ 65068 h 90554"/>
                  <a:gd name="connsiteX352" fmla="*/ 387550 w 722373"/>
                  <a:gd name="connsiteY352" fmla="*/ 70765 h 90554"/>
                  <a:gd name="connsiteX353" fmla="*/ 363639 w 722373"/>
                  <a:gd name="connsiteY353" fmla="*/ 70765 h 90554"/>
                  <a:gd name="connsiteX354" fmla="*/ 363639 w 722373"/>
                  <a:gd name="connsiteY354" fmla="*/ 65068 h 90554"/>
                  <a:gd name="connsiteX355" fmla="*/ 371084 w 722373"/>
                  <a:gd name="connsiteY355" fmla="*/ 63808 h 90554"/>
                  <a:gd name="connsiteX356" fmla="*/ 371084 w 722373"/>
                  <a:gd name="connsiteY356" fmla="*/ 28786 h 90554"/>
                  <a:gd name="connsiteX357" fmla="*/ 363639 w 722373"/>
                  <a:gd name="connsiteY357" fmla="*/ 27526 h 90554"/>
                  <a:gd name="connsiteX358" fmla="*/ 363639 w 722373"/>
                  <a:gd name="connsiteY358" fmla="*/ 27526 h 90554"/>
                  <a:gd name="connsiteX359" fmla="*/ 437795 w 722373"/>
                  <a:gd name="connsiteY359" fmla="*/ 63448 h 90554"/>
                  <a:gd name="connsiteX360" fmla="*/ 431741 w 722373"/>
                  <a:gd name="connsiteY360" fmla="*/ 69505 h 90554"/>
                  <a:gd name="connsiteX361" fmla="*/ 423266 w 722373"/>
                  <a:gd name="connsiteY361" fmla="*/ 71664 h 90554"/>
                  <a:gd name="connsiteX362" fmla="*/ 410674 w 722373"/>
                  <a:gd name="connsiteY362" fmla="*/ 66507 h 90554"/>
                  <a:gd name="connsiteX363" fmla="*/ 406134 w 722373"/>
                  <a:gd name="connsiteY363" fmla="*/ 50555 h 90554"/>
                  <a:gd name="connsiteX364" fmla="*/ 406134 w 722373"/>
                  <a:gd name="connsiteY364" fmla="*/ 28666 h 90554"/>
                  <a:gd name="connsiteX365" fmla="*/ 400444 w 722373"/>
                  <a:gd name="connsiteY365" fmla="*/ 27406 h 90554"/>
                  <a:gd name="connsiteX366" fmla="*/ 400444 w 722373"/>
                  <a:gd name="connsiteY366" fmla="*/ 21649 h 90554"/>
                  <a:gd name="connsiteX367" fmla="*/ 415155 w 722373"/>
                  <a:gd name="connsiteY367" fmla="*/ 21649 h 90554"/>
                  <a:gd name="connsiteX368" fmla="*/ 415155 w 722373"/>
                  <a:gd name="connsiteY368" fmla="*/ 50675 h 90554"/>
                  <a:gd name="connsiteX369" fmla="*/ 417455 w 722373"/>
                  <a:gd name="connsiteY369" fmla="*/ 61469 h 90554"/>
                  <a:gd name="connsiteX370" fmla="*/ 424719 w 722373"/>
                  <a:gd name="connsiteY370" fmla="*/ 64408 h 90554"/>
                  <a:gd name="connsiteX371" fmla="*/ 432649 w 722373"/>
                  <a:gd name="connsiteY371" fmla="*/ 62489 h 90554"/>
                  <a:gd name="connsiteX372" fmla="*/ 437371 w 722373"/>
                  <a:gd name="connsiteY372" fmla="*/ 57032 h 90554"/>
                  <a:gd name="connsiteX373" fmla="*/ 437371 w 722373"/>
                  <a:gd name="connsiteY373" fmla="*/ 28726 h 90554"/>
                  <a:gd name="connsiteX374" fmla="*/ 430712 w 722373"/>
                  <a:gd name="connsiteY374" fmla="*/ 27466 h 90554"/>
                  <a:gd name="connsiteX375" fmla="*/ 430712 w 722373"/>
                  <a:gd name="connsiteY375" fmla="*/ 21709 h 90554"/>
                  <a:gd name="connsiteX376" fmla="*/ 446330 w 722373"/>
                  <a:gd name="connsiteY376" fmla="*/ 21709 h 90554"/>
                  <a:gd name="connsiteX377" fmla="*/ 446330 w 722373"/>
                  <a:gd name="connsiteY377" fmla="*/ 63748 h 90554"/>
                  <a:gd name="connsiteX378" fmla="*/ 452021 w 722373"/>
                  <a:gd name="connsiteY378" fmla="*/ 65008 h 90554"/>
                  <a:gd name="connsiteX379" fmla="*/ 452021 w 722373"/>
                  <a:gd name="connsiteY379" fmla="*/ 70705 h 90554"/>
                  <a:gd name="connsiteX380" fmla="*/ 438279 w 722373"/>
                  <a:gd name="connsiteY380" fmla="*/ 70705 h 90554"/>
                  <a:gd name="connsiteX381" fmla="*/ 437674 w 722373"/>
                  <a:gd name="connsiteY381" fmla="*/ 63448 h 90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</a:cxnLst>
                <a:rect l="l" t="t" r="r" b="b"/>
                <a:pathLst>
                  <a:path w="722373" h="90554">
                    <a:moveTo>
                      <a:pt x="29179" y="4738"/>
                    </a:moveTo>
                    <a:cubicBezTo>
                      <a:pt x="36140" y="4738"/>
                      <a:pt x="41588" y="6237"/>
                      <a:pt x="45523" y="9175"/>
                    </a:cubicBezTo>
                    <a:cubicBezTo>
                      <a:pt x="49458" y="12174"/>
                      <a:pt x="51395" y="16612"/>
                      <a:pt x="51395" y="22549"/>
                    </a:cubicBezTo>
                    <a:cubicBezTo>
                      <a:pt x="51395" y="25487"/>
                      <a:pt x="50487" y="28126"/>
                      <a:pt x="48610" y="30405"/>
                    </a:cubicBezTo>
                    <a:cubicBezTo>
                      <a:pt x="46733" y="32684"/>
                      <a:pt x="44252" y="34423"/>
                      <a:pt x="41165" y="35562"/>
                    </a:cubicBezTo>
                    <a:cubicBezTo>
                      <a:pt x="45160" y="36402"/>
                      <a:pt x="48307" y="38321"/>
                      <a:pt x="50608" y="41379"/>
                    </a:cubicBezTo>
                    <a:cubicBezTo>
                      <a:pt x="52969" y="44438"/>
                      <a:pt x="54059" y="47976"/>
                      <a:pt x="54059" y="52054"/>
                    </a:cubicBezTo>
                    <a:cubicBezTo>
                      <a:pt x="54059" y="58111"/>
                      <a:pt x="52061" y="62729"/>
                      <a:pt x="48126" y="65907"/>
                    </a:cubicBezTo>
                    <a:cubicBezTo>
                      <a:pt x="44191" y="69086"/>
                      <a:pt x="38804" y="70705"/>
                      <a:pt x="32024" y="70705"/>
                    </a:cubicBezTo>
                    <a:lnTo>
                      <a:pt x="0" y="70705"/>
                    </a:lnTo>
                    <a:lnTo>
                      <a:pt x="0" y="65008"/>
                    </a:lnTo>
                    <a:lnTo>
                      <a:pt x="7446" y="63748"/>
                    </a:lnTo>
                    <a:lnTo>
                      <a:pt x="7446" y="11754"/>
                    </a:lnTo>
                    <a:lnTo>
                      <a:pt x="0" y="10495"/>
                    </a:lnTo>
                    <a:lnTo>
                      <a:pt x="0" y="4738"/>
                    </a:lnTo>
                    <a:lnTo>
                      <a:pt x="29179" y="4738"/>
                    </a:lnTo>
                    <a:close/>
                    <a:moveTo>
                      <a:pt x="16466" y="39760"/>
                    </a:moveTo>
                    <a:lnTo>
                      <a:pt x="16466" y="63748"/>
                    </a:lnTo>
                    <a:lnTo>
                      <a:pt x="32024" y="63748"/>
                    </a:lnTo>
                    <a:cubicBezTo>
                      <a:pt x="36140" y="63748"/>
                      <a:pt x="39348" y="62729"/>
                      <a:pt x="41588" y="60750"/>
                    </a:cubicBezTo>
                    <a:cubicBezTo>
                      <a:pt x="43828" y="58711"/>
                      <a:pt x="44978" y="55892"/>
                      <a:pt x="44978" y="52174"/>
                    </a:cubicBezTo>
                    <a:cubicBezTo>
                      <a:pt x="44978" y="48276"/>
                      <a:pt x="44010" y="45277"/>
                      <a:pt x="42133" y="43059"/>
                    </a:cubicBezTo>
                    <a:cubicBezTo>
                      <a:pt x="40256" y="40840"/>
                      <a:pt x="37290" y="39760"/>
                      <a:pt x="33355" y="39760"/>
                    </a:cubicBezTo>
                    <a:lnTo>
                      <a:pt x="16406" y="39760"/>
                    </a:lnTo>
                    <a:close/>
                    <a:moveTo>
                      <a:pt x="16466" y="32804"/>
                    </a:moveTo>
                    <a:lnTo>
                      <a:pt x="31540" y="32804"/>
                    </a:lnTo>
                    <a:cubicBezTo>
                      <a:pt x="34808" y="32744"/>
                      <a:pt x="37411" y="31724"/>
                      <a:pt x="39348" y="29925"/>
                    </a:cubicBezTo>
                    <a:cubicBezTo>
                      <a:pt x="41346" y="28126"/>
                      <a:pt x="42314" y="25607"/>
                      <a:pt x="42314" y="22429"/>
                    </a:cubicBezTo>
                    <a:cubicBezTo>
                      <a:pt x="42314" y="18891"/>
                      <a:pt x="41165" y="16192"/>
                      <a:pt x="38925" y="14453"/>
                    </a:cubicBezTo>
                    <a:cubicBezTo>
                      <a:pt x="36685" y="12654"/>
                      <a:pt x="33416" y="11814"/>
                      <a:pt x="29118" y="11814"/>
                    </a:cubicBezTo>
                    <a:lnTo>
                      <a:pt x="16406" y="11814"/>
                    </a:lnTo>
                    <a:lnTo>
                      <a:pt x="16406" y="32864"/>
                    </a:lnTo>
                    <a:lnTo>
                      <a:pt x="16406" y="32864"/>
                    </a:lnTo>
                    <a:close/>
                    <a:moveTo>
                      <a:pt x="469637" y="67466"/>
                    </a:moveTo>
                    <a:cubicBezTo>
                      <a:pt x="469637" y="70405"/>
                      <a:pt x="468910" y="73523"/>
                      <a:pt x="467397" y="76762"/>
                    </a:cubicBezTo>
                    <a:cubicBezTo>
                      <a:pt x="465944" y="80000"/>
                      <a:pt x="463886" y="82699"/>
                      <a:pt x="461403" y="84798"/>
                    </a:cubicBezTo>
                    <a:lnTo>
                      <a:pt x="456319" y="81440"/>
                    </a:lnTo>
                    <a:cubicBezTo>
                      <a:pt x="457771" y="79281"/>
                      <a:pt x="458861" y="77062"/>
                      <a:pt x="459588" y="74783"/>
                    </a:cubicBezTo>
                    <a:cubicBezTo>
                      <a:pt x="460314" y="72504"/>
                      <a:pt x="460677" y="70105"/>
                      <a:pt x="460677" y="67586"/>
                    </a:cubicBezTo>
                    <a:lnTo>
                      <a:pt x="460677" y="60690"/>
                    </a:lnTo>
                    <a:lnTo>
                      <a:pt x="469697" y="60690"/>
                    </a:lnTo>
                    <a:lnTo>
                      <a:pt x="469697" y="67466"/>
                    </a:lnTo>
                    <a:lnTo>
                      <a:pt x="469697" y="67466"/>
                    </a:lnTo>
                    <a:close/>
                    <a:moveTo>
                      <a:pt x="500207" y="10495"/>
                    </a:moveTo>
                    <a:lnTo>
                      <a:pt x="500207" y="4738"/>
                    </a:lnTo>
                    <a:lnTo>
                      <a:pt x="524119" y="4738"/>
                    </a:lnTo>
                    <a:lnTo>
                      <a:pt x="524119" y="10495"/>
                    </a:lnTo>
                    <a:lnTo>
                      <a:pt x="516673" y="11754"/>
                    </a:lnTo>
                    <a:lnTo>
                      <a:pt x="516673" y="63748"/>
                    </a:lnTo>
                    <a:lnTo>
                      <a:pt x="524119" y="65008"/>
                    </a:lnTo>
                    <a:lnTo>
                      <a:pt x="524119" y="70705"/>
                    </a:lnTo>
                    <a:lnTo>
                      <a:pt x="500207" y="70705"/>
                    </a:lnTo>
                    <a:lnTo>
                      <a:pt x="500207" y="65008"/>
                    </a:lnTo>
                    <a:lnTo>
                      <a:pt x="507713" y="63748"/>
                    </a:lnTo>
                    <a:lnTo>
                      <a:pt x="507713" y="11754"/>
                    </a:lnTo>
                    <a:lnTo>
                      <a:pt x="500207" y="10495"/>
                    </a:lnTo>
                    <a:lnTo>
                      <a:pt x="500207" y="10495"/>
                    </a:lnTo>
                    <a:close/>
                    <a:moveTo>
                      <a:pt x="530051" y="65008"/>
                    </a:moveTo>
                    <a:lnTo>
                      <a:pt x="537497" y="63748"/>
                    </a:lnTo>
                    <a:lnTo>
                      <a:pt x="537497" y="28726"/>
                    </a:lnTo>
                    <a:lnTo>
                      <a:pt x="530051" y="27466"/>
                    </a:lnTo>
                    <a:lnTo>
                      <a:pt x="530051" y="21709"/>
                    </a:lnTo>
                    <a:lnTo>
                      <a:pt x="545548" y="21709"/>
                    </a:lnTo>
                    <a:lnTo>
                      <a:pt x="546214" y="29026"/>
                    </a:lnTo>
                    <a:cubicBezTo>
                      <a:pt x="547849" y="26447"/>
                      <a:pt x="549907" y="24408"/>
                      <a:pt x="552449" y="22969"/>
                    </a:cubicBezTo>
                    <a:cubicBezTo>
                      <a:pt x="554932" y="21529"/>
                      <a:pt x="557777" y="20810"/>
                      <a:pt x="560925" y="20810"/>
                    </a:cubicBezTo>
                    <a:cubicBezTo>
                      <a:pt x="566312" y="20810"/>
                      <a:pt x="570428" y="22369"/>
                      <a:pt x="573335" y="25487"/>
                    </a:cubicBezTo>
                    <a:cubicBezTo>
                      <a:pt x="576301" y="28606"/>
                      <a:pt x="577754" y="33343"/>
                      <a:pt x="577754" y="39820"/>
                    </a:cubicBezTo>
                    <a:lnTo>
                      <a:pt x="577754" y="63808"/>
                    </a:lnTo>
                    <a:lnTo>
                      <a:pt x="585199" y="65068"/>
                    </a:lnTo>
                    <a:lnTo>
                      <a:pt x="585199" y="70765"/>
                    </a:lnTo>
                    <a:lnTo>
                      <a:pt x="561287" y="70765"/>
                    </a:lnTo>
                    <a:lnTo>
                      <a:pt x="561287" y="65068"/>
                    </a:lnTo>
                    <a:lnTo>
                      <a:pt x="568734" y="63808"/>
                    </a:lnTo>
                    <a:lnTo>
                      <a:pt x="568734" y="40000"/>
                    </a:lnTo>
                    <a:cubicBezTo>
                      <a:pt x="568734" y="35682"/>
                      <a:pt x="567886" y="32624"/>
                      <a:pt x="566131" y="30825"/>
                    </a:cubicBezTo>
                    <a:cubicBezTo>
                      <a:pt x="564435" y="29026"/>
                      <a:pt x="561772" y="28126"/>
                      <a:pt x="558261" y="28126"/>
                    </a:cubicBezTo>
                    <a:cubicBezTo>
                      <a:pt x="555658" y="28126"/>
                      <a:pt x="553358" y="28726"/>
                      <a:pt x="551360" y="29985"/>
                    </a:cubicBezTo>
                    <a:cubicBezTo>
                      <a:pt x="549362" y="31244"/>
                      <a:pt x="547788" y="32924"/>
                      <a:pt x="546578" y="35083"/>
                    </a:cubicBezTo>
                    <a:lnTo>
                      <a:pt x="546578" y="63868"/>
                    </a:lnTo>
                    <a:lnTo>
                      <a:pt x="554023" y="65128"/>
                    </a:lnTo>
                    <a:lnTo>
                      <a:pt x="554023" y="70825"/>
                    </a:lnTo>
                    <a:lnTo>
                      <a:pt x="530112" y="70825"/>
                    </a:lnTo>
                    <a:lnTo>
                      <a:pt x="530112" y="65128"/>
                    </a:lnTo>
                    <a:lnTo>
                      <a:pt x="530112" y="65128"/>
                    </a:lnTo>
                    <a:close/>
                    <a:moveTo>
                      <a:pt x="624548" y="64888"/>
                    </a:moveTo>
                    <a:cubicBezTo>
                      <a:pt x="622913" y="67107"/>
                      <a:pt x="620916" y="68786"/>
                      <a:pt x="618615" y="69925"/>
                    </a:cubicBezTo>
                    <a:cubicBezTo>
                      <a:pt x="616315" y="71065"/>
                      <a:pt x="613590" y="71664"/>
                      <a:pt x="610503" y="71664"/>
                    </a:cubicBezTo>
                    <a:cubicBezTo>
                      <a:pt x="604449" y="71664"/>
                      <a:pt x="599728" y="69505"/>
                      <a:pt x="596338" y="65128"/>
                    </a:cubicBezTo>
                    <a:cubicBezTo>
                      <a:pt x="592948" y="60810"/>
                      <a:pt x="591253" y="55113"/>
                      <a:pt x="591253" y="48036"/>
                    </a:cubicBezTo>
                    <a:lnTo>
                      <a:pt x="591253" y="47077"/>
                    </a:lnTo>
                    <a:cubicBezTo>
                      <a:pt x="591253" y="39161"/>
                      <a:pt x="592948" y="32804"/>
                      <a:pt x="596338" y="28006"/>
                    </a:cubicBezTo>
                    <a:cubicBezTo>
                      <a:pt x="599728" y="23148"/>
                      <a:pt x="604510" y="20750"/>
                      <a:pt x="610564" y="20750"/>
                    </a:cubicBezTo>
                    <a:cubicBezTo>
                      <a:pt x="613469" y="20750"/>
                      <a:pt x="616073" y="21289"/>
                      <a:pt x="618312" y="22369"/>
                    </a:cubicBezTo>
                    <a:cubicBezTo>
                      <a:pt x="620552" y="23448"/>
                      <a:pt x="622429" y="25008"/>
                      <a:pt x="624003" y="27047"/>
                    </a:cubicBezTo>
                    <a:lnTo>
                      <a:pt x="624003" y="7017"/>
                    </a:lnTo>
                    <a:lnTo>
                      <a:pt x="616557" y="5757"/>
                    </a:lnTo>
                    <a:lnTo>
                      <a:pt x="616557" y="0"/>
                    </a:lnTo>
                    <a:lnTo>
                      <a:pt x="633023" y="0"/>
                    </a:lnTo>
                    <a:lnTo>
                      <a:pt x="633023" y="63748"/>
                    </a:lnTo>
                    <a:lnTo>
                      <a:pt x="640469" y="65008"/>
                    </a:lnTo>
                    <a:lnTo>
                      <a:pt x="640469" y="70705"/>
                    </a:lnTo>
                    <a:lnTo>
                      <a:pt x="625153" y="70705"/>
                    </a:lnTo>
                    <a:lnTo>
                      <a:pt x="624426" y="64828"/>
                    </a:lnTo>
                    <a:lnTo>
                      <a:pt x="624426" y="64828"/>
                    </a:lnTo>
                    <a:close/>
                    <a:moveTo>
                      <a:pt x="600212" y="48036"/>
                    </a:moveTo>
                    <a:cubicBezTo>
                      <a:pt x="600212" y="52954"/>
                      <a:pt x="601242" y="56912"/>
                      <a:pt x="603239" y="59910"/>
                    </a:cubicBezTo>
                    <a:cubicBezTo>
                      <a:pt x="605297" y="62909"/>
                      <a:pt x="608445" y="64408"/>
                      <a:pt x="612743" y="64408"/>
                    </a:cubicBezTo>
                    <a:cubicBezTo>
                      <a:pt x="615407" y="64408"/>
                      <a:pt x="617707" y="63808"/>
                      <a:pt x="619523" y="62609"/>
                    </a:cubicBezTo>
                    <a:cubicBezTo>
                      <a:pt x="621339" y="61409"/>
                      <a:pt x="622852" y="59670"/>
                      <a:pt x="624063" y="57511"/>
                    </a:cubicBezTo>
                    <a:lnTo>
                      <a:pt x="624063" y="34783"/>
                    </a:lnTo>
                    <a:cubicBezTo>
                      <a:pt x="622913" y="32744"/>
                      <a:pt x="621400" y="31065"/>
                      <a:pt x="619523" y="29865"/>
                    </a:cubicBezTo>
                    <a:cubicBezTo>
                      <a:pt x="617647" y="28666"/>
                      <a:pt x="615467" y="28066"/>
                      <a:pt x="612864" y="28066"/>
                    </a:cubicBezTo>
                    <a:cubicBezTo>
                      <a:pt x="608566" y="28066"/>
                      <a:pt x="605358" y="29865"/>
                      <a:pt x="603360" y="33343"/>
                    </a:cubicBezTo>
                    <a:cubicBezTo>
                      <a:pt x="601302" y="36882"/>
                      <a:pt x="600273" y="41439"/>
                      <a:pt x="600273" y="47137"/>
                    </a:cubicBezTo>
                    <a:lnTo>
                      <a:pt x="600273" y="48096"/>
                    </a:lnTo>
                    <a:lnTo>
                      <a:pt x="600273" y="48096"/>
                    </a:lnTo>
                    <a:close/>
                    <a:moveTo>
                      <a:pt x="647370" y="65008"/>
                    </a:moveTo>
                    <a:lnTo>
                      <a:pt x="654816" y="63748"/>
                    </a:lnTo>
                    <a:lnTo>
                      <a:pt x="654816" y="28726"/>
                    </a:lnTo>
                    <a:lnTo>
                      <a:pt x="647370" y="27466"/>
                    </a:lnTo>
                    <a:lnTo>
                      <a:pt x="647370" y="21709"/>
                    </a:lnTo>
                    <a:lnTo>
                      <a:pt x="663835" y="21709"/>
                    </a:lnTo>
                    <a:lnTo>
                      <a:pt x="663835" y="63748"/>
                    </a:lnTo>
                    <a:lnTo>
                      <a:pt x="671281" y="65008"/>
                    </a:lnTo>
                    <a:lnTo>
                      <a:pt x="671281" y="70705"/>
                    </a:lnTo>
                    <a:lnTo>
                      <a:pt x="647370" y="70705"/>
                    </a:lnTo>
                    <a:lnTo>
                      <a:pt x="647370" y="65008"/>
                    </a:lnTo>
                    <a:lnTo>
                      <a:pt x="647370" y="65008"/>
                    </a:lnTo>
                    <a:close/>
                    <a:moveTo>
                      <a:pt x="663835" y="9115"/>
                    </a:moveTo>
                    <a:lnTo>
                      <a:pt x="654816" y="9115"/>
                    </a:lnTo>
                    <a:lnTo>
                      <a:pt x="654816" y="0"/>
                    </a:lnTo>
                    <a:lnTo>
                      <a:pt x="663835" y="0"/>
                    </a:lnTo>
                    <a:lnTo>
                      <a:pt x="663835" y="9115"/>
                    </a:lnTo>
                    <a:lnTo>
                      <a:pt x="663835" y="9115"/>
                    </a:lnTo>
                    <a:close/>
                    <a:moveTo>
                      <a:pt x="710508" y="70705"/>
                    </a:moveTo>
                    <a:cubicBezTo>
                      <a:pt x="710267" y="69386"/>
                      <a:pt x="710024" y="68186"/>
                      <a:pt x="709903" y="67107"/>
                    </a:cubicBezTo>
                    <a:cubicBezTo>
                      <a:pt x="709721" y="66027"/>
                      <a:pt x="709661" y="65008"/>
                      <a:pt x="709600" y="63928"/>
                    </a:cubicBezTo>
                    <a:cubicBezTo>
                      <a:pt x="707845" y="66147"/>
                      <a:pt x="705666" y="68006"/>
                      <a:pt x="703062" y="69445"/>
                    </a:cubicBezTo>
                    <a:cubicBezTo>
                      <a:pt x="700460" y="70945"/>
                      <a:pt x="697675" y="71604"/>
                      <a:pt x="694708" y="71664"/>
                    </a:cubicBezTo>
                    <a:cubicBezTo>
                      <a:pt x="689563" y="71664"/>
                      <a:pt x="685628" y="70405"/>
                      <a:pt x="682965" y="67946"/>
                    </a:cubicBezTo>
                    <a:cubicBezTo>
                      <a:pt x="680301" y="65427"/>
                      <a:pt x="678909" y="61949"/>
                      <a:pt x="678909" y="57391"/>
                    </a:cubicBezTo>
                    <a:cubicBezTo>
                      <a:pt x="678909" y="52834"/>
                      <a:pt x="680786" y="49176"/>
                      <a:pt x="684599" y="46657"/>
                    </a:cubicBezTo>
                    <a:cubicBezTo>
                      <a:pt x="688412" y="44138"/>
                      <a:pt x="693619" y="42879"/>
                      <a:pt x="700217" y="42879"/>
                    </a:cubicBezTo>
                    <a:lnTo>
                      <a:pt x="709540" y="42879"/>
                    </a:lnTo>
                    <a:lnTo>
                      <a:pt x="709540" y="37182"/>
                    </a:lnTo>
                    <a:cubicBezTo>
                      <a:pt x="709540" y="34303"/>
                      <a:pt x="708632" y="32024"/>
                      <a:pt x="706816" y="30345"/>
                    </a:cubicBezTo>
                    <a:cubicBezTo>
                      <a:pt x="705000" y="28666"/>
                      <a:pt x="702457" y="27826"/>
                      <a:pt x="699188" y="27826"/>
                    </a:cubicBezTo>
                    <a:cubicBezTo>
                      <a:pt x="696948" y="27826"/>
                      <a:pt x="694951" y="28066"/>
                      <a:pt x="693195" y="28666"/>
                    </a:cubicBezTo>
                    <a:cubicBezTo>
                      <a:pt x="691500" y="29205"/>
                      <a:pt x="690108" y="30045"/>
                      <a:pt x="689018" y="31005"/>
                    </a:cubicBezTo>
                    <a:lnTo>
                      <a:pt x="688110" y="36162"/>
                    </a:lnTo>
                    <a:lnTo>
                      <a:pt x="681148" y="36162"/>
                    </a:lnTo>
                    <a:lnTo>
                      <a:pt x="681148" y="26627"/>
                    </a:lnTo>
                    <a:cubicBezTo>
                      <a:pt x="683388" y="24828"/>
                      <a:pt x="686173" y="23448"/>
                      <a:pt x="689381" y="22309"/>
                    </a:cubicBezTo>
                    <a:cubicBezTo>
                      <a:pt x="692590" y="21229"/>
                      <a:pt x="696040" y="20690"/>
                      <a:pt x="699793" y="20690"/>
                    </a:cubicBezTo>
                    <a:cubicBezTo>
                      <a:pt x="705363" y="20690"/>
                      <a:pt x="709964" y="22129"/>
                      <a:pt x="713414" y="24948"/>
                    </a:cubicBezTo>
                    <a:cubicBezTo>
                      <a:pt x="716865" y="27766"/>
                      <a:pt x="718620" y="31844"/>
                      <a:pt x="718620" y="37122"/>
                    </a:cubicBezTo>
                    <a:lnTo>
                      <a:pt x="718620" y="62549"/>
                    </a:lnTo>
                    <a:cubicBezTo>
                      <a:pt x="718620" y="63149"/>
                      <a:pt x="718680" y="63748"/>
                      <a:pt x="718741" y="64348"/>
                    </a:cubicBezTo>
                    <a:lnTo>
                      <a:pt x="722374" y="64888"/>
                    </a:lnTo>
                    <a:lnTo>
                      <a:pt x="722374" y="70585"/>
                    </a:lnTo>
                    <a:lnTo>
                      <a:pt x="710569" y="70585"/>
                    </a:lnTo>
                    <a:close/>
                    <a:moveTo>
                      <a:pt x="695979" y="64228"/>
                    </a:moveTo>
                    <a:cubicBezTo>
                      <a:pt x="699006" y="64228"/>
                      <a:pt x="701731" y="63508"/>
                      <a:pt x="704213" y="62069"/>
                    </a:cubicBezTo>
                    <a:cubicBezTo>
                      <a:pt x="706694" y="60630"/>
                      <a:pt x="708450" y="58951"/>
                      <a:pt x="709540" y="56972"/>
                    </a:cubicBezTo>
                    <a:lnTo>
                      <a:pt x="709540" y="48936"/>
                    </a:lnTo>
                    <a:lnTo>
                      <a:pt x="699914" y="48936"/>
                    </a:lnTo>
                    <a:cubicBezTo>
                      <a:pt x="696222" y="48936"/>
                      <a:pt x="693316" y="49775"/>
                      <a:pt x="691137" y="51454"/>
                    </a:cubicBezTo>
                    <a:cubicBezTo>
                      <a:pt x="689018" y="53134"/>
                      <a:pt x="687928" y="55173"/>
                      <a:pt x="687928" y="57571"/>
                    </a:cubicBezTo>
                    <a:cubicBezTo>
                      <a:pt x="687928" y="59730"/>
                      <a:pt x="688594" y="61349"/>
                      <a:pt x="689926" y="62489"/>
                    </a:cubicBezTo>
                    <a:cubicBezTo>
                      <a:pt x="691258" y="63628"/>
                      <a:pt x="693316" y="64228"/>
                      <a:pt x="695979" y="64228"/>
                    </a:cubicBezTo>
                    <a:lnTo>
                      <a:pt x="695979" y="64228"/>
                    </a:lnTo>
                    <a:close/>
                    <a:moveTo>
                      <a:pt x="84932" y="71664"/>
                    </a:moveTo>
                    <a:cubicBezTo>
                      <a:pt x="78031" y="71664"/>
                      <a:pt x="72582" y="69386"/>
                      <a:pt x="68527" y="64828"/>
                    </a:cubicBezTo>
                    <a:cubicBezTo>
                      <a:pt x="64471" y="60270"/>
                      <a:pt x="62413" y="54333"/>
                      <a:pt x="62413" y="47137"/>
                    </a:cubicBezTo>
                    <a:lnTo>
                      <a:pt x="62413" y="45158"/>
                    </a:lnTo>
                    <a:cubicBezTo>
                      <a:pt x="62413" y="38141"/>
                      <a:pt x="64471" y="32384"/>
                      <a:pt x="68708" y="27706"/>
                    </a:cubicBezTo>
                    <a:cubicBezTo>
                      <a:pt x="72885" y="23029"/>
                      <a:pt x="77849" y="20750"/>
                      <a:pt x="83600" y="20750"/>
                    </a:cubicBezTo>
                    <a:cubicBezTo>
                      <a:pt x="90259" y="20750"/>
                      <a:pt x="95283" y="22729"/>
                      <a:pt x="98734" y="26747"/>
                    </a:cubicBezTo>
                    <a:cubicBezTo>
                      <a:pt x="102184" y="30765"/>
                      <a:pt x="103880" y="36042"/>
                      <a:pt x="103880" y="42699"/>
                    </a:cubicBezTo>
                    <a:lnTo>
                      <a:pt x="103880" y="48276"/>
                    </a:lnTo>
                    <a:lnTo>
                      <a:pt x="71735" y="48276"/>
                    </a:lnTo>
                    <a:lnTo>
                      <a:pt x="71614" y="48516"/>
                    </a:lnTo>
                    <a:cubicBezTo>
                      <a:pt x="71674" y="53254"/>
                      <a:pt x="72885" y="57092"/>
                      <a:pt x="75246" y="60150"/>
                    </a:cubicBezTo>
                    <a:cubicBezTo>
                      <a:pt x="77547" y="63209"/>
                      <a:pt x="80815" y="64708"/>
                      <a:pt x="84992" y="64708"/>
                    </a:cubicBezTo>
                    <a:cubicBezTo>
                      <a:pt x="88019" y="64708"/>
                      <a:pt x="90743" y="64288"/>
                      <a:pt x="93043" y="63388"/>
                    </a:cubicBezTo>
                    <a:cubicBezTo>
                      <a:pt x="95344" y="62549"/>
                      <a:pt x="97342" y="61349"/>
                      <a:pt x="98976" y="59850"/>
                    </a:cubicBezTo>
                    <a:lnTo>
                      <a:pt x="102487" y="65667"/>
                    </a:lnTo>
                    <a:cubicBezTo>
                      <a:pt x="100732" y="67347"/>
                      <a:pt x="98371" y="68786"/>
                      <a:pt x="95465" y="69985"/>
                    </a:cubicBezTo>
                    <a:cubicBezTo>
                      <a:pt x="92559" y="71125"/>
                      <a:pt x="89049" y="71724"/>
                      <a:pt x="84992" y="71724"/>
                    </a:cubicBezTo>
                    <a:lnTo>
                      <a:pt x="84992" y="71724"/>
                    </a:lnTo>
                    <a:close/>
                    <a:moveTo>
                      <a:pt x="83600" y="27826"/>
                    </a:moveTo>
                    <a:cubicBezTo>
                      <a:pt x="80573" y="27826"/>
                      <a:pt x="78031" y="29086"/>
                      <a:pt x="75851" y="31604"/>
                    </a:cubicBezTo>
                    <a:cubicBezTo>
                      <a:pt x="73733" y="34123"/>
                      <a:pt x="72401" y="37301"/>
                      <a:pt x="71917" y="41080"/>
                    </a:cubicBezTo>
                    <a:lnTo>
                      <a:pt x="72038" y="41319"/>
                    </a:lnTo>
                    <a:lnTo>
                      <a:pt x="94860" y="41319"/>
                    </a:lnTo>
                    <a:lnTo>
                      <a:pt x="94860" y="40120"/>
                    </a:lnTo>
                    <a:cubicBezTo>
                      <a:pt x="94860" y="36642"/>
                      <a:pt x="93891" y="33703"/>
                      <a:pt x="92015" y="31304"/>
                    </a:cubicBezTo>
                    <a:cubicBezTo>
                      <a:pt x="90138" y="28966"/>
                      <a:pt x="87293" y="27766"/>
                      <a:pt x="83600" y="27766"/>
                    </a:cubicBezTo>
                    <a:lnTo>
                      <a:pt x="83600" y="27766"/>
                    </a:lnTo>
                    <a:close/>
                    <a:moveTo>
                      <a:pt x="111386" y="65008"/>
                    </a:moveTo>
                    <a:lnTo>
                      <a:pt x="118832" y="63748"/>
                    </a:lnTo>
                    <a:lnTo>
                      <a:pt x="118832" y="28726"/>
                    </a:lnTo>
                    <a:lnTo>
                      <a:pt x="111386" y="27466"/>
                    </a:lnTo>
                    <a:lnTo>
                      <a:pt x="111386" y="21709"/>
                    </a:lnTo>
                    <a:lnTo>
                      <a:pt x="126883" y="21709"/>
                    </a:lnTo>
                    <a:lnTo>
                      <a:pt x="127549" y="29026"/>
                    </a:lnTo>
                    <a:cubicBezTo>
                      <a:pt x="129183" y="26447"/>
                      <a:pt x="131302" y="24408"/>
                      <a:pt x="133784" y="22969"/>
                    </a:cubicBezTo>
                    <a:cubicBezTo>
                      <a:pt x="136266" y="21529"/>
                      <a:pt x="139111" y="20810"/>
                      <a:pt x="142259" y="20810"/>
                    </a:cubicBezTo>
                    <a:cubicBezTo>
                      <a:pt x="147586" y="20810"/>
                      <a:pt x="151764" y="22369"/>
                      <a:pt x="154669" y="25487"/>
                    </a:cubicBezTo>
                    <a:cubicBezTo>
                      <a:pt x="157575" y="28606"/>
                      <a:pt x="159088" y="33343"/>
                      <a:pt x="159088" y="39820"/>
                    </a:cubicBezTo>
                    <a:lnTo>
                      <a:pt x="159088" y="63808"/>
                    </a:lnTo>
                    <a:lnTo>
                      <a:pt x="166534" y="65068"/>
                    </a:lnTo>
                    <a:lnTo>
                      <a:pt x="166534" y="70765"/>
                    </a:lnTo>
                    <a:lnTo>
                      <a:pt x="142623" y="70765"/>
                    </a:lnTo>
                    <a:lnTo>
                      <a:pt x="142623" y="65068"/>
                    </a:lnTo>
                    <a:lnTo>
                      <a:pt x="150068" y="63808"/>
                    </a:lnTo>
                    <a:lnTo>
                      <a:pt x="150068" y="40000"/>
                    </a:lnTo>
                    <a:cubicBezTo>
                      <a:pt x="150068" y="35682"/>
                      <a:pt x="149221" y="32624"/>
                      <a:pt x="147465" y="30825"/>
                    </a:cubicBezTo>
                    <a:cubicBezTo>
                      <a:pt x="145710" y="29026"/>
                      <a:pt x="143107" y="28126"/>
                      <a:pt x="139596" y="28126"/>
                    </a:cubicBezTo>
                    <a:cubicBezTo>
                      <a:pt x="136992" y="28126"/>
                      <a:pt x="134692" y="28726"/>
                      <a:pt x="132695" y="29985"/>
                    </a:cubicBezTo>
                    <a:cubicBezTo>
                      <a:pt x="130696" y="31244"/>
                      <a:pt x="129123" y="32924"/>
                      <a:pt x="127912" y="35083"/>
                    </a:cubicBezTo>
                    <a:lnTo>
                      <a:pt x="127912" y="63868"/>
                    </a:lnTo>
                    <a:lnTo>
                      <a:pt x="135358" y="65128"/>
                    </a:lnTo>
                    <a:lnTo>
                      <a:pt x="135358" y="70825"/>
                    </a:lnTo>
                    <a:lnTo>
                      <a:pt x="111447" y="70825"/>
                    </a:lnTo>
                    <a:lnTo>
                      <a:pt x="111447" y="65128"/>
                    </a:lnTo>
                    <a:lnTo>
                      <a:pt x="111447" y="65128"/>
                    </a:lnTo>
                    <a:close/>
                    <a:moveTo>
                      <a:pt x="172588" y="47137"/>
                    </a:moveTo>
                    <a:cubicBezTo>
                      <a:pt x="172588" y="39221"/>
                      <a:pt x="174343" y="32864"/>
                      <a:pt x="177793" y="28066"/>
                    </a:cubicBezTo>
                    <a:cubicBezTo>
                      <a:pt x="181244" y="23208"/>
                      <a:pt x="186087" y="20810"/>
                      <a:pt x="192201" y="20810"/>
                    </a:cubicBezTo>
                    <a:cubicBezTo>
                      <a:pt x="195288" y="20810"/>
                      <a:pt x="198013" y="21409"/>
                      <a:pt x="200373" y="22609"/>
                    </a:cubicBezTo>
                    <a:cubicBezTo>
                      <a:pt x="202734" y="23808"/>
                      <a:pt x="204672" y="25547"/>
                      <a:pt x="206246" y="27886"/>
                    </a:cubicBezTo>
                    <a:lnTo>
                      <a:pt x="207093" y="21709"/>
                    </a:lnTo>
                    <a:lnTo>
                      <a:pt x="214720" y="21709"/>
                    </a:lnTo>
                    <a:lnTo>
                      <a:pt x="214720" y="70105"/>
                    </a:lnTo>
                    <a:cubicBezTo>
                      <a:pt x="214720" y="76462"/>
                      <a:pt x="212905" y="81440"/>
                      <a:pt x="209333" y="85098"/>
                    </a:cubicBezTo>
                    <a:cubicBezTo>
                      <a:pt x="205761" y="88756"/>
                      <a:pt x="200676" y="90555"/>
                      <a:pt x="194078" y="90555"/>
                    </a:cubicBezTo>
                    <a:cubicBezTo>
                      <a:pt x="191656" y="90555"/>
                      <a:pt x="189114" y="90255"/>
                      <a:pt x="186329" y="89595"/>
                    </a:cubicBezTo>
                    <a:cubicBezTo>
                      <a:pt x="183545" y="88936"/>
                      <a:pt x="181123" y="88036"/>
                      <a:pt x="179005" y="86957"/>
                    </a:cubicBezTo>
                    <a:lnTo>
                      <a:pt x="181366" y="80000"/>
                    </a:lnTo>
                    <a:cubicBezTo>
                      <a:pt x="183060" y="80900"/>
                      <a:pt x="184998" y="81559"/>
                      <a:pt x="187298" y="82159"/>
                    </a:cubicBezTo>
                    <a:cubicBezTo>
                      <a:pt x="189598" y="82699"/>
                      <a:pt x="191838" y="82999"/>
                      <a:pt x="193957" y="82999"/>
                    </a:cubicBezTo>
                    <a:cubicBezTo>
                      <a:pt x="198013" y="82999"/>
                      <a:pt x="200979" y="81859"/>
                      <a:pt x="202795" y="79640"/>
                    </a:cubicBezTo>
                    <a:cubicBezTo>
                      <a:pt x="204672" y="77421"/>
                      <a:pt x="205640" y="74243"/>
                      <a:pt x="205640" y="70105"/>
                    </a:cubicBezTo>
                    <a:lnTo>
                      <a:pt x="205640" y="65427"/>
                    </a:lnTo>
                    <a:cubicBezTo>
                      <a:pt x="204006" y="67466"/>
                      <a:pt x="202068" y="69026"/>
                      <a:pt x="199829" y="70105"/>
                    </a:cubicBezTo>
                    <a:cubicBezTo>
                      <a:pt x="197589" y="71185"/>
                      <a:pt x="194986" y="71664"/>
                      <a:pt x="192080" y="71664"/>
                    </a:cubicBezTo>
                    <a:cubicBezTo>
                      <a:pt x="186026" y="71664"/>
                      <a:pt x="181244" y="69505"/>
                      <a:pt x="177733" y="65128"/>
                    </a:cubicBezTo>
                    <a:cubicBezTo>
                      <a:pt x="174283" y="60750"/>
                      <a:pt x="172527" y="55053"/>
                      <a:pt x="172527" y="48036"/>
                    </a:cubicBezTo>
                    <a:lnTo>
                      <a:pt x="172527" y="47077"/>
                    </a:lnTo>
                    <a:lnTo>
                      <a:pt x="172527" y="47077"/>
                    </a:lnTo>
                    <a:close/>
                    <a:moveTo>
                      <a:pt x="181607" y="48036"/>
                    </a:moveTo>
                    <a:cubicBezTo>
                      <a:pt x="181607" y="52954"/>
                      <a:pt x="182637" y="56912"/>
                      <a:pt x="184755" y="59910"/>
                    </a:cubicBezTo>
                    <a:cubicBezTo>
                      <a:pt x="186874" y="62909"/>
                      <a:pt x="190082" y="64408"/>
                      <a:pt x="194380" y="64408"/>
                    </a:cubicBezTo>
                    <a:cubicBezTo>
                      <a:pt x="197105" y="64408"/>
                      <a:pt x="199405" y="63808"/>
                      <a:pt x="201221" y="62549"/>
                    </a:cubicBezTo>
                    <a:cubicBezTo>
                      <a:pt x="203037" y="61349"/>
                      <a:pt x="204551" y="59610"/>
                      <a:pt x="205761" y="57391"/>
                    </a:cubicBezTo>
                    <a:lnTo>
                      <a:pt x="205761" y="34843"/>
                    </a:lnTo>
                    <a:cubicBezTo>
                      <a:pt x="204611" y="32744"/>
                      <a:pt x="203098" y="31125"/>
                      <a:pt x="201221" y="29865"/>
                    </a:cubicBezTo>
                    <a:cubicBezTo>
                      <a:pt x="199345" y="28666"/>
                      <a:pt x="197105" y="28006"/>
                      <a:pt x="194501" y="28006"/>
                    </a:cubicBezTo>
                    <a:cubicBezTo>
                      <a:pt x="190204" y="28006"/>
                      <a:pt x="186995" y="29805"/>
                      <a:pt x="184876" y="33343"/>
                    </a:cubicBezTo>
                    <a:cubicBezTo>
                      <a:pt x="182758" y="36882"/>
                      <a:pt x="181668" y="41499"/>
                      <a:pt x="181668" y="47077"/>
                    </a:cubicBezTo>
                    <a:lnTo>
                      <a:pt x="181668" y="48036"/>
                    </a:lnTo>
                    <a:lnTo>
                      <a:pt x="181668" y="48036"/>
                    </a:lnTo>
                    <a:close/>
                    <a:moveTo>
                      <a:pt x="257882" y="70705"/>
                    </a:moveTo>
                    <a:cubicBezTo>
                      <a:pt x="257641" y="69386"/>
                      <a:pt x="257398" y="68186"/>
                      <a:pt x="257216" y="67107"/>
                    </a:cubicBezTo>
                    <a:cubicBezTo>
                      <a:pt x="257095" y="66027"/>
                      <a:pt x="256975" y="65008"/>
                      <a:pt x="256914" y="63928"/>
                    </a:cubicBezTo>
                    <a:cubicBezTo>
                      <a:pt x="255158" y="66147"/>
                      <a:pt x="252979" y="68006"/>
                      <a:pt x="250376" y="69445"/>
                    </a:cubicBezTo>
                    <a:cubicBezTo>
                      <a:pt x="247773" y="70945"/>
                      <a:pt x="244988" y="71604"/>
                      <a:pt x="242022" y="71664"/>
                    </a:cubicBezTo>
                    <a:cubicBezTo>
                      <a:pt x="236876" y="71664"/>
                      <a:pt x="232941" y="70405"/>
                      <a:pt x="230278" y="67946"/>
                    </a:cubicBezTo>
                    <a:cubicBezTo>
                      <a:pt x="227614" y="65427"/>
                      <a:pt x="226222" y="61949"/>
                      <a:pt x="226222" y="57391"/>
                    </a:cubicBezTo>
                    <a:cubicBezTo>
                      <a:pt x="226222" y="52834"/>
                      <a:pt x="228099" y="49176"/>
                      <a:pt x="231913" y="46657"/>
                    </a:cubicBezTo>
                    <a:cubicBezTo>
                      <a:pt x="235727" y="44138"/>
                      <a:pt x="240933" y="42879"/>
                      <a:pt x="247531" y="42879"/>
                    </a:cubicBezTo>
                    <a:lnTo>
                      <a:pt x="256793" y="42879"/>
                    </a:lnTo>
                    <a:lnTo>
                      <a:pt x="256793" y="37182"/>
                    </a:lnTo>
                    <a:cubicBezTo>
                      <a:pt x="256793" y="34303"/>
                      <a:pt x="255885" y="32024"/>
                      <a:pt x="254068" y="30345"/>
                    </a:cubicBezTo>
                    <a:cubicBezTo>
                      <a:pt x="252253" y="28666"/>
                      <a:pt x="249710" y="27826"/>
                      <a:pt x="246442" y="27826"/>
                    </a:cubicBezTo>
                    <a:cubicBezTo>
                      <a:pt x="244201" y="27826"/>
                      <a:pt x="242204" y="28066"/>
                      <a:pt x="240448" y="28666"/>
                    </a:cubicBezTo>
                    <a:cubicBezTo>
                      <a:pt x="238753" y="29205"/>
                      <a:pt x="237361" y="30045"/>
                      <a:pt x="236271" y="31005"/>
                    </a:cubicBezTo>
                    <a:lnTo>
                      <a:pt x="235302" y="36162"/>
                    </a:lnTo>
                    <a:lnTo>
                      <a:pt x="228341" y="36162"/>
                    </a:lnTo>
                    <a:lnTo>
                      <a:pt x="228341" y="26627"/>
                    </a:lnTo>
                    <a:cubicBezTo>
                      <a:pt x="230580" y="24828"/>
                      <a:pt x="233305" y="23448"/>
                      <a:pt x="236514" y="22309"/>
                    </a:cubicBezTo>
                    <a:cubicBezTo>
                      <a:pt x="239721" y="21229"/>
                      <a:pt x="243172" y="20690"/>
                      <a:pt x="246926" y="20690"/>
                    </a:cubicBezTo>
                    <a:cubicBezTo>
                      <a:pt x="252555" y="20690"/>
                      <a:pt x="257095" y="22129"/>
                      <a:pt x="260546" y="24948"/>
                    </a:cubicBezTo>
                    <a:cubicBezTo>
                      <a:pt x="264057" y="27766"/>
                      <a:pt x="265752" y="31844"/>
                      <a:pt x="265752" y="37122"/>
                    </a:cubicBezTo>
                    <a:lnTo>
                      <a:pt x="265752" y="60750"/>
                    </a:lnTo>
                    <a:cubicBezTo>
                      <a:pt x="265752" y="61349"/>
                      <a:pt x="265752" y="62009"/>
                      <a:pt x="265752" y="62609"/>
                    </a:cubicBezTo>
                    <a:cubicBezTo>
                      <a:pt x="265752" y="63209"/>
                      <a:pt x="265752" y="63808"/>
                      <a:pt x="265873" y="64408"/>
                    </a:cubicBezTo>
                    <a:lnTo>
                      <a:pt x="269505" y="64948"/>
                    </a:lnTo>
                    <a:lnTo>
                      <a:pt x="269505" y="70645"/>
                    </a:lnTo>
                    <a:lnTo>
                      <a:pt x="257701" y="70645"/>
                    </a:lnTo>
                    <a:close/>
                    <a:moveTo>
                      <a:pt x="243415" y="64228"/>
                    </a:moveTo>
                    <a:cubicBezTo>
                      <a:pt x="246381" y="64228"/>
                      <a:pt x="249105" y="63508"/>
                      <a:pt x="251587" y="62069"/>
                    </a:cubicBezTo>
                    <a:cubicBezTo>
                      <a:pt x="254068" y="60630"/>
                      <a:pt x="255824" y="58951"/>
                      <a:pt x="256914" y="56972"/>
                    </a:cubicBezTo>
                    <a:lnTo>
                      <a:pt x="256914" y="48936"/>
                    </a:lnTo>
                    <a:lnTo>
                      <a:pt x="247288" y="48936"/>
                    </a:lnTo>
                    <a:cubicBezTo>
                      <a:pt x="243596" y="48936"/>
                      <a:pt x="240690" y="49775"/>
                      <a:pt x="238511" y="51454"/>
                    </a:cubicBezTo>
                    <a:cubicBezTo>
                      <a:pt x="236392" y="53134"/>
                      <a:pt x="235302" y="55173"/>
                      <a:pt x="235302" y="57571"/>
                    </a:cubicBezTo>
                    <a:cubicBezTo>
                      <a:pt x="235302" y="59730"/>
                      <a:pt x="235968" y="61349"/>
                      <a:pt x="237301" y="62489"/>
                    </a:cubicBezTo>
                    <a:cubicBezTo>
                      <a:pt x="238632" y="63628"/>
                      <a:pt x="240690" y="64228"/>
                      <a:pt x="243354" y="64228"/>
                    </a:cubicBezTo>
                    <a:lnTo>
                      <a:pt x="243354" y="64228"/>
                    </a:lnTo>
                    <a:close/>
                    <a:moveTo>
                      <a:pt x="275982" y="5757"/>
                    </a:moveTo>
                    <a:lnTo>
                      <a:pt x="275982" y="0"/>
                    </a:lnTo>
                    <a:lnTo>
                      <a:pt x="292449" y="0"/>
                    </a:lnTo>
                    <a:lnTo>
                      <a:pt x="292449" y="63748"/>
                    </a:lnTo>
                    <a:lnTo>
                      <a:pt x="299894" y="65008"/>
                    </a:lnTo>
                    <a:lnTo>
                      <a:pt x="299894" y="70705"/>
                    </a:lnTo>
                    <a:lnTo>
                      <a:pt x="275982" y="70705"/>
                    </a:lnTo>
                    <a:lnTo>
                      <a:pt x="275982" y="65008"/>
                    </a:lnTo>
                    <a:lnTo>
                      <a:pt x="283429" y="63748"/>
                    </a:lnTo>
                    <a:lnTo>
                      <a:pt x="283429" y="7076"/>
                    </a:lnTo>
                    <a:lnTo>
                      <a:pt x="275982" y="5817"/>
                    </a:lnTo>
                    <a:lnTo>
                      <a:pt x="275982" y="5817"/>
                    </a:lnTo>
                    <a:close/>
                    <a:moveTo>
                      <a:pt x="342088" y="63448"/>
                    </a:moveTo>
                    <a:cubicBezTo>
                      <a:pt x="340574" y="66087"/>
                      <a:pt x="338516" y="68126"/>
                      <a:pt x="336095" y="69505"/>
                    </a:cubicBezTo>
                    <a:cubicBezTo>
                      <a:pt x="333673" y="70945"/>
                      <a:pt x="330828" y="71604"/>
                      <a:pt x="327619" y="71664"/>
                    </a:cubicBezTo>
                    <a:cubicBezTo>
                      <a:pt x="322232" y="71664"/>
                      <a:pt x="318055" y="69925"/>
                      <a:pt x="315028" y="66507"/>
                    </a:cubicBezTo>
                    <a:cubicBezTo>
                      <a:pt x="312002" y="63089"/>
                      <a:pt x="310488" y="57751"/>
                      <a:pt x="310488" y="50555"/>
                    </a:cubicBezTo>
                    <a:lnTo>
                      <a:pt x="310488" y="28666"/>
                    </a:lnTo>
                    <a:lnTo>
                      <a:pt x="304797" y="27406"/>
                    </a:lnTo>
                    <a:lnTo>
                      <a:pt x="304797" y="21649"/>
                    </a:lnTo>
                    <a:lnTo>
                      <a:pt x="319508" y="21649"/>
                    </a:lnTo>
                    <a:lnTo>
                      <a:pt x="319508" y="50675"/>
                    </a:lnTo>
                    <a:cubicBezTo>
                      <a:pt x="319508" y="55892"/>
                      <a:pt x="320295" y="59490"/>
                      <a:pt x="321808" y="61469"/>
                    </a:cubicBezTo>
                    <a:cubicBezTo>
                      <a:pt x="323382" y="63448"/>
                      <a:pt x="325804" y="64408"/>
                      <a:pt x="329072" y="64408"/>
                    </a:cubicBezTo>
                    <a:cubicBezTo>
                      <a:pt x="332341" y="64408"/>
                      <a:pt x="334945" y="63748"/>
                      <a:pt x="337003" y="62489"/>
                    </a:cubicBezTo>
                    <a:cubicBezTo>
                      <a:pt x="339061" y="61230"/>
                      <a:pt x="340635" y="59430"/>
                      <a:pt x="341725" y="57032"/>
                    </a:cubicBezTo>
                    <a:lnTo>
                      <a:pt x="341725" y="28726"/>
                    </a:lnTo>
                    <a:lnTo>
                      <a:pt x="335065" y="27466"/>
                    </a:lnTo>
                    <a:lnTo>
                      <a:pt x="335065" y="21709"/>
                    </a:lnTo>
                    <a:lnTo>
                      <a:pt x="350684" y="21709"/>
                    </a:lnTo>
                    <a:lnTo>
                      <a:pt x="350684" y="63748"/>
                    </a:lnTo>
                    <a:lnTo>
                      <a:pt x="356374" y="65008"/>
                    </a:lnTo>
                    <a:lnTo>
                      <a:pt x="356374" y="70705"/>
                    </a:lnTo>
                    <a:lnTo>
                      <a:pt x="342632" y="70705"/>
                    </a:lnTo>
                    <a:lnTo>
                      <a:pt x="342027" y="63448"/>
                    </a:lnTo>
                    <a:lnTo>
                      <a:pt x="342027" y="63448"/>
                    </a:lnTo>
                    <a:close/>
                    <a:moveTo>
                      <a:pt x="363639" y="27466"/>
                    </a:moveTo>
                    <a:lnTo>
                      <a:pt x="363639" y="21709"/>
                    </a:lnTo>
                    <a:lnTo>
                      <a:pt x="379135" y="21709"/>
                    </a:lnTo>
                    <a:lnTo>
                      <a:pt x="379983" y="28846"/>
                    </a:lnTo>
                    <a:cubicBezTo>
                      <a:pt x="381375" y="26327"/>
                      <a:pt x="383131" y="24348"/>
                      <a:pt x="385189" y="22969"/>
                    </a:cubicBezTo>
                    <a:cubicBezTo>
                      <a:pt x="387247" y="21529"/>
                      <a:pt x="389608" y="20810"/>
                      <a:pt x="392272" y="20810"/>
                    </a:cubicBezTo>
                    <a:cubicBezTo>
                      <a:pt x="392998" y="20810"/>
                      <a:pt x="393664" y="20870"/>
                      <a:pt x="394451" y="20990"/>
                    </a:cubicBezTo>
                    <a:cubicBezTo>
                      <a:pt x="395178" y="21109"/>
                      <a:pt x="395783" y="21229"/>
                      <a:pt x="396146" y="21349"/>
                    </a:cubicBezTo>
                    <a:lnTo>
                      <a:pt x="394935" y="29625"/>
                    </a:lnTo>
                    <a:lnTo>
                      <a:pt x="389850" y="29325"/>
                    </a:lnTo>
                    <a:cubicBezTo>
                      <a:pt x="387489" y="29325"/>
                      <a:pt x="385431" y="29865"/>
                      <a:pt x="383857" y="31005"/>
                    </a:cubicBezTo>
                    <a:cubicBezTo>
                      <a:pt x="382223" y="32084"/>
                      <a:pt x="381012" y="33643"/>
                      <a:pt x="380104" y="35682"/>
                    </a:cubicBezTo>
                    <a:lnTo>
                      <a:pt x="380104" y="63808"/>
                    </a:lnTo>
                    <a:lnTo>
                      <a:pt x="387550" y="65068"/>
                    </a:lnTo>
                    <a:lnTo>
                      <a:pt x="387550" y="70765"/>
                    </a:lnTo>
                    <a:lnTo>
                      <a:pt x="363639" y="70765"/>
                    </a:lnTo>
                    <a:lnTo>
                      <a:pt x="363639" y="65068"/>
                    </a:lnTo>
                    <a:lnTo>
                      <a:pt x="371084" y="63808"/>
                    </a:lnTo>
                    <a:lnTo>
                      <a:pt x="371084" y="28786"/>
                    </a:lnTo>
                    <a:lnTo>
                      <a:pt x="363639" y="27526"/>
                    </a:lnTo>
                    <a:lnTo>
                      <a:pt x="363639" y="27526"/>
                    </a:lnTo>
                    <a:close/>
                    <a:moveTo>
                      <a:pt x="437795" y="63448"/>
                    </a:moveTo>
                    <a:cubicBezTo>
                      <a:pt x="436221" y="66087"/>
                      <a:pt x="434223" y="68126"/>
                      <a:pt x="431741" y="69505"/>
                    </a:cubicBezTo>
                    <a:cubicBezTo>
                      <a:pt x="429320" y="70945"/>
                      <a:pt x="426475" y="71604"/>
                      <a:pt x="423266" y="71664"/>
                    </a:cubicBezTo>
                    <a:cubicBezTo>
                      <a:pt x="417879" y="71664"/>
                      <a:pt x="413701" y="69925"/>
                      <a:pt x="410674" y="66507"/>
                    </a:cubicBezTo>
                    <a:cubicBezTo>
                      <a:pt x="407708" y="63089"/>
                      <a:pt x="406134" y="57751"/>
                      <a:pt x="406134" y="50555"/>
                    </a:cubicBezTo>
                    <a:lnTo>
                      <a:pt x="406134" y="28666"/>
                    </a:lnTo>
                    <a:lnTo>
                      <a:pt x="400444" y="27406"/>
                    </a:lnTo>
                    <a:lnTo>
                      <a:pt x="400444" y="21649"/>
                    </a:lnTo>
                    <a:lnTo>
                      <a:pt x="415155" y="21649"/>
                    </a:lnTo>
                    <a:lnTo>
                      <a:pt x="415155" y="50675"/>
                    </a:lnTo>
                    <a:cubicBezTo>
                      <a:pt x="415155" y="55892"/>
                      <a:pt x="415942" y="59490"/>
                      <a:pt x="417455" y="61469"/>
                    </a:cubicBezTo>
                    <a:cubicBezTo>
                      <a:pt x="419028" y="63448"/>
                      <a:pt x="421450" y="64408"/>
                      <a:pt x="424719" y="64408"/>
                    </a:cubicBezTo>
                    <a:cubicBezTo>
                      <a:pt x="427988" y="64408"/>
                      <a:pt x="430591" y="63748"/>
                      <a:pt x="432649" y="62489"/>
                    </a:cubicBezTo>
                    <a:cubicBezTo>
                      <a:pt x="434708" y="61230"/>
                      <a:pt x="436342" y="59430"/>
                      <a:pt x="437371" y="57032"/>
                    </a:cubicBezTo>
                    <a:lnTo>
                      <a:pt x="437371" y="28726"/>
                    </a:lnTo>
                    <a:lnTo>
                      <a:pt x="430712" y="27466"/>
                    </a:lnTo>
                    <a:lnTo>
                      <a:pt x="430712" y="21709"/>
                    </a:lnTo>
                    <a:lnTo>
                      <a:pt x="446330" y="21709"/>
                    </a:lnTo>
                    <a:lnTo>
                      <a:pt x="446330" y="63748"/>
                    </a:lnTo>
                    <a:lnTo>
                      <a:pt x="452021" y="65008"/>
                    </a:lnTo>
                    <a:lnTo>
                      <a:pt x="452021" y="70705"/>
                    </a:lnTo>
                    <a:lnTo>
                      <a:pt x="438279" y="70705"/>
                    </a:lnTo>
                    <a:lnTo>
                      <a:pt x="437674" y="63448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 213">
                <a:extLst>
                  <a:ext uri="{FF2B5EF4-FFF2-40B4-BE49-F238E27FC236}">
                    <a16:creationId xmlns:a16="http://schemas.microsoft.com/office/drawing/2014/main" id="{DFC99C09-A3D0-F7BA-2ACF-986AF5E46840}"/>
                  </a:ext>
                </a:extLst>
              </p:cNvPr>
              <p:cNvSpPr/>
              <p:nvPr/>
            </p:nvSpPr>
            <p:spPr>
              <a:xfrm>
                <a:off x="8823238" y="257316"/>
                <a:ext cx="170287" cy="147646"/>
              </a:xfrm>
              <a:custGeom>
                <a:avLst/>
                <a:gdLst>
                  <a:gd name="connsiteX0" fmla="*/ 0 w 170287"/>
                  <a:gd name="connsiteY0" fmla="*/ 73823 h 147646"/>
                  <a:gd name="connsiteX1" fmla="*/ 74459 w 170287"/>
                  <a:gd name="connsiteY1" fmla="*/ 147647 h 147646"/>
                  <a:gd name="connsiteX2" fmla="*/ 170287 w 170287"/>
                  <a:gd name="connsiteY2" fmla="*/ 52774 h 147646"/>
                  <a:gd name="connsiteX3" fmla="*/ 148978 w 170287"/>
                  <a:gd name="connsiteY3" fmla="*/ 31664 h 147646"/>
                  <a:gd name="connsiteX4" fmla="*/ 74459 w 170287"/>
                  <a:gd name="connsiteY4" fmla="*/ 105428 h 147646"/>
                  <a:gd name="connsiteX5" fmla="*/ 42557 w 170287"/>
                  <a:gd name="connsiteY5" fmla="*/ 73823 h 147646"/>
                  <a:gd name="connsiteX6" fmla="*/ 74459 w 170287"/>
                  <a:gd name="connsiteY6" fmla="*/ 42159 h 147646"/>
                  <a:gd name="connsiteX7" fmla="*/ 95768 w 170287"/>
                  <a:gd name="connsiteY7" fmla="*/ 63269 h 147646"/>
                  <a:gd name="connsiteX8" fmla="*/ 117016 w 170287"/>
                  <a:gd name="connsiteY8" fmla="*/ 42159 h 147646"/>
                  <a:gd name="connsiteX9" fmla="*/ 74459 w 170287"/>
                  <a:gd name="connsiteY9" fmla="*/ 0 h 147646"/>
                  <a:gd name="connsiteX10" fmla="*/ 0 w 170287"/>
                  <a:gd name="connsiteY10" fmla="*/ 73823 h 1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0287" h="147646">
                    <a:moveTo>
                      <a:pt x="0" y="73823"/>
                    </a:moveTo>
                    <a:lnTo>
                      <a:pt x="74459" y="147647"/>
                    </a:lnTo>
                    <a:lnTo>
                      <a:pt x="170287" y="52774"/>
                    </a:lnTo>
                    <a:lnTo>
                      <a:pt x="148978" y="31664"/>
                    </a:lnTo>
                    <a:lnTo>
                      <a:pt x="74459" y="105428"/>
                    </a:lnTo>
                    <a:lnTo>
                      <a:pt x="42557" y="73823"/>
                    </a:lnTo>
                    <a:lnTo>
                      <a:pt x="74459" y="42159"/>
                    </a:lnTo>
                    <a:lnTo>
                      <a:pt x="95768" y="63269"/>
                    </a:lnTo>
                    <a:lnTo>
                      <a:pt x="117016" y="42159"/>
                    </a:lnTo>
                    <a:lnTo>
                      <a:pt x="74459" y="0"/>
                    </a:lnTo>
                    <a:lnTo>
                      <a:pt x="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 214">
                <a:extLst>
                  <a:ext uri="{FF2B5EF4-FFF2-40B4-BE49-F238E27FC236}">
                    <a16:creationId xmlns:a16="http://schemas.microsoft.com/office/drawing/2014/main" id="{8749972A-0565-72CB-25FA-8583B892CBC7}"/>
                  </a:ext>
                </a:extLst>
              </p:cNvPr>
              <p:cNvSpPr/>
              <p:nvPr/>
            </p:nvSpPr>
            <p:spPr>
              <a:xfrm>
                <a:off x="9121195" y="257436"/>
                <a:ext cx="170287" cy="147586"/>
              </a:xfrm>
              <a:custGeom>
                <a:avLst/>
                <a:gdLst>
                  <a:gd name="connsiteX0" fmla="*/ 170287 w 170287"/>
                  <a:gd name="connsiteY0" fmla="*/ 73763 h 147586"/>
                  <a:gd name="connsiteX1" fmla="*/ 95829 w 170287"/>
                  <a:gd name="connsiteY1" fmla="*/ 147587 h 147586"/>
                  <a:gd name="connsiteX2" fmla="*/ 53211 w 170287"/>
                  <a:gd name="connsiteY2" fmla="*/ 105428 h 147586"/>
                  <a:gd name="connsiteX3" fmla="*/ 74459 w 170287"/>
                  <a:gd name="connsiteY3" fmla="*/ 84378 h 147586"/>
                  <a:gd name="connsiteX4" fmla="*/ 95829 w 170287"/>
                  <a:gd name="connsiteY4" fmla="*/ 105428 h 147586"/>
                  <a:gd name="connsiteX5" fmla="*/ 127731 w 170287"/>
                  <a:gd name="connsiteY5" fmla="*/ 73763 h 147586"/>
                  <a:gd name="connsiteX6" fmla="*/ 95829 w 170287"/>
                  <a:gd name="connsiteY6" fmla="*/ 42159 h 147586"/>
                  <a:gd name="connsiteX7" fmla="*/ 21309 w 170287"/>
                  <a:gd name="connsiteY7" fmla="*/ 115982 h 147586"/>
                  <a:gd name="connsiteX8" fmla="*/ 0 w 170287"/>
                  <a:gd name="connsiteY8" fmla="*/ 94873 h 147586"/>
                  <a:gd name="connsiteX9" fmla="*/ 95829 w 170287"/>
                  <a:gd name="connsiteY9" fmla="*/ 0 h 147586"/>
                  <a:gd name="connsiteX10" fmla="*/ 170287 w 170287"/>
                  <a:gd name="connsiteY10" fmla="*/ 73763 h 147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0287" h="147586">
                    <a:moveTo>
                      <a:pt x="170287" y="73763"/>
                    </a:moveTo>
                    <a:lnTo>
                      <a:pt x="95829" y="147587"/>
                    </a:lnTo>
                    <a:lnTo>
                      <a:pt x="53211" y="105428"/>
                    </a:lnTo>
                    <a:lnTo>
                      <a:pt x="74459" y="84378"/>
                    </a:lnTo>
                    <a:lnTo>
                      <a:pt x="95829" y="105428"/>
                    </a:lnTo>
                    <a:lnTo>
                      <a:pt x="127731" y="73763"/>
                    </a:lnTo>
                    <a:lnTo>
                      <a:pt x="95829" y="42159"/>
                    </a:lnTo>
                    <a:lnTo>
                      <a:pt x="21309" y="115982"/>
                    </a:lnTo>
                    <a:lnTo>
                      <a:pt x="0" y="94873"/>
                    </a:lnTo>
                    <a:lnTo>
                      <a:pt x="95829" y="0"/>
                    </a:lnTo>
                    <a:lnTo>
                      <a:pt x="170287" y="7376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 215">
                <a:extLst>
                  <a:ext uri="{FF2B5EF4-FFF2-40B4-BE49-F238E27FC236}">
                    <a16:creationId xmlns:a16="http://schemas.microsoft.com/office/drawing/2014/main" id="{7FAF8902-97B0-3348-90E9-FD57B51B7C43}"/>
                  </a:ext>
                </a:extLst>
              </p:cNvPr>
              <p:cNvSpPr/>
              <p:nvPr/>
            </p:nvSpPr>
            <p:spPr>
              <a:xfrm>
                <a:off x="8929660" y="151889"/>
                <a:ext cx="117075" cy="168696"/>
              </a:xfrm>
              <a:custGeom>
                <a:avLst/>
                <a:gdLst>
                  <a:gd name="connsiteX0" fmla="*/ 0 w 117075"/>
                  <a:gd name="connsiteY0" fmla="*/ 73823 h 168696"/>
                  <a:gd name="connsiteX1" fmla="*/ 74459 w 117075"/>
                  <a:gd name="connsiteY1" fmla="*/ 0 h 168696"/>
                  <a:gd name="connsiteX2" fmla="*/ 117076 w 117075"/>
                  <a:gd name="connsiteY2" fmla="*/ 42219 h 168696"/>
                  <a:gd name="connsiteX3" fmla="*/ 95707 w 117075"/>
                  <a:gd name="connsiteY3" fmla="*/ 63329 h 168696"/>
                  <a:gd name="connsiteX4" fmla="*/ 74459 w 117075"/>
                  <a:gd name="connsiteY4" fmla="*/ 42219 h 168696"/>
                  <a:gd name="connsiteX5" fmla="*/ 42556 w 117075"/>
                  <a:gd name="connsiteY5" fmla="*/ 73823 h 168696"/>
                  <a:gd name="connsiteX6" fmla="*/ 117076 w 117075"/>
                  <a:gd name="connsiteY6" fmla="*/ 147587 h 168696"/>
                  <a:gd name="connsiteX7" fmla="*/ 95707 w 117075"/>
                  <a:gd name="connsiteY7" fmla="*/ 168696 h 168696"/>
                  <a:gd name="connsiteX8" fmla="*/ 0 w 117075"/>
                  <a:gd name="connsiteY8" fmla="*/ 73823 h 168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075" h="168696">
                    <a:moveTo>
                      <a:pt x="0" y="73823"/>
                    </a:moveTo>
                    <a:lnTo>
                      <a:pt x="74459" y="0"/>
                    </a:lnTo>
                    <a:lnTo>
                      <a:pt x="117076" y="42219"/>
                    </a:lnTo>
                    <a:lnTo>
                      <a:pt x="95707" y="63329"/>
                    </a:lnTo>
                    <a:lnTo>
                      <a:pt x="74459" y="42219"/>
                    </a:lnTo>
                    <a:lnTo>
                      <a:pt x="42556" y="73823"/>
                    </a:lnTo>
                    <a:lnTo>
                      <a:pt x="117076" y="147587"/>
                    </a:lnTo>
                    <a:lnTo>
                      <a:pt x="95707" y="168696"/>
                    </a:lnTo>
                    <a:lnTo>
                      <a:pt x="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 216">
                <a:extLst>
                  <a:ext uri="{FF2B5EF4-FFF2-40B4-BE49-F238E27FC236}">
                    <a16:creationId xmlns:a16="http://schemas.microsoft.com/office/drawing/2014/main" id="{94B0EB5A-49C4-C68B-6AE3-546841DE2C32}"/>
                  </a:ext>
                </a:extLst>
              </p:cNvPr>
              <p:cNvSpPr/>
              <p:nvPr/>
            </p:nvSpPr>
            <p:spPr>
              <a:xfrm>
                <a:off x="9067984" y="341694"/>
                <a:ext cx="117075" cy="168636"/>
              </a:xfrm>
              <a:custGeom>
                <a:avLst/>
                <a:gdLst>
                  <a:gd name="connsiteX0" fmla="*/ 117076 w 117075"/>
                  <a:gd name="connsiteY0" fmla="*/ 94873 h 168636"/>
                  <a:gd name="connsiteX1" fmla="*/ 42557 w 117075"/>
                  <a:gd name="connsiteY1" fmla="*/ 168636 h 168636"/>
                  <a:gd name="connsiteX2" fmla="*/ 0 w 117075"/>
                  <a:gd name="connsiteY2" fmla="*/ 126477 h 168636"/>
                  <a:gd name="connsiteX3" fmla="*/ 21248 w 117075"/>
                  <a:gd name="connsiteY3" fmla="*/ 105428 h 168636"/>
                  <a:gd name="connsiteX4" fmla="*/ 42557 w 117075"/>
                  <a:gd name="connsiteY4" fmla="*/ 126477 h 168636"/>
                  <a:gd name="connsiteX5" fmla="*/ 74519 w 117075"/>
                  <a:gd name="connsiteY5" fmla="*/ 94873 h 168636"/>
                  <a:gd name="connsiteX6" fmla="*/ 0 w 117075"/>
                  <a:gd name="connsiteY6" fmla="*/ 21050 h 168636"/>
                  <a:gd name="connsiteX7" fmla="*/ 21248 w 117075"/>
                  <a:gd name="connsiteY7" fmla="*/ 0 h 168636"/>
                  <a:gd name="connsiteX8" fmla="*/ 117076 w 117075"/>
                  <a:gd name="connsiteY8" fmla="*/ 94873 h 16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075" h="168636">
                    <a:moveTo>
                      <a:pt x="117076" y="94873"/>
                    </a:moveTo>
                    <a:lnTo>
                      <a:pt x="42557" y="168636"/>
                    </a:lnTo>
                    <a:lnTo>
                      <a:pt x="0" y="126477"/>
                    </a:lnTo>
                    <a:lnTo>
                      <a:pt x="21248" y="105428"/>
                    </a:lnTo>
                    <a:lnTo>
                      <a:pt x="42557" y="126477"/>
                    </a:lnTo>
                    <a:lnTo>
                      <a:pt x="74519" y="94873"/>
                    </a:lnTo>
                    <a:lnTo>
                      <a:pt x="0" y="21050"/>
                    </a:lnTo>
                    <a:lnTo>
                      <a:pt x="21248" y="0"/>
                    </a:lnTo>
                    <a:lnTo>
                      <a:pt x="117076" y="9487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 217">
                <a:extLst>
                  <a:ext uri="{FF2B5EF4-FFF2-40B4-BE49-F238E27FC236}">
                    <a16:creationId xmlns:a16="http://schemas.microsoft.com/office/drawing/2014/main" id="{7F06BA2D-C019-7849-0861-C83CCDDD4FF7}"/>
                  </a:ext>
                </a:extLst>
              </p:cNvPr>
              <p:cNvSpPr/>
              <p:nvPr/>
            </p:nvSpPr>
            <p:spPr>
              <a:xfrm>
                <a:off x="9014773" y="151889"/>
                <a:ext cx="170287" cy="168696"/>
              </a:xfrm>
              <a:custGeom>
                <a:avLst/>
                <a:gdLst>
                  <a:gd name="connsiteX0" fmla="*/ 0 w 170287"/>
                  <a:gd name="connsiteY0" fmla="*/ 94873 h 168696"/>
                  <a:gd name="connsiteX1" fmla="*/ 21309 w 170287"/>
                  <a:gd name="connsiteY1" fmla="*/ 115982 h 168696"/>
                  <a:gd name="connsiteX2" fmla="*/ 42557 w 170287"/>
                  <a:gd name="connsiteY2" fmla="*/ 94873 h 168696"/>
                  <a:gd name="connsiteX3" fmla="*/ 117076 w 170287"/>
                  <a:gd name="connsiteY3" fmla="*/ 168696 h 168696"/>
                  <a:gd name="connsiteX4" fmla="*/ 138263 w 170287"/>
                  <a:gd name="connsiteY4" fmla="*/ 147587 h 168696"/>
                  <a:gd name="connsiteX5" fmla="*/ 63926 w 170287"/>
                  <a:gd name="connsiteY5" fmla="*/ 73823 h 168696"/>
                  <a:gd name="connsiteX6" fmla="*/ 95768 w 170287"/>
                  <a:gd name="connsiteY6" fmla="*/ 42219 h 168696"/>
                  <a:gd name="connsiteX7" fmla="*/ 127730 w 170287"/>
                  <a:gd name="connsiteY7" fmla="*/ 73823 h 168696"/>
                  <a:gd name="connsiteX8" fmla="*/ 106422 w 170287"/>
                  <a:gd name="connsiteY8" fmla="*/ 94873 h 168696"/>
                  <a:gd name="connsiteX9" fmla="*/ 127730 w 170287"/>
                  <a:gd name="connsiteY9" fmla="*/ 115982 h 168696"/>
                  <a:gd name="connsiteX10" fmla="*/ 170287 w 170287"/>
                  <a:gd name="connsiteY10" fmla="*/ 73823 h 168696"/>
                  <a:gd name="connsiteX11" fmla="*/ 95768 w 170287"/>
                  <a:gd name="connsiteY11" fmla="*/ 0 h 168696"/>
                  <a:gd name="connsiteX12" fmla="*/ 0 w 170287"/>
                  <a:gd name="connsiteY12" fmla="*/ 94873 h 168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287" h="168696">
                    <a:moveTo>
                      <a:pt x="0" y="94873"/>
                    </a:moveTo>
                    <a:lnTo>
                      <a:pt x="21309" y="115982"/>
                    </a:lnTo>
                    <a:lnTo>
                      <a:pt x="42557" y="94873"/>
                    </a:lnTo>
                    <a:lnTo>
                      <a:pt x="117076" y="168696"/>
                    </a:lnTo>
                    <a:lnTo>
                      <a:pt x="138263" y="147587"/>
                    </a:lnTo>
                    <a:lnTo>
                      <a:pt x="63926" y="73823"/>
                    </a:lnTo>
                    <a:lnTo>
                      <a:pt x="95768" y="42219"/>
                    </a:lnTo>
                    <a:lnTo>
                      <a:pt x="127730" y="73823"/>
                    </a:lnTo>
                    <a:lnTo>
                      <a:pt x="106422" y="94873"/>
                    </a:lnTo>
                    <a:lnTo>
                      <a:pt x="127730" y="115982"/>
                    </a:lnTo>
                    <a:lnTo>
                      <a:pt x="170287" y="73823"/>
                    </a:lnTo>
                    <a:lnTo>
                      <a:pt x="95768" y="0"/>
                    </a:lnTo>
                    <a:lnTo>
                      <a:pt x="0" y="9487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 218">
                <a:extLst>
                  <a:ext uri="{FF2B5EF4-FFF2-40B4-BE49-F238E27FC236}">
                    <a16:creationId xmlns:a16="http://schemas.microsoft.com/office/drawing/2014/main" id="{2F3724CE-FB2F-A440-F8F7-D959077596B8}"/>
                  </a:ext>
                </a:extLst>
              </p:cNvPr>
              <p:cNvSpPr/>
              <p:nvPr/>
            </p:nvSpPr>
            <p:spPr>
              <a:xfrm>
                <a:off x="8929660" y="341694"/>
                <a:ext cx="170226" cy="168636"/>
              </a:xfrm>
              <a:custGeom>
                <a:avLst/>
                <a:gdLst>
                  <a:gd name="connsiteX0" fmla="*/ 127670 w 170226"/>
                  <a:gd name="connsiteY0" fmla="*/ 73823 h 168636"/>
                  <a:gd name="connsiteX1" fmla="*/ 53210 w 170226"/>
                  <a:gd name="connsiteY1" fmla="*/ 0 h 168636"/>
                  <a:gd name="connsiteX2" fmla="*/ 31962 w 170226"/>
                  <a:gd name="connsiteY2" fmla="*/ 20990 h 168636"/>
                  <a:gd name="connsiteX3" fmla="*/ 106422 w 170226"/>
                  <a:gd name="connsiteY3" fmla="*/ 94873 h 168636"/>
                  <a:gd name="connsiteX4" fmla="*/ 74459 w 170226"/>
                  <a:gd name="connsiteY4" fmla="*/ 126477 h 168636"/>
                  <a:gd name="connsiteX5" fmla="*/ 42556 w 170226"/>
                  <a:gd name="connsiteY5" fmla="*/ 94873 h 168636"/>
                  <a:gd name="connsiteX6" fmla="*/ 63804 w 170226"/>
                  <a:gd name="connsiteY6" fmla="*/ 73823 h 168636"/>
                  <a:gd name="connsiteX7" fmla="*/ 42556 w 170226"/>
                  <a:gd name="connsiteY7" fmla="*/ 52714 h 168636"/>
                  <a:gd name="connsiteX8" fmla="*/ 0 w 170226"/>
                  <a:gd name="connsiteY8" fmla="*/ 94873 h 168636"/>
                  <a:gd name="connsiteX9" fmla="*/ 74459 w 170226"/>
                  <a:gd name="connsiteY9" fmla="*/ 168636 h 168636"/>
                  <a:gd name="connsiteX10" fmla="*/ 170227 w 170226"/>
                  <a:gd name="connsiteY10" fmla="*/ 73823 h 168636"/>
                  <a:gd name="connsiteX11" fmla="*/ 148978 w 170226"/>
                  <a:gd name="connsiteY11" fmla="*/ 52714 h 168636"/>
                  <a:gd name="connsiteX12" fmla="*/ 127670 w 170226"/>
                  <a:gd name="connsiteY12" fmla="*/ 73823 h 16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226" h="168636">
                    <a:moveTo>
                      <a:pt x="127670" y="73823"/>
                    </a:moveTo>
                    <a:lnTo>
                      <a:pt x="53210" y="0"/>
                    </a:lnTo>
                    <a:lnTo>
                      <a:pt x="31962" y="20990"/>
                    </a:lnTo>
                    <a:lnTo>
                      <a:pt x="106422" y="94873"/>
                    </a:lnTo>
                    <a:lnTo>
                      <a:pt x="74459" y="126477"/>
                    </a:lnTo>
                    <a:lnTo>
                      <a:pt x="42556" y="94873"/>
                    </a:lnTo>
                    <a:lnTo>
                      <a:pt x="63804" y="73823"/>
                    </a:lnTo>
                    <a:lnTo>
                      <a:pt x="42556" y="52714"/>
                    </a:lnTo>
                    <a:lnTo>
                      <a:pt x="0" y="94873"/>
                    </a:lnTo>
                    <a:lnTo>
                      <a:pt x="74459" y="168636"/>
                    </a:lnTo>
                    <a:lnTo>
                      <a:pt x="170227" y="73823"/>
                    </a:lnTo>
                    <a:lnTo>
                      <a:pt x="148978" y="52714"/>
                    </a:lnTo>
                    <a:lnTo>
                      <a:pt x="12767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 219">
                <a:extLst>
                  <a:ext uri="{FF2B5EF4-FFF2-40B4-BE49-F238E27FC236}">
                    <a16:creationId xmlns:a16="http://schemas.microsoft.com/office/drawing/2014/main" id="{E49197A6-02CC-DA71-A855-F82FBA627288}"/>
                  </a:ext>
                </a:extLst>
              </p:cNvPr>
              <p:cNvSpPr/>
              <p:nvPr/>
            </p:nvSpPr>
            <p:spPr>
              <a:xfrm rot="-2698799">
                <a:off x="9011910" y="315847"/>
                <a:ext cx="90319" cy="29805"/>
              </a:xfrm>
              <a:custGeom>
                <a:avLst/>
                <a:gdLst>
                  <a:gd name="connsiteX0" fmla="*/ 0 w 90319"/>
                  <a:gd name="connsiteY0" fmla="*/ 0 h 29805"/>
                  <a:gd name="connsiteX1" fmla="*/ 90319 w 90319"/>
                  <a:gd name="connsiteY1" fmla="*/ 0 h 29805"/>
                  <a:gd name="connsiteX2" fmla="*/ 90319 w 90319"/>
                  <a:gd name="connsiteY2" fmla="*/ 29805 h 29805"/>
                  <a:gd name="connsiteX3" fmla="*/ 0 w 90319"/>
                  <a:gd name="connsiteY3" fmla="*/ 29805 h 29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319" h="29805">
                    <a:moveTo>
                      <a:pt x="0" y="0"/>
                    </a:moveTo>
                    <a:lnTo>
                      <a:pt x="90319" y="0"/>
                    </a:lnTo>
                    <a:lnTo>
                      <a:pt x="90319" y="29805"/>
                    </a:lnTo>
                    <a:lnTo>
                      <a:pt x="0" y="29805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 220">
                <a:extLst>
                  <a:ext uri="{FF2B5EF4-FFF2-40B4-BE49-F238E27FC236}">
                    <a16:creationId xmlns:a16="http://schemas.microsoft.com/office/drawing/2014/main" id="{373B3A2A-6E78-A960-202E-EAC836B66877}"/>
                  </a:ext>
                </a:extLst>
              </p:cNvPr>
              <p:cNvSpPr/>
              <p:nvPr/>
            </p:nvSpPr>
            <p:spPr>
              <a:xfrm rot="-2698799">
                <a:off x="9034776" y="108470"/>
                <a:ext cx="45159" cy="44737"/>
              </a:xfrm>
              <a:custGeom>
                <a:avLst/>
                <a:gdLst>
                  <a:gd name="connsiteX0" fmla="*/ 0 w 45159"/>
                  <a:gd name="connsiteY0" fmla="*/ 0 h 44737"/>
                  <a:gd name="connsiteX1" fmla="*/ 45160 w 45159"/>
                  <a:gd name="connsiteY1" fmla="*/ 0 h 44737"/>
                  <a:gd name="connsiteX2" fmla="*/ 45160 w 45159"/>
                  <a:gd name="connsiteY2" fmla="*/ 44738 h 44737"/>
                  <a:gd name="connsiteX3" fmla="*/ 0 w 45159"/>
                  <a:gd name="connsiteY3" fmla="*/ 44738 h 4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159" h="44737">
                    <a:moveTo>
                      <a:pt x="0" y="0"/>
                    </a:moveTo>
                    <a:lnTo>
                      <a:pt x="45160" y="0"/>
                    </a:lnTo>
                    <a:lnTo>
                      <a:pt x="45160" y="44738"/>
                    </a:lnTo>
                    <a:lnTo>
                      <a:pt x="0" y="44738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 221">
                <a:extLst>
                  <a:ext uri="{FF2B5EF4-FFF2-40B4-BE49-F238E27FC236}">
                    <a16:creationId xmlns:a16="http://schemas.microsoft.com/office/drawing/2014/main" id="{5CD6C7B6-7952-96EC-D400-8D088CA62DBD}"/>
                  </a:ext>
                </a:extLst>
              </p:cNvPr>
              <p:cNvSpPr/>
              <p:nvPr/>
            </p:nvSpPr>
            <p:spPr>
              <a:xfrm>
                <a:off x="9025428" y="499836"/>
                <a:ext cx="63804" cy="63268"/>
              </a:xfrm>
              <a:custGeom>
                <a:avLst/>
                <a:gdLst>
                  <a:gd name="connsiteX0" fmla="*/ 0 w 63804"/>
                  <a:gd name="connsiteY0" fmla="*/ 31604 h 63268"/>
                  <a:gd name="connsiteX1" fmla="*/ 31902 w 63804"/>
                  <a:gd name="connsiteY1" fmla="*/ 63269 h 63268"/>
                  <a:gd name="connsiteX2" fmla="*/ 63805 w 63804"/>
                  <a:gd name="connsiteY2" fmla="*/ 31604 h 63268"/>
                  <a:gd name="connsiteX3" fmla="*/ 31902 w 63804"/>
                  <a:gd name="connsiteY3" fmla="*/ 0 h 63268"/>
                  <a:gd name="connsiteX4" fmla="*/ 0 w 63804"/>
                  <a:gd name="connsiteY4" fmla="*/ 31604 h 63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804" h="63268">
                    <a:moveTo>
                      <a:pt x="0" y="31604"/>
                    </a:moveTo>
                    <a:lnTo>
                      <a:pt x="31902" y="63269"/>
                    </a:lnTo>
                    <a:lnTo>
                      <a:pt x="63805" y="31604"/>
                    </a:lnTo>
                    <a:lnTo>
                      <a:pt x="31902" y="0"/>
                    </a:lnTo>
                    <a:lnTo>
                      <a:pt x="0" y="31604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 222">
                <a:extLst>
                  <a:ext uri="{FF2B5EF4-FFF2-40B4-BE49-F238E27FC236}">
                    <a16:creationId xmlns:a16="http://schemas.microsoft.com/office/drawing/2014/main" id="{DB10EA2F-0B9C-649C-224A-2532D370030F}"/>
                  </a:ext>
                </a:extLst>
              </p:cNvPr>
              <p:cNvSpPr/>
              <p:nvPr/>
            </p:nvSpPr>
            <p:spPr>
              <a:xfrm>
                <a:off x="9455171" y="99235"/>
                <a:ext cx="209877" cy="228846"/>
              </a:xfrm>
              <a:custGeom>
                <a:avLst/>
                <a:gdLst>
                  <a:gd name="connsiteX0" fmla="*/ 183424 w 209877"/>
                  <a:gd name="connsiteY0" fmla="*/ 197182 h 228846"/>
                  <a:gd name="connsiteX1" fmla="*/ 209878 w 209877"/>
                  <a:gd name="connsiteY1" fmla="*/ 197182 h 228846"/>
                  <a:gd name="connsiteX2" fmla="*/ 209878 w 209877"/>
                  <a:gd name="connsiteY2" fmla="*/ 228846 h 228846"/>
                  <a:gd name="connsiteX3" fmla="*/ 176462 w 209877"/>
                  <a:gd name="connsiteY3" fmla="*/ 228846 h 228846"/>
                  <a:gd name="connsiteX4" fmla="*/ 153761 w 209877"/>
                  <a:gd name="connsiteY4" fmla="*/ 222669 h 228846"/>
                  <a:gd name="connsiteX5" fmla="*/ 144862 w 209877"/>
                  <a:gd name="connsiteY5" fmla="*/ 163779 h 228846"/>
                  <a:gd name="connsiteX6" fmla="*/ 137598 w 209877"/>
                  <a:gd name="connsiteY6" fmla="*/ 135293 h 228846"/>
                  <a:gd name="connsiteX7" fmla="*/ 115139 w 209877"/>
                  <a:gd name="connsiteY7" fmla="*/ 129056 h 228846"/>
                  <a:gd name="connsiteX8" fmla="*/ 66286 w 209877"/>
                  <a:gd name="connsiteY8" fmla="*/ 129056 h 228846"/>
                  <a:gd name="connsiteX9" fmla="*/ 66286 w 209877"/>
                  <a:gd name="connsiteY9" fmla="*/ 197782 h 228846"/>
                  <a:gd name="connsiteX10" fmla="*/ 98008 w 209877"/>
                  <a:gd name="connsiteY10" fmla="*/ 197782 h 228846"/>
                  <a:gd name="connsiteX11" fmla="*/ 98008 w 209877"/>
                  <a:gd name="connsiteY11" fmla="*/ 228846 h 228846"/>
                  <a:gd name="connsiteX12" fmla="*/ 0 w 209877"/>
                  <a:gd name="connsiteY12" fmla="*/ 228846 h 228846"/>
                  <a:gd name="connsiteX13" fmla="*/ 0 w 209877"/>
                  <a:gd name="connsiteY13" fmla="*/ 197782 h 228846"/>
                  <a:gd name="connsiteX14" fmla="*/ 30994 w 209877"/>
                  <a:gd name="connsiteY14" fmla="*/ 197782 h 228846"/>
                  <a:gd name="connsiteX15" fmla="*/ 30994 w 209877"/>
                  <a:gd name="connsiteY15" fmla="*/ 31065 h 228846"/>
                  <a:gd name="connsiteX16" fmla="*/ 0 w 209877"/>
                  <a:gd name="connsiteY16" fmla="*/ 31065 h 228846"/>
                  <a:gd name="connsiteX17" fmla="*/ 0 w 209877"/>
                  <a:gd name="connsiteY17" fmla="*/ 0 h 228846"/>
                  <a:gd name="connsiteX18" fmla="*/ 140201 w 209877"/>
                  <a:gd name="connsiteY18" fmla="*/ 0 h 228846"/>
                  <a:gd name="connsiteX19" fmla="*/ 172588 w 209877"/>
                  <a:gd name="connsiteY19" fmla="*/ 9415 h 228846"/>
                  <a:gd name="connsiteX20" fmla="*/ 185118 w 209877"/>
                  <a:gd name="connsiteY20" fmla="*/ 63748 h 228846"/>
                  <a:gd name="connsiteX21" fmla="*/ 149160 w 209877"/>
                  <a:gd name="connsiteY21" fmla="*/ 115682 h 228846"/>
                  <a:gd name="connsiteX22" fmla="*/ 149160 w 209877"/>
                  <a:gd name="connsiteY22" fmla="*/ 116282 h 228846"/>
                  <a:gd name="connsiteX23" fmla="*/ 181850 w 209877"/>
                  <a:gd name="connsiteY23" fmla="*/ 163419 h 228846"/>
                  <a:gd name="connsiteX24" fmla="*/ 183484 w 209877"/>
                  <a:gd name="connsiteY24" fmla="*/ 197122 h 228846"/>
                  <a:gd name="connsiteX25" fmla="*/ 183484 w 209877"/>
                  <a:gd name="connsiteY25" fmla="*/ 197122 h 228846"/>
                  <a:gd name="connsiteX26" fmla="*/ 128760 w 209877"/>
                  <a:gd name="connsiteY26" fmla="*/ 99730 h 228846"/>
                  <a:gd name="connsiteX27" fmla="*/ 143167 w 209877"/>
                  <a:gd name="connsiteY27" fmla="*/ 97152 h 228846"/>
                  <a:gd name="connsiteX28" fmla="*/ 147465 w 209877"/>
                  <a:gd name="connsiteY28" fmla="*/ 65727 h 228846"/>
                  <a:gd name="connsiteX29" fmla="*/ 143167 w 209877"/>
                  <a:gd name="connsiteY29" fmla="*/ 33703 h 228846"/>
                  <a:gd name="connsiteX30" fmla="*/ 128760 w 209877"/>
                  <a:gd name="connsiteY30" fmla="*/ 31065 h 228846"/>
                  <a:gd name="connsiteX31" fmla="*/ 66286 w 209877"/>
                  <a:gd name="connsiteY31" fmla="*/ 31065 h 228846"/>
                  <a:gd name="connsiteX32" fmla="*/ 66286 w 209877"/>
                  <a:gd name="connsiteY32" fmla="*/ 99730 h 228846"/>
                  <a:gd name="connsiteX33" fmla="*/ 128760 w 209877"/>
                  <a:gd name="connsiteY33" fmla="*/ 99730 h 228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09877" h="228846">
                    <a:moveTo>
                      <a:pt x="183424" y="197182"/>
                    </a:moveTo>
                    <a:lnTo>
                      <a:pt x="209878" y="197182"/>
                    </a:lnTo>
                    <a:lnTo>
                      <a:pt x="209878" y="228846"/>
                    </a:lnTo>
                    <a:lnTo>
                      <a:pt x="176462" y="228846"/>
                    </a:lnTo>
                    <a:cubicBezTo>
                      <a:pt x="162660" y="228846"/>
                      <a:pt x="157696" y="226567"/>
                      <a:pt x="153761" y="222669"/>
                    </a:cubicBezTo>
                    <a:cubicBezTo>
                      <a:pt x="148797" y="217752"/>
                      <a:pt x="146194" y="208936"/>
                      <a:pt x="144862" y="163779"/>
                    </a:cubicBezTo>
                    <a:cubicBezTo>
                      <a:pt x="144256" y="145428"/>
                      <a:pt x="141956" y="139551"/>
                      <a:pt x="137598" y="135293"/>
                    </a:cubicBezTo>
                    <a:cubicBezTo>
                      <a:pt x="132270" y="130075"/>
                      <a:pt x="126702" y="129056"/>
                      <a:pt x="115139" y="129056"/>
                    </a:cubicBezTo>
                    <a:lnTo>
                      <a:pt x="66286" y="129056"/>
                    </a:lnTo>
                    <a:lnTo>
                      <a:pt x="66286" y="197782"/>
                    </a:lnTo>
                    <a:lnTo>
                      <a:pt x="98008" y="197782"/>
                    </a:lnTo>
                    <a:lnTo>
                      <a:pt x="98008" y="228846"/>
                    </a:lnTo>
                    <a:lnTo>
                      <a:pt x="0" y="228846"/>
                    </a:lnTo>
                    <a:lnTo>
                      <a:pt x="0" y="197782"/>
                    </a:lnTo>
                    <a:lnTo>
                      <a:pt x="30994" y="197782"/>
                    </a:lnTo>
                    <a:lnTo>
                      <a:pt x="30994" y="31065"/>
                    </a:lnTo>
                    <a:lnTo>
                      <a:pt x="0" y="31065"/>
                    </a:lnTo>
                    <a:lnTo>
                      <a:pt x="0" y="0"/>
                    </a:lnTo>
                    <a:lnTo>
                      <a:pt x="140201" y="0"/>
                    </a:lnTo>
                    <a:cubicBezTo>
                      <a:pt x="155396" y="0"/>
                      <a:pt x="165626" y="2639"/>
                      <a:pt x="172588" y="9415"/>
                    </a:cubicBezTo>
                    <a:cubicBezTo>
                      <a:pt x="181486" y="18291"/>
                      <a:pt x="185118" y="29385"/>
                      <a:pt x="185118" y="63748"/>
                    </a:cubicBezTo>
                    <a:cubicBezTo>
                      <a:pt x="185118" y="103988"/>
                      <a:pt x="175554" y="112084"/>
                      <a:pt x="149160" y="115682"/>
                    </a:cubicBezTo>
                    <a:lnTo>
                      <a:pt x="149160" y="116282"/>
                    </a:lnTo>
                    <a:cubicBezTo>
                      <a:pt x="173617" y="120900"/>
                      <a:pt x="180457" y="130075"/>
                      <a:pt x="181850" y="163419"/>
                    </a:cubicBezTo>
                    <a:cubicBezTo>
                      <a:pt x="182152" y="173494"/>
                      <a:pt x="182818" y="186987"/>
                      <a:pt x="183484" y="197122"/>
                    </a:cubicBezTo>
                    <a:lnTo>
                      <a:pt x="183484" y="197122"/>
                    </a:lnTo>
                    <a:close/>
                    <a:moveTo>
                      <a:pt x="128760" y="99730"/>
                    </a:moveTo>
                    <a:cubicBezTo>
                      <a:pt x="138263" y="99730"/>
                      <a:pt x="141533" y="98711"/>
                      <a:pt x="143167" y="97152"/>
                    </a:cubicBezTo>
                    <a:cubicBezTo>
                      <a:pt x="146194" y="94153"/>
                      <a:pt x="147465" y="89296"/>
                      <a:pt x="147465" y="65727"/>
                    </a:cubicBezTo>
                    <a:cubicBezTo>
                      <a:pt x="147465" y="42159"/>
                      <a:pt x="146194" y="36642"/>
                      <a:pt x="143167" y="33703"/>
                    </a:cubicBezTo>
                    <a:cubicBezTo>
                      <a:pt x="141593" y="32084"/>
                      <a:pt x="138263" y="31065"/>
                      <a:pt x="128760" y="31065"/>
                    </a:cubicBezTo>
                    <a:lnTo>
                      <a:pt x="66286" y="31065"/>
                    </a:lnTo>
                    <a:lnTo>
                      <a:pt x="66286" y="99730"/>
                    </a:lnTo>
                    <a:lnTo>
                      <a:pt x="128760" y="99730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 223">
                <a:extLst>
                  <a:ext uri="{FF2B5EF4-FFF2-40B4-BE49-F238E27FC236}">
                    <a16:creationId xmlns:a16="http://schemas.microsoft.com/office/drawing/2014/main" id="{70DB9C47-F847-0D5C-C6B6-EFFCFB1E0584}"/>
                  </a:ext>
                </a:extLst>
              </p:cNvPr>
              <p:cNvSpPr/>
              <p:nvPr/>
            </p:nvSpPr>
            <p:spPr>
              <a:xfrm>
                <a:off x="9691200" y="99235"/>
                <a:ext cx="183363" cy="228846"/>
              </a:xfrm>
              <a:custGeom>
                <a:avLst/>
                <a:gdLst>
                  <a:gd name="connsiteX0" fmla="*/ 0 w 183363"/>
                  <a:gd name="connsiteY0" fmla="*/ 0 h 228846"/>
                  <a:gd name="connsiteX1" fmla="*/ 0 w 183363"/>
                  <a:gd name="connsiteY1" fmla="*/ 31065 h 228846"/>
                  <a:gd name="connsiteX2" fmla="*/ 30873 w 183363"/>
                  <a:gd name="connsiteY2" fmla="*/ 31065 h 228846"/>
                  <a:gd name="connsiteX3" fmla="*/ 30873 w 183363"/>
                  <a:gd name="connsiteY3" fmla="*/ 197782 h 228846"/>
                  <a:gd name="connsiteX4" fmla="*/ 0 w 183363"/>
                  <a:gd name="connsiteY4" fmla="*/ 197782 h 228846"/>
                  <a:gd name="connsiteX5" fmla="*/ 0 w 183363"/>
                  <a:gd name="connsiteY5" fmla="*/ 228846 h 228846"/>
                  <a:gd name="connsiteX6" fmla="*/ 183363 w 183363"/>
                  <a:gd name="connsiteY6" fmla="*/ 228846 h 228846"/>
                  <a:gd name="connsiteX7" fmla="*/ 183363 w 183363"/>
                  <a:gd name="connsiteY7" fmla="*/ 155023 h 228846"/>
                  <a:gd name="connsiteX8" fmla="*/ 148797 w 183363"/>
                  <a:gd name="connsiteY8" fmla="*/ 155023 h 228846"/>
                  <a:gd name="connsiteX9" fmla="*/ 148797 w 183363"/>
                  <a:gd name="connsiteY9" fmla="*/ 197782 h 228846"/>
                  <a:gd name="connsiteX10" fmla="*/ 66227 w 183363"/>
                  <a:gd name="connsiteY10" fmla="*/ 197782 h 228846"/>
                  <a:gd name="connsiteX11" fmla="*/ 66227 w 183363"/>
                  <a:gd name="connsiteY11" fmla="*/ 125158 h 228846"/>
                  <a:gd name="connsiteX12" fmla="*/ 128336 w 183363"/>
                  <a:gd name="connsiteY12" fmla="*/ 125158 h 228846"/>
                  <a:gd name="connsiteX13" fmla="*/ 128336 w 183363"/>
                  <a:gd name="connsiteY13" fmla="*/ 95173 h 228846"/>
                  <a:gd name="connsiteX14" fmla="*/ 66227 w 183363"/>
                  <a:gd name="connsiteY14" fmla="*/ 95173 h 228846"/>
                  <a:gd name="connsiteX15" fmla="*/ 66227 w 183363"/>
                  <a:gd name="connsiteY15" fmla="*/ 31065 h 228846"/>
                  <a:gd name="connsiteX16" fmla="*/ 146133 w 183363"/>
                  <a:gd name="connsiteY16" fmla="*/ 31065 h 228846"/>
                  <a:gd name="connsiteX17" fmla="*/ 146133 w 183363"/>
                  <a:gd name="connsiteY17" fmla="*/ 68966 h 228846"/>
                  <a:gd name="connsiteX18" fmla="*/ 180760 w 183363"/>
                  <a:gd name="connsiteY18" fmla="*/ 68966 h 228846"/>
                  <a:gd name="connsiteX19" fmla="*/ 180760 w 183363"/>
                  <a:gd name="connsiteY19" fmla="*/ 0 h 228846"/>
                  <a:gd name="connsiteX20" fmla="*/ 0 w 183363"/>
                  <a:gd name="connsiteY20" fmla="*/ 0 h 228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3363" h="228846">
                    <a:moveTo>
                      <a:pt x="0" y="0"/>
                    </a:moveTo>
                    <a:lnTo>
                      <a:pt x="0" y="31065"/>
                    </a:lnTo>
                    <a:lnTo>
                      <a:pt x="30873" y="31065"/>
                    </a:lnTo>
                    <a:lnTo>
                      <a:pt x="30873" y="197782"/>
                    </a:lnTo>
                    <a:lnTo>
                      <a:pt x="0" y="197782"/>
                    </a:lnTo>
                    <a:lnTo>
                      <a:pt x="0" y="228846"/>
                    </a:lnTo>
                    <a:lnTo>
                      <a:pt x="183363" y="228846"/>
                    </a:lnTo>
                    <a:lnTo>
                      <a:pt x="183363" y="155023"/>
                    </a:lnTo>
                    <a:lnTo>
                      <a:pt x="148797" y="155023"/>
                    </a:lnTo>
                    <a:lnTo>
                      <a:pt x="148797" y="197782"/>
                    </a:lnTo>
                    <a:lnTo>
                      <a:pt x="66227" y="197782"/>
                    </a:lnTo>
                    <a:lnTo>
                      <a:pt x="66227" y="125158"/>
                    </a:lnTo>
                    <a:lnTo>
                      <a:pt x="128336" y="125158"/>
                    </a:lnTo>
                    <a:lnTo>
                      <a:pt x="128336" y="95173"/>
                    </a:lnTo>
                    <a:lnTo>
                      <a:pt x="66227" y="95173"/>
                    </a:lnTo>
                    <a:lnTo>
                      <a:pt x="66227" y="31065"/>
                    </a:lnTo>
                    <a:lnTo>
                      <a:pt x="146133" y="31065"/>
                    </a:lnTo>
                    <a:lnTo>
                      <a:pt x="146133" y="68966"/>
                    </a:lnTo>
                    <a:lnTo>
                      <a:pt x="180760" y="68966"/>
                    </a:lnTo>
                    <a:lnTo>
                      <a:pt x="1807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 224">
                <a:extLst>
                  <a:ext uri="{FF2B5EF4-FFF2-40B4-BE49-F238E27FC236}">
                    <a16:creationId xmlns:a16="http://schemas.microsoft.com/office/drawing/2014/main" id="{386AF916-61CB-240B-09C9-2143EF3FCA4C}"/>
                  </a:ext>
                </a:extLst>
              </p:cNvPr>
              <p:cNvSpPr/>
              <p:nvPr/>
            </p:nvSpPr>
            <p:spPr>
              <a:xfrm>
                <a:off x="9898474" y="99235"/>
                <a:ext cx="227554" cy="229865"/>
              </a:xfrm>
              <a:custGeom>
                <a:avLst/>
                <a:gdLst>
                  <a:gd name="connsiteX0" fmla="*/ 0 w 227554"/>
                  <a:gd name="connsiteY0" fmla="*/ 31065 h 229865"/>
                  <a:gd name="connsiteX1" fmla="*/ 0 w 227554"/>
                  <a:gd name="connsiteY1" fmla="*/ 0 h 229865"/>
                  <a:gd name="connsiteX2" fmla="*/ 96131 w 227554"/>
                  <a:gd name="connsiteY2" fmla="*/ 0 h 229865"/>
                  <a:gd name="connsiteX3" fmla="*/ 96131 w 227554"/>
                  <a:gd name="connsiteY3" fmla="*/ 31005 h 229865"/>
                  <a:gd name="connsiteX4" fmla="*/ 64834 w 227554"/>
                  <a:gd name="connsiteY4" fmla="*/ 31005 h 229865"/>
                  <a:gd name="connsiteX5" fmla="*/ 113021 w 227554"/>
                  <a:gd name="connsiteY5" fmla="*/ 194903 h 229865"/>
                  <a:gd name="connsiteX6" fmla="*/ 117924 w 227554"/>
                  <a:gd name="connsiteY6" fmla="*/ 194903 h 229865"/>
                  <a:gd name="connsiteX7" fmla="*/ 166473 w 227554"/>
                  <a:gd name="connsiteY7" fmla="*/ 31005 h 229865"/>
                  <a:gd name="connsiteX8" fmla="*/ 135116 w 227554"/>
                  <a:gd name="connsiteY8" fmla="*/ 31005 h 229865"/>
                  <a:gd name="connsiteX9" fmla="*/ 135116 w 227554"/>
                  <a:gd name="connsiteY9" fmla="*/ 0 h 229865"/>
                  <a:gd name="connsiteX10" fmla="*/ 227554 w 227554"/>
                  <a:gd name="connsiteY10" fmla="*/ 0 h 229865"/>
                  <a:gd name="connsiteX11" fmla="*/ 227554 w 227554"/>
                  <a:gd name="connsiteY11" fmla="*/ 31005 h 229865"/>
                  <a:gd name="connsiteX12" fmla="*/ 202190 w 227554"/>
                  <a:gd name="connsiteY12" fmla="*/ 31005 h 229865"/>
                  <a:gd name="connsiteX13" fmla="*/ 142744 w 227554"/>
                  <a:gd name="connsiteY13" fmla="*/ 218711 h 229865"/>
                  <a:gd name="connsiteX14" fmla="*/ 126883 w 227554"/>
                  <a:gd name="connsiteY14" fmla="*/ 229866 h 229865"/>
                  <a:gd name="connsiteX15" fmla="*/ 100853 w 227554"/>
                  <a:gd name="connsiteY15" fmla="*/ 229866 h 229865"/>
                  <a:gd name="connsiteX16" fmla="*/ 84932 w 227554"/>
                  <a:gd name="connsiteY16" fmla="*/ 218711 h 229865"/>
                  <a:gd name="connsiteX17" fmla="*/ 25546 w 227554"/>
                  <a:gd name="connsiteY17" fmla="*/ 31005 h 229865"/>
                  <a:gd name="connsiteX18" fmla="*/ 61 w 227554"/>
                  <a:gd name="connsiteY18" fmla="*/ 31005 h 229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27554" h="229865">
                    <a:moveTo>
                      <a:pt x="0" y="31065"/>
                    </a:moveTo>
                    <a:lnTo>
                      <a:pt x="0" y="0"/>
                    </a:lnTo>
                    <a:lnTo>
                      <a:pt x="96131" y="0"/>
                    </a:lnTo>
                    <a:lnTo>
                      <a:pt x="96131" y="31005"/>
                    </a:lnTo>
                    <a:lnTo>
                      <a:pt x="64834" y="31005"/>
                    </a:lnTo>
                    <a:lnTo>
                      <a:pt x="113021" y="194903"/>
                    </a:lnTo>
                    <a:lnTo>
                      <a:pt x="117924" y="194903"/>
                    </a:lnTo>
                    <a:lnTo>
                      <a:pt x="166473" y="31005"/>
                    </a:lnTo>
                    <a:lnTo>
                      <a:pt x="135116" y="31005"/>
                    </a:lnTo>
                    <a:lnTo>
                      <a:pt x="135116" y="0"/>
                    </a:lnTo>
                    <a:lnTo>
                      <a:pt x="227554" y="0"/>
                    </a:lnTo>
                    <a:lnTo>
                      <a:pt x="227554" y="31005"/>
                    </a:lnTo>
                    <a:lnTo>
                      <a:pt x="202190" y="31005"/>
                    </a:lnTo>
                    <a:lnTo>
                      <a:pt x="142744" y="218711"/>
                    </a:lnTo>
                    <a:cubicBezTo>
                      <a:pt x="139717" y="227887"/>
                      <a:pt x="136751" y="229866"/>
                      <a:pt x="126883" y="229866"/>
                    </a:cubicBezTo>
                    <a:lnTo>
                      <a:pt x="100853" y="229866"/>
                    </a:lnTo>
                    <a:cubicBezTo>
                      <a:pt x="90925" y="229866"/>
                      <a:pt x="87898" y="227887"/>
                      <a:pt x="84932" y="218711"/>
                    </a:cubicBezTo>
                    <a:lnTo>
                      <a:pt x="25546" y="31005"/>
                    </a:lnTo>
                    <a:lnTo>
                      <a:pt x="61" y="31005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 225">
                <a:extLst>
                  <a:ext uri="{FF2B5EF4-FFF2-40B4-BE49-F238E27FC236}">
                    <a16:creationId xmlns:a16="http://schemas.microsoft.com/office/drawing/2014/main" id="{5823AFB3-7CB4-8F79-5E8A-6DD8F3557471}"/>
                  </a:ext>
                </a:extLst>
              </p:cNvPr>
              <p:cNvSpPr/>
              <p:nvPr/>
            </p:nvSpPr>
            <p:spPr>
              <a:xfrm>
                <a:off x="10101390" y="98156"/>
                <a:ext cx="229188" cy="229925"/>
              </a:xfrm>
              <a:custGeom>
                <a:avLst/>
                <a:gdLst>
                  <a:gd name="connsiteX0" fmla="*/ 61 w 229188"/>
                  <a:gd name="connsiteY0" fmla="*/ 229926 h 229925"/>
                  <a:gd name="connsiteX1" fmla="*/ 61 w 229188"/>
                  <a:gd name="connsiteY1" fmla="*/ 198801 h 229925"/>
                  <a:gd name="connsiteX2" fmla="*/ 25183 w 229188"/>
                  <a:gd name="connsiteY2" fmla="*/ 198801 h 229925"/>
                  <a:gd name="connsiteX3" fmla="*/ 84871 w 229188"/>
                  <a:gd name="connsiteY3" fmla="*/ 11094 h 229925"/>
                  <a:gd name="connsiteX4" fmla="*/ 100732 w 229188"/>
                  <a:gd name="connsiteY4" fmla="*/ 0 h 229925"/>
                  <a:gd name="connsiteX5" fmla="*/ 128396 w 229188"/>
                  <a:gd name="connsiteY5" fmla="*/ 0 h 229925"/>
                  <a:gd name="connsiteX6" fmla="*/ 144256 w 229188"/>
                  <a:gd name="connsiteY6" fmla="*/ 11094 h 229925"/>
                  <a:gd name="connsiteX7" fmla="*/ 204066 w 229188"/>
                  <a:gd name="connsiteY7" fmla="*/ 198801 h 229925"/>
                  <a:gd name="connsiteX8" fmla="*/ 229188 w 229188"/>
                  <a:gd name="connsiteY8" fmla="*/ 198801 h 229925"/>
                  <a:gd name="connsiteX9" fmla="*/ 229188 w 229188"/>
                  <a:gd name="connsiteY9" fmla="*/ 229926 h 229925"/>
                  <a:gd name="connsiteX10" fmla="*/ 133421 w 229188"/>
                  <a:gd name="connsiteY10" fmla="*/ 229926 h 229925"/>
                  <a:gd name="connsiteX11" fmla="*/ 133421 w 229188"/>
                  <a:gd name="connsiteY11" fmla="*/ 198801 h 229925"/>
                  <a:gd name="connsiteX12" fmla="*/ 165081 w 229188"/>
                  <a:gd name="connsiteY12" fmla="*/ 198801 h 229925"/>
                  <a:gd name="connsiteX13" fmla="*/ 152913 w 229188"/>
                  <a:gd name="connsiteY13" fmla="*/ 157961 h 229925"/>
                  <a:gd name="connsiteX14" fmla="*/ 72643 w 229188"/>
                  <a:gd name="connsiteY14" fmla="*/ 158261 h 229925"/>
                  <a:gd name="connsiteX15" fmla="*/ 60415 w 229188"/>
                  <a:gd name="connsiteY15" fmla="*/ 198801 h 229925"/>
                  <a:gd name="connsiteX16" fmla="*/ 92135 w 229188"/>
                  <a:gd name="connsiteY16" fmla="*/ 198801 h 229925"/>
                  <a:gd name="connsiteX17" fmla="*/ 92135 w 229188"/>
                  <a:gd name="connsiteY17" fmla="*/ 229926 h 229925"/>
                  <a:gd name="connsiteX18" fmla="*/ 0 w 229188"/>
                  <a:gd name="connsiteY18" fmla="*/ 229926 h 229925"/>
                  <a:gd name="connsiteX19" fmla="*/ 81300 w 229188"/>
                  <a:gd name="connsiteY19" fmla="*/ 128576 h 229925"/>
                  <a:gd name="connsiteX20" fmla="*/ 143954 w 229188"/>
                  <a:gd name="connsiteY20" fmla="*/ 128576 h 229925"/>
                  <a:gd name="connsiteX21" fmla="*/ 115260 w 229188"/>
                  <a:gd name="connsiteY21" fmla="*/ 32084 h 229925"/>
                  <a:gd name="connsiteX22" fmla="*/ 110296 w 229188"/>
                  <a:gd name="connsiteY22" fmla="*/ 32084 h 229925"/>
                  <a:gd name="connsiteX23" fmla="*/ 81300 w 229188"/>
                  <a:gd name="connsiteY23" fmla="*/ 128576 h 229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9188" h="229925">
                    <a:moveTo>
                      <a:pt x="61" y="229926"/>
                    </a:moveTo>
                    <a:lnTo>
                      <a:pt x="61" y="198801"/>
                    </a:lnTo>
                    <a:lnTo>
                      <a:pt x="25183" y="198801"/>
                    </a:lnTo>
                    <a:lnTo>
                      <a:pt x="84871" y="11094"/>
                    </a:lnTo>
                    <a:cubicBezTo>
                      <a:pt x="87898" y="1919"/>
                      <a:pt x="90804" y="0"/>
                      <a:pt x="100732" y="0"/>
                    </a:cubicBezTo>
                    <a:lnTo>
                      <a:pt x="128396" y="0"/>
                    </a:lnTo>
                    <a:cubicBezTo>
                      <a:pt x="138324" y="0"/>
                      <a:pt x="141290" y="1919"/>
                      <a:pt x="144256" y="11094"/>
                    </a:cubicBezTo>
                    <a:lnTo>
                      <a:pt x="204066" y="198801"/>
                    </a:lnTo>
                    <a:lnTo>
                      <a:pt x="229188" y="198801"/>
                    </a:lnTo>
                    <a:lnTo>
                      <a:pt x="229188" y="229926"/>
                    </a:lnTo>
                    <a:lnTo>
                      <a:pt x="133421" y="229926"/>
                    </a:lnTo>
                    <a:lnTo>
                      <a:pt x="133421" y="198801"/>
                    </a:lnTo>
                    <a:lnTo>
                      <a:pt x="165081" y="198801"/>
                    </a:lnTo>
                    <a:lnTo>
                      <a:pt x="152913" y="157961"/>
                    </a:lnTo>
                    <a:cubicBezTo>
                      <a:pt x="132755" y="157961"/>
                      <a:pt x="93830" y="158261"/>
                      <a:pt x="72643" y="158261"/>
                    </a:cubicBezTo>
                    <a:lnTo>
                      <a:pt x="60415" y="198801"/>
                    </a:lnTo>
                    <a:lnTo>
                      <a:pt x="92135" y="198801"/>
                    </a:lnTo>
                    <a:lnTo>
                      <a:pt x="92135" y="229926"/>
                    </a:lnTo>
                    <a:lnTo>
                      <a:pt x="0" y="229926"/>
                    </a:lnTo>
                    <a:close/>
                    <a:moveTo>
                      <a:pt x="81300" y="128576"/>
                    </a:moveTo>
                    <a:lnTo>
                      <a:pt x="143954" y="128576"/>
                    </a:lnTo>
                    <a:lnTo>
                      <a:pt x="115260" y="32084"/>
                    </a:lnTo>
                    <a:lnTo>
                      <a:pt x="110296" y="32084"/>
                    </a:lnTo>
                    <a:lnTo>
                      <a:pt x="81300" y="128576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 226">
                <a:extLst>
                  <a:ext uri="{FF2B5EF4-FFF2-40B4-BE49-F238E27FC236}">
                    <a16:creationId xmlns:a16="http://schemas.microsoft.com/office/drawing/2014/main" id="{1F2F3156-0E0B-4E13-CF4C-79ECF2C8A92B}"/>
                  </a:ext>
                </a:extLst>
              </p:cNvPr>
              <p:cNvSpPr/>
              <p:nvPr/>
            </p:nvSpPr>
            <p:spPr>
              <a:xfrm>
                <a:off x="9455110" y="377077"/>
                <a:ext cx="183060" cy="183748"/>
              </a:xfrm>
              <a:custGeom>
                <a:avLst/>
                <a:gdLst>
                  <a:gd name="connsiteX0" fmla="*/ 114716 w 183060"/>
                  <a:gd name="connsiteY0" fmla="*/ 14573 h 183748"/>
                  <a:gd name="connsiteX1" fmla="*/ 114716 w 183060"/>
                  <a:gd name="connsiteY1" fmla="*/ 0 h 183748"/>
                  <a:gd name="connsiteX2" fmla="*/ 183060 w 183060"/>
                  <a:gd name="connsiteY2" fmla="*/ 0 h 183748"/>
                  <a:gd name="connsiteX3" fmla="*/ 183060 w 183060"/>
                  <a:gd name="connsiteY3" fmla="*/ 14573 h 183748"/>
                  <a:gd name="connsiteX4" fmla="*/ 157393 w 183060"/>
                  <a:gd name="connsiteY4" fmla="*/ 14573 h 183748"/>
                  <a:gd name="connsiteX5" fmla="*/ 157393 w 183060"/>
                  <a:gd name="connsiteY5" fmla="*/ 109985 h 183748"/>
                  <a:gd name="connsiteX6" fmla="*/ 144681 w 183060"/>
                  <a:gd name="connsiteY6" fmla="*/ 175653 h 183748"/>
                  <a:gd name="connsiteX7" fmla="*/ 111507 w 183060"/>
                  <a:gd name="connsiteY7" fmla="*/ 183749 h 183748"/>
                  <a:gd name="connsiteX8" fmla="*/ 70464 w 183060"/>
                  <a:gd name="connsiteY8" fmla="*/ 183749 h 183748"/>
                  <a:gd name="connsiteX9" fmla="*/ 38138 w 183060"/>
                  <a:gd name="connsiteY9" fmla="*/ 175653 h 183748"/>
                  <a:gd name="connsiteX10" fmla="*/ 25485 w 183060"/>
                  <a:gd name="connsiteY10" fmla="*/ 109985 h 183748"/>
                  <a:gd name="connsiteX11" fmla="*/ 25485 w 183060"/>
                  <a:gd name="connsiteY11" fmla="*/ 14573 h 183748"/>
                  <a:gd name="connsiteX12" fmla="*/ 0 w 183060"/>
                  <a:gd name="connsiteY12" fmla="*/ 14573 h 183748"/>
                  <a:gd name="connsiteX13" fmla="*/ 0 w 183060"/>
                  <a:gd name="connsiteY13" fmla="*/ 0 h 183748"/>
                  <a:gd name="connsiteX14" fmla="*/ 68285 w 183060"/>
                  <a:gd name="connsiteY14" fmla="*/ 0 h 183748"/>
                  <a:gd name="connsiteX15" fmla="*/ 68285 w 183060"/>
                  <a:gd name="connsiteY15" fmla="*/ 14573 h 183748"/>
                  <a:gd name="connsiteX16" fmla="*/ 40196 w 183060"/>
                  <a:gd name="connsiteY16" fmla="*/ 14573 h 183748"/>
                  <a:gd name="connsiteX17" fmla="*/ 40196 w 183060"/>
                  <a:gd name="connsiteY17" fmla="*/ 111005 h 183748"/>
                  <a:gd name="connsiteX18" fmla="*/ 49397 w 183060"/>
                  <a:gd name="connsiteY18" fmla="*/ 163599 h 183748"/>
                  <a:gd name="connsiteX19" fmla="*/ 73490 w 183060"/>
                  <a:gd name="connsiteY19" fmla="*/ 169116 h 183748"/>
                  <a:gd name="connsiteX20" fmla="*/ 109509 w 183060"/>
                  <a:gd name="connsiteY20" fmla="*/ 169116 h 183748"/>
                  <a:gd name="connsiteX21" fmla="*/ 133360 w 183060"/>
                  <a:gd name="connsiteY21" fmla="*/ 163599 h 183748"/>
                  <a:gd name="connsiteX22" fmla="*/ 142562 w 183060"/>
                  <a:gd name="connsiteY22" fmla="*/ 111005 h 183748"/>
                  <a:gd name="connsiteX23" fmla="*/ 142562 w 183060"/>
                  <a:gd name="connsiteY23" fmla="*/ 14573 h 183748"/>
                  <a:gd name="connsiteX24" fmla="*/ 114655 w 183060"/>
                  <a:gd name="connsiteY24" fmla="*/ 14573 h 183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3060" h="183748">
                    <a:moveTo>
                      <a:pt x="114716" y="14573"/>
                    </a:moveTo>
                    <a:lnTo>
                      <a:pt x="114716" y="0"/>
                    </a:lnTo>
                    <a:lnTo>
                      <a:pt x="183060" y="0"/>
                    </a:lnTo>
                    <a:lnTo>
                      <a:pt x="183060" y="14573"/>
                    </a:lnTo>
                    <a:lnTo>
                      <a:pt x="157393" y="14573"/>
                    </a:lnTo>
                    <a:lnTo>
                      <a:pt x="157393" y="109985"/>
                    </a:lnTo>
                    <a:cubicBezTo>
                      <a:pt x="157393" y="152744"/>
                      <a:pt x="153700" y="166657"/>
                      <a:pt x="144681" y="175653"/>
                    </a:cubicBezTo>
                    <a:cubicBezTo>
                      <a:pt x="138627" y="181410"/>
                      <a:pt x="129789" y="183749"/>
                      <a:pt x="111507" y="183749"/>
                    </a:cubicBezTo>
                    <a:lnTo>
                      <a:pt x="70464" y="183749"/>
                    </a:lnTo>
                    <a:cubicBezTo>
                      <a:pt x="52182" y="183749"/>
                      <a:pt x="44010" y="181410"/>
                      <a:pt x="38138" y="175653"/>
                    </a:cubicBezTo>
                    <a:cubicBezTo>
                      <a:pt x="29118" y="166657"/>
                      <a:pt x="25485" y="153044"/>
                      <a:pt x="25485" y="109985"/>
                    </a:cubicBezTo>
                    <a:lnTo>
                      <a:pt x="25485" y="14573"/>
                    </a:lnTo>
                    <a:lnTo>
                      <a:pt x="0" y="14573"/>
                    </a:lnTo>
                    <a:lnTo>
                      <a:pt x="0" y="0"/>
                    </a:lnTo>
                    <a:lnTo>
                      <a:pt x="68285" y="0"/>
                    </a:lnTo>
                    <a:lnTo>
                      <a:pt x="68285" y="14573"/>
                    </a:lnTo>
                    <a:lnTo>
                      <a:pt x="40196" y="14573"/>
                    </a:lnTo>
                    <a:lnTo>
                      <a:pt x="40196" y="111005"/>
                    </a:lnTo>
                    <a:cubicBezTo>
                      <a:pt x="40196" y="149326"/>
                      <a:pt x="43888" y="158081"/>
                      <a:pt x="49397" y="163599"/>
                    </a:cubicBezTo>
                    <a:cubicBezTo>
                      <a:pt x="52908" y="167017"/>
                      <a:pt x="57691" y="169116"/>
                      <a:pt x="73490" y="169116"/>
                    </a:cubicBezTo>
                    <a:lnTo>
                      <a:pt x="109509" y="169116"/>
                    </a:lnTo>
                    <a:cubicBezTo>
                      <a:pt x="125430" y="169116"/>
                      <a:pt x="129909" y="167017"/>
                      <a:pt x="133360" y="163599"/>
                    </a:cubicBezTo>
                    <a:cubicBezTo>
                      <a:pt x="139172" y="157902"/>
                      <a:pt x="142562" y="149386"/>
                      <a:pt x="142562" y="111005"/>
                    </a:cubicBezTo>
                    <a:lnTo>
                      <a:pt x="142562" y="14573"/>
                    </a:lnTo>
                    <a:lnTo>
                      <a:pt x="114655" y="1457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 227">
                <a:extLst>
                  <a:ext uri="{FF2B5EF4-FFF2-40B4-BE49-F238E27FC236}">
                    <a16:creationId xmlns:a16="http://schemas.microsoft.com/office/drawing/2014/main" id="{EA69A7A8-ADF7-3F49-25C8-9878933CBABA}"/>
                  </a:ext>
                </a:extLst>
              </p:cNvPr>
              <p:cNvSpPr/>
              <p:nvPr/>
            </p:nvSpPr>
            <p:spPr>
              <a:xfrm>
                <a:off x="9654031" y="377017"/>
                <a:ext cx="178762" cy="183988"/>
              </a:xfrm>
              <a:custGeom>
                <a:avLst/>
                <a:gdLst>
                  <a:gd name="connsiteX0" fmla="*/ 139837 w 178762"/>
                  <a:gd name="connsiteY0" fmla="*/ 14633 h 183988"/>
                  <a:gd name="connsiteX1" fmla="*/ 111507 w 178762"/>
                  <a:gd name="connsiteY1" fmla="*/ 14633 h 183988"/>
                  <a:gd name="connsiteX2" fmla="*/ 111507 w 178762"/>
                  <a:gd name="connsiteY2" fmla="*/ 60 h 183988"/>
                  <a:gd name="connsiteX3" fmla="*/ 178762 w 178762"/>
                  <a:gd name="connsiteY3" fmla="*/ 60 h 183988"/>
                  <a:gd name="connsiteX4" fmla="*/ 178762 w 178762"/>
                  <a:gd name="connsiteY4" fmla="*/ 14633 h 183988"/>
                  <a:gd name="connsiteX5" fmla="*/ 154669 w 178762"/>
                  <a:gd name="connsiteY5" fmla="*/ 14633 h 183988"/>
                  <a:gd name="connsiteX6" fmla="*/ 154669 w 178762"/>
                  <a:gd name="connsiteY6" fmla="*/ 183989 h 183988"/>
                  <a:gd name="connsiteX7" fmla="*/ 137477 w 178762"/>
                  <a:gd name="connsiteY7" fmla="*/ 183989 h 183988"/>
                  <a:gd name="connsiteX8" fmla="*/ 127125 w 178762"/>
                  <a:gd name="connsiteY8" fmla="*/ 177752 h 183988"/>
                  <a:gd name="connsiteX9" fmla="*/ 42133 w 178762"/>
                  <a:gd name="connsiteY9" fmla="*/ 13913 h 183988"/>
                  <a:gd name="connsiteX10" fmla="*/ 39469 w 178762"/>
                  <a:gd name="connsiteY10" fmla="*/ 13913 h 183988"/>
                  <a:gd name="connsiteX11" fmla="*/ 39469 w 178762"/>
                  <a:gd name="connsiteY11" fmla="*/ 172234 h 183988"/>
                  <a:gd name="connsiteX12" fmla="*/ 68042 w 178762"/>
                  <a:gd name="connsiteY12" fmla="*/ 172234 h 183988"/>
                  <a:gd name="connsiteX13" fmla="*/ 68042 w 178762"/>
                  <a:gd name="connsiteY13" fmla="*/ 183749 h 183988"/>
                  <a:gd name="connsiteX14" fmla="*/ 0 w 178762"/>
                  <a:gd name="connsiteY14" fmla="*/ 183749 h 183988"/>
                  <a:gd name="connsiteX15" fmla="*/ 0 w 178762"/>
                  <a:gd name="connsiteY15" fmla="*/ 172234 h 183988"/>
                  <a:gd name="connsiteX16" fmla="*/ 24880 w 178762"/>
                  <a:gd name="connsiteY16" fmla="*/ 172234 h 183988"/>
                  <a:gd name="connsiteX17" fmla="*/ 24880 w 178762"/>
                  <a:gd name="connsiteY17" fmla="*/ 14573 h 183988"/>
                  <a:gd name="connsiteX18" fmla="*/ 0 w 178762"/>
                  <a:gd name="connsiteY18" fmla="*/ 14573 h 183988"/>
                  <a:gd name="connsiteX19" fmla="*/ 0 w 178762"/>
                  <a:gd name="connsiteY19" fmla="*/ 0 h 183988"/>
                  <a:gd name="connsiteX20" fmla="*/ 44373 w 178762"/>
                  <a:gd name="connsiteY20" fmla="*/ 0 h 183988"/>
                  <a:gd name="connsiteX21" fmla="*/ 54725 w 178762"/>
                  <a:gd name="connsiteY21" fmla="*/ 6237 h 183988"/>
                  <a:gd name="connsiteX22" fmla="*/ 138930 w 178762"/>
                  <a:gd name="connsiteY22" fmla="*/ 168216 h 183988"/>
                  <a:gd name="connsiteX23" fmla="*/ 139898 w 178762"/>
                  <a:gd name="connsiteY23" fmla="*/ 168216 h 183988"/>
                  <a:gd name="connsiteX24" fmla="*/ 139898 w 178762"/>
                  <a:gd name="connsiteY24" fmla="*/ 14513 h 183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8762" h="183988">
                    <a:moveTo>
                      <a:pt x="139837" y="14633"/>
                    </a:moveTo>
                    <a:lnTo>
                      <a:pt x="111507" y="14633"/>
                    </a:lnTo>
                    <a:lnTo>
                      <a:pt x="111507" y="60"/>
                    </a:lnTo>
                    <a:lnTo>
                      <a:pt x="178762" y="60"/>
                    </a:lnTo>
                    <a:lnTo>
                      <a:pt x="178762" y="14633"/>
                    </a:lnTo>
                    <a:lnTo>
                      <a:pt x="154669" y="14633"/>
                    </a:lnTo>
                    <a:lnTo>
                      <a:pt x="154669" y="183989"/>
                    </a:lnTo>
                    <a:lnTo>
                      <a:pt x="137477" y="183989"/>
                    </a:lnTo>
                    <a:cubicBezTo>
                      <a:pt x="131665" y="183989"/>
                      <a:pt x="129486" y="182489"/>
                      <a:pt x="127125" y="177752"/>
                    </a:cubicBezTo>
                    <a:lnTo>
                      <a:pt x="42133" y="13913"/>
                    </a:lnTo>
                    <a:lnTo>
                      <a:pt x="39469" y="13913"/>
                    </a:lnTo>
                    <a:lnTo>
                      <a:pt x="39469" y="172234"/>
                    </a:lnTo>
                    <a:lnTo>
                      <a:pt x="68042" y="172234"/>
                    </a:lnTo>
                    <a:lnTo>
                      <a:pt x="68042" y="183749"/>
                    </a:lnTo>
                    <a:lnTo>
                      <a:pt x="0" y="183749"/>
                    </a:lnTo>
                    <a:lnTo>
                      <a:pt x="0" y="172234"/>
                    </a:lnTo>
                    <a:lnTo>
                      <a:pt x="24880" y="172234"/>
                    </a:lnTo>
                    <a:lnTo>
                      <a:pt x="24880" y="14573"/>
                    </a:lnTo>
                    <a:lnTo>
                      <a:pt x="0" y="14573"/>
                    </a:lnTo>
                    <a:lnTo>
                      <a:pt x="0" y="0"/>
                    </a:lnTo>
                    <a:lnTo>
                      <a:pt x="44373" y="0"/>
                    </a:lnTo>
                    <a:cubicBezTo>
                      <a:pt x="50184" y="0"/>
                      <a:pt x="52242" y="1319"/>
                      <a:pt x="54725" y="6237"/>
                    </a:cubicBezTo>
                    <a:lnTo>
                      <a:pt x="138930" y="168216"/>
                    </a:lnTo>
                    <a:lnTo>
                      <a:pt x="139898" y="168216"/>
                    </a:lnTo>
                    <a:lnTo>
                      <a:pt x="139898" y="1451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 228">
                <a:extLst>
                  <a:ext uri="{FF2B5EF4-FFF2-40B4-BE49-F238E27FC236}">
                    <a16:creationId xmlns:a16="http://schemas.microsoft.com/office/drawing/2014/main" id="{C5DFBB74-E395-8171-78AA-0D48C9C5E900}"/>
                  </a:ext>
                </a:extLst>
              </p:cNvPr>
              <p:cNvSpPr/>
              <p:nvPr/>
            </p:nvSpPr>
            <p:spPr>
              <a:xfrm>
                <a:off x="9852104" y="377077"/>
                <a:ext cx="69131" cy="183688"/>
              </a:xfrm>
              <a:custGeom>
                <a:avLst/>
                <a:gdLst>
                  <a:gd name="connsiteX0" fmla="*/ 0 w 69131"/>
                  <a:gd name="connsiteY0" fmla="*/ 0 h 183688"/>
                  <a:gd name="connsiteX1" fmla="*/ 0 w 69131"/>
                  <a:gd name="connsiteY1" fmla="*/ 14573 h 183688"/>
                  <a:gd name="connsiteX2" fmla="*/ 27301 w 69131"/>
                  <a:gd name="connsiteY2" fmla="*/ 14573 h 183688"/>
                  <a:gd name="connsiteX3" fmla="*/ 27301 w 69131"/>
                  <a:gd name="connsiteY3" fmla="*/ 169116 h 183688"/>
                  <a:gd name="connsiteX4" fmla="*/ 0 w 69131"/>
                  <a:gd name="connsiteY4" fmla="*/ 169116 h 183688"/>
                  <a:gd name="connsiteX5" fmla="*/ 0 w 69131"/>
                  <a:gd name="connsiteY5" fmla="*/ 183689 h 183688"/>
                  <a:gd name="connsiteX6" fmla="*/ 69131 w 69131"/>
                  <a:gd name="connsiteY6" fmla="*/ 183689 h 183688"/>
                  <a:gd name="connsiteX7" fmla="*/ 69131 w 69131"/>
                  <a:gd name="connsiteY7" fmla="*/ 169116 h 183688"/>
                  <a:gd name="connsiteX8" fmla="*/ 42193 w 69131"/>
                  <a:gd name="connsiteY8" fmla="*/ 169116 h 183688"/>
                  <a:gd name="connsiteX9" fmla="*/ 42193 w 69131"/>
                  <a:gd name="connsiteY9" fmla="*/ 14573 h 183688"/>
                  <a:gd name="connsiteX10" fmla="*/ 69131 w 69131"/>
                  <a:gd name="connsiteY10" fmla="*/ 14573 h 183688"/>
                  <a:gd name="connsiteX11" fmla="*/ 69131 w 69131"/>
                  <a:gd name="connsiteY11" fmla="*/ 0 h 183688"/>
                  <a:gd name="connsiteX12" fmla="*/ 0 w 69131"/>
                  <a:gd name="connsiteY1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1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7301" y="14573"/>
                    </a:lnTo>
                    <a:lnTo>
                      <a:pt x="27301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69131" y="183689"/>
                    </a:lnTo>
                    <a:lnTo>
                      <a:pt x="69131" y="169116"/>
                    </a:lnTo>
                    <a:lnTo>
                      <a:pt x="42193" y="169116"/>
                    </a:lnTo>
                    <a:lnTo>
                      <a:pt x="42193" y="14573"/>
                    </a:lnTo>
                    <a:lnTo>
                      <a:pt x="69131" y="14573"/>
                    </a:lnTo>
                    <a:lnTo>
                      <a:pt x="6913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 229">
                <a:extLst>
                  <a:ext uri="{FF2B5EF4-FFF2-40B4-BE49-F238E27FC236}">
                    <a16:creationId xmlns:a16="http://schemas.microsoft.com/office/drawing/2014/main" id="{A40DE35A-D781-34CA-E8B8-1A5D1D11D6DB}"/>
                  </a:ext>
                </a:extLst>
              </p:cNvPr>
              <p:cNvSpPr/>
              <p:nvPr/>
            </p:nvSpPr>
            <p:spPr>
              <a:xfrm>
                <a:off x="9939154" y="377077"/>
                <a:ext cx="182939" cy="184768"/>
              </a:xfrm>
              <a:custGeom>
                <a:avLst/>
                <a:gdLst>
                  <a:gd name="connsiteX0" fmla="*/ 121 w 182939"/>
                  <a:gd name="connsiteY0" fmla="*/ 14573 h 184768"/>
                  <a:gd name="connsiteX1" fmla="*/ 121 w 182939"/>
                  <a:gd name="connsiteY1" fmla="*/ 0 h 184768"/>
                  <a:gd name="connsiteX2" fmla="*/ 66105 w 182939"/>
                  <a:gd name="connsiteY2" fmla="*/ 0 h 184768"/>
                  <a:gd name="connsiteX3" fmla="*/ 66105 w 182939"/>
                  <a:gd name="connsiteY3" fmla="*/ 14573 h 184768"/>
                  <a:gd name="connsiteX4" fmla="*/ 40559 w 182939"/>
                  <a:gd name="connsiteY4" fmla="*/ 14573 h 184768"/>
                  <a:gd name="connsiteX5" fmla="*/ 88927 w 182939"/>
                  <a:gd name="connsiteY5" fmla="*/ 169176 h 184768"/>
                  <a:gd name="connsiteX6" fmla="*/ 93952 w 182939"/>
                  <a:gd name="connsiteY6" fmla="*/ 169176 h 184768"/>
                  <a:gd name="connsiteX7" fmla="*/ 142562 w 182939"/>
                  <a:gd name="connsiteY7" fmla="*/ 14573 h 184768"/>
                  <a:gd name="connsiteX8" fmla="*/ 117985 w 182939"/>
                  <a:gd name="connsiteY8" fmla="*/ 14573 h 184768"/>
                  <a:gd name="connsiteX9" fmla="*/ 117985 w 182939"/>
                  <a:gd name="connsiteY9" fmla="*/ 0 h 184768"/>
                  <a:gd name="connsiteX10" fmla="*/ 182940 w 182939"/>
                  <a:gd name="connsiteY10" fmla="*/ 0 h 184768"/>
                  <a:gd name="connsiteX11" fmla="*/ 182940 w 182939"/>
                  <a:gd name="connsiteY11" fmla="*/ 14573 h 184768"/>
                  <a:gd name="connsiteX12" fmla="*/ 159028 w 182939"/>
                  <a:gd name="connsiteY12" fmla="*/ 14573 h 184768"/>
                  <a:gd name="connsiteX13" fmla="*/ 105454 w 182939"/>
                  <a:gd name="connsiteY13" fmla="*/ 177692 h 184768"/>
                  <a:gd name="connsiteX14" fmla="*/ 94860 w 182939"/>
                  <a:gd name="connsiteY14" fmla="*/ 184768 h 184768"/>
                  <a:gd name="connsiteX15" fmla="*/ 87717 w 182939"/>
                  <a:gd name="connsiteY15" fmla="*/ 184768 h 184768"/>
                  <a:gd name="connsiteX16" fmla="*/ 77123 w 182939"/>
                  <a:gd name="connsiteY16" fmla="*/ 177692 h 184768"/>
                  <a:gd name="connsiteX17" fmla="*/ 23851 w 182939"/>
                  <a:gd name="connsiteY17" fmla="*/ 14573 h 184768"/>
                  <a:gd name="connsiteX18" fmla="*/ 0 w 182939"/>
                  <a:gd name="connsiteY18" fmla="*/ 14573 h 18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2939" h="184768">
                    <a:moveTo>
                      <a:pt x="121" y="14573"/>
                    </a:moveTo>
                    <a:lnTo>
                      <a:pt x="121" y="0"/>
                    </a:lnTo>
                    <a:lnTo>
                      <a:pt x="66105" y="0"/>
                    </a:lnTo>
                    <a:lnTo>
                      <a:pt x="66105" y="14573"/>
                    </a:lnTo>
                    <a:lnTo>
                      <a:pt x="40559" y="14573"/>
                    </a:lnTo>
                    <a:lnTo>
                      <a:pt x="88927" y="169176"/>
                    </a:lnTo>
                    <a:lnTo>
                      <a:pt x="93952" y="169176"/>
                    </a:lnTo>
                    <a:lnTo>
                      <a:pt x="142562" y="14573"/>
                    </a:lnTo>
                    <a:lnTo>
                      <a:pt x="117985" y="14573"/>
                    </a:lnTo>
                    <a:lnTo>
                      <a:pt x="117985" y="0"/>
                    </a:lnTo>
                    <a:lnTo>
                      <a:pt x="182940" y="0"/>
                    </a:lnTo>
                    <a:lnTo>
                      <a:pt x="182940" y="14573"/>
                    </a:lnTo>
                    <a:lnTo>
                      <a:pt x="159028" y="14573"/>
                    </a:lnTo>
                    <a:lnTo>
                      <a:pt x="105454" y="177692"/>
                    </a:lnTo>
                    <a:cubicBezTo>
                      <a:pt x="103093" y="184288"/>
                      <a:pt x="102064" y="184768"/>
                      <a:pt x="94860" y="184768"/>
                    </a:cubicBezTo>
                    <a:lnTo>
                      <a:pt x="87717" y="184768"/>
                    </a:lnTo>
                    <a:cubicBezTo>
                      <a:pt x="80876" y="184768"/>
                      <a:pt x="78939" y="183209"/>
                      <a:pt x="77123" y="177692"/>
                    </a:cubicBezTo>
                    <a:lnTo>
                      <a:pt x="23851" y="14573"/>
                    </a:lnTo>
                    <a:lnTo>
                      <a:pt x="0" y="1457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 230">
                <a:extLst>
                  <a:ext uri="{FF2B5EF4-FFF2-40B4-BE49-F238E27FC236}">
                    <a16:creationId xmlns:a16="http://schemas.microsoft.com/office/drawing/2014/main" id="{A7707D81-BBD7-D76A-920C-4245FEAA77BC}"/>
                  </a:ext>
                </a:extLst>
              </p:cNvPr>
              <p:cNvSpPr/>
              <p:nvPr/>
            </p:nvSpPr>
            <p:spPr>
              <a:xfrm>
                <a:off x="10140315" y="377077"/>
                <a:ext cx="141047" cy="183688"/>
              </a:xfrm>
              <a:custGeom>
                <a:avLst/>
                <a:gdLst>
                  <a:gd name="connsiteX0" fmla="*/ 0 w 141047"/>
                  <a:gd name="connsiteY0" fmla="*/ 0 h 183688"/>
                  <a:gd name="connsiteX1" fmla="*/ 0 w 141047"/>
                  <a:gd name="connsiteY1" fmla="*/ 14573 h 183688"/>
                  <a:gd name="connsiteX2" fmla="*/ 25062 w 141047"/>
                  <a:gd name="connsiteY2" fmla="*/ 14573 h 183688"/>
                  <a:gd name="connsiteX3" fmla="*/ 25062 w 141047"/>
                  <a:gd name="connsiteY3" fmla="*/ 169116 h 183688"/>
                  <a:gd name="connsiteX4" fmla="*/ 0 w 141047"/>
                  <a:gd name="connsiteY4" fmla="*/ 169116 h 183688"/>
                  <a:gd name="connsiteX5" fmla="*/ 0 w 141047"/>
                  <a:gd name="connsiteY5" fmla="*/ 183689 h 183688"/>
                  <a:gd name="connsiteX6" fmla="*/ 141048 w 141047"/>
                  <a:gd name="connsiteY6" fmla="*/ 183689 h 183688"/>
                  <a:gd name="connsiteX7" fmla="*/ 141048 w 141047"/>
                  <a:gd name="connsiteY7" fmla="*/ 144708 h 183688"/>
                  <a:gd name="connsiteX8" fmla="*/ 126399 w 141047"/>
                  <a:gd name="connsiteY8" fmla="*/ 144708 h 183688"/>
                  <a:gd name="connsiteX9" fmla="*/ 126399 w 141047"/>
                  <a:gd name="connsiteY9" fmla="*/ 169116 h 183688"/>
                  <a:gd name="connsiteX10" fmla="*/ 40014 w 141047"/>
                  <a:gd name="connsiteY10" fmla="*/ 169116 h 183688"/>
                  <a:gd name="connsiteX11" fmla="*/ 40014 w 141047"/>
                  <a:gd name="connsiteY11" fmla="*/ 95712 h 183688"/>
                  <a:gd name="connsiteX12" fmla="*/ 104848 w 141047"/>
                  <a:gd name="connsiteY12" fmla="*/ 95712 h 183688"/>
                  <a:gd name="connsiteX13" fmla="*/ 104848 w 141047"/>
                  <a:gd name="connsiteY13" fmla="*/ 81140 h 183688"/>
                  <a:gd name="connsiteX14" fmla="*/ 40014 w 141047"/>
                  <a:gd name="connsiteY14" fmla="*/ 81140 h 183688"/>
                  <a:gd name="connsiteX15" fmla="*/ 40014 w 141047"/>
                  <a:gd name="connsiteY15" fmla="*/ 14573 h 183688"/>
                  <a:gd name="connsiteX16" fmla="*/ 126399 w 141047"/>
                  <a:gd name="connsiteY16" fmla="*/ 14573 h 183688"/>
                  <a:gd name="connsiteX17" fmla="*/ 126399 w 141047"/>
                  <a:gd name="connsiteY17" fmla="*/ 38141 h 183688"/>
                  <a:gd name="connsiteX18" fmla="*/ 141048 w 141047"/>
                  <a:gd name="connsiteY18" fmla="*/ 38141 h 183688"/>
                  <a:gd name="connsiteX19" fmla="*/ 141048 w 141047"/>
                  <a:gd name="connsiteY19" fmla="*/ 0 h 183688"/>
                  <a:gd name="connsiteX20" fmla="*/ 0 w 141047"/>
                  <a:gd name="connsiteY20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1047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5062" y="14573"/>
                    </a:lnTo>
                    <a:lnTo>
                      <a:pt x="25062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141048" y="183689"/>
                    </a:lnTo>
                    <a:lnTo>
                      <a:pt x="141048" y="144708"/>
                    </a:lnTo>
                    <a:lnTo>
                      <a:pt x="126399" y="144708"/>
                    </a:lnTo>
                    <a:lnTo>
                      <a:pt x="126399" y="169116"/>
                    </a:lnTo>
                    <a:lnTo>
                      <a:pt x="40014" y="169116"/>
                    </a:lnTo>
                    <a:lnTo>
                      <a:pt x="40014" y="95712"/>
                    </a:lnTo>
                    <a:lnTo>
                      <a:pt x="104848" y="95712"/>
                    </a:lnTo>
                    <a:lnTo>
                      <a:pt x="104848" y="81140"/>
                    </a:lnTo>
                    <a:lnTo>
                      <a:pt x="40014" y="81140"/>
                    </a:lnTo>
                    <a:lnTo>
                      <a:pt x="40014" y="14573"/>
                    </a:lnTo>
                    <a:lnTo>
                      <a:pt x="126399" y="14573"/>
                    </a:lnTo>
                    <a:lnTo>
                      <a:pt x="126399" y="38141"/>
                    </a:lnTo>
                    <a:lnTo>
                      <a:pt x="141048" y="38141"/>
                    </a:lnTo>
                    <a:lnTo>
                      <a:pt x="14104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 231">
                <a:extLst>
                  <a:ext uri="{FF2B5EF4-FFF2-40B4-BE49-F238E27FC236}">
                    <a16:creationId xmlns:a16="http://schemas.microsoft.com/office/drawing/2014/main" id="{3714006A-BD99-4346-A97D-7BB81EEFE113}"/>
                  </a:ext>
                </a:extLst>
              </p:cNvPr>
              <p:cNvSpPr/>
              <p:nvPr/>
            </p:nvSpPr>
            <p:spPr>
              <a:xfrm>
                <a:off x="10310360" y="377137"/>
                <a:ext cx="169016" cy="183628"/>
              </a:xfrm>
              <a:custGeom>
                <a:avLst/>
                <a:gdLst>
                  <a:gd name="connsiteX0" fmla="*/ 142501 w 169016"/>
                  <a:gd name="connsiteY0" fmla="*/ 169056 h 183628"/>
                  <a:gd name="connsiteX1" fmla="*/ 169016 w 169016"/>
                  <a:gd name="connsiteY1" fmla="*/ 169056 h 183628"/>
                  <a:gd name="connsiteX2" fmla="*/ 169016 w 169016"/>
                  <a:gd name="connsiteY2" fmla="*/ 183629 h 183628"/>
                  <a:gd name="connsiteX3" fmla="*/ 140624 w 169016"/>
                  <a:gd name="connsiteY3" fmla="*/ 183629 h 183628"/>
                  <a:gd name="connsiteX4" fmla="*/ 130818 w 169016"/>
                  <a:gd name="connsiteY4" fmla="*/ 180990 h 183628"/>
                  <a:gd name="connsiteX5" fmla="*/ 125793 w 169016"/>
                  <a:gd name="connsiteY5" fmla="*/ 136672 h 183628"/>
                  <a:gd name="connsiteX6" fmla="*/ 118650 w 169016"/>
                  <a:gd name="connsiteY6" fmla="*/ 105667 h 183628"/>
                  <a:gd name="connsiteX7" fmla="*/ 97160 w 169016"/>
                  <a:gd name="connsiteY7" fmla="*/ 100810 h 183628"/>
                  <a:gd name="connsiteX8" fmla="*/ 40014 w 169016"/>
                  <a:gd name="connsiteY8" fmla="*/ 100810 h 183628"/>
                  <a:gd name="connsiteX9" fmla="*/ 40014 w 169016"/>
                  <a:gd name="connsiteY9" fmla="*/ 169056 h 183628"/>
                  <a:gd name="connsiteX10" fmla="*/ 68345 w 169016"/>
                  <a:gd name="connsiteY10" fmla="*/ 169056 h 183628"/>
                  <a:gd name="connsiteX11" fmla="*/ 68345 w 169016"/>
                  <a:gd name="connsiteY11" fmla="*/ 183629 h 183628"/>
                  <a:gd name="connsiteX12" fmla="*/ 0 w 169016"/>
                  <a:gd name="connsiteY12" fmla="*/ 183629 h 183628"/>
                  <a:gd name="connsiteX13" fmla="*/ 0 w 169016"/>
                  <a:gd name="connsiteY13" fmla="*/ 169056 h 183628"/>
                  <a:gd name="connsiteX14" fmla="*/ 25364 w 169016"/>
                  <a:gd name="connsiteY14" fmla="*/ 169056 h 183628"/>
                  <a:gd name="connsiteX15" fmla="*/ 25364 w 169016"/>
                  <a:gd name="connsiteY15" fmla="*/ 14513 h 183628"/>
                  <a:gd name="connsiteX16" fmla="*/ 0 w 169016"/>
                  <a:gd name="connsiteY16" fmla="*/ 14513 h 183628"/>
                  <a:gd name="connsiteX17" fmla="*/ 0 w 169016"/>
                  <a:gd name="connsiteY17" fmla="*/ 0 h 183628"/>
                  <a:gd name="connsiteX18" fmla="*/ 102184 w 169016"/>
                  <a:gd name="connsiteY18" fmla="*/ 0 h 183628"/>
                  <a:gd name="connsiteX19" fmla="*/ 129547 w 169016"/>
                  <a:gd name="connsiteY19" fmla="*/ 7856 h 183628"/>
                  <a:gd name="connsiteX20" fmla="*/ 140927 w 169016"/>
                  <a:gd name="connsiteY20" fmla="*/ 49595 h 183628"/>
                  <a:gd name="connsiteX21" fmla="*/ 115441 w 169016"/>
                  <a:gd name="connsiteY21" fmla="*/ 93973 h 183628"/>
                  <a:gd name="connsiteX22" fmla="*/ 119437 w 169016"/>
                  <a:gd name="connsiteY22" fmla="*/ 94513 h 183628"/>
                  <a:gd name="connsiteX23" fmla="*/ 140382 w 169016"/>
                  <a:gd name="connsiteY23" fmla="*/ 136492 h 183628"/>
                  <a:gd name="connsiteX24" fmla="*/ 142501 w 169016"/>
                  <a:gd name="connsiteY24" fmla="*/ 169116 h 183628"/>
                  <a:gd name="connsiteX25" fmla="*/ 142501 w 169016"/>
                  <a:gd name="connsiteY25" fmla="*/ 169116 h 183628"/>
                  <a:gd name="connsiteX26" fmla="*/ 97887 w 169016"/>
                  <a:gd name="connsiteY26" fmla="*/ 86237 h 183628"/>
                  <a:gd name="connsiteX27" fmla="*/ 117621 w 169016"/>
                  <a:gd name="connsiteY27" fmla="*/ 81080 h 183628"/>
                  <a:gd name="connsiteX28" fmla="*/ 125975 w 169016"/>
                  <a:gd name="connsiteY28" fmla="*/ 49775 h 183628"/>
                  <a:gd name="connsiteX29" fmla="*/ 117984 w 169016"/>
                  <a:gd name="connsiteY29" fmla="*/ 19250 h 183628"/>
                  <a:gd name="connsiteX30" fmla="*/ 98371 w 169016"/>
                  <a:gd name="connsiteY30" fmla="*/ 14513 h 183628"/>
                  <a:gd name="connsiteX31" fmla="*/ 39953 w 169016"/>
                  <a:gd name="connsiteY31" fmla="*/ 14513 h 183628"/>
                  <a:gd name="connsiteX32" fmla="*/ 39953 w 169016"/>
                  <a:gd name="connsiteY32" fmla="*/ 86237 h 183628"/>
                  <a:gd name="connsiteX33" fmla="*/ 97826 w 169016"/>
                  <a:gd name="connsiteY33" fmla="*/ 86237 h 18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69016" h="183628">
                    <a:moveTo>
                      <a:pt x="142501" y="169056"/>
                    </a:moveTo>
                    <a:lnTo>
                      <a:pt x="169016" y="169056"/>
                    </a:lnTo>
                    <a:lnTo>
                      <a:pt x="169016" y="183629"/>
                    </a:lnTo>
                    <a:lnTo>
                      <a:pt x="140624" y="183629"/>
                    </a:lnTo>
                    <a:cubicBezTo>
                      <a:pt x="135358" y="183629"/>
                      <a:pt x="132695" y="182849"/>
                      <a:pt x="130818" y="180990"/>
                    </a:cubicBezTo>
                    <a:cubicBezTo>
                      <a:pt x="127912" y="178051"/>
                      <a:pt x="126822" y="174213"/>
                      <a:pt x="125793" y="136672"/>
                    </a:cubicBezTo>
                    <a:cubicBezTo>
                      <a:pt x="125006" y="115623"/>
                      <a:pt x="122585" y="109626"/>
                      <a:pt x="118650" y="105667"/>
                    </a:cubicBezTo>
                    <a:cubicBezTo>
                      <a:pt x="114413" y="101170"/>
                      <a:pt x="108540" y="100810"/>
                      <a:pt x="97160" y="100810"/>
                    </a:cubicBezTo>
                    <a:lnTo>
                      <a:pt x="40014" y="100810"/>
                    </a:lnTo>
                    <a:lnTo>
                      <a:pt x="40014" y="169056"/>
                    </a:lnTo>
                    <a:lnTo>
                      <a:pt x="68345" y="169056"/>
                    </a:lnTo>
                    <a:lnTo>
                      <a:pt x="68345" y="183629"/>
                    </a:lnTo>
                    <a:lnTo>
                      <a:pt x="0" y="183629"/>
                    </a:lnTo>
                    <a:lnTo>
                      <a:pt x="0" y="169056"/>
                    </a:lnTo>
                    <a:lnTo>
                      <a:pt x="25364" y="169056"/>
                    </a:lnTo>
                    <a:lnTo>
                      <a:pt x="25364" y="14513"/>
                    </a:lnTo>
                    <a:lnTo>
                      <a:pt x="0" y="14513"/>
                    </a:lnTo>
                    <a:lnTo>
                      <a:pt x="0" y="0"/>
                    </a:lnTo>
                    <a:lnTo>
                      <a:pt x="102184" y="0"/>
                    </a:lnTo>
                    <a:cubicBezTo>
                      <a:pt x="115805" y="0"/>
                      <a:pt x="123735" y="1799"/>
                      <a:pt x="129547" y="7856"/>
                    </a:cubicBezTo>
                    <a:cubicBezTo>
                      <a:pt x="136750" y="14933"/>
                      <a:pt x="140927" y="23328"/>
                      <a:pt x="140927" y="49595"/>
                    </a:cubicBezTo>
                    <a:cubicBezTo>
                      <a:pt x="140927" y="81140"/>
                      <a:pt x="131908" y="89775"/>
                      <a:pt x="115441" y="93973"/>
                    </a:cubicBezTo>
                    <a:lnTo>
                      <a:pt x="119437" y="94513"/>
                    </a:lnTo>
                    <a:cubicBezTo>
                      <a:pt x="136629" y="97931"/>
                      <a:pt x="139050" y="104948"/>
                      <a:pt x="140382" y="136492"/>
                    </a:cubicBezTo>
                    <a:cubicBezTo>
                      <a:pt x="141411" y="160600"/>
                      <a:pt x="141714" y="162759"/>
                      <a:pt x="142501" y="169116"/>
                    </a:cubicBezTo>
                    <a:lnTo>
                      <a:pt x="142501" y="169116"/>
                    </a:lnTo>
                    <a:close/>
                    <a:moveTo>
                      <a:pt x="97887" y="86237"/>
                    </a:moveTo>
                    <a:cubicBezTo>
                      <a:pt x="108722" y="86237"/>
                      <a:pt x="113989" y="84738"/>
                      <a:pt x="117621" y="81080"/>
                    </a:cubicBezTo>
                    <a:cubicBezTo>
                      <a:pt x="121314" y="77362"/>
                      <a:pt x="125975" y="72144"/>
                      <a:pt x="125975" y="49775"/>
                    </a:cubicBezTo>
                    <a:cubicBezTo>
                      <a:pt x="125975" y="27406"/>
                      <a:pt x="122040" y="23208"/>
                      <a:pt x="117984" y="19250"/>
                    </a:cubicBezTo>
                    <a:cubicBezTo>
                      <a:pt x="114292" y="15592"/>
                      <a:pt x="108480" y="14513"/>
                      <a:pt x="98371" y="14513"/>
                    </a:cubicBezTo>
                    <a:lnTo>
                      <a:pt x="39953" y="14513"/>
                    </a:lnTo>
                    <a:lnTo>
                      <a:pt x="39953" y="86237"/>
                    </a:lnTo>
                    <a:lnTo>
                      <a:pt x="97826" y="86237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 232">
                <a:extLst>
                  <a:ext uri="{FF2B5EF4-FFF2-40B4-BE49-F238E27FC236}">
                    <a16:creationId xmlns:a16="http://schemas.microsoft.com/office/drawing/2014/main" id="{C0442B8C-E46E-6C7C-A471-2B98A25C6B47}"/>
                  </a:ext>
                </a:extLst>
              </p:cNvPr>
              <p:cNvSpPr/>
              <p:nvPr/>
            </p:nvSpPr>
            <p:spPr>
              <a:xfrm>
                <a:off x="10505345" y="376957"/>
                <a:ext cx="131968" cy="183808"/>
              </a:xfrm>
              <a:custGeom>
                <a:avLst/>
                <a:gdLst>
                  <a:gd name="connsiteX0" fmla="*/ 121072 w 131968"/>
                  <a:gd name="connsiteY0" fmla="*/ 175953 h 183808"/>
                  <a:gd name="connsiteX1" fmla="*/ 95102 w 131968"/>
                  <a:gd name="connsiteY1" fmla="*/ 183809 h 183808"/>
                  <a:gd name="connsiteX2" fmla="*/ 35474 w 131968"/>
                  <a:gd name="connsiteY2" fmla="*/ 183809 h 183808"/>
                  <a:gd name="connsiteX3" fmla="*/ 9565 w 131968"/>
                  <a:gd name="connsiteY3" fmla="*/ 176492 h 183808"/>
                  <a:gd name="connsiteX4" fmla="*/ 0 w 131968"/>
                  <a:gd name="connsiteY4" fmla="*/ 130255 h 183808"/>
                  <a:gd name="connsiteX5" fmla="*/ 14589 w 131968"/>
                  <a:gd name="connsiteY5" fmla="*/ 130255 h 183808"/>
                  <a:gd name="connsiteX6" fmla="*/ 20764 w 131968"/>
                  <a:gd name="connsiteY6" fmla="*/ 164198 h 183808"/>
                  <a:gd name="connsiteX7" fmla="*/ 38259 w 131968"/>
                  <a:gd name="connsiteY7" fmla="*/ 169236 h 183808"/>
                  <a:gd name="connsiteX8" fmla="*/ 93709 w 131968"/>
                  <a:gd name="connsiteY8" fmla="*/ 169236 h 183808"/>
                  <a:gd name="connsiteX9" fmla="*/ 111750 w 131968"/>
                  <a:gd name="connsiteY9" fmla="*/ 163959 h 183808"/>
                  <a:gd name="connsiteX10" fmla="*/ 116350 w 131968"/>
                  <a:gd name="connsiteY10" fmla="*/ 135233 h 183808"/>
                  <a:gd name="connsiteX11" fmla="*/ 112294 w 131968"/>
                  <a:gd name="connsiteY11" fmla="*/ 109386 h 183808"/>
                  <a:gd name="connsiteX12" fmla="*/ 92196 w 131968"/>
                  <a:gd name="connsiteY12" fmla="*/ 103509 h 183808"/>
                  <a:gd name="connsiteX13" fmla="*/ 38804 w 131968"/>
                  <a:gd name="connsiteY13" fmla="*/ 97452 h 183808"/>
                  <a:gd name="connsiteX14" fmla="*/ 11139 w 131968"/>
                  <a:gd name="connsiteY14" fmla="*/ 85877 h 183808"/>
                  <a:gd name="connsiteX15" fmla="*/ 2603 w 131968"/>
                  <a:gd name="connsiteY15" fmla="*/ 48276 h 183808"/>
                  <a:gd name="connsiteX16" fmla="*/ 13137 w 131968"/>
                  <a:gd name="connsiteY16" fmla="*/ 7856 h 183808"/>
                  <a:gd name="connsiteX17" fmla="*/ 38925 w 131968"/>
                  <a:gd name="connsiteY17" fmla="*/ 0 h 183808"/>
                  <a:gd name="connsiteX18" fmla="*/ 92741 w 131968"/>
                  <a:gd name="connsiteY18" fmla="*/ 0 h 183808"/>
                  <a:gd name="connsiteX19" fmla="*/ 118711 w 131968"/>
                  <a:gd name="connsiteY19" fmla="*/ 7376 h 183808"/>
                  <a:gd name="connsiteX20" fmla="*/ 128154 w 131968"/>
                  <a:gd name="connsiteY20" fmla="*/ 51994 h 183808"/>
                  <a:gd name="connsiteX21" fmla="*/ 113383 w 131968"/>
                  <a:gd name="connsiteY21" fmla="*/ 51994 h 183808"/>
                  <a:gd name="connsiteX22" fmla="*/ 107269 w 131968"/>
                  <a:gd name="connsiteY22" fmla="*/ 19550 h 183808"/>
                  <a:gd name="connsiteX23" fmla="*/ 89775 w 131968"/>
                  <a:gd name="connsiteY23" fmla="*/ 14573 h 183808"/>
                  <a:gd name="connsiteX24" fmla="*/ 42375 w 131968"/>
                  <a:gd name="connsiteY24" fmla="*/ 14573 h 183808"/>
                  <a:gd name="connsiteX25" fmla="*/ 24335 w 131968"/>
                  <a:gd name="connsiteY25" fmla="*/ 19790 h 183808"/>
                  <a:gd name="connsiteX26" fmla="*/ 17919 w 131968"/>
                  <a:gd name="connsiteY26" fmla="*/ 48036 h 183808"/>
                  <a:gd name="connsiteX27" fmla="*/ 23730 w 131968"/>
                  <a:gd name="connsiteY27" fmla="*/ 76162 h 183808"/>
                  <a:gd name="connsiteX28" fmla="*/ 43949 w 131968"/>
                  <a:gd name="connsiteY28" fmla="*/ 81859 h 183808"/>
                  <a:gd name="connsiteX29" fmla="*/ 95647 w 131968"/>
                  <a:gd name="connsiteY29" fmla="*/ 87137 h 183808"/>
                  <a:gd name="connsiteX30" fmla="*/ 123251 w 131968"/>
                  <a:gd name="connsiteY30" fmla="*/ 96072 h 183808"/>
                  <a:gd name="connsiteX31" fmla="*/ 131968 w 131968"/>
                  <a:gd name="connsiteY31" fmla="*/ 135233 h 183808"/>
                  <a:gd name="connsiteX32" fmla="*/ 121072 w 131968"/>
                  <a:gd name="connsiteY32" fmla="*/ 175893 h 183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31968" h="183808">
                    <a:moveTo>
                      <a:pt x="121072" y="175953"/>
                    </a:moveTo>
                    <a:cubicBezTo>
                      <a:pt x="116290" y="180990"/>
                      <a:pt x="108904" y="183809"/>
                      <a:pt x="95102" y="183809"/>
                    </a:cubicBezTo>
                    <a:lnTo>
                      <a:pt x="35474" y="183809"/>
                    </a:lnTo>
                    <a:cubicBezTo>
                      <a:pt x="22277" y="183809"/>
                      <a:pt x="15134" y="181710"/>
                      <a:pt x="9565" y="176492"/>
                    </a:cubicBezTo>
                    <a:cubicBezTo>
                      <a:pt x="2966" y="169596"/>
                      <a:pt x="0" y="163599"/>
                      <a:pt x="0" y="130255"/>
                    </a:cubicBezTo>
                    <a:lnTo>
                      <a:pt x="14589" y="130255"/>
                    </a:lnTo>
                    <a:cubicBezTo>
                      <a:pt x="14892" y="158621"/>
                      <a:pt x="16769" y="160240"/>
                      <a:pt x="20764" y="164198"/>
                    </a:cubicBezTo>
                    <a:cubicBezTo>
                      <a:pt x="24457" y="167917"/>
                      <a:pt x="29239" y="169236"/>
                      <a:pt x="38259" y="169236"/>
                    </a:cubicBezTo>
                    <a:lnTo>
                      <a:pt x="93709" y="169236"/>
                    </a:lnTo>
                    <a:cubicBezTo>
                      <a:pt x="103274" y="169236"/>
                      <a:pt x="108056" y="167677"/>
                      <a:pt x="111750" y="163959"/>
                    </a:cubicBezTo>
                    <a:cubicBezTo>
                      <a:pt x="116229" y="159761"/>
                      <a:pt x="116350" y="154663"/>
                      <a:pt x="116350" y="135233"/>
                    </a:cubicBezTo>
                    <a:cubicBezTo>
                      <a:pt x="116350" y="115802"/>
                      <a:pt x="117077" y="114123"/>
                      <a:pt x="112294" y="109386"/>
                    </a:cubicBezTo>
                    <a:cubicBezTo>
                      <a:pt x="108843" y="105967"/>
                      <a:pt x="104848" y="105368"/>
                      <a:pt x="92196" y="103509"/>
                    </a:cubicBezTo>
                    <a:lnTo>
                      <a:pt x="38804" y="97452"/>
                    </a:lnTo>
                    <a:cubicBezTo>
                      <a:pt x="22640" y="95772"/>
                      <a:pt x="15860" y="90555"/>
                      <a:pt x="11139" y="85877"/>
                    </a:cubicBezTo>
                    <a:cubicBezTo>
                      <a:pt x="5267" y="80000"/>
                      <a:pt x="2603" y="71664"/>
                      <a:pt x="2603" y="48276"/>
                    </a:cubicBezTo>
                    <a:cubicBezTo>
                      <a:pt x="2603" y="26747"/>
                      <a:pt x="5570" y="15472"/>
                      <a:pt x="13137" y="7856"/>
                    </a:cubicBezTo>
                    <a:cubicBezTo>
                      <a:pt x="18282" y="2879"/>
                      <a:pt x="25425" y="0"/>
                      <a:pt x="38925" y="0"/>
                    </a:cubicBezTo>
                    <a:lnTo>
                      <a:pt x="92741" y="0"/>
                    </a:lnTo>
                    <a:cubicBezTo>
                      <a:pt x="105998" y="0"/>
                      <a:pt x="113202" y="2099"/>
                      <a:pt x="118711" y="7376"/>
                    </a:cubicBezTo>
                    <a:cubicBezTo>
                      <a:pt x="125854" y="14693"/>
                      <a:pt x="127973" y="22069"/>
                      <a:pt x="128154" y="51994"/>
                    </a:cubicBezTo>
                    <a:lnTo>
                      <a:pt x="113383" y="51994"/>
                    </a:lnTo>
                    <a:cubicBezTo>
                      <a:pt x="113081" y="27047"/>
                      <a:pt x="111568" y="23748"/>
                      <a:pt x="107269" y="19550"/>
                    </a:cubicBezTo>
                    <a:cubicBezTo>
                      <a:pt x="103516" y="15892"/>
                      <a:pt x="98795" y="14573"/>
                      <a:pt x="89775" y="14573"/>
                    </a:cubicBezTo>
                    <a:lnTo>
                      <a:pt x="42375" y="14573"/>
                    </a:lnTo>
                    <a:cubicBezTo>
                      <a:pt x="32750" y="14573"/>
                      <a:pt x="28028" y="16192"/>
                      <a:pt x="24335" y="19790"/>
                    </a:cubicBezTo>
                    <a:cubicBezTo>
                      <a:pt x="19492" y="24528"/>
                      <a:pt x="17919" y="30645"/>
                      <a:pt x="17919" y="48036"/>
                    </a:cubicBezTo>
                    <a:cubicBezTo>
                      <a:pt x="17919" y="67227"/>
                      <a:pt x="19492" y="71904"/>
                      <a:pt x="23730" y="76162"/>
                    </a:cubicBezTo>
                    <a:cubicBezTo>
                      <a:pt x="27180" y="79520"/>
                      <a:pt x="31781" y="80240"/>
                      <a:pt x="43949" y="81859"/>
                    </a:cubicBezTo>
                    <a:lnTo>
                      <a:pt x="95647" y="87137"/>
                    </a:lnTo>
                    <a:cubicBezTo>
                      <a:pt x="110720" y="88696"/>
                      <a:pt x="118408" y="91335"/>
                      <a:pt x="123251" y="96072"/>
                    </a:cubicBezTo>
                    <a:cubicBezTo>
                      <a:pt x="129304" y="102129"/>
                      <a:pt x="131968" y="111305"/>
                      <a:pt x="131968" y="135233"/>
                    </a:cubicBezTo>
                    <a:cubicBezTo>
                      <a:pt x="131968" y="159161"/>
                      <a:pt x="128517" y="168516"/>
                      <a:pt x="121072" y="175893"/>
                    </a:cubicBez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 233">
                <a:extLst>
                  <a:ext uri="{FF2B5EF4-FFF2-40B4-BE49-F238E27FC236}">
                    <a16:creationId xmlns:a16="http://schemas.microsoft.com/office/drawing/2014/main" id="{A785979E-FA02-D817-17BE-AA1A69A16135}"/>
                  </a:ext>
                </a:extLst>
              </p:cNvPr>
              <p:cNvSpPr/>
              <p:nvPr/>
            </p:nvSpPr>
            <p:spPr>
              <a:xfrm>
                <a:off x="10937873" y="377077"/>
                <a:ext cx="174584" cy="183688"/>
              </a:xfrm>
              <a:custGeom>
                <a:avLst/>
                <a:gdLst>
                  <a:gd name="connsiteX0" fmla="*/ 110417 w 174584"/>
                  <a:gd name="connsiteY0" fmla="*/ 0 h 183688"/>
                  <a:gd name="connsiteX1" fmla="*/ 110417 w 174584"/>
                  <a:gd name="connsiteY1" fmla="*/ 14573 h 183688"/>
                  <a:gd name="connsiteX2" fmla="*/ 137053 w 174584"/>
                  <a:gd name="connsiteY2" fmla="*/ 14573 h 183688"/>
                  <a:gd name="connsiteX3" fmla="*/ 88503 w 174584"/>
                  <a:gd name="connsiteY3" fmla="*/ 93673 h 183688"/>
                  <a:gd name="connsiteX4" fmla="*/ 87171 w 174584"/>
                  <a:gd name="connsiteY4" fmla="*/ 93673 h 183688"/>
                  <a:gd name="connsiteX5" fmla="*/ 39227 w 174584"/>
                  <a:gd name="connsiteY5" fmla="*/ 14573 h 183688"/>
                  <a:gd name="connsiteX6" fmla="*/ 65983 w 174584"/>
                  <a:gd name="connsiteY6" fmla="*/ 14573 h 183688"/>
                  <a:gd name="connsiteX7" fmla="*/ 65983 w 174584"/>
                  <a:gd name="connsiteY7" fmla="*/ 0 h 183688"/>
                  <a:gd name="connsiteX8" fmla="*/ 0 w 174584"/>
                  <a:gd name="connsiteY8" fmla="*/ 0 h 183688"/>
                  <a:gd name="connsiteX9" fmla="*/ 0 w 174584"/>
                  <a:gd name="connsiteY9" fmla="*/ 14573 h 183688"/>
                  <a:gd name="connsiteX10" fmla="*/ 21369 w 174584"/>
                  <a:gd name="connsiteY10" fmla="*/ 14573 h 183688"/>
                  <a:gd name="connsiteX11" fmla="*/ 80028 w 174584"/>
                  <a:gd name="connsiteY11" fmla="*/ 106267 h 183688"/>
                  <a:gd name="connsiteX12" fmla="*/ 80028 w 174584"/>
                  <a:gd name="connsiteY12" fmla="*/ 169116 h 183688"/>
                  <a:gd name="connsiteX13" fmla="*/ 52484 w 174584"/>
                  <a:gd name="connsiteY13" fmla="*/ 169116 h 183688"/>
                  <a:gd name="connsiteX14" fmla="*/ 52484 w 174584"/>
                  <a:gd name="connsiteY14" fmla="*/ 183689 h 183688"/>
                  <a:gd name="connsiteX15" fmla="*/ 121859 w 174584"/>
                  <a:gd name="connsiteY15" fmla="*/ 183689 h 183688"/>
                  <a:gd name="connsiteX16" fmla="*/ 121859 w 174584"/>
                  <a:gd name="connsiteY16" fmla="*/ 169116 h 183688"/>
                  <a:gd name="connsiteX17" fmla="*/ 94678 w 174584"/>
                  <a:gd name="connsiteY17" fmla="*/ 169116 h 183688"/>
                  <a:gd name="connsiteX18" fmla="*/ 94678 w 174584"/>
                  <a:gd name="connsiteY18" fmla="*/ 105967 h 183688"/>
                  <a:gd name="connsiteX19" fmla="*/ 152489 w 174584"/>
                  <a:gd name="connsiteY19" fmla="*/ 14573 h 183688"/>
                  <a:gd name="connsiteX20" fmla="*/ 174585 w 174584"/>
                  <a:gd name="connsiteY20" fmla="*/ 14573 h 183688"/>
                  <a:gd name="connsiteX21" fmla="*/ 174585 w 174584"/>
                  <a:gd name="connsiteY21" fmla="*/ 0 h 183688"/>
                  <a:gd name="connsiteX22" fmla="*/ 110417 w 174584"/>
                  <a:gd name="connsiteY2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74584" h="183688">
                    <a:moveTo>
                      <a:pt x="110417" y="0"/>
                    </a:moveTo>
                    <a:lnTo>
                      <a:pt x="110417" y="14573"/>
                    </a:lnTo>
                    <a:lnTo>
                      <a:pt x="137053" y="14573"/>
                    </a:lnTo>
                    <a:lnTo>
                      <a:pt x="88503" y="93673"/>
                    </a:lnTo>
                    <a:lnTo>
                      <a:pt x="87171" y="93673"/>
                    </a:lnTo>
                    <a:lnTo>
                      <a:pt x="39227" y="14573"/>
                    </a:lnTo>
                    <a:lnTo>
                      <a:pt x="65983" y="14573"/>
                    </a:lnTo>
                    <a:lnTo>
                      <a:pt x="65983" y="0"/>
                    </a:lnTo>
                    <a:lnTo>
                      <a:pt x="0" y="0"/>
                    </a:lnTo>
                    <a:lnTo>
                      <a:pt x="0" y="14573"/>
                    </a:lnTo>
                    <a:lnTo>
                      <a:pt x="21369" y="14573"/>
                    </a:lnTo>
                    <a:lnTo>
                      <a:pt x="80028" y="106267"/>
                    </a:lnTo>
                    <a:lnTo>
                      <a:pt x="80028" y="169116"/>
                    </a:lnTo>
                    <a:lnTo>
                      <a:pt x="52484" y="169116"/>
                    </a:lnTo>
                    <a:lnTo>
                      <a:pt x="52484" y="183689"/>
                    </a:lnTo>
                    <a:lnTo>
                      <a:pt x="121859" y="183689"/>
                    </a:lnTo>
                    <a:lnTo>
                      <a:pt x="121859" y="169116"/>
                    </a:lnTo>
                    <a:lnTo>
                      <a:pt x="94678" y="169116"/>
                    </a:lnTo>
                    <a:lnTo>
                      <a:pt x="94678" y="105967"/>
                    </a:lnTo>
                    <a:lnTo>
                      <a:pt x="152489" y="14573"/>
                    </a:lnTo>
                    <a:lnTo>
                      <a:pt x="174585" y="14573"/>
                    </a:lnTo>
                    <a:lnTo>
                      <a:pt x="174585" y="0"/>
                    </a:lnTo>
                    <a:lnTo>
                      <a:pt x="110417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 234">
                <a:extLst>
                  <a:ext uri="{FF2B5EF4-FFF2-40B4-BE49-F238E27FC236}">
                    <a16:creationId xmlns:a16="http://schemas.microsoft.com/office/drawing/2014/main" id="{F035B425-9B1E-9031-A0FD-757CCF6E2635}"/>
                  </a:ext>
                </a:extLst>
              </p:cNvPr>
              <p:cNvSpPr/>
              <p:nvPr/>
            </p:nvSpPr>
            <p:spPr>
              <a:xfrm>
                <a:off x="10762743" y="377077"/>
                <a:ext cx="152549" cy="183688"/>
              </a:xfrm>
              <a:custGeom>
                <a:avLst/>
                <a:gdLst>
                  <a:gd name="connsiteX0" fmla="*/ 0 w 152549"/>
                  <a:gd name="connsiteY0" fmla="*/ 0 h 183688"/>
                  <a:gd name="connsiteX1" fmla="*/ 0 w 152549"/>
                  <a:gd name="connsiteY1" fmla="*/ 48456 h 183688"/>
                  <a:gd name="connsiteX2" fmla="*/ 14650 w 152549"/>
                  <a:gd name="connsiteY2" fmla="*/ 48456 h 183688"/>
                  <a:gd name="connsiteX3" fmla="*/ 14650 w 152549"/>
                  <a:gd name="connsiteY3" fmla="*/ 11514 h 183688"/>
                  <a:gd name="connsiteX4" fmla="*/ 68950 w 152549"/>
                  <a:gd name="connsiteY4" fmla="*/ 11514 h 183688"/>
                  <a:gd name="connsiteX5" fmla="*/ 68950 w 152549"/>
                  <a:gd name="connsiteY5" fmla="*/ 169116 h 183688"/>
                  <a:gd name="connsiteX6" fmla="*/ 41527 w 152549"/>
                  <a:gd name="connsiteY6" fmla="*/ 169116 h 183688"/>
                  <a:gd name="connsiteX7" fmla="*/ 41527 w 152549"/>
                  <a:gd name="connsiteY7" fmla="*/ 183689 h 183688"/>
                  <a:gd name="connsiteX8" fmla="*/ 110902 w 152549"/>
                  <a:gd name="connsiteY8" fmla="*/ 183689 h 183688"/>
                  <a:gd name="connsiteX9" fmla="*/ 110902 w 152549"/>
                  <a:gd name="connsiteY9" fmla="*/ 169116 h 183688"/>
                  <a:gd name="connsiteX10" fmla="*/ 83600 w 152549"/>
                  <a:gd name="connsiteY10" fmla="*/ 169116 h 183688"/>
                  <a:gd name="connsiteX11" fmla="*/ 83600 w 152549"/>
                  <a:gd name="connsiteY11" fmla="*/ 11514 h 183688"/>
                  <a:gd name="connsiteX12" fmla="*/ 137840 w 152549"/>
                  <a:gd name="connsiteY12" fmla="*/ 11514 h 183688"/>
                  <a:gd name="connsiteX13" fmla="*/ 137840 w 152549"/>
                  <a:gd name="connsiteY13" fmla="*/ 48456 h 183688"/>
                  <a:gd name="connsiteX14" fmla="*/ 152550 w 152549"/>
                  <a:gd name="connsiteY14" fmla="*/ 48456 h 183688"/>
                  <a:gd name="connsiteX15" fmla="*/ 152550 w 152549"/>
                  <a:gd name="connsiteY15" fmla="*/ 0 h 183688"/>
                  <a:gd name="connsiteX16" fmla="*/ 0 w 152549"/>
                  <a:gd name="connsiteY16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2549" h="183688">
                    <a:moveTo>
                      <a:pt x="0" y="0"/>
                    </a:moveTo>
                    <a:lnTo>
                      <a:pt x="0" y="48456"/>
                    </a:lnTo>
                    <a:lnTo>
                      <a:pt x="14650" y="48456"/>
                    </a:lnTo>
                    <a:lnTo>
                      <a:pt x="14650" y="11514"/>
                    </a:lnTo>
                    <a:lnTo>
                      <a:pt x="68950" y="11514"/>
                    </a:lnTo>
                    <a:lnTo>
                      <a:pt x="68950" y="169116"/>
                    </a:lnTo>
                    <a:lnTo>
                      <a:pt x="41527" y="169116"/>
                    </a:lnTo>
                    <a:lnTo>
                      <a:pt x="41527" y="183689"/>
                    </a:lnTo>
                    <a:lnTo>
                      <a:pt x="110902" y="183689"/>
                    </a:lnTo>
                    <a:lnTo>
                      <a:pt x="110902" y="169116"/>
                    </a:lnTo>
                    <a:lnTo>
                      <a:pt x="83600" y="169116"/>
                    </a:lnTo>
                    <a:lnTo>
                      <a:pt x="83600" y="11514"/>
                    </a:lnTo>
                    <a:lnTo>
                      <a:pt x="137840" y="11514"/>
                    </a:lnTo>
                    <a:lnTo>
                      <a:pt x="137840" y="48456"/>
                    </a:lnTo>
                    <a:lnTo>
                      <a:pt x="152550" y="48456"/>
                    </a:lnTo>
                    <a:lnTo>
                      <a:pt x="1525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 235">
                <a:extLst>
                  <a:ext uri="{FF2B5EF4-FFF2-40B4-BE49-F238E27FC236}">
                    <a16:creationId xmlns:a16="http://schemas.microsoft.com/office/drawing/2014/main" id="{B12E54B6-5F8A-7C18-E650-46601D8CCA88}"/>
                  </a:ext>
                </a:extLst>
              </p:cNvPr>
              <p:cNvSpPr/>
              <p:nvPr/>
            </p:nvSpPr>
            <p:spPr>
              <a:xfrm>
                <a:off x="10667460" y="377077"/>
                <a:ext cx="69132" cy="183688"/>
              </a:xfrm>
              <a:custGeom>
                <a:avLst/>
                <a:gdLst>
                  <a:gd name="connsiteX0" fmla="*/ 0 w 69132"/>
                  <a:gd name="connsiteY0" fmla="*/ 0 h 183688"/>
                  <a:gd name="connsiteX1" fmla="*/ 0 w 69132"/>
                  <a:gd name="connsiteY1" fmla="*/ 14573 h 183688"/>
                  <a:gd name="connsiteX2" fmla="*/ 27180 w 69132"/>
                  <a:gd name="connsiteY2" fmla="*/ 14573 h 183688"/>
                  <a:gd name="connsiteX3" fmla="*/ 27180 w 69132"/>
                  <a:gd name="connsiteY3" fmla="*/ 169116 h 183688"/>
                  <a:gd name="connsiteX4" fmla="*/ 0 w 69132"/>
                  <a:gd name="connsiteY4" fmla="*/ 169116 h 183688"/>
                  <a:gd name="connsiteX5" fmla="*/ 0 w 69132"/>
                  <a:gd name="connsiteY5" fmla="*/ 183689 h 183688"/>
                  <a:gd name="connsiteX6" fmla="*/ 69132 w 69132"/>
                  <a:gd name="connsiteY6" fmla="*/ 183689 h 183688"/>
                  <a:gd name="connsiteX7" fmla="*/ 69132 w 69132"/>
                  <a:gd name="connsiteY7" fmla="*/ 169116 h 183688"/>
                  <a:gd name="connsiteX8" fmla="*/ 42133 w 69132"/>
                  <a:gd name="connsiteY8" fmla="*/ 169116 h 183688"/>
                  <a:gd name="connsiteX9" fmla="*/ 42133 w 69132"/>
                  <a:gd name="connsiteY9" fmla="*/ 14573 h 183688"/>
                  <a:gd name="connsiteX10" fmla="*/ 69132 w 69132"/>
                  <a:gd name="connsiteY10" fmla="*/ 14573 h 183688"/>
                  <a:gd name="connsiteX11" fmla="*/ 69132 w 69132"/>
                  <a:gd name="connsiteY11" fmla="*/ 0 h 183688"/>
                  <a:gd name="connsiteX12" fmla="*/ 0 w 69132"/>
                  <a:gd name="connsiteY1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2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7180" y="14573"/>
                    </a:lnTo>
                    <a:lnTo>
                      <a:pt x="27180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69132" y="183689"/>
                    </a:lnTo>
                    <a:lnTo>
                      <a:pt x="69132" y="169116"/>
                    </a:lnTo>
                    <a:lnTo>
                      <a:pt x="42133" y="169116"/>
                    </a:lnTo>
                    <a:lnTo>
                      <a:pt x="42133" y="14573"/>
                    </a:lnTo>
                    <a:lnTo>
                      <a:pt x="69132" y="14573"/>
                    </a:lnTo>
                    <a:lnTo>
                      <a:pt x="6913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" name="Graphic 6">
              <a:extLst>
                <a:ext uri="{FF2B5EF4-FFF2-40B4-BE49-F238E27FC236}">
                  <a16:creationId xmlns:a16="http://schemas.microsoft.com/office/drawing/2014/main" id="{03FD13BB-9A94-FD87-9D3B-8D61B33DA9C1}"/>
                </a:ext>
              </a:extLst>
            </p:cNvPr>
            <p:cNvGrpSpPr/>
            <p:nvPr/>
          </p:nvGrpSpPr>
          <p:grpSpPr>
            <a:xfrm>
              <a:off x="231304" y="206042"/>
              <a:ext cx="1465696" cy="522615"/>
              <a:chOff x="152400" y="206042"/>
              <a:chExt cx="1166221" cy="415833"/>
            </a:xfrm>
          </p:grpSpPr>
          <p:grpSp>
            <p:nvGrpSpPr>
              <p:cNvPr id="65" name="Graphic 6">
                <a:extLst>
                  <a:ext uri="{FF2B5EF4-FFF2-40B4-BE49-F238E27FC236}">
                    <a16:creationId xmlns:a16="http://schemas.microsoft.com/office/drawing/2014/main" id="{CA48E2D1-5614-BFF6-C3C1-2E87B94B79F1}"/>
                  </a:ext>
                </a:extLst>
              </p:cNvPr>
              <p:cNvGrpSpPr/>
              <p:nvPr/>
            </p:nvGrpSpPr>
            <p:grpSpPr>
              <a:xfrm>
                <a:off x="156576" y="584634"/>
                <a:ext cx="655178" cy="37181"/>
                <a:chOff x="156576" y="584634"/>
                <a:chExt cx="655178" cy="37181"/>
              </a:xfrm>
              <a:solidFill>
                <a:srgbClr val="DF8026"/>
              </a:solidFill>
            </p:grpSpPr>
            <p:sp>
              <p:nvSpPr>
                <p:cNvPr id="81" name="Freeform 192">
                  <a:extLst>
                    <a:ext uri="{FF2B5EF4-FFF2-40B4-BE49-F238E27FC236}">
                      <a16:creationId xmlns:a16="http://schemas.microsoft.com/office/drawing/2014/main" id="{5B0E6F21-E9F4-FA16-F414-B68CA232CFF7}"/>
                    </a:ext>
                  </a:extLst>
                </p:cNvPr>
                <p:cNvSpPr/>
                <p:nvPr/>
              </p:nvSpPr>
              <p:spPr>
                <a:xfrm>
                  <a:off x="156576" y="584994"/>
                  <a:ext cx="34021" cy="36461"/>
                </a:xfrm>
                <a:custGeom>
                  <a:avLst/>
                  <a:gdLst>
                    <a:gd name="connsiteX0" fmla="*/ 15073 w 34021"/>
                    <a:gd name="connsiteY0" fmla="*/ 0 h 36461"/>
                    <a:gd name="connsiteX1" fmla="*/ 19008 w 34021"/>
                    <a:gd name="connsiteY1" fmla="*/ 0 h 36461"/>
                    <a:gd name="connsiteX2" fmla="*/ 34021 w 34021"/>
                    <a:gd name="connsiteY2" fmla="*/ 36462 h 36461"/>
                    <a:gd name="connsiteX3" fmla="*/ 29057 w 34021"/>
                    <a:gd name="connsiteY3" fmla="*/ 36462 h 36461"/>
                    <a:gd name="connsiteX4" fmla="*/ 24699 w 34021"/>
                    <a:gd name="connsiteY4" fmla="*/ 25787 h 36461"/>
                    <a:gd name="connsiteX5" fmla="*/ 9262 w 34021"/>
                    <a:gd name="connsiteY5" fmla="*/ 25787 h 36461"/>
                    <a:gd name="connsiteX6" fmla="*/ 4964 w 34021"/>
                    <a:gd name="connsiteY6" fmla="*/ 36462 h 36461"/>
                    <a:gd name="connsiteX7" fmla="*/ 0 w 34021"/>
                    <a:gd name="connsiteY7" fmla="*/ 36462 h 36461"/>
                    <a:gd name="connsiteX8" fmla="*/ 15073 w 34021"/>
                    <a:gd name="connsiteY8" fmla="*/ 0 h 36461"/>
                    <a:gd name="connsiteX9" fmla="*/ 23669 w 34021"/>
                    <a:gd name="connsiteY9" fmla="*/ 22189 h 36461"/>
                    <a:gd name="connsiteX10" fmla="*/ 17011 w 34021"/>
                    <a:gd name="connsiteY10" fmla="*/ 5337 h 36461"/>
                    <a:gd name="connsiteX11" fmla="*/ 10170 w 34021"/>
                    <a:gd name="connsiteY11" fmla="*/ 22189 h 36461"/>
                    <a:gd name="connsiteX12" fmla="*/ 23669 w 34021"/>
                    <a:gd name="connsiteY12" fmla="*/ 22189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4021" h="36461">
                      <a:moveTo>
                        <a:pt x="15073" y="0"/>
                      </a:moveTo>
                      <a:lnTo>
                        <a:pt x="19008" y="0"/>
                      </a:lnTo>
                      <a:lnTo>
                        <a:pt x="34021" y="36462"/>
                      </a:lnTo>
                      <a:lnTo>
                        <a:pt x="29057" y="36462"/>
                      </a:lnTo>
                      <a:lnTo>
                        <a:pt x="24699" y="25787"/>
                      </a:lnTo>
                      <a:lnTo>
                        <a:pt x="9262" y="25787"/>
                      </a:lnTo>
                      <a:lnTo>
                        <a:pt x="4964" y="36462"/>
                      </a:lnTo>
                      <a:lnTo>
                        <a:pt x="0" y="36462"/>
                      </a:lnTo>
                      <a:lnTo>
                        <a:pt x="15073" y="0"/>
                      </a:lnTo>
                      <a:close/>
                      <a:moveTo>
                        <a:pt x="23669" y="22189"/>
                      </a:moveTo>
                      <a:lnTo>
                        <a:pt x="17011" y="5337"/>
                      </a:lnTo>
                      <a:lnTo>
                        <a:pt x="10170" y="22189"/>
                      </a:lnTo>
                      <a:lnTo>
                        <a:pt x="23669" y="22189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" name="Freeform 193">
                  <a:extLst>
                    <a:ext uri="{FF2B5EF4-FFF2-40B4-BE49-F238E27FC236}">
                      <a16:creationId xmlns:a16="http://schemas.microsoft.com/office/drawing/2014/main" id="{F3C7B856-8CCB-69AF-DDDE-92FCBC1D8B41}"/>
                    </a:ext>
                  </a:extLst>
                </p:cNvPr>
                <p:cNvSpPr/>
                <p:nvPr/>
              </p:nvSpPr>
              <p:spPr>
                <a:xfrm>
                  <a:off x="191687" y="584754"/>
                  <a:ext cx="31902" cy="36941"/>
                </a:xfrm>
                <a:custGeom>
                  <a:avLst/>
                  <a:gdLst>
                    <a:gd name="connsiteX0" fmla="*/ 121 w 31902"/>
                    <a:gd name="connsiteY0" fmla="*/ 18231 h 36941"/>
                    <a:gd name="connsiteX1" fmla="*/ 1271 w 31902"/>
                    <a:gd name="connsiteY1" fmla="*/ 11694 h 36941"/>
                    <a:gd name="connsiteX2" fmla="*/ 4722 w 31902"/>
                    <a:gd name="connsiteY2" fmla="*/ 5817 h 36941"/>
                    <a:gd name="connsiteX3" fmla="*/ 10231 w 31902"/>
                    <a:gd name="connsiteY3" fmla="*/ 1619 h 36941"/>
                    <a:gd name="connsiteX4" fmla="*/ 17616 w 31902"/>
                    <a:gd name="connsiteY4" fmla="*/ 0 h 36941"/>
                    <a:gd name="connsiteX5" fmla="*/ 26091 w 31902"/>
                    <a:gd name="connsiteY5" fmla="*/ 2219 h 36941"/>
                    <a:gd name="connsiteX6" fmla="*/ 31358 w 31902"/>
                    <a:gd name="connsiteY6" fmla="*/ 7976 h 36941"/>
                    <a:gd name="connsiteX7" fmla="*/ 27665 w 31902"/>
                    <a:gd name="connsiteY7" fmla="*/ 10315 h 36941"/>
                    <a:gd name="connsiteX8" fmla="*/ 25667 w 31902"/>
                    <a:gd name="connsiteY8" fmla="*/ 7376 h 36941"/>
                    <a:gd name="connsiteX9" fmla="*/ 23125 w 31902"/>
                    <a:gd name="connsiteY9" fmla="*/ 5457 h 36941"/>
                    <a:gd name="connsiteX10" fmla="*/ 20279 w 31902"/>
                    <a:gd name="connsiteY10" fmla="*/ 4438 h 36941"/>
                    <a:gd name="connsiteX11" fmla="*/ 17434 w 31902"/>
                    <a:gd name="connsiteY11" fmla="*/ 4138 h 36941"/>
                    <a:gd name="connsiteX12" fmla="*/ 11986 w 31902"/>
                    <a:gd name="connsiteY12" fmla="*/ 5397 h 36941"/>
                    <a:gd name="connsiteX13" fmla="*/ 7991 w 31902"/>
                    <a:gd name="connsiteY13" fmla="*/ 8696 h 36941"/>
                    <a:gd name="connsiteX14" fmla="*/ 5569 w 31902"/>
                    <a:gd name="connsiteY14" fmla="*/ 13253 h 36941"/>
                    <a:gd name="connsiteX15" fmla="*/ 4782 w 31902"/>
                    <a:gd name="connsiteY15" fmla="*/ 18351 h 36941"/>
                    <a:gd name="connsiteX16" fmla="*/ 5751 w 31902"/>
                    <a:gd name="connsiteY16" fmla="*/ 23808 h 36941"/>
                    <a:gd name="connsiteX17" fmla="*/ 8414 w 31902"/>
                    <a:gd name="connsiteY17" fmla="*/ 28426 h 36941"/>
                    <a:gd name="connsiteX18" fmla="*/ 12470 w 31902"/>
                    <a:gd name="connsiteY18" fmla="*/ 31604 h 36941"/>
                    <a:gd name="connsiteX19" fmla="*/ 17555 w 31902"/>
                    <a:gd name="connsiteY19" fmla="*/ 32804 h 36941"/>
                    <a:gd name="connsiteX20" fmla="*/ 20522 w 31902"/>
                    <a:gd name="connsiteY20" fmla="*/ 32444 h 36941"/>
                    <a:gd name="connsiteX21" fmla="*/ 23427 w 31902"/>
                    <a:gd name="connsiteY21" fmla="*/ 31304 h 36941"/>
                    <a:gd name="connsiteX22" fmla="*/ 26030 w 31902"/>
                    <a:gd name="connsiteY22" fmla="*/ 29325 h 36941"/>
                    <a:gd name="connsiteX23" fmla="*/ 28028 w 31902"/>
                    <a:gd name="connsiteY23" fmla="*/ 26447 h 36941"/>
                    <a:gd name="connsiteX24" fmla="*/ 31902 w 31902"/>
                    <a:gd name="connsiteY24" fmla="*/ 28546 h 36941"/>
                    <a:gd name="connsiteX25" fmla="*/ 29420 w 31902"/>
                    <a:gd name="connsiteY25" fmla="*/ 32144 h 36941"/>
                    <a:gd name="connsiteX26" fmla="*/ 25849 w 31902"/>
                    <a:gd name="connsiteY26" fmla="*/ 34783 h 36941"/>
                    <a:gd name="connsiteX27" fmla="*/ 21611 w 31902"/>
                    <a:gd name="connsiteY27" fmla="*/ 36402 h 36941"/>
                    <a:gd name="connsiteX28" fmla="*/ 17253 w 31902"/>
                    <a:gd name="connsiteY28" fmla="*/ 36942 h 36941"/>
                    <a:gd name="connsiteX29" fmla="*/ 10291 w 31902"/>
                    <a:gd name="connsiteY29" fmla="*/ 35322 h 36941"/>
                    <a:gd name="connsiteX30" fmla="*/ 4843 w 31902"/>
                    <a:gd name="connsiteY30" fmla="*/ 31065 h 36941"/>
                    <a:gd name="connsiteX31" fmla="*/ 1271 w 31902"/>
                    <a:gd name="connsiteY31" fmla="*/ 25068 h 36941"/>
                    <a:gd name="connsiteX32" fmla="*/ 0 w 31902"/>
                    <a:gd name="connsiteY32" fmla="*/ 18231 h 36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1902" h="36941">
                      <a:moveTo>
                        <a:pt x="121" y="18231"/>
                      </a:moveTo>
                      <a:cubicBezTo>
                        <a:pt x="121" y="16012"/>
                        <a:pt x="484" y="13853"/>
                        <a:pt x="1271" y="11694"/>
                      </a:cubicBezTo>
                      <a:cubicBezTo>
                        <a:pt x="2058" y="9535"/>
                        <a:pt x="3208" y="7556"/>
                        <a:pt x="4722" y="5817"/>
                      </a:cubicBezTo>
                      <a:cubicBezTo>
                        <a:pt x="6235" y="4078"/>
                        <a:pt x="8051" y="2699"/>
                        <a:pt x="10231" y="1619"/>
                      </a:cubicBezTo>
                      <a:cubicBezTo>
                        <a:pt x="12410" y="540"/>
                        <a:pt x="14892" y="0"/>
                        <a:pt x="17616" y="0"/>
                      </a:cubicBezTo>
                      <a:cubicBezTo>
                        <a:pt x="20885" y="0"/>
                        <a:pt x="23730" y="720"/>
                        <a:pt x="26091" y="2219"/>
                      </a:cubicBezTo>
                      <a:cubicBezTo>
                        <a:pt x="28452" y="3718"/>
                        <a:pt x="30207" y="5637"/>
                        <a:pt x="31358" y="7976"/>
                      </a:cubicBezTo>
                      <a:lnTo>
                        <a:pt x="27665" y="10315"/>
                      </a:lnTo>
                      <a:cubicBezTo>
                        <a:pt x="27120" y="9175"/>
                        <a:pt x="26454" y="8156"/>
                        <a:pt x="25667" y="7376"/>
                      </a:cubicBezTo>
                      <a:cubicBezTo>
                        <a:pt x="24880" y="6597"/>
                        <a:pt x="24033" y="5937"/>
                        <a:pt x="23125" y="5457"/>
                      </a:cubicBezTo>
                      <a:cubicBezTo>
                        <a:pt x="22217" y="4978"/>
                        <a:pt x="21248" y="4618"/>
                        <a:pt x="20279" y="4438"/>
                      </a:cubicBezTo>
                      <a:cubicBezTo>
                        <a:pt x="19311" y="4258"/>
                        <a:pt x="18342" y="4138"/>
                        <a:pt x="17434" y="4138"/>
                      </a:cubicBezTo>
                      <a:cubicBezTo>
                        <a:pt x="15376" y="4138"/>
                        <a:pt x="13560" y="4558"/>
                        <a:pt x="11986" y="5397"/>
                      </a:cubicBezTo>
                      <a:cubicBezTo>
                        <a:pt x="10412" y="6237"/>
                        <a:pt x="9080" y="7316"/>
                        <a:pt x="7991" y="8696"/>
                      </a:cubicBezTo>
                      <a:cubicBezTo>
                        <a:pt x="6901" y="10075"/>
                        <a:pt x="6114" y="11574"/>
                        <a:pt x="5569" y="13253"/>
                      </a:cubicBezTo>
                      <a:cubicBezTo>
                        <a:pt x="5024" y="14933"/>
                        <a:pt x="4782" y="16672"/>
                        <a:pt x="4782" y="18351"/>
                      </a:cubicBezTo>
                      <a:cubicBezTo>
                        <a:pt x="4782" y="20270"/>
                        <a:pt x="5085" y="22069"/>
                        <a:pt x="5751" y="23808"/>
                      </a:cubicBezTo>
                      <a:cubicBezTo>
                        <a:pt x="6417" y="25547"/>
                        <a:pt x="7264" y="27047"/>
                        <a:pt x="8414" y="28426"/>
                      </a:cubicBezTo>
                      <a:cubicBezTo>
                        <a:pt x="9565" y="29745"/>
                        <a:pt x="10896" y="30825"/>
                        <a:pt x="12470" y="31604"/>
                      </a:cubicBezTo>
                      <a:cubicBezTo>
                        <a:pt x="14044" y="32384"/>
                        <a:pt x="15739" y="32804"/>
                        <a:pt x="17555" y="32804"/>
                      </a:cubicBezTo>
                      <a:cubicBezTo>
                        <a:pt x="18524" y="32804"/>
                        <a:pt x="19493" y="32684"/>
                        <a:pt x="20522" y="32444"/>
                      </a:cubicBezTo>
                      <a:cubicBezTo>
                        <a:pt x="21551" y="32204"/>
                        <a:pt x="22519" y="31844"/>
                        <a:pt x="23427" y="31304"/>
                      </a:cubicBezTo>
                      <a:cubicBezTo>
                        <a:pt x="24335" y="30765"/>
                        <a:pt x="25243" y="30105"/>
                        <a:pt x="26030" y="29325"/>
                      </a:cubicBezTo>
                      <a:cubicBezTo>
                        <a:pt x="26817" y="28546"/>
                        <a:pt x="27483" y="27526"/>
                        <a:pt x="28028" y="26447"/>
                      </a:cubicBezTo>
                      <a:lnTo>
                        <a:pt x="31902" y="28546"/>
                      </a:lnTo>
                      <a:cubicBezTo>
                        <a:pt x="31297" y="29925"/>
                        <a:pt x="30510" y="31125"/>
                        <a:pt x="29420" y="32144"/>
                      </a:cubicBezTo>
                      <a:cubicBezTo>
                        <a:pt x="28391" y="33164"/>
                        <a:pt x="27181" y="34063"/>
                        <a:pt x="25849" y="34783"/>
                      </a:cubicBezTo>
                      <a:cubicBezTo>
                        <a:pt x="24517" y="35502"/>
                        <a:pt x="23125" y="36042"/>
                        <a:pt x="21611" y="36402"/>
                      </a:cubicBezTo>
                      <a:cubicBezTo>
                        <a:pt x="20098" y="36762"/>
                        <a:pt x="18645" y="36942"/>
                        <a:pt x="17253" y="36942"/>
                      </a:cubicBezTo>
                      <a:cubicBezTo>
                        <a:pt x="14710" y="36942"/>
                        <a:pt x="12410" y="36402"/>
                        <a:pt x="10291" y="35322"/>
                      </a:cubicBezTo>
                      <a:cubicBezTo>
                        <a:pt x="8172" y="34243"/>
                        <a:pt x="6356" y="32804"/>
                        <a:pt x="4843" y="31065"/>
                      </a:cubicBezTo>
                      <a:cubicBezTo>
                        <a:pt x="3329" y="29325"/>
                        <a:pt x="2119" y="27286"/>
                        <a:pt x="1271" y="25068"/>
                      </a:cubicBezTo>
                      <a:cubicBezTo>
                        <a:pt x="424" y="22849"/>
                        <a:pt x="0" y="20570"/>
                        <a:pt x="0" y="1823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" name="Freeform 194">
                  <a:extLst>
                    <a:ext uri="{FF2B5EF4-FFF2-40B4-BE49-F238E27FC236}">
                      <a16:creationId xmlns:a16="http://schemas.microsoft.com/office/drawing/2014/main" id="{DB23FBCC-F5E7-93D0-A19C-7F710770BC54}"/>
                    </a:ext>
                  </a:extLst>
                </p:cNvPr>
                <p:cNvSpPr/>
                <p:nvPr/>
              </p:nvSpPr>
              <p:spPr>
                <a:xfrm>
                  <a:off x="226616" y="584754"/>
                  <a:ext cx="31902" cy="36941"/>
                </a:xfrm>
                <a:custGeom>
                  <a:avLst/>
                  <a:gdLst>
                    <a:gd name="connsiteX0" fmla="*/ 121 w 31902"/>
                    <a:gd name="connsiteY0" fmla="*/ 18231 h 36941"/>
                    <a:gd name="connsiteX1" fmla="*/ 1271 w 31902"/>
                    <a:gd name="connsiteY1" fmla="*/ 11694 h 36941"/>
                    <a:gd name="connsiteX2" fmla="*/ 4722 w 31902"/>
                    <a:gd name="connsiteY2" fmla="*/ 5817 h 36941"/>
                    <a:gd name="connsiteX3" fmla="*/ 10231 w 31902"/>
                    <a:gd name="connsiteY3" fmla="*/ 1619 h 36941"/>
                    <a:gd name="connsiteX4" fmla="*/ 17616 w 31902"/>
                    <a:gd name="connsiteY4" fmla="*/ 0 h 36941"/>
                    <a:gd name="connsiteX5" fmla="*/ 26091 w 31902"/>
                    <a:gd name="connsiteY5" fmla="*/ 2219 h 36941"/>
                    <a:gd name="connsiteX6" fmla="*/ 31358 w 31902"/>
                    <a:gd name="connsiteY6" fmla="*/ 7976 h 36941"/>
                    <a:gd name="connsiteX7" fmla="*/ 27665 w 31902"/>
                    <a:gd name="connsiteY7" fmla="*/ 10315 h 36941"/>
                    <a:gd name="connsiteX8" fmla="*/ 25667 w 31902"/>
                    <a:gd name="connsiteY8" fmla="*/ 7376 h 36941"/>
                    <a:gd name="connsiteX9" fmla="*/ 23125 w 31902"/>
                    <a:gd name="connsiteY9" fmla="*/ 5457 h 36941"/>
                    <a:gd name="connsiteX10" fmla="*/ 20279 w 31902"/>
                    <a:gd name="connsiteY10" fmla="*/ 4438 h 36941"/>
                    <a:gd name="connsiteX11" fmla="*/ 17434 w 31902"/>
                    <a:gd name="connsiteY11" fmla="*/ 4138 h 36941"/>
                    <a:gd name="connsiteX12" fmla="*/ 11986 w 31902"/>
                    <a:gd name="connsiteY12" fmla="*/ 5397 h 36941"/>
                    <a:gd name="connsiteX13" fmla="*/ 7991 w 31902"/>
                    <a:gd name="connsiteY13" fmla="*/ 8696 h 36941"/>
                    <a:gd name="connsiteX14" fmla="*/ 5569 w 31902"/>
                    <a:gd name="connsiteY14" fmla="*/ 13253 h 36941"/>
                    <a:gd name="connsiteX15" fmla="*/ 4782 w 31902"/>
                    <a:gd name="connsiteY15" fmla="*/ 18351 h 36941"/>
                    <a:gd name="connsiteX16" fmla="*/ 5751 w 31902"/>
                    <a:gd name="connsiteY16" fmla="*/ 23808 h 36941"/>
                    <a:gd name="connsiteX17" fmla="*/ 8414 w 31902"/>
                    <a:gd name="connsiteY17" fmla="*/ 28426 h 36941"/>
                    <a:gd name="connsiteX18" fmla="*/ 12470 w 31902"/>
                    <a:gd name="connsiteY18" fmla="*/ 31604 h 36941"/>
                    <a:gd name="connsiteX19" fmla="*/ 17555 w 31902"/>
                    <a:gd name="connsiteY19" fmla="*/ 32804 h 36941"/>
                    <a:gd name="connsiteX20" fmla="*/ 20522 w 31902"/>
                    <a:gd name="connsiteY20" fmla="*/ 32444 h 36941"/>
                    <a:gd name="connsiteX21" fmla="*/ 23427 w 31902"/>
                    <a:gd name="connsiteY21" fmla="*/ 31304 h 36941"/>
                    <a:gd name="connsiteX22" fmla="*/ 26030 w 31902"/>
                    <a:gd name="connsiteY22" fmla="*/ 29325 h 36941"/>
                    <a:gd name="connsiteX23" fmla="*/ 28028 w 31902"/>
                    <a:gd name="connsiteY23" fmla="*/ 26447 h 36941"/>
                    <a:gd name="connsiteX24" fmla="*/ 31902 w 31902"/>
                    <a:gd name="connsiteY24" fmla="*/ 28546 h 36941"/>
                    <a:gd name="connsiteX25" fmla="*/ 29420 w 31902"/>
                    <a:gd name="connsiteY25" fmla="*/ 32144 h 36941"/>
                    <a:gd name="connsiteX26" fmla="*/ 25849 w 31902"/>
                    <a:gd name="connsiteY26" fmla="*/ 34783 h 36941"/>
                    <a:gd name="connsiteX27" fmla="*/ 21611 w 31902"/>
                    <a:gd name="connsiteY27" fmla="*/ 36402 h 36941"/>
                    <a:gd name="connsiteX28" fmla="*/ 17253 w 31902"/>
                    <a:gd name="connsiteY28" fmla="*/ 36942 h 36941"/>
                    <a:gd name="connsiteX29" fmla="*/ 10291 w 31902"/>
                    <a:gd name="connsiteY29" fmla="*/ 35322 h 36941"/>
                    <a:gd name="connsiteX30" fmla="*/ 4843 w 31902"/>
                    <a:gd name="connsiteY30" fmla="*/ 31065 h 36941"/>
                    <a:gd name="connsiteX31" fmla="*/ 1271 w 31902"/>
                    <a:gd name="connsiteY31" fmla="*/ 25068 h 36941"/>
                    <a:gd name="connsiteX32" fmla="*/ 0 w 31902"/>
                    <a:gd name="connsiteY32" fmla="*/ 18231 h 36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1902" h="36941">
                      <a:moveTo>
                        <a:pt x="121" y="18231"/>
                      </a:moveTo>
                      <a:cubicBezTo>
                        <a:pt x="121" y="16012"/>
                        <a:pt x="484" y="13853"/>
                        <a:pt x="1271" y="11694"/>
                      </a:cubicBezTo>
                      <a:cubicBezTo>
                        <a:pt x="2058" y="9535"/>
                        <a:pt x="3208" y="7556"/>
                        <a:pt x="4722" y="5817"/>
                      </a:cubicBezTo>
                      <a:cubicBezTo>
                        <a:pt x="6235" y="4078"/>
                        <a:pt x="8051" y="2699"/>
                        <a:pt x="10231" y="1619"/>
                      </a:cubicBezTo>
                      <a:cubicBezTo>
                        <a:pt x="12410" y="540"/>
                        <a:pt x="14892" y="0"/>
                        <a:pt x="17616" y="0"/>
                      </a:cubicBezTo>
                      <a:cubicBezTo>
                        <a:pt x="20885" y="0"/>
                        <a:pt x="23730" y="720"/>
                        <a:pt x="26091" y="2219"/>
                      </a:cubicBezTo>
                      <a:cubicBezTo>
                        <a:pt x="28452" y="3718"/>
                        <a:pt x="30207" y="5637"/>
                        <a:pt x="31358" y="7976"/>
                      </a:cubicBezTo>
                      <a:lnTo>
                        <a:pt x="27665" y="10315"/>
                      </a:lnTo>
                      <a:cubicBezTo>
                        <a:pt x="27120" y="9175"/>
                        <a:pt x="26454" y="8156"/>
                        <a:pt x="25667" y="7376"/>
                      </a:cubicBezTo>
                      <a:cubicBezTo>
                        <a:pt x="24880" y="6597"/>
                        <a:pt x="24033" y="5937"/>
                        <a:pt x="23125" y="5457"/>
                      </a:cubicBezTo>
                      <a:cubicBezTo>
                        <a:pt x="22217" y="4978"/>
                        <a:pt x="21248" y="4618"/>
                        <a:pt x="20279" y="4438"/>
                      </a:cubicBezTo>
                      <a:cubicBezTo>
                        <a:pt x="19311" y="4258"/>
                        <a:pt x="18342" y="4138"/>
                        <a:pt x="17434" y="4138"/>
                      </a:cubicBezTo>
                      <a:cubicBezTo>
                        <a:pt x="15376" y="4138"/>
                        <a:pt x="13560" y="4558"/>
                        <a:pt x="11986" y="5397"/>
                      </a:cubicBezTo>
                      <a:cubicBezTo>
                        <a:pt x="10412" y="6237"/>
                        <a:pt x="9080" y="7316"/>
                        <a:pt x="7991" y="8696"/>
                      </a:cubicBezTo>
                      <a:cubicBezTo>
                        <a:pt x="6901" y="10075"/>
                        <a:pt x="6114" y="11574"/>
                        <a:pt x="5569" y="13253"/>
                      </a:cubicBezTo>
                      <a:cubicBezTo>
                        <a:pt x="5024" y="14933"/>
                        <a:pt x="4782" y="16672"/>
                        <a:pt x="4782" y="18351"/>
                      </a:cubicBezTo>
                      <a:cubicBezTo>
                        <a:pt x="4782" y="20270"/>
                        <a:pt x="5085" y="22069"/>
                        <a:pt x="5751" y="23808"/>
                      </a:cubicBezTo>
                      <a:cubicBezTo>
                        <a:pt x="6417" y="25547"/>
                        <a:pt x="7264" y="27047"/>
                        <a:pt x="8414" y="28426"/>
                      </a:cubicBezTo>
                      <a:cubicBezTo>
                        <a:pt x="9565" y="29745"/>
                        <a:pt x="10896" y="30825"/>
                        <a:pt x="12470" y="31604"/>
                      </a:cubicBezTo>
                      <a:cubicBezTo>
                        <a:pt x="14044" y="32384"/>
                        <a:pt x="15739" y="32804"/>
                        <a:pt x="17555" y="32804"/>
                      </a:cubicBezTo>
                      <a:cubicBezTo>
                        <a:pt x="18524" y="32804"/>
                        <a:pt x="19493" y="32684"/>
                        <a:pt x="20522" y="32444"/>
                      </a:cubicBezTo>
                      <a:cubicBezTo>
                        <a:pt x="21551" y="32204"/>
                        <a:pt x="22519" y="31844"/>
                        <a:pt x="23427" y="31304"/>
                      </a:cubicBezTo>
                      <a:cubicBezTo>
                        <a:pt x="24335" y="30765"/>
                        <a:pt x="25243" y="30105"/>
                        <a:pt x="26030" y="29325"/>
                      </a:cubicBezTo>
                      <a:cubicBezTo>
                        <a:pt x="26817" y="28546"/>
                        <a:pt x="27483" y="27526"/>
                        <a:pt x="28028" y="26447"/>
                      </a:cubicBezTo>
                      <a:lnTo>
                        <a:pt x="31902" y="28546"/>
                      </a:lnTo>
                      <a:cubicBezTo>
                        <a:pt x="31297" y="29925"/>
                        <a:pt x="30510" y="31125"/>
                        <a:pt x="29420" y="32144"/>
                      </a:cubicBezTo>
                      <a:cubicBezTo>
                        <a:pt x="28391" y="33164"/>
                        <a:pt x="27181" y="34063"/>
                        <a:pt x="25849" y="34783"/>
                      </a:cubicBezTo>
                      <a:cubicBezTo>
                        <a:pt x="24517" y="35502"/>
                        <a:pt x="23125" y="36042"/>
                        <a:pt x="21611" y="36402"/>
                      </a:cubicBezTo>
                      <a:cubicBezTo>
                        <a:pt x="20098" y="36762"/>
                        <a:pt x="18645" y="36942"/>
                        <a:pt x="17253" y="36942"/>
                      </a:cubicBezTo>
                      <a:cubicBezTo>
                        <a:pt x="14710" y="36942"/>
                        <a:pt x="12410" y="36402"/>
                        <a:pt x="10291" y="35322"/>
                      </a:cubicBezTo>
                      <a:cubicBezTo>
                        <a:pt x="8172" y="34243"/>
                        <a:pt x="6356" y="32804"/>
                        <a:pt x="4843" y="31065"/>
                      </a:cubicBezTo>
                      <a:cubicBezTo>
                        <a:pt x="3329" y="29325"/>
                        <a:pt x="2119" y="27286"/>
                        <a:pt x="1271" y="25068"/>
                      </a:cubicBezTo>
                      <a:cubicBezTo>
                        <a:pt x="424" y="22849"/>
                        <a:pt x="0" y="20570"/>
                        <a:pt x="0" y="1823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" name="Freeform 195">
                  <a:extLst>
                    <a:ext uri="{FF2B5EF4-FFF2-40B4-BE49-F238E27FC236}">
                      <a16:creationId xmlns:a16="http://schemas.microsoft.com/office/drawing/2014/main" id="{9C99AAD7-79EC-BD9F-9226-F8718296AD56}"/>
                    </a:ext>
                  </a:extLst>
                </p:cNvPr>
                <p:cNvSpPr/>
                <p:nvPr/>
              </p:nvSpPr>
              <p:spPr>
                <a:xfrm>
                  <a:off x="264451" y="584994"/>
                  <a:ext cx="28088" cy="36521"/>
                </a:xfrm>
                <a:custGeom>
                  <a:avLst/>
                  <a:gdLst>
                    <a:gd name="connsiteX0" fmla="*/ 61 w 28088"/>
                    <a:gd name="connsiteY0" fmla="*/ 36462 h 36521"/>
                    <a:gd name="connsiteX1" fmla="*/ 61 w 28088"/>
                    <a:gd name="connsiteY1" fmla="*/ 0 h 36521"/>
                    <a:gd name="connsiteX2" fmla="*/ 15800 w 28088"/>
                    <a:gd name="connsiteY2" fmla="*/ 0 h 36521"/>
                    <a:gd name="connsiteX3" fmla="*/ 20279 w 28088"/>
                    <a:gd name="connsiteY3" fmla="*/ 1019 h 36521"/>
                    <a:gd name="connsiteX4" fmla="*/ 23791 w 28088"/>
                    <a:gd name="connsiteY4" fmla="*/ 3658 h 36521"/>
                    <a:gd name="connsiteX5" fmla="*/ 26091 w 28088"/>
                    <a:gd name="connsiteY5" fmla="*/ 7436 h 36521"/>
                    <a:gd name="connsiteX6" fmla="*/ 26938 w 28088"/>
                    <a:gd name="connsiteY6" fmla="*/ 11694 h 36521"/>
                    <a:gd name="connsiteX7" fmla="*/ 26394 w 28088"/>
                    <a:gd name="connsiteY7" fmla="*/ 15352 h 36521"/>
                    <a:gd name="connsiteX8" fmla="*/ 24820 w 28088"/>
                    <a:gd name="connsiteY8" fmla="*/ 18591 h 36521"/>
                    <a:gd name="connsiteX9" fmla="*/ 22398 w 28088"/>
                    <a:gd name="connsiteY9" fmla="*/ 21050 h 36521"/>
                    <a:gd name="connsiteX10" fmla="*/ 19190 w 28088"/>
                    <a:gd name="connsiteY10" fmla="*/ 22549 h 36521"/>
                    <a:gd name="connsiteX11" fmla="*/ 28089 w 28088"/>
                    <a:gd name="connsiteY11" fmla="*/ 36522 h 36521"/>
                    <a:gd name="connsiteX12" fmla="*/ 22822 w 28088"/>
                    <a:gd name="connsiteY12" fmla="*/ 36522 h 36521"/>
                    <a:gd name="connsiteX13" fmla="*/ 14408 w 28088"/>
                    <a:gd name="connsiteY13" fmla="*/ 23448 h 36521"/>
                    <a:gd name="connsiteX14" fmla="*/ 4661 w 28088"/>
                    <a:gd name="connsiteY14" fmla="*/ 23448 h 36521"/>
                    <a:gd name="connsiteX15" fmla="*/ 4661 w 28088"/>
                    <a:gd name="connsiteY15" fmla="*/ 36522 h 36521"/>
                    <a:gd name="connsiteX16" fmla="*/ 0 w 28088"/>
                    <a:gd name="connsiteY16" fmla="*/ 36522 h 36521"/>
                    <a:gd name="connsiteX17" fmla="*/ 4722 w 28088"/>
                    <a:gd name="connsiteY17" fmla="*/ 19310 h 36521"/>
                    <a:gd name="connsiteX18" fmla="*/ 15860 w 28088"/>
                    <a:gd name="connsiteY18" fmla="*/ 19310 h 36521"/>
                    <a:gd name="connsiteX19" fmla="*/ 18463 w 28088"/>
                    <a:gd name="connsiteY19" fmla="*/ 18711 h 36521"/>
                    <a:gd name="connsiteX20" fmla="*/ 20461 w 28088"/>
                    <a:gd name="connsiteY20" fmla="*/ 17032 h 36521"/>
                    <a:gd name="connsiteX21" fmla="*/ 21732 w 28088"/>
                    <a:gd name="connsiteY21" fmla="*/ 14573 h 36521"/>
                    <a:gd name="connsiteX22" fmla="*/ 22217 w 28088"/>
                    <a:gd name="connsiteY22" fmla="*/ 11694 h 36521"/>
                    <a:gd name="connsiteX23" fmla="*/ 21672 w 28088"/>
                    <a:gd name="connsiteY23" fmla="*/ 8816 h 36521"/>
                    <a:gd name="connsiteX24" fmla="*/ 20219 w 28088"/>
                    <a:gd name="connsiteY24" fmla="*/ 6417 h 36521"/>
                    <a:gd name="connsiteX25" fmla="*/ 18100 w 28088"/>
                    <a:gd name="connsiteY25" fmla="*/ 4798 h 36521"/>
                    <a:gd name="connsiteX26" fmla="*/ 15558 w 28088"/>
                    <a:gd name="connsiteY26" fmla="*/ 4198 h 36521"/>
                    <a:gd name="connsiteX27" fmla="*/ 4722 w 28088"/>
                    <a:gd name="connsiteY27" fmla="*/ 4198 h 36521"/>
                    <a:gd name="connsiteX28" fmla="*/ 4722 w 28088"/>
                    <a:gd name="connsiteY28" fmla="*/ 1937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8088" h="3652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5800" y="0"/>
                      </a:lnTo>
                      <a:cubicBezTo>
                        <a:pt x="17434" y="0"/>
                        <a:pt x="18887" y="360"/>
                        <a:pt x="20279" y="1019"/>
                      </a:cubicBezTo>
                      <a:cubicBezTo>
                        <a:pt x="21672" y="1679"/>
                        <a:pt x="22822" y="2579"/>
                        <a:pt x="23791" y="3658"/>
                      </a:cubicBezTo>
                      <a:cubicBezTo>
                        <a:pt x="24759" y="4798"/>
                        <a:pt x="25546" y="5997"/>
                        <a:pt x="26091" y="7436"/>
                      </a:cubicBezTo>
                      <a:cubicBezTo>
                        <a:pt x="26636" y="8816"/>
                        <a:pt x="26938" y="10255"/>
                        <a:pt x="26938" y="11694"/>
                      </a:cubicBezTo>
                      <a:cubicBezTo>
                        <a:pt x="26938" y="12954"/>
                        <a:pt x="26757" y="14213"/>
                        <a:pt x="26394" y="15352"/>
                      </a:cubicBezTo>
                      <a:cubicBezTo>
                        <a:pt x="26030" y="16552"/>
                        <a:pt x="25486" y="17631"/>
                        <a:pt x="24820" y="18591"/>
                      </a:cubicBezTo>
                      <a:cubicBezTo>
                        <a:pt x="24154" y="19550"/>
                        <a:pt x="23306" y="20390"/>
                        <a:pt x="22398" y="21050"/>
                      </a:cubicBezTo>
                      <a:cubicBezTo>
                        <a:pt x="21430" y="21709"/>
                        <a:pt x="20401" y="22249"/>
                        <a:pt x="19190" y="22549"/>
                      </a:cubicBezTo>
                      <a:lnTo>
                        <a:pt x="28089" y="36522"/>
                      </a:lnTo>
                      <a:lnTo>
                        <a:pt x="22822" y="36522"/>
                      </a:lnTo>
                      <a:lnTo>
                        <a:pt x="14408" y="23448"/>
                      </a:lnTo>
                      <a:lnTo>
                        <a:pt x="4661" y="23448"/>
                      </a:lnTo>
                      <a:lnTo>
                        <a:pt x="4661" y="36522"/>
                      </a:lnTo>
                      <a:lnTo>
                        <a:pt x="0" y="36522"/>
                      </a:lnTo>
                      <a:close/>
                      <a:moveTo>
                        <a:pt x="4722" y="19310"/>
                      </a:moveTo>
                      <a:lnTo>
                        <a:pt x="15860" y="19310"/>
                      </a:lnTo>
                      <a:cubicBezTo>
                        <a:pt x="16829" y="19310"/>
                        <a:pt x="17676" y="19131"/>
                        <a:pt x="18463" y="18711"/>
                      </a:cubicBezTo>
                      <a:cubicBezTo>
                        <a:pt x="19250" y="18291"/>
                        <a:pt x="19916" y="17751"/>
                        <a:pt x="20461" y="17032"/>
                      </a:cubicBezTo>
                      <a:cubicBezTo>
                        <a:pt x="21006" y="16312"/>
                        <a:pt x="21430" y="15532"/>
                        <a:pt x="21732" y="14573"/>
                      </a:cubicBezTo>
                      <a:cubicBezTo>
                        <a:pt x="22035" y="13673"/>
                        <a:pt x="22217" y="12714"/>
                        <a:pt x="22217" y="11694"/>
                      </a:cubicBezTo>
                      <a:cubicBezTo>
                        <a:pt x="22217" y="10675"/>
                        <a:pt x="22035" y="9715"/>
                        <a:pt x="21672" y="8816"/>
                      </a:cubicBezTo>
                      <a:cubicBezTo>
                        <a:pt x="21309" y="7916"/>
                        <a:pt x="20824" y="7136"/>
                        <a:pt x="20219" y="6417"/>
                      </a:cubicBezTo>
                      <a:cubicBezTo>
                        <a:pt x="19614" y="5697"/>
                        <a:pt x="18887" y="5157"/>
                        <a:pt x="18100" y="4798"/>
                      </a:cubicBezTo>
                      <a:cubicBezTo>
                        <a:pt x="17313" y="4438"/>
                        <a:pt x="16405" y="4198"/>
                        <a:pt x="15558" y="4198"/>
                      </a:cubicBezTo>
                      <a:lnTo>
                        <a:pt x="4722" y="4198"/>
                      </a:lnTo>
                      <a:lnTo>
                        <a:pt x="4722" y="1937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 196">
                  <a:extLst>
                    <a:ext uri="{FF2B5EF4-FFF2-40B4-BE49-F238E27FC236}">
                      <a16:creationId xmlns:a16="http://schemas.microsoft.com/office/drawing/2014/main" id="{59C3543E-C8C6-F1C9-9A6C-0274EC06AE18}"/>
                    </a:ext>
                  </a:extLst>
                </p:cNvPr>
                <p:cNvSpPr/>
                <p:nvPr/>
              </p:nvSpPr>
              <p:spPr>
                <a:xfrm>
                  <a:off x="298593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" name="Freeform 197">
                  <a:extLst>
                    <a:ext uri="{FF2B5EF4-FFF2-40B4-BE49-F238E27FC236}">
                      <a16:creationId xmlns:a16="http://schemas.microsoft.com/office/drawing/2014/main" id="{408C1897-4DCF-2DB8-1CA2-D7814627002D}"/>
                    </a:ext>
                  </a:extLst>
                </p:cNvPr>
                <p:cNvSpPr/>
                <p:nvPr/>
              </p:nvSpPr>
              <p:spPr>
                <a:xfrm>
                  <a:off x="329890" y="584994"/>
                  <a:ext cx="30570" cy="36461"/>
                </a:xfrm>
                <a:custGeom>
                  <a:avLst/>
                  <a:gdLst>
                    <a:gd name="connsiteX0" fmla="*/ 61 w 30570"/>
                    <a:gd name="connsiteY0" fmla="*/ 36462 h 36461"/>
                    <a:gd name="connsiteX1" fmla="*/ 61 w 30570"/>
                    <a:gd name="connsiteY1" fmla="*/ 0 h 36461"/>
                    <a:gd name="connsiteX2" fmla="*/ 12834 w 30570"/>
                    <a:gd name="connsiteY2" fmla="*/ 0 h 36461"/>
                    <a:gd name="connsiteX3" fmla="*/ 20582 w 30570"/>
                    <a:gd name="connsiteY3" fmla="*/ 1439 h 36461"/>
                    <a:gd name="connsiteX4" fmla="*/ 26151 w 30570"/>
                    <a:gd name="connsiteY4" fmla="*/ 5337 h 36461"/>
                    <a:gd name="connsiteX5" fmla="*/ 29481 w 30570"/>
                    <a:gd name="connsiteY5" fmla="*/ 11094 h 36461"/>
                    <a:gd name="connsiteX6" fmla="*/ 30571 w 30570"/>
                    <a:gd name="connsiteY6" fmla="*/ 18171 h 36461"/>
                    <a:gd name="connsiteX7" fmla="*/ 29299 w 30570"/>
                    <a:gd name="connsiteY7" fmla="*/ 25667 h 36461"/>
                    <a:gd name="connsiteX8" fmla="*/ 25728 w 30570"/>
                    <a:gd name="connsiteY8" fmla="*/ 31424 h 36461"/>
                    <a:gd name="connsiteX9" fmla="*/ 20098 w 30570"/>
                    <a:gd name="connsiteY9" fmla="*/ 35143 h 36461"/>
                    <a:gd name="connsiteX10" fmla="*/ 12773 w 30570"/>
                    <a:gd name="connsiteY10" fmla="*/ 36462 h 36461"/>
                    <a:gd name="connsiteX11" fmla="*/ 0 w 30570"/>
                    <a:gd name="connsiteY11" fmla="*/ 36462 h 36461"/>
                    <a:gd name="connsiteX12" fmla="*/ 25849 w 30570"/>
                    <a:gd name="connsiteY12" fmla="*/ 18231 h 36461"/>
                    <a:gd name="connsiteX13" fmla="*/ 25001 w 30570"/>
                    <a:gd name="connsiteY13" fmla="*/ 12534 h 36461"/>
                    <a:gd name="connsiteX14" fmla="*/ 22459 w 30570"/>
                    <a:gd name="connsiteY14" fmla="*/ 8096 h 36461"/>
                    <a:gd name="connsiteX15" fmla="*/ 18342 w 30570"/>
                    <a:gd name="connsiteY15" fmla="*/ 5217 h 36461"/>
                    <a:gd name="connsiteX16" fmla="*/ 12773 w 30570"/>
                    <a:gd name="connsiteY16" fmla="*/ 4138 h 36461"/>
                    <a:gd name="connsiteX17" fmla="*/ 4661 w 30570"/>
                    <a:gd name="connsiteY17" fmla="*/ 4138 h 36461"/>
                    <a:gd name="connsiteX18" fmla="*/ 4661 w 30570"/>
                    <a:gd name="connsiteY18" fmla="*/ 32384 h 36461"/>
                    <a:gd name="connsiteX19" fmla="*/ 12773 w 30570"/>
                    <a:gd name="connsiteY19" fmla="*/ 32384 h 36461"/>
                    <a:gd name="connsiteX20" fmla="*/ 18403 w 30570"/>
                    <a:gd name="connsiteY20" fmla="*/ 31304 h 36461"/>
                    <a:gd name="connsiteX21" fmla="*/ 22519 w 30570"/>
                    <a:gd name="connsiteY21" fmla="*/ 28306 h 36461"/>
                    <a:gd name="connsiteX22" fmla="*/ 25001 w 30570"/>
                    <a:gd name="connsiteY22" fmla="*/ 23808 h 36461"/>
                    <a:gd name="connsiteX23" fmla="*/ 25849 w 30570"/>
                    <a:gd name="connsiteY23" fmla="*/ 18171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0570" h="3646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2834" y="0"/>
                      </a:lnTo>
                      <a:cubicBezTo>
                        <a:pt x="15800" y="0"/>
                        <a:pt x="18342" y="480"/>
                        <a:pt x="20582" y="1439"/>
                      </a:cubicBezTo>
                      <a:cubicBezTo>
                        <a:pt x="22822" y="2399"/>
                        <a:pt x="24699" y="3718"/>
                        <a:pt x="26151" y="5337"/>
                      </a:cubicBezTo>
                      <a:cubicBezTo>
                        <a:pt x="27665" y="6957"/>
                        <a:pt x="28754" y="8936"/>
                        <a:pt x="29481" y="11094"/>
                      </a:cubicBezTo>
                      <a:cubicBezTo>
                        <a:pt x="30207" y="13313"/>
                        <a:pt x="30571" y="15652"/>
                        <a:pt x="30571" y="18171"/>
                      </a:cubicBezTo>
                      <a:cubicBezTo>
                        <a:pt x="30571" y="20930"/>
                        <a:pt x="30147" y="23448"/>
                        <a:pt x="29299" y="25667"/>
                      </a:cubicBezTo>
                      <a:cubicBezTo>
                        <a:pt x="28452" y="27886"/>
                        <a:pt x="27302" y="29805"/>
                        <a:pt x="25728" y="31424"/>
                      </a:cubicBezTo>
                      <a:cubicBezTo>
                        <a:pt x="24154" y="33044"/>
                        <a:pt x="22277" y="34243"/>
                        <a:pt x="20098" y="35143"/>
                      </a:cubicBezTo>
                      <a:cubicBezTo>
                        <a:pt x="17919" y="36042"/>
                        <a:pt x="15437" y="36462"/>
                        <a:pt x="12773" y="36462"/>
                      </a:cubicBezTo>
                      <a:lnTo>
                        <a:pt x="0" y="36462"/>
                      </a:lnTo>
                      <a:close/>
                      <a:moveTo>
                        <a:pt x="25849" y="18231"/>
                      </a:moveTo>
                      <a:cubicBezTo>
                        <a:pt x="25849" y="16192"/>
                        <a:pt x="25546" y="14273"/>
                        <a:pt x="25001" y="12534"/>
                      </a:cubicBezTo>
                      <a:cubicBezTo>
                        <a:pt x="24456" y="10795"/>
                        <a:pt x="23609" y="9295"/>
                        <a:pt x="22459" y="8096"/>
                      </a:cubicBezTo>
                      <a:cubicBezTo>
                        <a:pt x="21309" y="6897"/>
                        <a:pt x="19977" y="5877"/>
                        <a:pt x="18342" y="5217"/>
                      </a:cubicBezTo>
                      <a:cubicBezTo>
                        <a:pt x="16708" y="4498"/>
                        <a:pt x="14892" y="4138"/>
                        <a:pt x="12773" y="4138"/>
                      </a:cubicBezTo>
                      <a:lnTo>
                        <a:pt x="4661" y="4138"/>
                      </a:lnTo>
                      <a:lnTo>
                        <a:pt x="4661" y="32384"/>
                      </a:lnTo>
                      <a:lnTo>
                        <a:pt x="12773" y="32384"/>
                      </a:lnTo>
                      <a:cubicBezTo>
                        <a:pt x="14892" y="32384"/>
                        <a:pt x="16768" y="32024"/>
                        <a:pt x="18403" y="31304"/>
                      </a:cubicBezTo>
                      <a:cubicBezTo>
                        <a:pt x="20037" y="30585"/>
                        <a:pt x="21430" y="29565"/>
                        <a:pt x="22519" y="28306"/>
                      </a:cubicBezTo>
                      <a:cubicBezTo>
                        <a:pt x="23609" y="27047"/>
                        <a:pt x="24456" y="25547"/>
                        <a:pt x="25001" y="23808"/>
                      </a:cubicBezTo>
                      <a:cubicBezTo>
                        <a:pt x="25546" y="22069"/>
                        <a:pt x="25849" y="20210"/>
                        <a:pt x="25849" y="1817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" name="Freeform 198">
                  <a:extLst>
                    <a:ext uri="{FF2B5EF4-FFF2-40B4-BE49-F238E27FC236}">
                      <a16:creationId xmlns:a16="http://schemas.microsoft.com/office/drawing/2014/main" id="{EBA07120-FD2A-E963-A146-A86955E4290C}"/>
                    </a:ext>
                  </a:extLst>
                </p:cNvPr>
                <p:cNvSpPr/>
                <p:nvPr/>
              </p:nvSpPr>
              <p:spPr>
                <a:xfrm>
                  <a:off x="367059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" name="Freeform 199">
                  <a:extLst>
                    <a:ext uri="{FF2B5EF4-FFF2-40B4-BE49-F238E27FC236}">
                      <a16:creationId xmlns:a16="http://schemas.microsoft.com/office/drawing/2014/main" id="{63FFCD4A-658A-CF14-7554-2EA0DA429F5C}"/>
                    </a:ext>
                  </a:extLst>
                </p:cNvPr>
                <p:cNvSpPr/>
                <p:nvPr/>
              </p:nvSpPr>
              <p:spPr>
                <a:xfrm>
                  <a:off x="377048" y="585053"/>
                  <a:ext cx="30086" cy="36461"/>
                </a:xfrm>
                <a:custGeom>
                  <a:avLst/>
                  <a:gdLst>
                    <a:gd name="connsiteX0" fmla="*/ 30086 w 30086"/>
                    <a:gd name="connsiteY0" fmla="*/ 4078 h 36461"/>
                    <a:gd name="connsiteX1" fmla="*/ 17374 w 30086"/>
                    <a:gd name="connsiteY1" fmla="*/ 4078 h 36461"/>
                    <a:gd name="connsiteX2" fmla="*/ 17374 w 30086"/>
                    <a:gd name="connsiteY2" fmla="*/ 36462 h 36461"/>
                    <a:gd name="connsiteX3" fmla="*/ 12712 w 30086"/>
                    <a:gd name="connsiteY3" fmla="*/ 36462 h 36461"/>
                    <a:gd name="connsiteX4" fmla="*/ 12712 w 30086"/>
                    <a:gd name="connsiteY4" fmla="*/ 4078 h 36461"/>
                    <a:gd name="connsiteX5" fmla="*/ 0 w 30086"/>
                    <a:gd name="connsiteY5" fmla="*/ 4078 h 36461"/>
                    <a:gd name="connsiteX6" fmla="*/ 0 w 30086"/>
                    <a:gd name="connsiteY6" fmla="*/ 0 h 36461"/>
                    <a:gd name="connsiteX7" fmla="*/ 30086 w 30086"/>
                    <a:gd name="connsiteY7" fmla="*/ 0 h 36461"/>
                    <a:gd name="connsiteX8" fmla="*/ 30086 w 30086"/>
                    <a:gd name="connsiteY8" fmla="*/ 4078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086" h="36461">
                      <a:moveTo>
                        <a:pt x="30086" y="4078"/>
                      </a:moveTo>
                      <a:lnTo>
                        <a:pt x="17374" y="4078"/>
                      </a:lnTo>
                      <a:lnTo>
                        <a:pt x="17374" y="36462"/>
                      </a:lnTo>
                      <a:lnTo>
                        <a:pt x="12712" y="36462"/>
                      </a:lnTo>
                      <a:lnTo>
                        <a:pt x="12712" y="4078"/>
                      </a:lnTo>
                      <a:lnTo>
                        <a:pt x="0" y="4078"/>
                      </a:lnTo>
                      <a:lnTo>
                        <a:pt x="0" y="0"/>
                      </a:lnTo>
                      <a:lnTo>
                        <a:pt x="30086" y="0"/>
                      </a:lnTo>
                      <a:lnTo>
                        <a:pt x="30086" y="407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" name="Freeform 200">
                  <a:extLst>
                    <a:ext uri="{FF2B5EF4-FFF2-40B4-BE49-F238E27FC236}">
                      <a16:creationId xmlns:a16="http://schemas.microsoft.com/office/drawing/2014/main" id="{CFA44EDE-DE5F-1053-BBC7-F2656B337659}"/>
                    </a:ext>
                  </a:extLst>
                </p:cNvPr>
                <p:cNvSpPr/>
                <p:nvPr/>
              </p:nvSpPr>
              <p:spPr>
                <a:xfrm>
                  <a:off x="412401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0" name="Freeform 201">
                  <a:extLst>
                    <a:ext uri="{FF2B5EF4-FFF2-40B4-BE49-F238E27FC236}">
                      <a16:creationId xmlns:a16="http://schemas.microsoft.com/office/drawing/2014/main" id="{5FF856A8-42DF-749C-2306-4B2107EE4552}"/>
                    </a:ext>
                  </a:extLst>
                </p:cNvPr>
                <p:cNvSpPr/>
                <p:nvPr/>
              </p:nvSpPr>
              <p:spPr>
                <a:xfrm>
                  <a:off x="443698" y="584994"/>
                  <a:ext cx="30570" cy="36461"/>
                </a:xfrm>
                <a:custGeom>
                  <a:avLst/>
                  <a:gdLst>
                    <a:gd name="connsiteX0" fmla="*/ 61 w 30570"/>
                    <a:gd name="connsiteY0" fmla="*/ 36462 h 36461"/>
                    <a:gd name="connsiteX1" fmla="*/ 61 w 30570"/>
                    <a:gd name="connsiteY1" fmla="*/ 0 h 36461"/>
                    <a:gd name="connsiteX2" fmla="*/ 12834 w 30570"/>
                    <a:gd name="connsiteY2" fmla="*/ 0 h 36461"/>
                    <a:gd name="connsiteX3" fmla="*/ 20582 w 30570"/>
                    <a:gd name="connsiteY3" fmla="*/ 1439 h 36461"/>
                    <a:gd name="connsiteX4" fmla="*/ 26151 w 30570"/>
                    <a:gd name="connsiteY4" fmla="*/ 5337 h 36461"/>
                    <a:gd name="connsiteX5" fmla="*/ 29481 w 30570"/>
                    <a:gd name="connsiteY5" fmla="*/ 11094 h 36461"/>
                    <a:gd name="connsiteX6" fmla="*/ 30571 w 30570"/>
                    <a:gd name="connsiteY6" fmla="*/ 18171 h 36461"/>
                    <a:gd name="connsiteX7" fmla="*/ 29299 w 30570"/>
                    <a:gd name="connsiteY7" fmla="*/ 25667 h 36461"/>
                    <a:gd name="connsiteX8" fmla="*/ 25728 w 30570"/>
                    <a:gd name="connsiteY8" fmla="*/ 31424 h 36461"/>
                    <a:gd name="connsiteX9" fmla="*/ 20098 w 30570"/>
                    <a:gd name="connsiteY9" fmla="*/ 35143 h 36461"/>
                    <a:gd name="connsiteX10" fmla="*/ 12773 w 30570"/>
                    <a:gd name="connsiteY10" fmla="*/ 36462 h 36461"/>
                    <a:gd name="connsiteX11" fmla="*/ 0 w 30570"/>
                    <a:gd name="connsiteY11" fmla="*/ 36462 h 36461"/>
                    <a:gd name="connsiteX12" fmla="*/ 25909 w 30570"/>
                    <a:gd name="connsiteY12" fmla="*/ 18231 h 36461"/>
                    <a:gd name="connsiteX13" fmla="*/ 25062 w 30570"/>
                    <a:gd name="connsiteY13" fmla="*/ 12534 h 36461"/>
                    <a:gd name="connsiteX14" fmla="*/ 22519 w 30570"/>
                    <a:gd name="connsiteY14" fmla="*/ 8096 h 36461"/>
                    <a:gd name="connsiteX15" fmla="*/ 18403 w 30570"/>
                    <a:gd name="connsiteY15" fmla="*/ 5217 h 36461"/>
                    <a:gd name="connsiteX16" fmla="*/ 12834 w 30570"/>
                    <a:gd name="connsiteY16" fmla="*/ 4138 h 36461"/>
                    <a:gd name="connsiteX17" fmla="*/ 4722 w 30570"/>
                    <a:gd name="connsiteY17" fmla="*/ 4138 h 36461"/>
                    <a:gd name="connsiteX18" fmla="*/ 4722 w 30570"/>
                    <a:gd name="connsiteY18" fmla="*/ 32384 h 36461"/>
                    <a:gd name="connsiteX19" fmla="*/ 12834 w 30570"/>
                    <a:gd name="connsiteY19" fmla="*/ 32384 h 36461"/>
                    <a:gd name="connsiteX20" fmla="*/ 18463 w 30570"/>
                    <a:gd name="connsiteY20" fmla="*/ 31304 h 36461"/>
                    <a:gd name="connsiteX21" fmla="*/ 22580 w 30570"/>
                    <a:gd name="connsiteY21" fmla="*/ 28306 h 36461"/>
                    <a:gd name="connsiteX22" fmla="*/ 25062 w 30570"/>
                    <a:gd name="connsiteY22" fmla="*/ 23808 h 36461"/>
                    <a:gd name="connsiteX23" fmla="*/ 25909 w 30570"/>
                    <a:gd name="connsiteY23" fmla="*/ 18171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0570" h="3646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2834" y="0"/>
                      </a:lnTo>
                      <a:cubicBezTo>
                        <a:pt x="15800" y="0"/>
                        <a:pt x="18342" y="480"/>
                        <a:pt x="20582" y="1439"/>
                      </a:cubicBezTo>
                      <a:cubicBezTo>
                        <a:pt x="22822" y="2399"/>
                        <a:pt x="24699" y="3718"/>
                        <a:pt x="26151" y="5337"/>
                      </a:cubicBezTo>
                      <a:cubicBezTo>
                        <a:pt x="27665" y="6957"/>
                        <a:pt x="28754" y="8936"/>
                        <a:pt x="29481" y="11094"/>
                      </a:cubicBezTo>
                      <a:cubicBezTo>
                        <a:pt x="30207" y="13313"/>
                        <a:pt x="30571" y="15652"/>
                        <a:pt x="30571" y="18171"/>
                      </a:cubicBezTo>
                      <a:cubicBezTo>
                        <a:pt x="30571" y="20930"/>
                        <a:pt x="30147" y="23448"/>
                        <a:pt x="29299" y="25667"/>
                      </a:cubicBezTo>
                      <a:cubicBezTo>
                        <a:pt x="28452" y="27886"/>
                        <a:pt x="27302" y="29805"/>
                        <a:pt x="25728" y="31424"/>
                      </a:cubicBezTo>
                      <a:cubicBezTo>
                        <a:pt x="24154" y="33044"/>
                        <a:pt x="22277" y="34243"/>
                        <a:pt x="20098" y="35143"/>
                      </a:cubicBezTo>
                      <a:cubicBezTo>
                        <a:pt x="17919" y="36042"/>
                        <a:pt x="15437" y="36462"/>
                        <a:pt x="12773" y="36462"/>
                      </a:cubicBezTo>
                      <a:lnTo>
                        <a:pt x="0" y="36462"/>
                      </a:lnTo>
                      <a:close/>
                      <a:moveTo>
                        <a:pt x="25909" y="18231"/>
                      </a:moveTo>
                      <a:cubicBezTo>
                        <a:pt x="25909" y="16192"/>
                        <a:pt x="25607" y="14273"/>
                        <a:pt x="25062" y="12534"/>
                      </a:cubicBezTo>
                      <a:cubicBezTo>
                        <a:pt x="24517" y="10795"/>
                        <a:pt x="23669" y="9295"/>
                        <a:pt x="22519" y="8096"/>
                      </a:cubicBezTo>
                      <a:cubicBezTo>
                        <a:pt x="21369" y="6897"/>
                        <a:pt x="20037" y="5877"/>
                        <a:pt x="18403" y="5217"/>
                      </a:cubicBezTo>
                      <a:cubicBezTo>
                        <a:pt x="16768" y="4498"/>
                        <a:pt x="14952" y="4138"/>
                        <a:pt x="12834" y="4138"/>
                      </a:cubicBezTo>
                      <a:lnTo>
                        <a:pt x="4722" y="4138"/>
                      </a:lnTo>
                      <a:lnTo>
                        <a:pt x="4722" y="32384"/>
                      </a:lnTo>
                      <a:lnTo>
                        <a:pt x="12834" y="32384"/>
                      </a:lnTo>
                      <a:cubicBezTo>
                        <a:pt x="14952" y="32384"/>
                        <a:pt x="16829" y="32024"/>
                        <a:pt x="18463" y="31304"/>
                      </a:cubicBezTo>
                      <a:cubicBezTo>
                        <a:pt x="20098" y="30585"/>
                        <a:pt x="21490" y="29565"/>
                        <a:pt x="22580" y="28306"/>
                      </a:cubicBezTo>
                      <a:cubicBezTo>
                        <a:pt x="23669" y="27047"/>
                        <a:pt x="24517" y="25547"/>
                        <a:pt x="25062" y="23808"/>
                      </a:cubicBezTo>
                      <a:cubicBezTo>
                        <a:pt x="25607" y="22069"/>
                        <a:pt x="25909" y="20210"/>
                        <a:pt x="25909" y="1817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1" name="Freeform 202">
                  <a:extLst>
                    <a:ext uri="{FF2B5EF4-FFF2-40B4-BE49-F238E27FC236}">
                      <a16:creationId xmlns:a16="http://schemas.microsoft.com/office/drawing/2014/main" id="{A5B652D3-5657-FCBD-2E35-2BDFE20B0D23}"/>
                    </a:ext>
                  </a:extLst>
                </p:cNvPr>
                <p:cNvSpPr/>
                <p:nvPr/>
              </p:nvSpPr>
              <p:spPr>
                <a:xfrm>
                  <a:off x="493518" y="584874"/>
                  <a:ext cx="31357" cy="36761"/>
                </a:xfrm>
                <a:custGeom>
                  <a:avLst/>
                  <a:gdLst>
                    <a:gd name="connsiteX0" fmla="*/ 15618 w 31357"/>
                    <a:gd name="connsiteY0" fmla="*/ 32684 h 36761"/>
                    <a:gd name="connsiteX1" fmla="*/ 20945 w 31357"/>
                    <a:gd name="connsiteY1" fmla="*/ 31424 h 36761"/>
                    <a:gd name="connsiteX2" fmla="*/ 24335 w 31357"/>
                    <a:gd name="connsiteY2" fmla="*/ 28186 h 36761"/>
                    <a:gd name="connsiteX3" fmla="*/ 26151 w 31357"/>
                    <a:gd name="connsiteY3" fmla="*/ 23688 h 36761"/>
                    <a:gd name="connsiteX4" fmla="*/ 26696 w 31357"/>
                    <a:gd name="connsiteY4" fmla="*/ 18531 h 36761"/>
                    <a:gd name="connsiteX5" fmla="*/ 26696 w 31357"/>
                    <a:gd name="connsiteY5" fmla="*/ 60 h 36761"/>
                    <a:gd name="connsiteX6" fmla="*/ 31358 w 31357"/>
                    <a:gd name="connsiteY6" fmla="*/ 60 h 36761"/>
                    <a:gd name="connsiteX7" fmla="*/ 31358 w 31357"/>
                    <a:gd name="connsiteY7" fmla="*/ 18531 h 36761"/>
                    <a:gd name="connsiteX8" fmla="*/ 30510 w 31357"/>
                    <a:gd name="connsiteY8" fmla="*/ 25547 h 36761"/>
                    <a:gd name="connsiteX9" fmla="*/ 27786 w 31357"/>
                    <a:gd name="connsiteY9" fmla="*/ 31364 h 36761"/>
                    <a:gd name="connsiteX10" fmla="*/ 22943 w 31357"/>
                    <a:gd name="connsiteY10" fmla="*/ 35322 h 36761"/>
                    <a:gd name="connsiteX11" fmla="*/ 15679 w 31357"/>
                    <a:gd name="connsiteY11" fmla="*/ 36762 h 36761"/>
                    <a:gd name="connsiteX12" fmla="*/ 8293 w 31357"/>
                    <a:gd name="connsiteY12" fmla="*/ 35202 h 36761"/>
                    <a:gd name="connsiteX13" fmla="*/ 3451 w 31357"/>
                    <a:gd name="connsiteY13" fmla="*/ 31124 h 36761"/>
                    <a:gd name="connsiteX14" fmla="*/ 787 w 31357"/>
                    <a:gd name="connsiteY14" fmla="*/ 25247 h 36761"/>
                    <a:gd name="connsiteX15" fmla="*/ 0 w 31357"/>
                    <a:gd name="connsiteY15" fmla="*/ 18471 h 36761"/>
                    <a:gd name="connsiteX16" fmla="*/ 0 w 31357"/>
                    <a:gd name="connsiteY16" fmla="*/ 0 h 36761"/>
                    <a:gd name="connsiteX17" fmla="*/ 4661 w 31357"/>
                    <a:gd name="connsiteY17" fmla="*/ 0 h 36761"/>
                    <a:gd name="connsiteX18" fmla="*/ 4661 w 31357"/>
                    <a:gd name="connsiteY18" fmla="*/ 18471 h 36761"/>
                    <a:gd name="connsiteX19" fmla="*/ 5206 w 31357"/>
                    <a:gd name="connsiteY19" fmla="*/ 23748 h 36761"/>
                    <a:gd name="connsiteX20" fmla="*/ 7022 w 31357"/>
                    <a:gd name="connsiteY20" fmla="*/ 28246 h 36761"/>
                    <a:gd name="connsiteX21" fmla="*/ 10412 w 31357"/>
                    <a:gd name="connsiteY21" fmla="*/ 31424 h 36761"/>
                    <a:gd name="connsiteX22" fmla="*/ 15679 w 31357"/>
                    <a:gd name="connsiteY22" fmla="*/ 32624 h 36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1357" h="36761">
                      <a:moveTo>
                        <a:pt x="15618" y="32684"/>
                      </a:moveTo>
                      <a:cubicBezTo>
                        <a:pt x="17737" y="32684"/>
                        <a:pt x="19553" y="32264"/>
                        <a:pt x="20945" y="31424"/>
                      </a:cubicBezTo>
                      <a:cubicBezTo>
                        <a:pt x="22338" y="30585"/>
                        <a:pt x="23488" y="29505"/>
                        <a:pt x="24335" y="28186"/>
                      </a:cubicBezTo>
                      <a:cubicBezTo>
                        <a:pt x="25183" y="26867"/>
                        <a:pt x="25788" y="25367"/>
                        <a:pt x="26151" y="23688"/>
                      </a:cubicBezTo>
                      <a:cubicBezTo>
                        <a:pt x="26515" y="22009"/>
                        <a:pt x="26696" y="20270"/>
                        <a:pt x="26696" y="18531"/>
                      </a:cubicBezTo>
                      <a:lnTo>
                        <a:pt x="26696" y="60"/>
                      </a:lnTo>
                      <a:lnTo>
                        <a:pt x="31358" y="60"/>
                      </a:lnTo>
                      <a:lnTo>
                        <a:pt x="31358" y="18531"/>
                      </a:lnTo>
                      <a:cubicBezTo>
                        <a:pt x="31358" y="20990"/>
                        <a:pt x="31055" y="23328"/>
                        <a:pt x="30510" y="25547"/>
                      </a:cubicBezTo>
                      <a:cubicBezTo>
                        <a:pt x="29965" y="27766"/>
                        <a:pt x="29057" y="29685"/>
                        <a:pt x="27786" y="31364"/>
                      </a:cubicBezTo>
                      <a:cubicBezTo>
                        <a:pt x="26515" y="33044"/>
                        <a:pt x="24941" y="34363"/>
                        <a:pt x="22943" y="35322"/>
                      </a:cubicBezTo>
                      <a:cubicBezTo>
                        <a:pt x="20945" y="36282"/>
                        <a:pt x="18524" y="36762"/>
                        <a:pt x="15679" y="36762"/>
                      </a:cubicBezTo>
                      <a:cubicBezTo>
                        <a:pt x="12834" y="36762"/>
                        <a:pt x="10291" y="36222"/>
                        <a:pt x="8293" y="35202"/>
                      </a:cubicBezTo>
                      <a:cubicBezTo>
                        <a:pt x="6296" y="34183"/>
                        <a:pt x="4661" y="32804"/>
                        <a:pt x="3451" y="31124"/>
                      </a:cubicBezTo>
                      <a:cubicBezTo>
                        <a:pt x="2240" y="29445"/>
                        <a:pt x="1332" y="27466"/>
                        <a:pt x="787" y="25247"/>
                      </a:cubicBezTo>
                      <a:cubicBezTo>
                        <a:pt x="242" y="23029"/>
                        <a:pt x="0" y="20750"/>
                        <a:pt x="0" y="18471"/>
                      </a:cubicBez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18471"/>
                      </a:lnTo>
                      <a:cubicBezTo>
                        <a:pt x="4661" y="20270"/>
                        <a:pt x="4843" y="22069"/>
                        <a:pt x="5206" y="23748"/>
                      </a:cubicBezTo>
                      <a:cubicBezTo>
                        <a:pt x="5569" y="25427"/>
                        <a:pt x="6175" y="26927"/>
                        <a:pt x="7022" y="28246"/>
                      </a:cubicBezTo>
                      <a:cubicBezTo>
                        <a:pt x="7870" y="29565"/>
                        <a:pt x="9020" y="30585"/>
                        <a:pt x="10412" y="31424"/>
                      </a:cubicBezTo>
                      <a:cubicBezTo>
                        <a:pt x="11804" y="32264"/>
                        <a:pt x="13560" y="32624"/>
                        <a:pt x="15679" y="32624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" name="Freeform 203">
                  <a:extLst>
                    <a:ext uri="{FF2B5EF4-FFF2-40B4-BE49-F238E27FC236}">
                      <a16:creationId xmlns:a16="http://schemas.microsoft.com/office/drawing/2014/main" id="{146FCC98-66D0-280E-A55D-E46FCC681AB3}"/>
                    </a:ext>
                  </a:extLst>
                </p:cNvPr>
                <p:cNvSpPr/>
                <p:nvPr/>
              </p:nvSpPr>
              <p:spPr>
                <a:xfrm>
                  <a:off x="535228" y="584994"/>
                  <a:ext cx="31115" cy="36461"/>
                </a:xfrm>
                <a:custGeom>
                  <a:avLst/>
                  <a:gdLst>
                    <a:gd name="connsiteX0" fmla="*/ 4661 w 31115"/>
                    <a:gd name="connsiteY0" fmla="*/ 8636 h 36461"/>
                    <a:gd name="connsiteX1" fmla="*/ 4661 w 31115"/>
                    <a:gd name="connsiteY1" fmla="*/ 36462 h 36461"/>
                    <a:gd name="connsiteX2" fmla="*/ 0 w 31115"/>
                    <a:gd name="connsiteY2" fmla="*/ 36462 h 36461"/>
                    <a:gd name="connsiteX3" fmla="*/ 0 w 31115"/>
                    <a:gd name="connsiteY3" fmla="*/ 0 h 36461"/>
                    <a:gd name="connsiteX4" fmla="*/ 3632 w 31115"/>
                    <a:gd name="connsiteY4" fmla="*/ 0 h 36461"/>
                    <a:gd name="connsiteX5" fmla="*/ 26454 w 31115"/>
                    <a:gd name="connsiteY5" fmla="*/ 28426 h 36461"/>
                    <a:gd name="connsiteX6" fmla="*/ 26454 w 31115"/>
                    <a:gd name="connsiteY6" fmla="*/ 60 h 36461"/>
                    <a:gd name="connsiteX7" fmla="*/ 31115 w 31115"/>
                    <a:gd name="connsiteY7" fmla="*/ 60 h 36461"/>
                    <a:gd name="connsiteX8" fmla="*/ 31115 w 31115"/>
                    <a:gd name="connsiteY8" fmla="*/ 36462 h 36461"/>
                    <a:gd name="connsiteX9" fmla="*/ 27181 w 31115"/>
                    <a:gd name="connsiteY9" fmla="*/ 36462 h 36461"/>
                    <a:gd name="connsiteX10" fmla="*/ 4661 w 31115"/>
                    <a:gd name="connsiteY10" fmla="*/ 8636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1115" h="36461">
                      <a:moveTo>
                        <a:pt x="4661" y="8636"/>
                      </a:moveTo>
                      <a:lnTo>
                        <a:pt x="466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3632" y="0"/>
                      </a:lnTo>
                      <a:lnTo>
                        <a:pt x="26454" y="28426"/>
                      </a:lnTo>
                      <a:lnTo>
                        <a:pt x="26454" y="60"/>
                      </a:lnTo>
                      <a:lnTo>
                        <a:pt x="31115" y="60"/>
                      </a:lnTo>
                      <a:lnTo>
                        <a:pt x="31115" y="36462"/>
                      </a:lnTo>
                      <a:lnTo>
                        <a:pt x="27181" y="36462"/>
                      </a:lnTo>
                      <a:lnTo>
                        <a:pt x="4661" y="8636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3" name="Freeform 204">
                  <a:extLst>
                    <a:ext uri="{FF2B5EF4-FFF2-40B4-BE49-F238E27FC236}">
                      <a16:creationId xmlns:a16="http://schemas.microsoft.com/office/drawing/2014/main" id="{B96F4349-A5B5-5663-F79A-FA04179C8B1E}"/>
                    </a:ext>
                  </a:extLst>
                </p:cNvPr>
                <p:cNvSpPr/>
                <p:nvPr/>
              </p:nvSpPr>
              <p:spPr>
                <a:xfrm>
                  <a:off x="577239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" name="Freeform 205">
                  <a:extLst>
                    <a:ext uri="{FF2B5EF4-FFF2-40B4-BE49-F238E27FC236}">
                      <a16:creationId xmlns:a16="http://schemas.microsoft.com/office/drawing/2014/main" id="{6C7A3101-EC2E-3498-B44C-69F2BAE2370B}"/>
                    </a:ext>
                  </a:extLst>
                </p:cNvPr>
                <p:cNvSpPr/>
                <p:nvPr/>
              </p:nvSpPr>
              <p:spPr>
                <a:xfrm>
                  <a:off x="588862" y="584994"/>
                  <a:ext cx="34142" cy="36461"/>
                </a:xfrm>
                <a:custGeom>
                  <a:avLst/>
                  <a:gdLst>
                    <a:gd name="connsiteX0" fmla="*/ 4964 w 34142"/>
                    <a:gd name="connsiteY0" fmla="*/ 0 h 36461"/>
                    <a:gd name="connsiteX1" fmla="*/ 17132 w 34142"/>
                    <a:gd name="connsiteY1" fmla="*/ 30645 h 36461"/>
                    <a:gd name="connsiteX2" fmla="*/ 29239 w 34142"/>
                    <a:gd name="connsiteY2" fmla="*/ 0 h 36461"/>
                    <a:gd name="connsiteX3" fmla="*/ 34142 w 34142"/>
                    <a:gd name="connsiteY3" fmla="*/ 0 h 36461"/>
                    <a:gd name="connsiteX4" fmla="*/ 19129 w 34142"/>
                    <a:gd name="connsiteY4" fmla="*/ 36462 h 36461"/>
                    <a:gd name="connsiteX5" fmla="*/ 15073 w 34142"/>
                    <a:gd name="connsiteY5" fmla="*/ 36462 h 36461"/>
                    <a:gd name="connsiteX6" fmla="*/ 0 w 34142"/>
                    <a:gd name="connsiteY6" fmla="*/ 0 h 36461"/>
                    <a:gd name="connsiteX7" fmla="*/ 4903 w 34142"/>
                    <a:gd name="connsiteY7" fmla="*/ 0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4142" h="36461">
                      <a:moveTo>
                        <a:pt x="4964" y="0"/>
                      </a:moveTo>
                      <a:lnTo>
                        <a:pt x="17132" y="30645"/>
                      </a:lnTo>
                      <a:lnTo>
                        <a:pt x="29239" y="0"/>
                      </a:lnTo>
                      <a:lnTo>
                        <a:pt x="34142" y="0"/>
                      </a:lnTo>
                      <a:lnTo>
                        <a:pt x="19129" y="36462"/>
                      </a:lnTo>
                      <a:lnTo>
                        <a:pt x="15073" y="36462"/>
                      </a:lnTo>
                      <a:lnTo>
                        <a:pt x="0" y="0"/>
                      </a:lnTo>
                      <a:lnTo>
                        <a:pt x="4903" y="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" name="Freeform 206">
                  <a:extLst>
                    <a:ext uri="{FF2B5EF4-FFF2-40B4-BE49-F238E27FC236}">
                      <a16:creationId xmlns:a16="http://schemas.microsoft.com/office/drawing/2014/main" id="{DC586F3A-3AEC-33C0-6FC3-4D1B7E796C47}"/>
                    </a:ext>
                  </a:extLst>
                </p:cNvPr>
                <p:cNvSpPr/>
                <p:nvPr/>
              </p:nvSpPr>
              <p:spPr>
                <a:xfrm>
                  <a:off x="630148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" name="Freeform 207">
                  <a:extLst>
                    <a:ext uri="{FF2B5EF4-FFF2-40B4-BE49-F238E27FC236}">
                      <a16:creationId xmlns:a16="http://schemas.microsoft.com/office/drawing/2014/main" id="{AD5818D0-550A-5A3C-1E8F-49A04F1A4F43}"/>
                    </a:ext>
                  </a:extLst>
                </p:cNvPr>
                <p:cNvSpPr/>
                <p:nvPr/>
              </p:nvSpPr>
              <p:spPr>
                <a:xfrm>
                  <a:off x="663503" y="584994"/>
                  <a:ext cx="28088" cy="36521"/>
                </a:xfrm>
                <a:custGeom>
                  <a:avLst/>
                  <a:gdLst>
                    <a:gd name="connsiteX0" fmla="*/ 61 w 28088"/>
                    <a:gd name="connsiteY0" fmla="*/ 36462 h 36521"/>
                    <a:gd name="connsiteX1" fmla="*/ 61 w 28088"/>
                    <a:gd name="connsiteY1" fmla="*/ 0 h 36521"/>
                    <a:gd name="connsiteX2" fmla="*/ 15800 w 28088"/>
                    <a:gd name="connsiteY2" fmla="*/ 0 h 36521"/>
                    <a:gd name="connsiteX3" fmla="*/ 20279 w 28088"/>
                    <a:gd name="connsiteY3" fmla="*/ 1019 h 36521"/>
                    <a:gd name="connsiteX4" fmla="*/ 23791 w 28088"/>
                    <a:gd name="connsiteY4" fmla="*/ 3658 h 36521"/>
                    <a:gd name="connsiteX5" fmla="*/ 26091 w 28088"/>
                    <a:gd name="connsiteY5" fmla="*/ 7436 h 36521"/>
                    <a:gd name="connsiteX6" fmla="*/ 26938 w 28088"/>
                    <a:gd name="connsiteY6" fmla="*/ 11694 h 36521"/>
                    <a:gd name="connsiteX7" fmla="*/ 26394 w 28088"/>
                    <a:gd name="connsiteY7" fmla="*/ 15352 h 36521"/>
                    <a:gd name="connsiteX8" fmla="*/ 24820 w 28088"/>
                    <a:gd name="connsiteY8" fmla="*/ 18591 h 36521"/>
                    <a:gd name="connsiteX9" fmla="*/ 22398 w 28088"/>
                    <a:gd name="connsiteY9" fmla="*/ 21050 h 36521"/>
                    <a:gd name="connsiteX10" fmla="*/ 19190 w 28088"/>
                    <a:gd name="connsiteY10" fmla="*/ 22549 h 36521"/>
                    <a:gd name="connsiteX11" fmla="*/ 28089 w 28088"/>
                    <a:gd name="connsiteY11" fmla="*/ 36522 h 36521"/>
                    <a:gd name="connsiteX12" fmla="*/ 22822 w 28088"/>
                    <a:gd name="connsiteY12" fmla="*/ 36522 h 36521"/>
                    <a:gd name="connsiteX13" fmla="*/ 14407 w 28088"/>
                    <a:gd name="connsiteY13" fmla="*/ 23448 h 36521"/>
                    <a:gd name="connsiteX14" fmla="*/ 4661 w 28088"/>
                    <a:gd name="connsiteY14" fmla="*/ 23448 h 36521"/>
                    <a:gd name="connsiteX15" fmla="*/ 4661 w 28088"/>
                    <a:gd name="connsiteY15" fmla="*/ 36522 h 36521"/>
                    <a:gd name="connsiteX16" fmla="*/ 0 w 28088"/>
                    <a:gd name="connsiteY16" fmla="*/ 36522 h 36521"/>
                    <a:gd name="connsiteX17" fmla="*/ 4722 w 28088"/>
                    <a:gd name="connsiteY17" fmla="*/ 19310 h 36521"/>
                    <a:gd name="connsiteX18" fmla="*/ 15860 w 28088"/>
                    <a:gd name="connsiteY18" fmla="*/ 19310 h 36521"/>
                    <a:gd name="connsiteX19" fmla="*/ 18463 w 28088"/>
                    <a:gd name="connsiteY19" fmla="*/ 18711 h 36521"/>
                    <a:gd name="connsiteX20" fmla="*/ 20461 w 28088"/>
                    <a:gd name="connsiteY20" fmla="*/ 17032 h 36521"/>
                    <a:gd name="connsiteX21" fmla="*/ 21732 w 28088"/>
                    <a:gd name="connsiteY21" fmla="*/ 14573 h 36521"/>
                    <a:gd name="connsiteX22" fmla="*/ 22217 w 28088"/>
                    <a:gd name="connsiteY22" fmla="*/ 11694 h 36521"/>
                    <a:gd name="connsiteX23" fmla="*/ 21672 w 28088"/>
                    <a:gd name="connsiteY23" fmla="*/ 8816 h 36521"/>
                    <a:gd name="connsiteX24" fmla="*/ 20219 w 28088"/>
                    <a:gd name="connsiteY24" fmla="*/ 6417 h 36521"/>
                    <a:gd name="connsiteX25" fmla="*/ 18100 w 28088"/>
                    <a:gd name="connsiteY25" fmla="*/ 4798 h 36521"/>
                    <a:gd name="connsiteX26" fmla="*/ 15558 w 28088"/>
                    <a:gd name="connsiteY26" fmla="*/ 4198 h 36521"/>
                    <a:gd name="connsiteX27" fmla="*/ 4722 w 28088"/>
                    <a:gd name="connsiteY27" fmla="*/ 4198 h 36521"/>
                    <a:gd name="connsiteX28" fmla="*/ 4722 w 28088"/>
                    <a:gd name="connsiteY28" fmla="*/ 1937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8088" h="3652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5800" y="0"/>
                      </a:lnTo>
                      <a:cubicBezTo>
                        <a:pt x="17434" y="0"/>
                        <a:pt x="18887" y="360"/>
                        <a:pt x="20279" y="1019"/>
                      </a:cubicBezTo>
                      <a:cubicBezTo>
                        <a:pt x="21672" y="1679"/>
                        <a:pt x="22822" y="2579"/>
                        <a:pt x="23791" y="3658"/>
                      </a:cubicBezTo>
                      <a:cubicBezTo>
                        <a:pt x="24759" y="4798"/>
                        <a:pt x="25546" y="5997"/>
                        <a:pt x="26091" y="7436"/>
                      </a:cubicBezTo>
                      <a:cubicBezTo>
                        <a:pt x="26636" y="8816"/>
                        <a:pt x="26938" y="10255"/>
                        <a:pt x="26938" y="11694"/>
                      </a:cubicBezTo>
                      <a:cubicBezTo>
                        <a:pt x="26938" y="12954"/>
                        <a:pt x="26757" y="14213"/>
                        <a:pt x="26394" y="15352"/>
                      </a:cubicBezTo>
                      <a:cubicBezTo>
                        <a:pt x="26030" y="16552"/>
                        <a:pt x="25486" y="17631"/>
                        <a:pt x="24820" y="18591"/>
                      </a:cubicBezTo>
                      <a:cubicBezTo>
                        <a:pt x="24154" y="19550"/>
                        <a:pt x="23306" y="20390"/>
                        <a:pt x="22398" y="21050"/>
                      </a:cubicBezTo>
                      <a:cubicBezTo>
                        <a:pt x="21430" y="21709"/>
                        <a:pt x="20401" y="22249"/>
                        <a:pt x="19190" y="22549"/>
                      </a:cubicBezTo>
                      <a:lnTo>
                        <a:pt x="28089" y="36522"/>
                      </a:lnTo>
                      <a:lnTo>
                        <a:pt x="22822" y="36522"/>
                      </a:lnTo>
                      <a:lnTo>
                        <a:pt x="14407" y="23448"/>
                      </a:lnTo>
                      <a:lnTo>
                        <a:pt x="4661" y="23448"/>
                      </a:lnTo>
                      <a:lnTo>
                        <a:pt x="4661" y="36522"/>
                      </a:lnTo>
                      <a:lnTo>
                        <a:pt x="0" y="36522"/>
                      </a:lnTo>
                      <a:close/>
                      <a:moveTo>
                        <a:pt x="4722" y="19310"/>
                      </a:moveTo>
                      <a:lnTo>
                        <a:pt x="15860" y="19310"/>
                      </a:lnTo>
                      <a:cubicBezTo>
                        <a:pt x="16829" y="19310"/>
                        <a:pt x="17676" y="19131"/>
                        <a:pt x="18463" y="18711"/>
                      </a:cubicBezTo>
                      <a:cubicBezTo>
                        <a:pt x="19250" y="18291"/>
                        <a:pt x="19916" y="17751"/>
                        <a:pt x="20461" y="17032"/>
                      </a:cubicBezTo>
                      <a:cubicBezTo>
                        <a:pt x="21006" y="16312"/>
                        <a:pt x="21430" y="15532"/>
                        <a:pt x="21732" y="14573"/>
                      </a:cubicBezTo>
                      <a:cubicBezTo>
                        <a:pt x="22035" y="13673"/>
                        <a:pt x="22217" y="12714"/>
                        <a:pt x="22217" y="11694"/>
                      </a:cubicBezTo>
                      <a:cubicBezTo>
                        <a:pt x="22217" y="10675"/>
                        <a:pt x="22035" y="9715"/>
                        <a:pt x="21672" y="8816"/>
                      </a:cubicBezTo>
                      <a:cubicBezTo>
                        <a:pt x="21309" y="7916"/>
                        <a:pt x="20824" y="7136"/>
                        <a:pt x="20219" y="6417"/>
                      </a:cubicBezTo>
                      <a:cubicBezTo>
                        <a:pt x="19614" y="5697"/>
                        <a:pt x="18887" y="5157"/>
                        <a:pt x="18100" y="4798"/>
                      </a:cubicBezTo>
                      <a:cubicBezTo>
                        <a:pt x="17313" y="4438"/>
                        <a:pt x="16405" y="4198"/>
                        <a:pt x="15558" y="4198"/>
                      </a:cubicBezTo>
                      <a:lnTo>
                        <a:pt x="4722" y="4198"/>
                      </a:lnTo>
                      <a:lnTo>
                        <a:pt x="4722" y="1937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7" name="Freeform 208">
                  <a:extLst>
                    <a:ext uri="{FF2B5EF4-FFF2-40B4-BE49-F238E27FC236}">
                      <a16:creationId xmlns:a16="http://schemas.microsoft.com/office/drawing/2014/main" id="{FABBEE31-F2FC-B682-821A-21F54DA7194F}"/>
                    </a:ext>
                  </a:extLst>
                </p:cNvPr>
                <p:cNvSpPr/>
                <p:nvPr/>
              </p:nvSpPr>
              <p:spPr>
                <a:xfrm>
                  <a:off x="696737" y="584634"/>
                  <a:ext cx="28330" cy="37181"/>
                </a:xfrm>
                <a:custGeom>
                  <a:avLst/>
                  <a:gdLst>
                    <a:gd name="connsiteX0" fmla="*/ 24578 w 28330"/>
                    <a:gd name="connsiteY0" fmla="*/ 8036 h 37181"/>
                    <a:gd name="connsiteX1" fmla="*/ 22943 w 28330"/>
                    <a:gd name="connsiteY1" fmla="*/ 6657 h 37181"/>
                    <a:gd name="connsiteX2" fmla="*/ 20582 w 28330"/>
                    <a:gd name="connsiteY2" fmla="*/ 5457 h 37181"/>
                    <a:gd name="connsiteX3" fmla="*/ 17737 w 28330"/>
                    <a:gd name="connsiteY3" fmla="*/ 4558 h 37181"/>
                    <a:gd name="connsiteX4" fmla="*/ 14529 w 28330"/>
                    <a:gd name="connsiteY4" fmla="*/ 4198 h 37181"/>
                    <a:gd name="connsiteX5" fmla="*/ 8233 w 28330"/>
                    <a:gd name="connsiteY5" fmla="*/ 5817 h 37181"/>
                    <a:gd name="connsiteX6" fmla="*/ 6235 w 28330"/>
                    <a:gd name="connsiteY6" fmla="*/ 10195 h 37181"/>
                    <a:gd name="connsiteX7" fmla="*/ 6780 w 28330"/>
                    <a:gd name="connsiteY7" fmla="*/ 12654 h 37181"/>
                    <a:gd name="connsiteX8" fmla="*/ 8596 w 28330"/>
                    <a:gd name="connsiteY8" fmla="*/ 14333 h 37181"/>
                    <a:gd name="connsiteX9" fmla="*/ 11623 w 28330"/>
                    <a:gd name="connsiteY9" fmla="*/ 15532 h 37181"/>
                    <a:gd name="connsiteX10" fmla="*/ 15921 w 28330"/>
                    <a:gd name="connsiteY10" fmla="*/ 16612 h 37181"/>
                    <a:gd name="connsiteX11" fmla="*/ 21066 w 28330"/>
                    <a:gd name="connsiteY11" fmla="*/ 17991 h 37181"/>
                    <a:gd name="connsiteX12" fmla="*/ 25001 w 28330"/>
                    <a:gd name="connsiteY12" fmla="*/ 19970 h 37181"/>
                    <a:gd name="connsiteX13" fmla="*/ 27483 w 28330"/>
                    <a:gd name="connsiteY13" fmla="*/ 22849 h 37181"/>
                    <a:gd name="connsiteX14" fmla="*/ 28331 w 28330"/>
                    <a:gd name="connsiteY14" fmla="*/ 26987 h 37181"/>
                    <a:gd name="connsiteX15" fmla="*/ 27302 w 28330"/>
                    <a:gd name="connsiteY15" fmla="*/ 31544 h 37181"/>
                    <a:gd name="connsiteX16" fmla="*/ 24456 w 28330"/>
                    <a:gd name="connsiteY16" fmla="*/ 34723 h 37181"/>
                    <a:gd name="connsiteX17" fmla="*/ 20219 w 28330"/>
                    <a:gd name="connsiteY17" fmla="*/ 36582 h 37181"/>
                    <a:gd name="connsiteX18" fmla="*/ 14952 w 28330"/>
                    <a:gd name="connsiteY18" fmla="*/ 37182 h 37181"/>
                    <a:gd name="connsiteX19" fmla="*/ 6901 w 28330"/>
                    <a:gd name="connsiteY19" fmla="*/ 35862 h 37181"/>
                    <a:gd name="connsiteX20" fmla="*/ 0 w 28330"/>
                    <a:gd name="connsiteY20" fmla="*/ 32024 h 37181"/>
                    <a:gd name="connsiteX21" fmla="*/ 2240 w 28330"/>
                    <a:gd name="connsiteY21" fmla="*/ 28126 h 37181"/>
                    <a:gd name="connsiteX22" fmla="*/ 4419 w 28330"/>
                    <a:gd name="connsiteY22" fmla="*/ 29865 h 37181"/>
                    <a:gd name="connsiteX23" fmla="*/ 7446 w 28330"/>
                    <a:gd name="connsiteY23" fmla="*/ 31424 h 37181"/>
                    <a:gd name="connsiteX24" fmla="*/ 11078 w 28330"/>
                    <a:gd name="connsiteY24" fmla="*/ 32564 h 37181"/>
                    <a:gd name="connsiteX25" fmla="*/ 15134 w 28330"/>
                    <a:gd name="connsiteY25" fmla="*/ 32984 h 37181"/>
                    <a:gd name="connsiteX26" fmla="*/ 21248 w 28330"/>
                    <a:gd name="connsiteY26" fmla="*/ 31604 h 37181"/>
                    <a:gd name="connsiteX27" fmla="*/ 23427 w 28330"/>
                    <a:gd name="connsiteY27" fmla="*/ 27466 h 37181"/>
                    <a:gd name="connsiteX28" fmla="*/ 22701 w 28330"/>
                    <a:gd name="connsiteY28" fmla="*/ 24888 h 37181"/>
                    <a:gd name="connsiteX29" fmla="*/ 20643 w 28330"/>
                    <a:gd name="connsiteY29" fmla="*/ 23089 h 37181"/>
                    <a:gd name="connsiteX30" fmla="*/ 17313 w 28330"/>
                    <a:gd name="connsiteY30" fmla="*/ 21709 h 37181"/>
                    <a:gd name="connsiteX31" fmla="*/ 12773 w 28330"/>
                    <a:gd name="connsiteY31" fmla="*/ 20510 h 37181"/>
                    <a:gd name="connsiteX32" fmla="*/ 7870 w 28330"/>
                    <a:gd name="connsiteY32" fmla="*/ 19071 h 37181"/>
                    <a:gd name="connsiteX33" fmla="*/ 4298 w 28330"/>
                    <a:gd name="connsiteY33" fmla="*/ 17211 h 37181"/>
                    <a:gd name="connsiteX34" fmla="*/ 2119 w 28330"/>
                    <a:gd name="connsiteY34" fmla="*/ 14573 h 37181"/>
                    <a:gd name="connsiteX35" fmla="*/ 1392 w 28330"/>
                    <a:gd name="connsiteY35" fmla="*/ 10855 h 37181"/>
                    <a:gd name="connsiteX36" fmla="*/ 2361 w 28330"/>
                    <a:gd name="connsiteY36" fmla="*/ 6237 h 37181"/>
                    <a:gd name="connsiteX37" fmla="*/ 5085 w 28330"/>
                    <a:gd name="connsiteY37" fmla="*/ 2819 h 37181"/>
                    <a:gd name="connsiteX38" fmla="*/ 9262 w 28330"/>
                    <a:gd name="connsiteY38" fmla="*/ 720 h 37181"/>
                    <a:gd name="connsiteX39" fmla="*/ 14529 w 28330"/>
                    <a:gd name="connsiteY39" fmla="*/ 0 h 37181"/>
                    <a:gd name="connsiteX40" fmla="*/ 21248 w 28330"/>
                    <a:gd name="connsiteY40" fmla="*/ 1139 h 37181"/>
                    <a:gd name="connsiteX41" fmla="*/ 26575 w 28330"/>
                    <a:gd name="connsiteY41" fmla="*/ 4198 h 37181"/>
                    <a:gd name="connsiteX42" fmla="*/ 24396 w 28330"/>
                    <a:gd name="connsiteY42" fmla="*/ 7976 h 37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28330" h="37181">
                      <a:moveTo>
                        <a:pt x="24578" y="8036"/>
                      </a:moveTo>
                      <a:cubicBezTo>
                        <a:pt x="24154" y="7556"/>
                        <a:pt x="23609" y="7076"/>
                        <a:pt x="22943" y="6657"/>
                      </a:cubicBezTo>
                      <a:cubicBezTo>
                        <a:pt x="22277" y="6237"/>
                        <a:pt x="21490" y="5817"/>
                        <a:pt x="20582" y="5457"/>
                      </a:cubicBezTo>
                      <a:cubicBezTo>
                        <a:pt x="19674" y="5097"/>
                        <a:pt x="18766" y="4798"/>
                        <a:pt x="17737" y="4558"/>
                      </a:cubicBezTo>
                      <a:cubicBezTo>
                        <a:pt x="16708" y="4318"/>
                        <a:pt x="15679" y="4198"/>
                        <a:pt x="14529" y="4198"/>
                      </a:cubicBezTo>
                      <a:cubicBezTo>
                        <a:pt x="11683" y="4198"/>
                        <a:pt x="9565" y="4738"/>
                        <a:pt x="8233" y="5817"/>
                      </a:cubicBezTo>
                      <a:cubicBezTo>
                        <a:pt x="6901" y="6897"/>
                        <a:pt x="6235" y="8336"/>
                        <a:pt x="6235" y="10195"/>
                      </a:cubicBezTo>
                      <a:cubicBezTo>
                        <a:pt x="6235" y="11214"/>
                        <a:pt x="6417" y="11994"/>
                        <a:pt x="6780" y="12654"/>
                      </a:cubicBezTo>
                      <a:cubicBezTo>
                        <a:pt x="7143" y="13313"/>
                        <a:pt x="7749" y="13853"/>
                        <a:pt x="8596" y="14333"/>
                      </a:cubicBezTo>
                      <a:cubicBezTo>
                        <a:pt x="9444" y="14813"/>
                        <a:pt x="10412" y="15172"/>
                        <a:pt x="11623" y="15532"/>
                      </a:cubicBezTo>
                      <a:cubicBezTo>
                        <a:pt x="12834" y="15892"/>
                        <a:pt x="14286" y="16252"/>
                        <a:pt x="15921" y="16612"/>
                      </a:cubicBezTo>
                      <a:cubicBezTo>
                        <a:pt x="17798" y="17032"/>
                        <a:pt x="19553" y="17511"/>
                        <a:pt x="21066" y="17991"/>
                      </a:cubicBezTo>
                      <a:cubicBezTo>
                        <a:pt x="22580" y="18531"/>
                        <a:pt x="23912" y="19190"/>
                        <a:pt x="25001" y="19970"/>
                      </a:cubicBezTo>
                      <a:cubicBezTo>
                        <a:pt x="26091" y="20750"/>
                        <a:pt x="26938" y="21709"/>
                        <a:pt x="27483" y="22849"/>
                      </a:cubicBezTo>
                      <a:cubicBezTo>
                        <a:pt x="28028" y="23988"/>
                        <a:pt x="28331" y="25367"/>
                        <a:pt x="28331" y="26987"/>
                      </a:cubicBezTo>
                      <a:cubicBezTo>
                        <a:pt x="28331" y="28726"/>
                        <a:pt x="27968" y="30225"/>
                        <a:pt x="27302" y="31544"/>
                      </a:cubicBezTo>
                      <a:cubicBezTo>
                        <a:pt x="26636" y="32804"/>
                        <a:pt x="25667" y="33883"/>
                        <a:pt x="24456" y="34723"/>
                      </a:cubicBezTo>
                      <a:cubicBezTo>
                        <a:pt x="23246" y="35562"/>
                        <a:pt x="21853" y="36162"/>
                        <a:pt x="20219" y="36582"/>
                      </a:cubicBezTo>
                      <a:cubicBezTo>
                        <a:pt x="18584" y="37002"/>
                        <a:pt x="16829" y="37182"/>
                        <a:pt x="14952" y="37182"/>
                      </a:cubicBezTo>
                      <a:cubicBezTo>
                        <a:pt x="12107" y="37182"/>
                        <a:pt x="9444" y="36762"/>
                        <a:pt x="6901" y="35862"/>
                      </a:cubicBezTo>
                      <a:cubicBezTo>
                        <a:pt x="4359" y="34963"/>
                        <a:pt x="2058" y="33703"/>
                        <a:pt x="0" y="32024"/>
                      </a:cubicBezTo>
                      <a:lnTo>
                        <a:pt x="2240" y="28126"/>
                      </a:lnTo>
                      <a:cubicBezTo>
                        <a:pt x="2785" y="28726"/>
                        <a:pt x="3511" y="29265"/>
                        <a:pt x="4419" y="29865"/>
                      </a:cubicBezTo>
                      <a:cubicBezTo>
                        <a:pt x="5327" y="30465"/>
                        <a:pt x="6296" y="30945"/>
                        <a:pt x="7446" y="31424"/>
                      </a:cubicBezTo>
                      <a:cubicBezTo>
                        <a:pt x="8596" y="31904"/>
                        <a:pt x="9807" y="32264"/>
                        <a:pt x="11078" y="32564"/>
                      </a:cubicBezTo>
                      <a:cubicBezTo>
                        <a:pt x="12349" y="32864"/>
                        <a:pt x="13742" y="32984"/>
                        <a:pt x="15134" y="32984"/>
                      </a:cubicBezTo>
                      <a:cubicBezTo>
                        <a:pt x="17737" y="32984"/>
                        <a:pt x="19795" y="32504"/>
                        <a:pt x="21248" y="31604"/>
                      </a:cubicBezTo>
                      <a:cubicBezTo>
                        <a:pt x="22701" y="30705"/>
                        <a:pt x="23427" y="29265"/>
                        <a:pt x="23427" y="27466"/>
                      </a:cubicBezTo>
                      <a:cubicBezTo>
                        <a:pt x="23427" y="26447"/>
                        <a:pt x="23185" y="25607"/>
                        <a:pt x="22701" y="24888"/>
                      </a:cubicBezTo>
                      <a:cubicBezTo>
                        <a:pt x="22217" y="24168"/>
                        <a:pt x="21551" y="23568"/>
                        <a:pt x="20643" y="23089"/>
                      </a:cubicBezTo>
                      <a:cubicBezTo>
                        <a:pt x="19735" y="22549"/>
                        <a:pt x="18645" y="22129"/>
                        <a:pt x="17313" y="21709"/>
                      </a:cubicBezTo>
                      <a:cubicBezTo>
                        <a:pt x="15981" y="21289"/>
                        <a:pt x="14468" y="20930"/>
                        <a:pt x="12773" y="20510"/>
                      </a:cubicBezTo>
                      <a:cubicBezTo>
                        <a:pt x="10896" y="20090"/>
                        <a:pt x="9262" y="19610"/>
                        <a:pt x="7870" y="19071"/>
                      </a:cubicBezTo>
                      <a:cubicBezTo>
                        <a:pt x="6477" y="18531"/>
                        <a:pt x="5267" y="17931"/>
                        <a:pt x="4298" y="17211"/>
                      </a:cubicBezTo>
                      <a:cubicBezTo>
                        <a:pt x="3329" y="16492"/>
                        <a:pt x="2603" y="15592"/>
                        <a:pt x="2119" y="14573"/>
                      </a:cubicBezTo>
                      <a:cubicBezTo>
                        <a:pt x="1634" y="13553"/>
                        <a:pt x="1392" y="12294"/>
                        <a:pt x="1392" y="10855"/>
                      </a:cubicBezTo>
                      <a:cubicBezTo>
                        <a:pt x="1392" y="9115"/>
                        <a:pt x="1695" y="7556"/>
                        <a:pt x="2361" y="6237"/>
                      </a:cubicBezTo>
                      <a:cubicBezTo>
                        <a:pt x="3027" y="4918"/>
                        <a:pt x="3935" y="3778"/>
                        <a:pt x="5085" y="2819"/>
                      </a:cubicBezTo>
                      <a:cubicBezTo>
                        <a:pt x="6235" y="1859"/>
                        <a:pt x="7688" y="1199"/>
                        <a:pt x="9262" y="720"/>
                      </a:cubicBezTo>
                      <a:cubicBezTo>
                        <a:pt x="10896" y="240"/>
                        <a:pt x="12652" y="0"/>
                        <a:pt x="14529" y="0"/>
                      </a:cubicBezTo>
                      <a:cubicBezTo>
                        <a:pt x="17011" y="0"/>
                        <a:pt x="19250" y="360"/>
                        <a:pt x="21248" y="1139"/>
                      </a:cubicBezTo>
                      <a:cubicBezTo>
                        <a:pt x="23246" y="1919"/>
                        <a:pt x="25062" y="2879"/>
                        <a:pt x="26575" y="4198"/>
                      </a:cubicBezTo>
                      <a:lnTo>
                        <a:pt x="24396" y="7976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8" name="Freeform 209">
                  <a:extLst>
                    <a:ext uri="{FF2B5EF4-FFF2-40B4-BE49-F238E27FC236}">
                      <a16:creationId xmlns:a16="http://schemas.microsoft.com/office/drawing/2014/main" id="{41BC5968-9892-0B70-89E4-A1A44A8F73D4}"/>
                    </a:ext>
                  </a:extLst>
                </p:cNvPr>
                <p:cNvSpPr/>
                <p:nvPr/>
              </p:nvSpPr>
              <p:spPr>
                <a:xfrm>
                  <a:off x="733361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" name="Freeform 210">
                  <a:extLst>
                    <a:ext uri="{FF2B5EF4-FFF2-40B4-BE49-F238E27FC236}">
                      <a16:creationId xmlns:a16="http://schemas.microsoft.com/office/drawing/2014/main" id="{D945C5F8-8B17-24AC-0212-A924B06300C7}"/>
                    </a:ext>
                  </a:extLst>
                </p:cNvPr>
                <p:cNvSpPr/>
                <p:nvPr/>
              </p:nvSpPr>
              <p:spPr>
                <a:xfrm>
                  <a:off x="745408" y="585053"/>
                  <a:ext cx="30086" cy="36461"/>
                </a:xfrm>
                <a:custGeom>
                  <a:avLst/>
                  <a:gdLst>
                    <a:gd name="connsiteX0" fmla="*/ 30086 w 30086"/>
                    <a:gd name="connsiteY0" fmla="*/ 4078 h 36461"/>
                    <a:gd name="connsiteX1" fmla="*/ 17374 w 30086"/>
                    <a:gd name="connsiteY1" fmla="*/ 4078 h 36461"/>
                    <a:gd name="connsiteX2" fmla="*/ 17374 w 30086"/>
                    <a:gd name="connsiteY2" fmla="*/ 36462 h 36461"/>
                    <a:gd name="connsiteX3" fmla="*/ 12712 w 30086"/>
                    <a:gd name="connsiteY3" fmla="*/ 36462 h 36461"/>
                    <a:gd name="connsiteX4" fmla="*/ 12712 w 30086"/>
                    <a:gd name="connsiteY4" fmla="*/ 4078 h 36461"/>
                    <a:gd name="connsiteX5" fmla="*/ 0 w 30086"/>
                    <a:gd name="connsiteY5" fmla="*/ 4078 h 36461"/>
                    <a:gd name="connsiteX6" fmla="*/ 0 w 30086"/>
                    <a:gd name="connsiteY6" fmla="*/ 0 h 36461"/>
                    <a:gd name="connsiteX7" fmla="*/ 30086 w 30086"/>
                    <a:gd name="connsiteY7" fmla="*/ 0 h 36461"/>
                    <a:gd name="connsiteX8" fmla="*/ 30086 w 30086"/>
                    <a:gd name="connsiteY8" fmla="*/ 4078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086" h="36461">
                      <a:moveTo>
                        <a:pt x="30086" y="4078"/>
                      </a:moveTo>
                      <a:lnTo>
                        <a:pt x="17374" y="4078"/>
                      </a:lnTo>
                      <a:lnTo>
                        <a:pt x="17374" y="36462"/>
                      </a:lnTo>
                      <a:lnTo>
                        <a:pt x="12712" y="36462"/>
                      </a:lnTo>
                      <a:lnTo>
                        <a:pt x="12712" y="4078"/>
                      </a:lnTo>
                      <a:lnTo>
                        <a:pt x="0" y="4078"/>
                      </a:lnTo>
                      <a:lnTo>
                        <a:pt x="0" y="0"/>
                      </a:lnTo>
                      <a:lnTo>
                        <a:pt x="30086" y="0"/>
                      </a:lnTo>
                      <a:lnTo>
                        <a:pt x="30086" y="407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" name="Freeform 211">
                  <a:extLst>
                    <a:ext uri="{FF2B5EF4-FFF2-40B4-BE49-F238E27FC236}">
                      <a16:creationId xmlns:a16="http://schemas.microsoft.com/office/drawing/2014/main" id="{55CC9CC5-1862-03E1-7C09-7F0824D8FF7E}"/>
                    </a:ext>
                  </a:extLst>
                </p:cNvPr>
                <p:cNvSpPr/>
                <p:nvPr/>
              </p:nvSpPr>
              <p:spPr>
                <a:xfrm>
                  <a:off x="779187" y="584934"/>
                  <a:ext cx="32568" cy="36521"/>
                </a:xfrm>
                <a:custGeom>
                  <a:avLst/>
                  <a:gdLst>
                    <a:gd name="connsiteX0" fmla="*/ 5085 w 32568"/>
                    <a:gd name="connsiteY0" fmla="*/ 60 h 36521"/>
                    <a:gd name="connsiteX1" fmla="*/ 16224 w 32568"/>
                    <a:gd name="connsiteY1" fmla="*/ 19071 h 36521"/>
                    <a:gd name="connsiteX2" fmla="*/ 27483 w 32568"/>
                    <a:gd name="connsiteY2" fmla="*/ 60 h 36521"/>
                    <a:gd name="connsiteX3" fmla="*/ 32568 w 32568"/>
                    <a:gd name="connsiteY3" fmla="*/ 60 h 36521"/>
                    <a:gd name="connsiteX4" fmla="*/ 18584 w 32568"/>
                    <a:gd name="connsiteY4" fmla="*/ 23208 h 36521"/>
                    <a:gd name="connsiteX5" fmla="*/ 18584 w 32568"/>
                    <a:gd name="connsiteY5" fmla="*/ 36522 h 36521"/>
                    <a:gd name="connsiteX6" fmla="*/ 13923 w 32568"/>
                    <a:gd name="connsiteY6" fmla="*/ 36522 h 36521"/>
                    <a:gd name="connsiteX7" fmla="*/ 13923 w 32568"/>
                    <a:gd name="connsiteY7" fmla="*/ 23089 h 36521"/>
                    <a:gd name="connsiteX8" fmla="*/ 0 w 32568"/>
                    <a:gd name="connsiteY8" fmla="*/ 0 h 36521"/>
                    <a:gd name="connsiteX9" fmla="*/ 5146 w 32568"/>
                    <a:gd name="connsiteY9" fmla="*/ 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568" h="36521">
                      <a:moveTo>
                        <a:pt x="5085" y="60"/>
                      </a:moveTo>
                      <a:lnTo>
                        <a:pt x="16224" y="19071"/>
                      </a:lnTo>
                      <a:lnTo>
                        <a:pt x="27483" y="60"/>
                      </a:lnTo>
                      <a:lnTo>
                        <a:pt x="32568" y="60"/>
                      </a:lnTo>
                      <a:lnTo>
                        <a:pt x="18584" y="23208"/>
                      </a:lnTo>
                      <a:lnTo>
                        <a:pt x="18584" y="36522"/>
                      </a:lnTo>
                      <a:lnTo>
                        <a:pt x="13923" y="36522"/>
                      </a:lnTo>
                      <a:lnTo>
                        <a:pt x="13923" y="23089"/>
                      </a:lnTo>
                      <a:lnTo>
                        <a:pt x="0" y="0"/>
                      </a:lnTo>
                      <a:lnTo>
                        <a:pt x="5146" y="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6" name="Graphic 6">
                <a:extLst>
                  <a:ext uri="{FF2B5EF4-FFF2-40B4-BE49-F238E27FC236}">
                    <a16:creationId xmlns:a16="http://schemas.microsoft.com/office/drawing/2014/main" id="{6BFE6CAE-31B7-2598-315E-E4473AD7B52D}"/>
                  </a:ext>
                </a:extLst>
              </p:cNvPr>
              <p:cNvGrpSpPr/>
              <p:nvPr/>
            </p:nvGrpSpPr>
            <p:grpSpPr>
              <a:xfrm>
                <a:off x="154155" y="211019"/>
                <a:ext cx="713171" cy="190705"/>
                <a:chOff x="154155" y="211019"/>
                <a:chExt cx="713171" cy="190705"/>
              </a:xfrm>
              <a:solidFill>
                <a:srgbClr val="DF8026"/>
              </a:solidFill>
            </p:grpSpPr>
            <p:sp>
              <p:nvSpPr>
                <p:cNvPr id="77" name="Freeform 188">
                  <a:extLst>
                    <a:ext uri="{FF2B5EF4-FFF2-40B4-BE49-F238E27FC236}">
                      <a16:creationId xmlns:a16="http://schemas.microsoft.com/office/drawing/2014/main" id="{0F192C7F-22B2-5E51-B9B3-2C6FB9CA9004}"/>
                    </a:ext>
                  </a:extLst>
                </p:cNvPr>
                <p:cNvSpPr/>
                <p:nvPr/>
              </p:nvSpPr>
              <p:spPr>
                <a:xfrm>
                  <a:off x="154155" y="212099"/>
                  <a:ext cx="160480" cy="188126"/>
                </a:xfrm>
                <a:custGeom>
                  <a:avLst/>
                  <a:gdLst>
                    <a:gd name="connsiteX0" fmla="*/ 24093 w 160480"/>
                    <a:gd name="connsiteY0" fmla="*/ 44498 h 188126"/>
                    <a:gd name="connsiteX1" fmla="*/ 24093 w 160480"/>
                    <a:gd name="connsiteY1" fmla="*/ 188067 h 188126"/>
                    <a:gd name="connsiteX2" fmla="*/ 0 w 160480"/>
                    <a:gd name="connsiteY2" fmla="*/ 188067 h 188126"/>
                    <a:gd name="connsiteX3" fmla="*/ 0 w 160480"/>
                    <a:gd name="connsiteY3" fmla="*/ 0 h 188126"/>
                    <a:gd name="connsiteX4" fmla="*/ 18706 w 160480"/>
                    <a:gd name="connsiteY4" fmla="*/ 0 h 188126"/>
                    <a:gd name="connsiteX5" fmla="*/ 136387 w 160480"/>
                    <a:gd name="connsiteY5" fmla="*/ 146507 h 188126"/>
                    <a:gd name="connsiteX6" fmla="*/ 136387 w 160480"/>
                    <a:gd name="connsiteY6" fmla="*/ 300 h 188126"/>
                    <a:gd name="connsiteX7" fmla="*/ 160480 w 160480"/>
                    <a:gd name="connsiteY7" fmla="*/ 300 h 188126"/>
                    <a:gd name="connsiteX8" fmla="*/ 160480 w 160480"/>
                    <a:gd name="connsiteY8" fmla="*/ 188126 h 188126"/>
                    <a:gd name="connsiteX9" fmla="*/ 140140 w 160480"/>
                    <a:gd name="connsiteY9" fmla="*/ 188126 h 188126"/>
                    <a:gd name="connsiteX10" fmla="*/ 24093 w 160480"/>
                    <a:gd name="connsiteY10" fmla="*/ 44498 h 1881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60480" h="188126">
                      <a:moveTo>
                        <a:pt x="24093" y="44498"/>
                      </a:moveTo>
                      <a:lnTo>
                        <a:pt x="24093" y="188067"/>
                      </a:lnTo>
                      <a:lnTo>
                        <a:pt x="0" y="188067"/>
                      </a:lnTo>
                      <a:lnTo>
                        <a:pt x="0" y="0"/>
                      </a:lnTo>
                      <a:lnTo>
                        <a:pt x="18706" y="0"/>
                      </a:lnTo>
                      <a:lnTo>
                        <a:pt x="136387" y="146507"/>
                      </a:lnTo>
                      <a:lnTo>
                        <a:pt x="136387" y="300"/>
                      </a:lnTo>
                      <a:lnTo>
                        <a:pt x="160480" y="300"/>
                      </a:lnTo>
                      <a:lnTo>
                        <a:pt x="160480" y="188126"/>
                      </a:lnTo>
                      <a:lnTo>
                        <a:pt x="140140" y="188126"/>
                      </a:lnTo>
                      <a:lnTo>
                        <a:pt x="24093" y="4449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" name="Freeform 189">
                  <a:extLst>
                    <a:ext uri="{FF2B5EF4-FFF2-40B4-BE49-F238E27FC236}">
                      <a16:creationId xmlns:a16="http://schemas.microsoft.com/office/drawing/2014/main" id="{6AAE07D1-8214-067F-5523-3A789F0D9C27}"/>
                    </a:ext>
                  </a:extLst>
                </p:cNvPr>
                <p:cNvSpPr/>
                <p:nvPr/>
              </p:nvSpPr>
              <p:spPr>
                <a:xfrm>
                  <a:off x="340060" y="212099"/>
                  <a:ext cx="175674" cy="188066"/>
                </a:xfrm>
                <a:custGeom>
                  <a:avLst/>
                  <a:gdLst>
                    <a:gd name="connsiteX0" fmla="*/ 77788 w 175674"/>
                    <a:gd name="connsiteY0" fmla="*/ 0 h 188066"/>
                    <a:gd name="connsiteX1" fmla="*/ 98128 w 175674"/>
                    <a:gd name="connsiteY1" fmla="*/ 0 h 188066"/>
                    <a:gd name="connsiteX2" fmla="*/ 175675 w 175674"/>
                    <a:gd name="connsiteY2" fmla="*/ 188067 h 188066"/>
                    <a:gd name="connsiteX3" fmla="*/ 150008 w 175674"/>
                    <a:gd name="connsiteY3" fmla="*/ 188067 h 188066"/>
                    <a:gd name="connsiteX4" fmla="*/ 127549 w 175674"/>
                    <a:gd name="connsiteY4" fmla="*/ 132954 h 188066"/>
                    <a:gd name="connsiteX5" fmla="*/ 47884 w 175674"/>
                    <a:gd name="connsiteY5" fmla="*/ 132954 h 188066"/>
                    <a:gd name="connsiteX6" fmla="*/ 25667 w 175674"/>
                    <a:gd name="connsiteY6" fmla="*/ 188067 h 188066"/>
                    <a:gd name="connsiteX7" fmla="*/ 0 w 175674"/>
                    <a:gd name="connsiteY7" fmla="*/ 188067 h 188066"/>
                    <a:gd name="connsiteX8" fmla="*/ 77788 w 175674"/>
                    <a:gd name="connsiteY8" fmla="*/ 0 h 188066"/>
                    <a:gd name="connsiteX9" fmla="*/ 122161 w 175674"/>
                    <a:gd name="connsiteY9" fmla="*/ 114423 h 188066"/>
                    <a:gd name="connsiteX10" fmla="*/ 87958 w 175674"/>
                    <a:gd name="connsiteY10" fmla="*/ 27526 h 188066"/>
                    <a:gd name="connsiteX11" fmla="*/ 52666 w 175674"/>
                    <a:gd name="connsiteY11" fmla="*/ 114423 h 188066"/>
                    <a:gd name="connsiteX12" fmla="*/ 122161 w 175674"/>
                    <a:gd name="connsiteY12" fmla="*/ 114423 h 188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74" h="188066">
                      <a:moveTo>
                        <a:pt x="77788" y="0"/>
                      </a:moveTo>
                      <a:lnTo>
                        <a:pt x="98128" y="0"/>
                      </a:lnTo>
                      <a:lnTo>
                        <a:pt x="175675" y="188067"/>
                      </a:lnTo>
                      <a:lnTo>
                        <a:pt x="150008" y="188067"/>
                      </a:lnTo>
                      <a:lnTo>
                        <a:pt x="127549" y="132954"/>
                      </a:lnTo>
                      <a:lnTo>
                        <a:pt x="47884" y="132954"/>
                      </a:lnTo>
                      <a:lnTo>
                        <a:pt x="25667" y="188067"/>
                      </a:lnTo>
                      <a:lnTo>
                        <a:pt x="0" y="188067"/>
                      </a:lnTo>
                      <a:lnTo>
                        <a:pt x="77788" y="0"/>
                      </a:lnTo>
                      <a:close/>
                      <a:moveTo>
                        <a:pt x="122161" y="114423"/>
                      </a:moveTo>
                      <a:lnTo>
                        <a:pt x="87958" y="27526"/>
                      </a:lnTo>
                      <a:lnTo>
                        <a:pt x="52666" y="114423"/>
                      </a:lnTo>
                      <a:lnTo>
                        <a:pt x="122161" y="114423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" name="Freeform 190">
                  <a:extLst>
                    <a:ext uri="{FF2B5EF4-FFF2-40B4-BE49-F238E27FC236}">
                      <a16:creationId xmlns:a16="http://schemas.microsoft.com/office/drawing/2014/main" id="{36E0CFFC-6FD4-621A-E66D-161510EA15F4}"/>
                    </a:ext>
                  </a:extLst>
                </p:cNvPr>
                <p:cNvSpPr/>
                <p:nvPr/>
              </p:nvSpPr>
              <p:spPr>
                <a:xfrm>
                  <a:off x="521062" y="212099"/>
                  <a:ext cx="175674" cy="188066"/>
                </a:xfrm>
                <a:custGeom>
                  <a:avLst/>
                  <a:gdLst>
                    <a:gd name="connsiteX0" fmla="*/ 77788 w 175674"/>
                    <a:gd name="connsiteY0" fmla="*/ 0 h 188066"/>
                    <a:gd name="connsiteX1" fmla="*/ 98128 w 175674"/>
                    <a:gd name="connsiteY1" fmla="*/ 0 h 188066"/>
                    <a:gd name="connsiteX2" fmla="*/ 175675 w 175674"/>
                    <a:gd name="connsiteY2" fmla="*/ 188067 h 188066"/>
                    <a:gd name="connsiteX3" fmla="*/ 150008 w 175674"/>
                    <a:gd name="connsiteY3" fmla="*/ 188067 h 188066"/>
                    <a:gd name="connsiteX4" fmla="*/ 127549 w 175674"/>
                    <a:gd name="connsiteY4" fmla="*/ 132954 h 188066"/>
                    <a:gd name="connsiteX5" fmla="*/ 47884 w 175674"/>
                    <a:gd name="connsiteY5" fmla="*/ 132954 h 188066"/>
                    <a:gd name="connsiteX6" fmla="*/ 25667 w 175674"/>
                    <a:gd name="connsiteY6" fmla="*/ 188067 h 188066"/>
                    <a:gd name="connsiteX7" fmla="*/ 0 w 175674"/>
                    <a:gd name="connsiteY7" fmla="*/ 188067 h 188066"/>
                    <a:gd name="connsiteX8" fmla="*/ 77788 w 175674"/>
                    <a:gd name="connsiteY8" fmla="*/ 0 h 188066"/>
                    <a:gd name="connsiteX9" fmla="*/ 122161 w 175674"/>
                    <a:gd name="connsiteY9" fmla="*/ 114423 h 188066"/>
                    <a:gd name="connsiteX10" fmla="*/ 87958 w 175674"/>
                    <a:gd name="connsiteY10" fmla="*/ 27526 h 188066"/>
                    <a:gd name="connsiteX11" fmla="*/ 52666 w 175674"/>
                    <a:gd name="connsiteY11" fmla="*/ 114423 h 188066"/>
                    <a:gd name="connsiteX12" fmla="*/ 122161 w 175674"/>
                    <a:gd name="connsiteY12" fmla="*/ 114423 h 188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74" h="188066">
                      <a:moveTo>
                        <a:pt x="77788" y="0"/>
                      </a:moveTo>
                      <a:lnTo>
                        <a:pt x="98128" y="0"/>
                      </a:lnTo>
                      <a:lnTo>
                        <a:pt x="175675" y="188067"/>
                      </a:lnTo>
                      <a:lnTo>
                        <a:pt x="150008" y="188067"/>
                      </a:lnTo>
                      <a:lnTo>
                        <a:pt x="127549" y="132954"/>
                      </a:lnTo>
                      <a:lnTo>
                        <a:pt x="47884" y="132954"/>
                      </a:lnTo>
                      <a:lnTo>
                        <a:pt x="25667" y="188067"/>
                      </a:lnTo>
                      <a:lnTo>
                        <a:pt x="0" y="188067"/>
                      </a:lnTo>
                      <a:lnTo>
                        <a:pt x="77788" y="0"/>
                      </a:lnTo>
                      <a:close/>
                      <a:moveTo>
                        <a:pt x="122161" y="114423"/>
                      </a:moveTo>
                      <a:lnTo>
                        <a:pt x="87958" y="27526"/>
                      </a:lnTo>
                      <a:lnTo>
                        <a:pt x="52666" y="114423"/>
                      </a:lnTo>
                      <a:lnTo>
                        <a:pt x="122161" y="114423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" name="Freeform 191">
                  <a:extLst>
                    <a:ext uri="{FF2B5EF4-FFF2-40B4-BE49-F238E27FC236}">
                      <a16:creationId xmlns:a16="http://schemas.microsoft.com/office/drawing/2014/main" id="{2241FD18-F7ED-EA89-284D-E866F643BB68}"/>
                    </a:ext>
                  </a:extLst>
                </p:cNvPr>
                <p:cNvSpPr/>
                <p:nvPr/>
              </p:nvSpPr>
              <p:spPr>
                <a:xfrm>
                  <a:off x="702851" y="211019"/>
                  <a:ext cx="164475" cy="190705"/>
                </a:xfrm>
                <a:custGeom>
                  <a:avLst/>
                  <a:gdLst>
                    <a:gd name="connsiteX0" fmla="*/ 0 w 164475"/>
                    <a:gd name="connsiteY0" fmla="*/ 93793 h 190705"/>
                    <a:gd name="connsiteX1" fmla="*/ 5993 w 164475"/>
                    <a:gd name="connsiteY1" fmla="*/ 60030 h 190705"/>
                    <a:gd name="connsiteX2" fmla="*/ 23669 w 164475"/>
                    <a:gd name="connsiteY2" fmla="*/ 29805 h 190705"/>
                    <a:gd name="connsiteX3" fmla="*/ 52121 w 164475"/>
                    <a:gd name="connsiteY3" fmla="*/ 8216 h 190705"/>
                    <a:gd name="connsiteX4" fmla="*/ 90380 w 164475"/>
                    <a:gd name="connsiteY4" fmla="*/ 0 h 190705"/>
                    <a:gd name="connsiteX5" fmla="*/ 133966 w 164475"/>
                    <a:gd name="connsiteY5" fmla="*/ 11394 h 190705"/>
                    <a:gd name="connsiteX6" fmla="*/ 160965 w 164475"/>
                    <a:gd name="connsiteY6" fmla="*/ 41080 h 190705"/>
                    <a:gd name="connsiteX7" fmla="*/ 141956 w 164475"/>
                    <a:gd name="connsiteY7" fmla="*/ 53254 h 190705"/>
                    <a:gd name="connsiteX8" fmla="*/ 131665 w 164475"/>
                    <a:gd name="connsiteY8" fmla="*/ 38141 h 190705"/>
                    <a:gd name="connsiteX9" fmla="*/ 118590 w 164475"/>
                    <a:gd name="connsiteY9" fmla="*/ 28366 h 190705"/>
                    <a:gd name="connsiteX10" fmla="*/ 104000 w 164475"/>
                    <a:gd name="connsiteY10" fmla="*/ 23089 h 190705"/>
                    <a:gd name="connsiteX11" fmla="*/ 89290 w 164475"/>
                    <a:gd name="connsiteY11" fmla="*/ 21469 h 190705"/>
                    <a:gd name="connsiteX12" fmla="*/ 61323 w 164475"/>
                    <a:gd name="connsiteY12" fmla="*/ 27946 h 190705"/>
                    <a:gd name="connsiteX13" fmla="*/ 40862 w 164475"/>
                    <a:gd name="connsiteY13" fmla="*/ 44918 h 190705"/>
                    <a:gd name="connsiteX14" fmla="*/ 28452 w 164475"/>
                    <a:gd name="connsiteY14" fmla="*/ 68486 h 190705"/>
                    <a:gd name="connsiteX15" fmla="*/ 24335 w 164475"/>
                    <a:gd name="connsiteY15" fmla="*/ 94873 h 190705"/>
                    <a:gd name="connsiteX16" fmla="*/ 29299 w 164475"/>
                    <a:gd name="connsiteY16" fmla="*/ 123059 h 190705"/>
                    <a:gd name="connsiteX17" fmla="*/ 43041 w 164475"/>
                    <a:gd name="connsiteY17" fmla="*/ 146747 h 190705"/>
                    <a:gd name="connsiteX18" fmla="*/ 63926 w 164475"/>
                    <a:gd name="connsiteY18" fmla="*/ 163179 h 190705"/>
                    <a:gd name="connsiteX19" fmla="*/ 90138 w 164475"/>
                    <a:gd name="connsiteY19" fmla="*/ 169296 h 190705"/>
                    <a:gd name="connsiteX20" fmla="*/ 105514 w 164475"/>
                    <a:gd name="connsiteY20" fmla="*/ 167437 h 190705"/>
                    <a:gd name="connsiteX21" fmla="*/ 120648 w 164475"/>
                    <a:gd name="connsiteY21" fmla="*/ 161500 h 190705"/>
                    <a:gd name="connsiteX22" fmla="*/ 134147 w 164475"/>
                    <a:gd name="connsiteY22" fmla="*/ 151185 h 190705"/>
                    <a:gd name="connsiteX23" fmla="*/ 144438 w 164475"/>
                    <a:gd name="connsiteY23" fmla="*/ 136192 h 190705"/>
                    <a:gd name="connsiteX24" fmla="*/ 164476 w 164475"/>
                    <a:gd name="connsiteY24" fmla="*/ 147047 h 190705"/>
                    <a:gd name="connsiteX25" fmla="*/ 151763 w 164475"/>
                    <a:gd name="connsiteY25" fmla="*/ 165698 h 190705"/>
                    <a:gd name="connsiteX26" fmla="*/ 133300 w 164475"/>
                    <a:gd name="connsiteY26" fmla="*/ 179311 h 190705"/>
                    <a:gd name="connsiteX27" fmla="*/ 111507 w 164475"/>
                    <a:gd name="connsiteY27" fmla="*/ 187767 h 190705"/>
                    <a:gd name="connsiteX28" fmla="*/ 89048 w 164475"/>
                    <a:gd name="connsiteY28" fmla="*/ 190705 h 190705"/>
                    <a:gd name="connsiteX29" fmla="*/ 53211 w 164475"/>
                    <a:gd name="connsiteY29" fmla="*/ 182249 h 190705"/>
                    <a:gd name="connsiteX30" fmla="*/ 25001 w 164475"/>
                    <a:gd name="connsiteY30" fmla="*/ 160120 h 190705"/>
                    <a:gd name="connsiteX31" fmla="*/ 6538 w 164475"/>
                    <a:gd name="connsiteY31" fmla="*/ 129116 h 190705"/>
                    <a:gd name="connsiteX32" fmla="*/ 0 w 164475"/>
                    <a:gd name="connsiteY32" fmla="*/ 93733 h 190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164475" h="190705">
                      <a:moveTo>
                        <a:pt x="0" y="93793"/>
                      </a:moveTo>
                      <a:cubicBezTo>
                        <a:pt x="0" y="82459"/>
                        <a:pt x="1998" y="71245"/>
                        <a:pt x="5993" y="60030"/>
                      </a:cubicBezTo>
                      <a:cubicBezTo>
                        <a:pt x="9988" y="48816"/>
                        <a:pt x="15860" y="38741"/>
                        <a:pt x="23669" y="29805"/>
                      </a:cubicBezTo>
                      <a:cubicBezTo>
                        <a:pt x="31418" y="20870"/>
                        <a:pt x="40922" y="13673"/>
                        <a:pt x="52121" y="8216"/>
                      </a:cubicBezTo>
                      <a:cubicBezTo>
                        <a:pt x="63381" y="2759"/>
                        <a:pt x="76093" y="0"/>
                        <a:pt x="90380" y="0"/>
                      </a:cubicBezTo>
                      <a:cubicBezTo>
                        <a:pt x="107330" y="0"/>
                        <a:pt x="121858" y="3778"/>
                        <a:pt x="133966" y="11394"/>
                      </a:cubicBezTo>
                      <a:cubicBezTo>
                        <a:pt x="146073" y="19011"/>
                        <a:pt x="155093" y="28906"/>
                        <a:pt x="160965" y="41080"/>
                      </a:cubicBezTo>
                      <a:lnTo>
                        <a:pt x="141956" y="53254"/>
                      </a:lnTo>
                      <a:cubicBezTo>
                        <a:pt x="139111" y="47257"/>
                        <a:pt x="135661" y="42219"/>
                        <a:pt x="131665" y="38141"/>
                      </a:cubicBezTo>
                      <a:cubicBezTo>
                        <a:pt x="127670" y="34063"/>
                        <a:pt x="123311" y="30825"/>
                        <a:pt x="118590" y="28366"/>
                      </a:cubicBezTo>
                      <a:cubicBezTo>
                        <a:pt x="113868" y="25907"/>
                        <a:pt x="109025" y="24108"/>
                        <a:pt x="104000" y="23089"/>
                      </a:cubicBezTo>
                      <a:cubicBezTo>
                        <a:pt x="99037" y="22009"/>
                        <a:pt x="94133" y="21469"/>
                        <a:pt x="89290" y="21469"/>
                      </a:cubicBezTo>
                      <a:cubicBezTo>
                        <a:pt x="78757" y="21469"/>
                        <a:pt x="69435" y="23628"/>
                        <a:pt x="61323" y="27946"/>
                      </a:cubicBezTo>
                      <a:cubicBezTo>
                        <a:pt x="53211" y="32264"/>
                        <a:pt x="46370" y="37901"/>
                        <a:pt x="40862" y="44918"/>
                      </a:cubicBezTo>
                      <a:cubicBezTo>
                        <a:pt x="35353" y="51874"/>
                        <a:pt x="31176" y="59730"/>
                        <a:pt x="28452" y="68486"/>
                      </a:cubicBezTo>
                      <a:cubicBezTo>
                        <a:pt x="25667" y="77242"/>
                        <a:pt x="24335" y="85997"/>
                        <a:pt x="24335" y="94873"/>
                      </a:cubicBezTo>
                      <a:cubicBezTo>
                        <a:pt x="24335" y="104768"/>
                        <a:pt x="25970" y="114183"/>
                        <a:pt x="29299" y="123059"/>
                      </a:cubicBezTo>
                      <a:cubicBezTo>
                        <a:pt x="32568" y="131994"/>
                        <a:pt x="37169" y="139850"/>
                        <a:pt x="43041" y="146747"/>
                      </a:cubicBezTo>
                      <a:cubicBezTo>
                        <a:pt x="48913" y="153644"/>
                        <a:pt x="55875" y="159101"/>
                        <a:pt x="63926" y="163179"/>
                      </a:cubicBezTo>
                      <a:cubicBezTo>
                        <a:pt x="71977" y="167257"/>
                        <a:pt x="80694" y="169296"/>
                        <a:pt x="90138" y="169296"/>
                      </a:cubicBezTo>
                      <a:cubicBezTo>
                        <a:pt x="95102" y="169296"/>
                        <a:pt x="100247" y="168696"/>
                        <a:pt x="105514" y="167437"/>
                      </a:cubicBezTo>
                      <a:cubicBezTo>
                        <a:pt x="110780" y="166177"/>
                        <a:pt x="115805" y="164198"/>
                        <a:pt x="120648" y="161500"/>
                      </a:cubicBezTo>
                      <a:cubicBezTo>
                        <a:pt x="125491" y="158741"/>
                        <a:pt x="129970" y="155323"/>
                        <a:pt x="134147" y="151185"/>
                      </a:cubicBezTo>
                      <a:cubicBezTo>
                        <a:pt x="138324" y="147047"/>
                        <a:pt x="141775" y="142069"/>
                        <a:pt x="144438" y="136192"/>
                      </a:cubicBezTo>
                      <a:lnTo>
                        <a:pt x="164476" y="147047"/>
                      </a:lnTo>
                      <a:cubicBezTo>
                        <a:pt x="161449" y="154123"/>
                        <a:pt x="157211" y="160360"/>
                        <a:pt x="151763" y="165698"/>
                      </a:cubicBezTo>
                      <a:cubicBezTo>
                        <a:pt x="146315" y="171095"/>
                        <a:pt x="140201" y="175653"/>
                        <a:pt x="133300" y="179311"/>
                      </a:cubicBezTo>
                      <a:cubicBezTo>
                        <a:pt x="126459" y="183029"/>
                        <a:pt x="119195" y="185848"/>
                        <a:pt x="111507" y="187767"/>
                      </a:cubicBezTo>
                      <a:cubicBezTo>
                        <a:pt x="103819" y="189686"/>
                        <a:pt x="96373" y="190705"/>
                        <a:pt x="89048" y="190705"/>
                      </a:cubicBezTo>
                      <a:cubicBezTo>
                        <a:pt x="76033" y="190705"/>
                        <a:pt x="64107" y="187887"/>
                        <a:pt x="53211" y="182249"/>
                      </a:cubicBezTo>
                      <a:cubicBezTo>
                        <a:pt x="42314" y="176612"/>
                        <a:pt x="32931" y="169236"/>
                        <a:pt x="25001" y="160120"/>
                      </a:cubicBezTo>
                      <a:cubicBezTo>
                        <a:pt x="17071" y="151005"/>
                        <a:pt x="10896" y="140690"/>
                        <a:pt x="6538" y="129116"/>
                      </a:cubicBezTo>
                      <a:cubicBezTo>
                        <a:pt x="2179" y="117542"/>
                        <a:pt x="0" y="105787"/>
                        <a:pt x="0" y="93733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7" name="Graphic 6">
                <a:extLst>
                  <a:ext uri="{FF2B5EF4-FFF2-40B4-BE49-F238E27FC236}">
                    <a16:creationId xmlns:a16="http://schemas.microsoft.com/office/drawing/2014/main" id="{86BFBD58-DD08-8DD6-0331-E98CBEFAE71B}"/>
                  </a:ext>
                </a:extLst>
              </p:cNvPr>
              <p:cNvGrpSpPr/>
              <p:nvPr/>
            </p:nvGrpSpPr>
            <p:grpSpPr>
              <a:xfrm>
                <a:off x="152400" y="417017"/>
                <a:ext cx="659294" cy="143688"/>
                <a:chOff x="152400" y="417017"/>
                <a:chExt cx="659294" cy="143688"/>
              </a:xfrm>
              <a:solidFill>
                <a:srgbClr val="424343"/>
              </a:solidFill>
            </p:grpSpPr>
            <p:sp>
              <p:nvSpPr>
                <p:cNvPr id="72" name="Freeform 183">
                  <a:extLst>
                    <a:ext uri="{FF2B5EF4-FFF2-40B4-BE49-F238E27FC236}">
                      <a16:creationId xmlns:a16="http://schemas.microsoft.com/office/drawing/2014/main" id="{B65CD205-F053-F87C-E0A8-55643D365423}"/>
                    </a:ext>
                  </a:extLst>
                </p:cNvPr>
                <p:cNvSpPr/>
                <p:nvPr/>
              </p:nvSpPr>
              <p:spPr>
                <a:xfrm>
                  <a:off x="152400" y="417017"/>
                  <a:ext cx="124643" cy="143688"/>
                </a:xfrm>
                <a:custGeom>
                  <a:avLst/>
                  <a:gdLst>
                    <a:gd name="connsiteX0" fmla="*/ 112778 w 124643"/>
                    <a:gd name="connsiteY0" fmla="*/ 121919 h 143688"/>
                    <a:gd name="connsiteX1" fmla="*/ 66831 w 124643"/>
                    <a:gd name="connsiteY1" fmla="*/ 143689 h 143688"/>
                    <a:gd name="connsiteX2" fmla="*/ 40135 w 124643"/>
                    <a:gd name="connsiteY2" fmla="*/ 137512 h 143688"/>
                    <a:gd name="connsiteX3" fmla="*/ 19008 w 124643"/>
                    <a:gd name="connsiteY3" fmla="*/ 121140 h 143688"/>
                    <a:gd name="connsiteX4" fmla="*/ 5024 w 124643"/>
                    <a:gd name="connsiteY4" fmla="*/ 98111 h 143688"/>
                    <a:gd name="connsiteX5" fmla="*/ 0 w 124643"/>
                    <a:gd name="connsiteY5" fmla="*/ 71664 h 143688"/>
                    <a:gd name="connsiteX6" fmla="*/ 4964 w 124643"/>
                    <a:gd name="connsiteY6" fmla="*/ 44498 h 143688"/>
                    <a:gd name="connsiteX7" fmla="*/ 18766 w 124643"/>
                    <a:gd name="connsiteY7" fmla="*/ 21649 h 143688"/>
                    <a:gd name="connsiteX8" fmla="*/ 39711 w 124643"/>
                    <a:gd name="connsiteY8" fmla="*/ 5877 h 143688"/>
                    <a:gd name="connsiteX9" fmla="*/ 66105 w 124643"/>
                    <a:gd name="connsiteY9" fmla="*/ 0 h 143688"/>
                    <a:gd name="connsiteX10" fmla="*/ 85234 w 124643"/>
                    <a:gd name="connsiteY10" fmla="*/ 2279 h 143688"/>
                    <a:gd name="connsiteX11" fmla="*/ 100671 w 124643"/>
                    <a:gd name="connsiteY11" fmla="*/ 8696 h 143688"/>
                    <a:gd name="connsiteX12" fmla="*/ 112354 w 124643"/>
                    <a:gd name="connsiteY12" fmla="*/ 18471 h 143688"/>
                    <a:gd name="connsiteX13" fmla="*/ 120708 w 124643"/>
                    <a:gd name="connsiteY13" fmla="*/ 30945 h 143688"/>
                    <a:gd name="connsiteX14" fmla="*/ 109812 w 124643"/>
                    <a:gd name="connsiteY14" fmla="*/ 38141 h 143688"/>
                    <a:gd name="connsiteX15" fmla="*/ 91470 w 124643"/>
                    <a:gd name="connsiteY15" fmla="*/ 18771 h 143688"/>
                    <a:gd name="connsiteX16" fmla="*/ 65863 w 124643"/>
                    <a:gd name="connsiteY16" fmla="*/ 12594 h 143688"/>
                    <a:gd name="connsiteX17" fmla="*/ 44433 w 124643"/>
                    <a:gd name="connsiteY17" fmla="*/ 17571 h 143688"/>
                    <a:gd name="connsiteX18" fmla="*/ 28089 w 124643"/>
                    <a:gd name="connsiteY18" fmla="*/ 30825 h 143688"/>
                    <a:gd name="connsiteX19" fmla="*/ 17737 w 124643"/>
                    <a:gd name="connsiteY19" fmla="*/ 49775 h 143688"/>
                    <a:gd name="connsiteX20" fmla="*/ 14105 w 124643"/>
                    <a:gd name="connsiteY20" fmla="*/ 71844 h 143688"/>
                    <a:gd name="connsiteX21" fmla="*/ 18221 w 124643"/>
                    <a:gd name="connsiteY21" fmla="*/ 94573 h 143688"/>
                    <a:gd name="connsiteX22" fmla="*/ 29602 w 124643"/>
                    <a:gd name="connsiteY22" fmla="*/ 113404 h 143688"/>
                    <a:gd name="connsiteX23" fmla="*/ 46613 w 124643"/>
                    <a:gd name="connsiteY23" fmla="*/ 126297 h 143688"/>
                    <a:gd name="connsiteX24" fmla="*/ 67861 w 124643"/>
                    <a:gd name="connsiteY24" fmla="*/ 131095 h 143688"/>
                    <a:gd name="connsiteX25" fmla="*/ 91348 w 124643"/>
                    <a:gd name="connsiteY25" fmla="*/ 125398 h 143688"/>
                    <a:gd name="connsiteX26" fmla="*/ 112778 w 124643"/>
                    <a:gd name="connsiteY26" fmla="*/ 107347 h 143688"/>
                    <a:gd name="connsiteX27" fmla="*/ 112778 w 124643"/>
                    <a:gd name="connsiteY27" fmla="*/ 83778 h 143688"/>
                    <a:gd name="connsiteX28" fmla="*/ 80936 w 124643"/>
                    <a:gd name="connsiteY28" fmla="*/ 83778 h 143688"/>
                    <a:gd name="connsiteX29" fmla="*/ 80936 w 124643"/>
                    <a:gd name="connsiteY29" fmla="*/ 72984 h 143688"/>
                    <a:gd name="connsiteX30" fmla="*/ 124643 w 124643"/>
                    <a:gd name="connsiteY30" fmla="*/ 72984 h 143688"/>
                    <a:gd name="connsiteX31" fmla="*/ 124643 w 124643"/>
                    <a:gd name="connsiteY31" fmla="*/ 142609 h 143688"/>
                    <a:gd name="connsiteX32" fmla="*/ 112778 w 124643"/>
                    <a:gd name="connsiteY32" fmla="*/ 142609 h 143688"/>
                    <a:gd name="connsiteX33" fmla="*/ 112778 w 124643"/>
                    <a:gd name="connsiteY33" fmla="*/ 121859 h 14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124643" h="143688">
                      <a:moveTo>
                        <a:pt x="112778" y="121919"/>
                      </a:moveTo>
                      <a:cubicBezTo>
                        <a:pt x="99460" y="136432"/>
                        <a:pt x="84205" y="143689"/>
                        <a:pt x="66831" y="143689"/>
                      </a:cubicBezTo>
                      <a:cubicBezTo>
                        <a:pt x="57146" y="143689"/>
                        <a:pt x="48247" y="141650"/>
                        <a:pt x="40135" y="137512"/>
                      </a:cubicBezTo>
                      <a:cubicBezTo>
                        <a:pt x="32023" y="133374"/>
                        <a:pt x="24941" y="127916"/>
                        <a:pt x="19008" y="121140"/>
                      </a:cubicBezTo>
                      <a:cubicBezTo>
                        <a:pt x="13015" y="114363"/>
                        <a:pt x="8354" y="106687"/>
                        <a:pt x="5024" y="98111"/>
                      </a:cubicBezTo>
                      <a:cubicBezTo>
                        <a:pt x="1695" y="89536"/>
                        <a:pt x="0" y="80720"/>
                        <a:pt x="0" y="71664"/>
                      </a:cubicBezTo>
                      <a:cubicBezTo>
                        <a:pt x="0" y="62609"/>
                        <a:pt x="1634" y="53194"/>
                        <a:pt x="4964" y="44498"/>
                      </a:cubicBezTo>
                      <a:cubicBezTo>
                        <a:pt x="8233" y="35862"/>
                        <a:pt x="12834" y="28246"/>
                        <a:pt x="18766" y="21649"/>
                      </a:cubicBezTo>
                      <a:cubicBezTo>
                        <a:pt x="24699" y="15053"/>
                        <a:pt x="31660" y="9835"/>
                        <a:pt x="39711" y="5877"/>
                      </a:cubicBezTo>
                      <a:cubicBezTo>
                        <a:pt x="47763" y="1979"/>
                        <a:pt x="56540" y="0"/>
                        <a:pt x="66105" y="0"/>
                      </a:cubicBezTo>
                      <a:cubicBezTo>
                        <a:pt x="73067" y="0"/>
                        <a:pt x="79483" y="780"/>
                        <a:pt x="85234" y="2279"/>
                      </a:cubicBezTo>
                      <a:cubicBezTo>
                        <a:pt x="90985" y="3838"/>
                        <a:pt x="96131" y="5937"/>
                        <a:pt x="100671" y="8696"/>
                      </a:cubicBezTo>
                      <a:cubicBezTo>
                        <a:pt x="105151" y="11454"/>
                        <a:pt x="109085" y="14693"/>
                        <a:pt x="112354" y="18471"/>
                      </a:cubicBezTo>
                      <a:cubicBezTo>
                        <a:pt x="115623" y="22249"/>
                        <a:pt x="118408" y="26447"/>
                        <a:pt x="120708" y="30945"/>
                      </a:cubicBezTo>
                      <a:lnTo>
                        <a:pt x="109812" y="38141"/>
                      </a:lnTo>
                      <a:cubicBezTo>
                        <a:pt x="105090" y="29385"/>
                        <a:pt x="98976" y="22909"/>
                        <a:pt x="91470" y="18771"/>
                      </a:cubicBezTo>
                      <a:cubicBezTo>
                        <a:pt x="83963" y="14633"/>
                        <a:pt x="75428" y="12594"/>
                        <a:pt x="65863" y="12594"/>
                      </a:cubicBezTo>
                      <a:cubicBezTo>
                        <a:pt x="57933" y="12594"/>
                        <a:pt x="50790" y="14273"/>
                        <a:pt x="44433" y="17571"/>
                      </a:cubicBezTo>
                      <a:cubicBezTo>
                        <a:pt x="38077" y="20870"/>
                        <a:pt x="32629" y="25307"/>
                        <a:pt x="28089" y="30825"/>
                      </a:cubicBezTo>
                      <a:cubicBezTo>
                        <a:pt x="23609" y="36342"/>
                        <a:pt x="20158" y="42699"/>
                        <a:pt x="17737" y="49775"/>
                      </a:cubicBezTo>
                      <a:cubicBezTo>
                        <a:pt x="15316" y="56912"/>
                        <a:pt x="14105" y="64228"/>
                        <a:pt x="14105" y="71844"/>
                      </a:cubicBezTo>
                      <a:cubicBezTo>
                        <a:pt x="14105" y="79820"/>
                        <a:pt x="15497" y="87377"/>
                        <a:pt x="18221" y="94573"/>
                      </a:cubicBezTo>
                      <a:cubicBezTo>
                        <a:pt x="20945" y="101769"/>
                        <a:pt x="24759" y="108066"/>
                        <a:pt x="29602" y="113404"/>
                      </a:cubicBezTo>
                      <a:cubicBezTo>
                        <a:pt x="34445" y="118801"/>
                        <a:pt x="40135" y="123059"/>
                        <a:pt x="46613" y="126297"/>
                      </a:cubicBezTo>
                      <a:cubicBezTo>
                        <a:pt x="53150" y="129476"/>
                        <a:pt x="60233" y="131095"/>
                        <a:pt x="67861" y="131095"/>
                      </a:cubicBezTo>
                      <a:cubicBezTo>
                        <a:pt x="76033" y="131095"/>
                        <a:pt x="83903" y="129176"/>
                        <a:pt x="91348" y="125398"/>
                      </a:cubicBezTo>
                      <a:cubicBezTo>
                        <a:pt x="98794" y="121620"/>
                        <a:pt x="105938" y="115563"/>
                        <a:pt x="112778" y="107347"/>
                      </a:cubicBezTo>
                      <a:lnTo>
                        <a:pt x="112778" y="83778"/>
                      </a:lnTo>
                      <a:lnTo>
                        <a:pt x="80936" y="83778"/>
                      </a:lnTo>
                      <a:lnTo>
                        <a:pt x="80936" y="72984"/>
                      </a:lnTo>
                      <a:lnTo>
                        <a:pt x="124643" y="72984"/>
                      </a:lnTo>
                      <a:lnTo>
                        <a:pt x="124643" y="142609"/>
                      </a:lnTo>
                      <a:lnTo>
                        <a:pt x="112778" y="142609"/>
                      </a:lnTo>
                      <a:lnTo>
                        <a:pt x="112778" y="121859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" name="Freeform 184">
                  <a:extLst>
                    <a:ext uri="{FF2B5EF4-FFF2-40B4-BE49-F238E27FC236}">
                      <a16:creationId xmlns:a16="http://schemas.microsoft.com/office/drawing/2014/main" id="{9D7F84E0-8536-19DA-540E-5DF5F9964B21}"/>
                    </a:ext>
                  </a:extLst>
                </p:cNvPr>
                <p:cNvSpPr/>
                <p:nvPr/>
              </p:nvSpPr>
              <p:spPr>
                <a:xfrm>
                  <a:off x="306100" y="417977"/>
                  <a:ext cx="105998" cy="141769"/>
                </a:xfrm>
                <a:custGeom>
                  <a:avLst/>
                  <a:gdLst>
                    <a:gd name="connsiteX0" fmla="*/ 0 w 105998"/>
                    <a:gd name="connsiteY0" fmla="*/ 141710 h 141769"/>
                    <a:gd name="connsiteX1" fmla="*/ 0 w 105998"/>
                    <a:gd name="connsiteY1" fmla="*/ 0 h 141769"/>
                    <a:gd name="connsiteX2" fmla="*/ 60415 w 105998"/>
                    <a:gd name="connsiteY2" fmla="*/ 0 h 141769"/>
                    <a:gd name="connsiteX3" fmla="*/ 77425 w 105998"/>
                    <a:gd name="connsiteY3" fmla="*/ 3898 h 141769"/>
                    <a:gd name="connsiteX4" fmla="*/ 90804 w 105998"/>
                    <a:gd name="connsiteY4" fmla="*/ 14093 h 141769"/>
                    <a:gd name="connsiteX5" fmla="*/ 99581 w 105998"/>
                    <a:gd name="connsiteY5" fmla="*/ 28366 h 141769"/>
                    <a:gd name="connsiteX6" fmla="*/ 102729 w 105998"/>
                    <a:gd name="connsiteY6" fmla="*/ 44558 h 141769"/>
                    <a:gd name="connsiteX7" fmla="*/ 100429 w 105998"/>
                    <a:gd name="connsiteY7" fmla="*/ 59430 h 141769"/>
                    <a:gd name="connsiteX8" fmla="*/ 94012 w 105998"/>
                    <a:gd name="connsiteY8" fmla="*/ 72204 h 141769"/>
                    <a:gd name="connsiteX9" fmla="*/ 84024 w 105998"/>
                    <a:gd name="connsiteY9" fmla="*/ 81799 h 141769"/>
                    <a:gd name="connsiteX10" fmla="*/ 70948 w 105998"/>
                    <a:gd name="connsiteY10" fmla="*/ 87077 h 141769"/>
                    <a:gd name="connsiteX11" fmla="*/ 105998 w 105998"/>
                    <a:gd name="connsiteY11" fmla="*/ 141770 h 141769"/>
                    <a:gd name="connsiteX12" fmla="*/ 90077 w 105998"/>
                    <a:gd name="connsiteY12" fmla="*/ 141770 h 141769"/>
                    <a:gd name="connsiteX13" fmla="*/ 56419 w 105998"/>
                    <a:gd name="connsiteY13" fmla="*/ 89476 h 141769"/>
                    <a:gd name="connsiteX14" fmla="*/ 14105 w 105998"/>
                    <a:gd name="connsiteY14" fmla="*/ 89476 h 141769"/>
                    <a:gd name="connsiteX15" fmla="*/ 14105 w 105998"/>
                    <a:gd name="connsiteY15" fmla="*/ 141770 h 141769"/>
                    <a:gd name="connsiteX16" fmla="*/ 0 w 105998"/>
                    <a:gd name="connsiteY16" fmla="*/ 141770 h 141769"/>
                    <a:gd name="connsiteX17" fmla="*/ 14105 w 105998"/>
                    <a:gd name="connsiteY17" fmla="*/ 77062 h 141769"/>
                    <a:gd name="connsiteX18" fmla="*/ 60838 w 105998"/>
                    <a:gd name="connsiteY18" fmla="*/ 77062 h 141769"/>
                    <a:gd name="connsiteX19" fmla="*/ 72219 w 105998"/>
                    <a:gd name="connsiteY19" fmla="*/ 74363 h 141769"/>
                    <a:gd name="connsiteX20" fmla="*/ 80997 w 105998"/>
                    <a:gd name="connsiteY20" fmla="*/ 67107 h 141769"/>
                    <a:gd name="connsiteX21" fmla="*/ 86627 w 105998"/>
                    <a:gd name="connsiteY21" fmla="*/ 56732 h 141769"/>
                    <a:gd name="connsiteX22" fmla="*/ 88624 w 105998"/>
                    <a:gd name="connsiteY22" fmla="*/ 44558 h 141769"/>
                    <a:gd name="connsiteX23" fmla="*/ 86324 w 105998"/>
                    <a:gd name="connsiteY23" fmla="*/ 32264 h 141769"/>
                    <a:gd name="connsiteX24" fmla="*/ 80089 w 105998"/>
                    <a:gd name="connsiteY24" fmla="*/ 22009 h 141769"/>
                    <a:gd name="connsiteX25" fmla="*/ 70827 w 105998"/>
                    <a:gd name="connsiteY25" fmla="*/ 15053 h 141769"/>
                    <a:gd name="connsiteX26" fmla="*/ 59628 w 105998"/>
                    <a:gd name="connsiteY26" fmla="*/ 12474 h 141769"/>
                    <a:gd name="connsiteX27" fmla="*/ 14105 w 105998"/>
                    <a:gd name="connsiteY27" fmla="*/ 12474 h 141769"/>
                    <a:gd name="connsiteX28" fmla="*/ 14105 w 105998"/>
                    <a:gd name="connsiteY28" fmla="*/ 77122 h 141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5998" h="141769">
                      <a:moveTo>
                        <a:pt x="0" y="141710"/>
                      </a:moveTo>
                      <a:lnTo>
                        <a:pt x="0" y="0"/>
                      </a:lnTo>
                      <a:lnTo>
                        <a:pt x="60415" y="0"/>
                      </a:lnTo>
                      <a:cubicBezTo>
                        <a:pt x="66589" y="0"/>
                        <a:pt x="72280" y="1319"/>
                        <a:pt x="77425" y="3898"/>
                      </a:cubicBezTo>
                      <a:cubicBezTo>
                        <a:pt x="82571" y="6477"/>
                        <a:pt x="87050" y="9895"/>
                        <a:pt x="90804" y="14093"/>
                      </a:cubicBezTo>
                      <a:cubicBezTo>
                        <a:pt x="94557" y="18291"/>
                        <a:pt x="97463" y="23029"/>
                        <a:pt x="99581" y="28366"/>
                      </a:cubicBezTo>
                      <a:cubicBezTo>
                        <a:pt x="101640" y="33703"/>
                        <a:pt x="102729" y="39101"/>
                        <a:pt x="102729" y="44558"/>
                      </a:cubicBezTo>
                      <a:cubicBezTo>
                        <a:pt x="102729" y="50015"/>
                        <a:pt x="101942" y="54693"/>
                        <a:pt x="100429" y="59430"/>
                      </a:cubicBezTo>
                      <a:cubicBezTo>
                        <a:pt x="98855" y="64168"/>
                        <a:pt x="96736" y="68426"/>
                        <a:pt x="94012" y="72204"/>
                      </a:cubicBezTo>
                      <a:cubicBezTo>
                        <a:pt x="91227" y="75982"/>
                        <a:pt x="87958" y="79161"/>
                        <a:pt x="84024" y="81799"/>
                      </a:cubicBezTo>
                      <a:cubicBezTo>
                        <a:pt x="80149" y="84378"/>
                        <a:pt x="75791" y="86177"/>
                        <a:pt x="70948" y="87077"/>
                      </a:cubicBezTo>
                      <a:lnTo>
                        <a:pt x="105998" y="141770"/>
                      </a:lnTo>
                      <a:lnTo>
                        <a:pt x="90077" y="141770"/>
                      </a:lnTo>
                      <a:lnTo>
                        <a:pt x="56419" y="89476"/>
                      </a:lnTo>
                      <a:lnTo>
                        <a:pt x="14105" y="89476"/>
                      </a:lnTo>
                      <a:lnTo>
                        <a:pt x="14105" y="141770"/>
                      </a:lnTo>
                      <a:lnTo>
                        <a:pt x="0" y="141770"/>
                      </a:lnTo>
                      <a:close/>
                      <a:moveTo>
                        <a:pt x="14105" y="77062"/>
                      </a:moveTo>
                      <a:lnTo>
                        <a:pt x="60838" y="77062"/>
                      </a:lnTo>
                      <a:cubicBezTo>
                        <a:pt x="65015" y="77062"/>
                        <a:pt x="68769" y="76162"/>
                        <a:pt x="72219" y="74363"/>
                      </a:cubicBezTo>
                      <a:cubicBezTo>
                        <a:pt x="75670" y="72564"/>
                        <a:pt x="78575" y="70165"/>
                        <a:pt x="80997" y="67107"/>
                      </a:cubicBezTo>
                      <a:cubicBezTo>
                        <a:pt x="83418" y="64048"/>
                        <a:pt x="85295" y="60570"/>
                        <a:pt x="86627" y="56732"/>
                      </a:cubicBezTo>
                      <a:cubicBezTo>
                        <a:pt x="87958" y="52894"/>
                        <a:pt x="88624" y="48816"/>
                        <a:pt x="88624" y="44558"/>
                      </a:cubicBezTo>
                      <a:cubicBezTo>
                        <a:pt x="88624" y="40300"/>
                        <a:pt x="87837" y="36222"/>
                        <a:pt x="86324" y="32264"/>
                      </a:cubicBezTo>
                      <a:cubicBezTo>
                        <a:pt x="84750" y="28366"/>
                        <a:pt x="82692" y="24888"/>
                        <a:pt x="80089" y="22009"/>
                      </a:cubicBezTo>
                      <a:cubicBezTo>
                        <a:pt x="77486" y="19071"/>
                        <a:pt x="74398" y="16732"/>
                        <a:pt x="70827" y="15053"/>
                      </a:cubicBezTo>
                      <a:cubicBezTo>
                        <a:pt x="67255" y="13313"/>
                        <a:pt x="63563" y="12474"/>
                        <a:pt x="59628" y="12474"/>
                      </a:cubicBezTo>
                      <a:lnTo>
                        <a:pt x="14105" y="12474"/>
                      </a:lnTo>
                      <a:lnTo>
                        <a:pt x="14105" y="77122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" name="Freeform 185">
                  <a:extLst>
                    <a:ext uri="{FF2B5EF4-FFF2-40B4-BE49-F238E27FC236}">
                      <a16:creationId xmlns:a16="http://schemas.microsoft.com/office/drawing/2014/main" id="{33DD7C35-602E-AF72-022C-7ECFF42F7088}"/>
                    </a:ext>
                  </a:extLst>
                </p:cNvPr>
                <p:cNvSpPr/>
                <p:nvPr/>
              </p:nvSpPr>
              <p:spPr>
                <a:xfrm>
                  <a:off x="419846" y="417977"/>
                  <a:ext cx="131180" cy="141709"/>
                </a:xfrm>
                <a:custGeom>
                  <a:avLst/>
                  <a:gdLst>
                    <a:gd name="connsiteX0" fmla="*/ 59870 w 131180"/>
                    <a:gd name="connsiteY0" fmla="*/ 0 h 141709"/>
                    <a:gd name="connsiteX1" fmla="*/ 71735 w 131180"/>
                    <a:gd name="connsiteY1" fmla="*/ 0 h 141709"/>
                    <a:gd name="connsiteX2" fmla="*/ 131181 w 131180"/>
                    <a:gd name="connsiteY2" fmla="*/ 141710 h 141709"/>
                    <a:gd name="connsiteX3" fmla="*/ 116289 w 131180"/>
                    <a:gd name="connsiteY3" fmla="*/ 141710 h 141709"/>
                    <a:gd name="connsiteX4" fmla="*/ 97765 w 131180"/>
                    <a:gd name="connsiteY4" fmla="*/ 97392 h 141709"/>
                    <a:gd name="connsiteX5" fmla="*/ 33476 w 131180"/>
                    <a:gd name="connsiteY5" fmla="*/ 97392 h 141709"/>
                    <a:gd name="connsiteX6" fmla="*/ 15134 w 131180"/>
                    <a:gd name="connsiteY6" fmla="*/ 141710 h 141709"/>
                    <a:gd name="connsiteX7" fmla="*/ 0 w 131180"/>
                    <a:gd name="connsiteY7" fmla="*/ 141710 h 141709"/>
                    <a:gd name="connsiteX8" fmla="*/ 59809 w 131180"/>
                    <a:gd name="connsiteY8" fmla="*/ 0 h 141709"/>
                    <a:gd name="connsiteX9" fmla="*/ 94557 w 131180"/>
                    <a:gd name="connsiteY9" fmla="*/ 86417 h 141709"/>
                    <a:gd name="connsiteX10" fmla="*/ 65742 w 131180"/>
                    <a:gd name="connsiteY10" fmla="*/ 16372 h 141709"/>
                    <a:gd name="connsiteX11" fmla="*/ 36503 w 131180"/>
                    <a:gd name="connsiteY11" fmla="*/ 86417 h 141709"/>
                    <a:gd name="connsiteX12" fmla="*/ 94496 w 131180"/>
                    <a:gd name="connsiteY12" fmla="*/ 86417 h 141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31180" h="141709">
                      <a:moveTo>
                        <a:pt x="59870" y="0"/>
                      </a:moveTo>
                      <a:lnTo>
                        <a:pt x="71735" y="0"/>
                      </a:lnTo>
                      <a:lnTo>
                        <a:pt x="131181" y="141710"/>
                      </a:lnTo>
                      <a:lnTo>
                        <a:pt x="116289" y="141710"/>
                      </a:lnTo>
                      <a:lnTo>
                        <a:pt x="97765" y="97392"/>
                      </a:lnTo>
                      <a:lnTo>
                        <a:pt x="33476" y="97392"/>
                      </a:lnTo>
                      <a:lnTo>
                        <a:pt x="15134" y="141710"/>
                      </a:lnTo>
                      <a:lnTo>
                        <a:pt x="0" y="141710"/>
                      </a:lnTo>
                      <a:lnTo>
                        <a:pt x="59809" y="0"/>
                      </a:lnTo>
                      <a:close/>
                      <a:moveTo>
                        <a:pt x="94557" y="86417"/>
                      </a:moveTo>
                      <a:lnTo>
                        <a:pt x="65742" y="16372"/>
                      </a:lnTo>
                      <a:lnTo>
                        <a:pt x="36503" y="86417"/>
                      </a:lnTo>
                      <a:lnTo>
                        <a:pt x="94496" y="86417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" name="Freeform 186">
                  <a:extLst>
                    <a:ext uri="{FF2B5EF4-FFF2-40B4-BE49-F238E27FC236}">
                      <a16:creationId xmlns:a16="http://schemas.microsoft.com/office/drawing/2014/main" id="{32C86BA9-5C1B-5BED-7BBA-6B3C93DDA5C8}"/>
                    </a:ext>
                  </a:extLst>
                </p:cNvPr>
                <p:cNvSpPr/>
                <p:nvPr/>
              </p:nvSpPr>
              <p:spPr>
                <a:xfrm>
                  <a:off x="571610" y="417977"/>
                  <a:ext cx="117076" cy="141769"/>
                </a:xfrm>
                <a:custGeom>
                  <a:avLst/>
                  <a:gdLst>
                    <a:gd name="connsiteX0" fmla="*/ 0 w 117076"/>
                    <a:gd name="connsiteY0" fmla="*/ 141710 h 141769"/>
                    <a:gd name="connsiteX1" fmla="*/ 0 w 117076"/>
                    <a:gd name="connsiteY1" fmla="*/ 0 h 141769"/>
                    <a:gd name="connsiteX2" fmla="*/ 48550 w 117076"/>
                    <a:gd name="connsiteY2" fmla="*/ 0 h 141769"/>
                    <a:gd name="connsiteX3" fmla="*/ 78454 w 117076"/>
                    <a:gd name="connsiteY3" fmla="*/ 5577 h 141769"/>
                    <a:gd name="connsiteX4" fmla="*/ 99823 w 117076"/>
                    <a:gd name="connsiteY4" fmla="*/ 20750 h 141769"/>
                    <a:gd name="connsiteX5" fmla="*/ 112718 w 117076"/>
                    <a:gd name="connsiteY5" fmla="*/ 43179 h 141769"/>
                    <a:gd name="connsiteX6" fmla="*/ 117076 w 117076"/>
                    <a:gd name="connsiteY6" fmla="*/ 70645 h 141769"/>
                    <a:gd name="connsiteX7" fmla="*/ 112233 w 117076"/>
                    <a:gd name="connsiteY7" fmla="*/ 99910 h 141769"/>
                    <a:gd name="connsiteX8" fmla="*/ 98431 w 117076"/>
                    <a:gd name="connsiteY8" fmla="*/ 122279 h 141769"/>
                    <a:gd name="connsiteX9" fmla="*/ 76880 w 117076"/>
                    <a:gd name="connsiteY9" fmla="*/ 136672 h 141769"/>
                    <a:gd name="connsiteX10" fmla="*/ 48550 w 117076"/>
                    <a:gd name="connsiteY10" fmla="*/ 141770 h 141769"/>
                    <a:gd name="connsiteX11" fmla="*/ 0 w 117076"/>
                    <a:gd name="connsiteY11" fmla="*/ 141770 h 141769"/>
                    <a:gd name="connsiteX12" fmla="*/ 102911 w 117076"/>
                    <a:gd name="connsiteY12" fmla="*/ 70645 h 141769"/>
                    <a:gd name="connsiteX13" fmla="*/ 99279 w 117076"/>
                    <a:gd name="connsiteY13" fmla="*/ 47197 h 141769"/>
                    <a:gd name="connsiteX14" fmla="*/ 88685 w 117076"/>
                    <a:gd name="connsiteY14" fmla="*/ 28726 h 141769"/>
                    <a:gd name="connsiteX15" fmla="*/ 71674 w 117076"/>
                    <a:gd name="connsiteY15" fmla="*/ 16672 h 141769"/>
                    <a:gd name="connsiteX16" fmla="*/ 48489 w 117076"/>
                    <a:gd name="connsiteY16" fmla="*/ 12414 h 141769"/>
                    <a:gd name="connsiteX17" fmla="*/ 14044 w 117076"/>
                    <a:gd name="connsiteY17" fmla="*/ 12414 h 141769"/>
                    <a:gd name="connsiteX18" fmla="*/ 14044 w 117076"/>
                    <a:gd name="connsiteY18" fmla="*/ 129356 h 141769"/>
                    <a:gd name="connsiteX19" fmla="*/ 48489 w 117076"/>
                    <a:gd name="connsiteY19" fmla="*/ 129356 h 141769"/>
                    <a:gd name="connsiteX20" fmla="*/ 71977 w 117076"/>
                    <a:gd name="connsiteY20" fmla="*/ 124858 h 141769"/>
                    <a:gd name="connsiteX21" fmla="*/ 88988 w 117076"/>
                    <a:gd name="connsiteY21" fmla="*/ 112504 h 141769"/>
                    <a:gd name="connsiteX22" fmla="*/ 99339 w 117076"/>
                    <a:gd name="connsiteY22" fmla="*/ 93973 h 141769"/>
                    <a:gd name="connsiteX23" fmla="*/ 102850 w 117076"/>
                    <a:gd name="connsiteY23" fmla="*/ 70705 h 141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17076" h="141769">
                      <a:moveTo>
                        <a:pt x="0" y="141710"/>
                      </a:moveTo>
                      <a:lnTo>
                        <a:pt x="0" y="0"/>
                      </a:lnTo>
                      <a:lnTo>
                        <a:pt x="48550" y="0"/>
                      </a:lnTo>
                      <a:cubicBezTo>
                        <a:pt x="59991" y="0"/>
                        <a:pt x="69919" y="1859"/>
                        <a:pt x="78454" y="5577"/>
                      </a:cubicBezTo>
                      <a:cubicBezTo>
                        <a:pt x="86990" y="9295"/>
                        <a:pt x="94073" y="14333"/>
                        <a:pt x="99823" y="20750"/>
                      </a:cubicBezTo>
                      <a:cubicBezTo>
                        <a:pt x="105514" y="27166"/>
                        <a:pt x="109812" y="34603"/>
                        <a:pt x="112718" y="43179"/>
                      </a:cubicBezTo>
                      <a:cubicBezTo>
                        <a:pt x="115623" y="51754"/>
                        <a:pt x="117076" y="60930"/>
                        <a:pt x="117076" y="70645"/>
                      </a:cubicBezTo>
                      <a:cubicBezTo>
                        <a:pt x="117076" y="81440"/>
                        <a:pt x="115442" y="91155"/>
                        <a:pt x="112233" y="99910"/>
                      </a:cubicBezTo>
                      <a:cubicBezTo>
                        <a:pt x="109025" y="108606"/>
                        <a:pt x="104424" y="116042"/>
                        <a:pt x="98431" y="122279"/>
                      </a:cubicBezTo>
                      <a:cubicBezTo>
                        <a:pt x="92438" y="128456"/>
                        <a:pt x="85295" y="133254"/>
                        <a:pt x="76880" y="136672"/>
                      </a:cubicBezTo>
                      <a:cubicBezTo>
                        <a:pt x="68466" y="140090"/>
                        <a:pt x="59022" y="141770"/>
                        <a:pt x="48550" y="141770"/>
                      </a:cubicBezTo>
                      <a:lnTo>
                        <a:pt x="0" y="141770"/>
                      </a:lnTo>
                      <a:close/>
                      <a:moveTo>
                        <a:pt x="102911" y="70645"/>
                      </a:moveTo>
                      <a:cubicBezTo>
                        <a:pt x="102911" y="62129"/>
                        <a:pt x="101700" y="54333"/>
                        <a:pt x="99279" y="47197"/>
                      </a:cubicBezTo>
                      <a:cubicBezTo>
                        <a:pt x="96857" y="40060"/>
                        <a:pt x="93346" y="33943"/>
                        <a:pt x="88685" y="28726"/>
                      </a:cubicBezTo>
                      <a:cubicBezTo>
                        <a:pt x="84084" y="23568"/>
                        <a:pt x="78394" y="19490"/>
                        <a:pt x="71674" y="16672"/>
                      </a:cubicBezTo>
                      <a:cubicBezTo>
                        <a:pt x="64955" y="13793"/>
                        <a:pt x="57206" y="12414"/>
                        <a:pt x="48489" y="12414"/>
                      </a:cubicBezTo>
                      <a:lnTo>
                        <a:pt x="14044" y="12414"/>
                      </a:lnTo>
                      <a:lnTo>
                        <a:pt x="14044" y="129356"/>
                      </a:lnTo>
                      <a:lnTo>
                        <a:pt x="48489" y="129356"/>
                      </a:lnTo>
                      <a:cubicBezTo>
                        <a:pt x="57327" y="129356"/>
                        <a:pt x="65197" y="127856"/>
                        <a:pt x="71977" y="124858"/>
                      </a:cubicBezTo>
                      <a:cubicBezTo>
                        <a:pt x="78757" y="121859"/>
                        <a:pt x="84447" y="117721"/>
                        <a:pt x="88988" y="112504"/>
                      </a:cubicBezTo>
                      <a:cubicBezTo>
                        <a:pt x="93528" y="107227"/>
                        <a:pt x="97039" y="101050"/>
                        <a:pt x="99339" y="93973"/>
                      </a:cubicBezTo>
                      <a:cubicBezTo>
                        <a:pt x="101700" y="86837"/>
                        <a:pt x="102850" y="79101"/>
                        <a:pt x="102850" y="70705"/>
                      </a:cubicBez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" name="Freeform 187">
                  <a:extLst>
                    <a:ext uri="{FF2B5EF4-FFF2-40B4-BE49-F238E27FC236}">
                      <a16:creationId xmlns:a16="http://schemas.microsoft.com/office/drawing/2014/main" id="{5D3C311B-811D-F715-91C2-179C8B4ADD0B}"/>
                    </a:ext>
                  </a:extLst>
                </p:cNvPr>
                <p:cNvSpPr/>
                <p:nvPr/>
              </p:nvSpPr>
              <p:spPr>
                <a:xfrm>
                  <a:off x="715624" y="417977"/>
                  <a:ext cx="96070" cy="141709"/>
                </a:xfrm>
                <a:custGeom>
                  <a:avLst/>
                  <a:gdLst>
                    <a:gd name="connsiteX0" fmla="*/ 96070 w 96070"/>
                    <a:gd name="connsiteY0" fmla="*/ 129356 h 141709"/>
                    <a:gd name="connsiteX1" fmla="*/ 96070 w 96070"/>
                    <a:gd name="connsiteY1" fmla="*/ 141710 h 141709"/>
                    <a:gd name="connsiteX2" fmla="*/ 0 w 96070"/>
                    <a:gd name="connsiteY2" fmla="*/ 141710 h 141709"/>
                    <a:gd name="connsiteX3" fmla="*/ 0 w 96070"/>
                    <a:gd name="connsiteY3" fmla="*/ 0 h 141709"/>
                    <a:gd name="connsiteX4" fmla="*/ 94254 w 96070"/>
                    <a:gd name="connsiteY4" fmla="*/ 0 h 141709"/>
                    <a:gd name="connsiteX5" fmla="*/ 94254 w 96070"/>
                    <a:gd name="connsiteY5" fmla="*/ 12354 h 141709"/>
                    <a:gd name="connsiteX6" fmla="*/ 14105 w 96070"/>
                    <a:gd name="connsiteY6" fmla="*/ 12354 h 141709"/>
                    <a:gd name="connsiteX7" fmla="*/ 14105 w 96070"/>
                    <a:gd name="connsiteY7" fmla="*/ 63448 h 141709"/>
                    <a:gd name="connsiteX8" fmla="*/ 84024 w 96070"/>
                    <a:gd name="connsiteY8" fmla="*/ 63448 h 141709"/>
                    <a:gd name="connsiteX9" fmla="*/ 84024 w 96070"/>
                    <a:gd name="connsiteY9" fmla="*/ 75203 h 141709"/>
                    <a:gd name="connsiteX10" fmla="*/ 14105 w 96070"/>
                    <a:gd name="connsiteY10" fmla="*/ 75203 h 141709"/>
                    <a:gd name="connsiteX11" fmla="*/ 14105 w 96070"/>
                    <a:gd name="connsiteY11" fmla="*/ 129296 h 141709"/>
                    <a:gd name="connsiteX12" fmla="*/ 96070 w 96070"/>
                    <a:gd name="connsiteY12" fmla="*/ 129296 h 141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6070" h="141709">
                      <a:moveTo>
                        <a:pt x="96070" y="129356"/>
                      </a:moveTo>
                      <a:lnTo>
                        <a:pt x="96070" y="141710"/>
                      </a:lnTo>
                      <a:lnTo>
                        <a:pt x="0" y="141710"/>
                      </a:lnTo>
                      <a:lnTo>
                        <a:pt x="0" y="0"/>
                      </a:lnTo>
                      <a:lnTo>
                        <a:pt x="94254" y="0"/>
                      </a:lnTo>
                      <a:lnTo>
                        <a:pt x="94254" y="12354"/>
                      </a:lnTo>
                      <a:lnTo>
                        <a:pt x="14105" y="12354"/>
                      </a:lnTo>
                      <a:lnTo>
                        <a:pt x="14105" y="63448"/>
                      </a:lnTo>
                      <a:lnTo>
                        <a:pt x="84024" y="63448"/>
                      </a:lnTo>
                      <a:lnTo>
                        <a:pt x="84024" y="75203"/>
                      </a:lnTo>
                      <a:lnTo>
                        <a:pt x="14105" y="75203"/>
                      </a:lnTo>
                      <a:lnTo>
                        <a:pt x="14105" y="129296"/>
                      </a:lnTo>
                      <a:lnTo>
                        <a:pt x="96070" y="129296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68" name="Freeform 179">
                <a:extLst>
                  <a:ext uri="{FF2B5EF4-FFF2-40B4-BE49-F238E27FC236}">
                    <a16:creationId xmlns:a16="http://schemas.microsoft.com/office/drawing/2014/main" id="{4E025C06-5EC1-8762-044F-A1EEADBE95B0}"/>
                  </a:ext>
                </a:extLst>
              </p:cNvPr>
              <p:cNvSpPr/>
              <p:nvPr/>
            </p:nvSpPr>
            <p:spPr>
              <a:xfrm>
                <a:off x="852314" y="214977"/>
                <a:ext cx="383554" cy="406897"/>
              </a:xfrm>
              <a:custGeom>
                <a:avLst/>
                <a:gdLst>
                  <a:gd name="connsiteX0" fmla="*/ 156788 w 383554"/>
                  <a:gd name="connsiteY0" fmla="*/ 0 h 406897"/>
                  <a:gd name="connsiteX1" fmla="*/ 227372 w 383554"/>
                  <a:gd name="connsiteY1" fmla="*/ 0 h 406897"/>
                  <a:gd name="connsiteX2" fmla="*/ 383555 w 383554"/>
                  <a:gd name="connsiteY2" fmla="*/ 406898 h 406897"/>
                  <a:gd name="connsiteX3" fmla="*/ 301408 w 383554"/>
                  <a:gd name="connsiteY3" fmla="*/ 406898 h 406897"/>
                  <a:gd name="connsiteX4" fmla="*/ 263209 w 383554"/>
                  <a:gd name="connsiteY4" fmla="*/ 305488 h 406897"/>
                  <a:gd name="connsiteX5" fmla="*/ 119740 w 383554"/>
                  <a:gd name="connsiteY5" fmla="*/ 305488 h 406897"/>
                  <a:gd name="connsiteX6" fmla="*/ 82147 w 383554"/>
                  <a:gd name="connsiteY6" fmla="*/ 406898 h 406897"/>
                  <a:gd name="connsiteX7" fmla="*/ 0 w 383554"/>
                  <a:gd name="connsiteY7" fmla="*/ 406898 h 406897"/>
                  <a:gd name="connsiteX8" fmla="*/ 156788 w 383554"/>
                  <a:gd name="connsiteY8" fmla="*/ 0 h 406897"/>
                  <a:gd name="connsiteX9" fmla="*/ 248802 w 383554"/>
                  <a:gd name="connsiteY9" fmla="*/ 249836 h 406897"/>
                  <a:gd name="connsiteX10" fmla="*/ 192140 w 383554"/>
                  <a:gd name="connsiteY10" fmla="*/ 89955 h 406897"/>
                  <a:gd name="connsiteX11" fmla="*/ 133118 w 383554"/>
                  <a:gd name="connsiteY11" fmla="*/ 249836 h 406897"/>
                  <a:gd name="connsiteX12" fmla="*/ 248802 w 383554"/>
                  <a:gd name="connsiteY12" fmla="*/ 249836 h 40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3554" h="406897">
                    <a:moveTo>
                      <a:pt x="156788" y="0"/>
                    </a:moveTo>
                    <a:lnTo>
                      <a:pt x="227372" y="0"/>
                    </a:lnTo>
                    <a:lnTo>
                      <a:pt x="383555" y="406898"/>
                    </a:lnTo>
                    <a:lnTo>
                      <a:pt x="301408" y="406898"/>
                    </a:lnTo>
                    <a:lnTo>
                      <a:pt x="263209" y="305488"/>
                    </a:lnTo>
                    <a:lnTo>
                      <a:pt x="119740" y="305488"/>
                    </a:lnTo>
                    <a:lnTo>
                      <a:pt x="82147" y="406898"/>
                    </a:lnTo>
                    <a:lnTo>
                      <a:pt x="0" y="406898"/>
                    </a:lnTo>
                    <a:lnTo>
                      <a:pt x="156788" y="0"/>
                    </a:lnTo>
                    <a:close/>
                    <a:moveTo>
                      <a:pt x="248802" y="249836"/>
                    </a:moveTo>
                    <a:lnTo>
                      <a:pt x="192140" y="89955"/>
                    </a:lnTo>
                    <a:lnTo>
                      <a:pt x="133118" y="249836"/>
                    </a:lnTo>
                    <a:lnTo>
                      <a:pt x="248802" y="249836"/>
                    </a:lnTo>
                    <a:close/>
                  </a:path>
                </a:pathLst>
              </a:custGeom>
              <a:solidFill>
                <a:srgbClr val="AC5F27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 180">
                <a:extLst>
                  <a:ext uri="{FF2B5EF4-FFF2-40B4-BE49-F238E27FC236}">
                    <a16:creationId xmlns:a16="http://schemas.microsoft.com/office/drawing/2014/main" id="{3A0EEA59-3F6E-4AB0-54C7-218F4C85B800}"/>
                  </a:ext>
                </a:extLst>
              </p:cNvPr>
              <p:cNvSpPr/>
              <p:nvPr/>
            </p:nvSpPr>
            <p:spPr>
              <a:xfrm>
                <a:off x="1143067" y="206042"/>
                <a:ext cx="175553" cy="180390"/>
              </a:xfrm>
              <a:custGeom>
                <a:avLst/>
                <a:gdLst>
                  <a:gd name="connsiteX0" fmla="*/ 175554 w 175553"/>
                  <a:gd name="connsiteY0" fmla="*/ 70405 h 180390"/>
                  <a:gd name="connsiteX1" fmla="*/ 175554 w 175553"/>
                  <a:gd name="connsiteY1" fmla="*/ 109985 h 180390"/>
                  <a:gd name="connsiteX2" fmla="*/ 109994 w 175553"/>
                  <a:gd name="connsiteY2" fmla="*/ 109985 h 180390"/>
                  <a:gd name="connsiteX3" fmla="*/ 109994 w 175553"/>
                  <a:gd name="connsiteY3" fmla="*/ 180390 h 180390"/>
                  <a:gd name="connsiteX4" fmla="*/ 65560 w 175553"/>
                  <a:gd name="connsiteY4" fmla="*/ 180390 h 180390"/>
                  <a:gd name="connsiteX5" fmla="*/ 65560 w 175553"/>
                  <a:gd name="connsiteY5" fmla="*/ 109985 h 180390"/>
                  <a:gd name="connsiteX6" fmla="*/ 0 w 175553"/>
                  <a:gd name="connsiteY6" fmla="*/ 109985 h 180390"/>
                  <a:gd name="connsiteX7" fmla="*/ 0 w 175553"/>
                  <a:gd name="connsiteY7" fmla="*/ 70405 h 180390"/>
                  <a:gd name="connsiteX8" fmla="*/ 65560 w 175553"/>
                  <a:gd name="connsiteY8" fmla="*/ 70405 h 180390"/>
                  <a:gd name="connsiteX9" fmla="*/ 65560 w 175553"/>
                  <a:gd name="connsiteY9" fmla="*/ 0 h 180390"/>
                  <a:gd name="connsiteX10" fmla="*/ 109994 w 175553"/>
                  <a:gd name="connsiteY10" fmla="*/ 0 h 180390"/>
                  <a:gd name="connsiteX11" fmla="*/ 109994 w 175553"/>
                  <a:gd name="connsiteY11" fmla="*/ 70405 h 180390"/>
                  <a:gd name="connsiteX12" fmla="*/ 175554 w 175553"/>
                  <a:gd name="connsiteY12" fmla="*/ 70405 h 180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5553" h="180390">
                    <a:moveTo>
                      <a:pt x="175554" y="70405"/>
                    </a:moveTo>
                    <a:lnTo>
                      <a:pt x="175554" y="109985"/>
                    </a:lnTo>
                    <a:lnTo>
                      <a:pt x="109994" y="109985"/>
                    </a:lnTo>
                    <a:lnTo>
                      <a:pt x="109994" y="180390"/>
                    </a:lnTo>
                    <a:lnTo>
                      <a:pt x="65560" y="180390"/>
                    </a:lnTo>
                    <a:lnTo>
                      <a:pt x="65560" y="109985"/>
                    </a:lnTo>
                    <a:lnTo>
                      <a:pt x="0" y="109985"/>
                    </a:lnTo>
                    <a:lnTo>
                      <a:pt x="0" y="70405"/>
                    </a:lnTo>
                    <a:lnTo>
                      <a:pt x="65560" y="70405"/>
                    </a:lnTo>
                    <a:lnTo>
                      <a:pt x="65560" y="0"/>
                    </a:lnTo>
                    <a:lnTo>
                      <a:pt x="109994" y="0"/>
                    </a:lnTo>
                    <a:lnTo>
                      <a:pt x="109994" y="70405"/>
                    </a:lnTo>
                    <a:lnTo>
                      <a:pt x="175554" y="70405"/>
                    </a:lnTo>
                    <a:close/>
                  </a:path>
                </a:pathLst>
              </a:custGeom>
              <a:solidFill>
                <a:srgbClr val="AC5F27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 181">
                <a:extLst>
                  <a:ext uri="{FF2B5EF4-FFF2-40B4-BE49-F238E27FC236}">
                    <a16:creationId xmlns:a16="http://schemas.microsoft.com/office/drawing/2014/main" id="{3C4B727D-BC4C-4271-ABC7-C5E73280A8D8}"/>
                  </a:ext>
                </a:extLst>
              </p:cNvPr>
              <p:cNvSpPr/>
              <p:nvPr/>
            </p:nvSpPr>
            <p:spPr>
              <a:xfrm>
                <a:off x="844323" y="212099"/>
                <a:ext cx="383554" cy="406897"/>
              </a:xfrm>
              <a:custGeom>
                <a:avLst/>
                <a:gdLst>
                  <a:gd name="connsiteX0" fmla="*/ 156788 w 383554"/>
                  <a:gd name="connsiteY0" fmla="*/ 0 h 406897"/>
                  <a:gd name="connsiteX1" fmla="*/ 227372 w 383554"/>
                  <a:gd name="connsiteY1" fmla="*/ 0 h 406897"/>
                  <a:gd name="connsiteX2" fmla="*/ 383555 w 383554"/>
                  <a:gd name="connsiteY2" fmla="*/ 406898 h 406897"/>
                  <a:gd name="connsiteX3" fmla="*/ 301407 w 383554"/>
                  <a:gd name="connsiteY3" fmla="*/ 406898 h 406897"/>
                  <a:gd name="connsiteX4" fmla="*/ 263209 w 383554"/>
                  <a:gd name="connsiteY4" fmla="*/ 305488 h 406897"/>
                  <a:gd name="connsiteX5" fmla="*/ 119740 w 383554"/>
                  <a:gd name="connsiteY5" fmla="*/ 305488 h 406897"/>
                  <a:gd name="connsiteX6" fmla="*/ 82147 w 383554"/>
                  <a:gd name="connsiteY6" fmla="*/ 406898 h 406897"/>
                  <a:gd name="connsiteX7" fmla="*/ 0 w 383554"/>
                  <a:gd name="connsiteY7" fmla="*/ 406898 h 406897"/>
                  <a:gd name="connsiteX8" fmla="*/ 156788 w 383554"/>
                  <a:gd name="connsiteY8" fmla="*/ 0 h 406897"/>
                  <a:gd name="connsiteX9" fmla="*/ 248741 w 383554"/>
                  <a:gd name="connsiteY9" fmla="*/ 249896 h 406897"/>
                  <a:gd name="connsiteX10" fmla="*/ 192080 w 383554"/>
                  <a:gd name="connsiteY10" fmla="*/ 90015 h 406897"/>
                  <a:gd name="connsiteX11" fmla="*/ 133058 w 383554"/>
                  <a:gd name="connsiteY11" fmla="*/ 249896 h 406897"/>
                  <a:gd name="connsiteX12" fmla="*/ 248741 w 383554"/>
                  <a:gd name="connsiteY12" fmla="*/ 249896 h 40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3554" h="406897">
                    <a:moveTo>
                      <a:pt x="156788" y="0"/>
                    </a:moveTo>
                    <a:lnTo>
                      <a:pt x="227372" y="0"/>
                    </a:lnTo>
                    <a:lnTo>
                      <a:pt x="383555" y="406898"/>
                    </a:lnTo>
                    <a:lnTo>
                      <a:pt x="301407" y="406898"/>
                    </a:lnTo>
                    <a:lnTo>
                      <a:pt x="263209" y="305488"/>
                    </a:lnTo>
                    <a:lnTo>
                      <a:pt x="119740" y="305488"/>
                    </a:lnTo>
                    <a:lnTo>
                      <a:pt x="82147" y="406898"/>
                    </a:lnTo>
                    <a:lnTo>
                      <a:pt x="0" y="406898"/>
                    </a:lnTo>
                    <a:lnTo>
                      <a:pt x="156788" y="0"/>
                    </a:lnTo>
                    <a:close/>
                    <a:moveTo>
                      <a:pt x="248741" y="249896"/>
                    </a:moveTo>
                    <a:lnTo>
                      <a:pt x="192080" y="90015"/>
                    </a:lnTo>
                    <a:lnTo>
                      <a:pt x="133058" y="249896"/>
                    </a:lnTo>
                    <a:lnTo>
                      <a:pt x="248741" y="249896"/>
                    </a:lnTo>
                    <a:close/>
                  </a:path>
                </a:pathLst>
              </a:custGeom>
              <a:solidFill>
                <a:srgbClr val="DF8026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 182">
                <a:extLst>
                  <a:ext uri="{FF2B5EF4-FFF2-40B4-BE49-F238E27FC236}">
                    <a16:creationId xmlns:a16="http://schemas.microsoft.com/office/drawing/2014/main" id="{3765094A-1E4C-D041-DE2C-1B50AB7179A3}"/>
                  </a:ext>
                </a:extLst>
              </p:cNvPr>
              <p:cNvSpPr/>
              <p:nvPr/>
            </p:nvSpPr>
            <p:spPr>
              <a:xfrm>
                <a:off x="1137437" y="206042"/>
                <a:ext cx="175553" cy="180390"/>
              </a:xfrm>
              <a:custGeom>
                <a:avLst/>
                <a:gdLst>
                  <a:gd name="connsiteX0" fmla="*/ 175554 w 175553"/>
                  <a:gd name="connsiteY0" fmla="*/ 70405 h 180390"/>
                  <a:gd name="connsiteX1" fmla="*/ 175554 w 175553"/>
                  <a:gd name="connsiteY1" fmla="*/ 109985 h 180390"/>
                  <a:gd name="connsiteX2" fmla="*/ 109993 w 175553"/>
                  <a:gd name="connsiteY2" fmla="*/ 109985 h 180390"/>
                  <a:gd name="connsiteX3" fmla="*/ 109993 w 175553"/>
                  <a:gd name="connsiteY3" fmla="*/ 180390 h 180390"/>
                  <a:gd name="connsiteX4" fmla="*/ 65560 w 175553"/>
                  <a:gd name="connsiteY4" fmla="*/ 180390 h 180390"/>
                  <a:gd name="connsiteX5" fmla="*/ 65560 w 175553"/>
                  <a:gd name="connsiteY5" fmla="*/ 109985 h 180390"/>
                  <a:gd name="connsiteX6" fmla="*/ 0 w 175553"/>
                  <a:gd name="connsiteY6" fmla="*/ 109985 h 180390"/>
                  <a:gd name="connsiteX7" fmla="*/ 0 w 175553"/>
                  <a:gd name="connsiteY7" fmla="*/ 70405 h 180390"/>
                  <a:gd name="connsiteX8" fmla="*/ 65560 w 175553"/>
                  <a:gd name="connsiteY8" fmla="*/ 70405 h 180390"/>
                  <a:gd name="connsiteX9" fmla="*/ 65560 w 175553"/>
                  <a:gd name="connsiteY9" fmla="*/ 0 h 180390"/>
                  <a:gd name="connsiteX10" fmla="*/ 109993 w 175553"/>
                  <a:gd name="connsiteY10" fmla="*/ 0 h 180390"/>
                  <a:gd name="connsiteX11" fmla="*/ 109993 w 175553"/>
                  <a:gd name="connsiteY11" fmla="*/ 70405 h 180390"/>
                  <a:gd name="connsiteX12" fmla="*/ 175554 w 175553"/>
                  <a:gd name="connsiteY12" fmla="*/ 70405 h 180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5553" h="180390">
                    <a:moveTo>
                      <a:pt x="175554" y="70405"/>
                    </a:moveTo>
                    <a:lnTo>
                      <a:pt x="175554" y="109985"/>
                    </a:lnTo>
                    <a:lnTo>
                      <a:pt x="109993" y="109985"/>
                    </a:lnTo>
                    <a:lnTo>
                      <a:pt x="109993" y="180390"/>
                    </a:lnTo>
                    <a:lnTo>
                      <a:pt x="65560" y="180390"/>
                    </a:lnTo>
                    <a:lnTo>
                      <a:pt x="65560" y="109985"/>
                    </a:lnTo>
                    <a:lnTo>
                      <a:pt x="0" y="109985"/>
                    </a:lnTo>
                    <a:lnTo>
                      <a:pt x="0" y="70405"/>
                    </a:lnTo>
                    <a:lnTo>
                      <a:pt x="65560" y="70405"/>
                    </a:lnTo>
                    <a:lnTo>
                      <a:pt x="65560" y="0"/>
                    </a:lnTo>
                    <a:lnTo>
                      <a:pt x="109993" y="0"/>
                    </a:lnTo>
                    <a:lnTo>
                      <a:pt x="109993" y="70405"/>
                    </a:lnTo>
                    <a:lnTo>
                      <a:pt x="175554" y="70405"/>
                    </a:lnTo>
                    <a:close/>
                  </a:path>
                </a:pathLst>
              </a:custGeom>
              <a:solidFill>
                <a:srgbClr val="DF8026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" name="Graphic 6">
              <a:extLst>
                <a:ext uri="{FF2B5EF4-FFF2-40B4-BE49-F238E27FC236}">
                  <a16:creationId xmlns:a16="http://schemas.microsoft.com/office/drawing/2014/main" id="{6F34A672-6B43-7A31-F554-A46B6D8C81AB}"/>
                </a:ext>
              </a:extLst>
            </p:cNvPr>
            <p:cNvGrpSpPr/>
            <p:nvPr/>
          </p:nvGrpSpPr>
          <p:grpSpPr>
            <a:xfrm>
              <a:off x="1893513" y="205261"/>
              <a:ext cx="1838187" cy="524499"/>
              <a:chOff x="1605379" y="205262"/>
              <a:chExt cx="1462604" cy="417332"/>
            </a:xfrm>
          </p:grpSpPr>
          <p:grpSp>
            <p:nvGrpSpPr>
              <p:cNvPr id="16" name="Graphic 6">
                <a:extLst>
                  <a:ext uri="{FF2B5EF4-FFF2-40B4-BE49-F238E27FC236}">
                    <a16:creationId xmlns:a16="http://schemas.microsoft.com/office/drawing/2014/main" id="{A0B16A1A-9D80-DB03-4979-F4F5585565D7}"/>
                  </a:ext>
                </a:extLst>
              </p:cNvPr>
              <p:cNvGrpSpPr/>
              <p:nvPr/>
            </p:nvGrpSpPr>
            <p:grpSpPr>
              <a:xfrm>
                <a:off x="1605379" y="205262"/>
                <a:ext cx="443000" cy="417332"/>
                <a:chOff x="1605379" y="205262"/>
                <a:chExt cx="443000" cy="417332"/>
              </a:xfrm>
            </p:grpSpPr>
            <p:sp>
              <p:nvSpPr>
                <p:cNvPr id="53" name="Freeform 164">
                  <a:extLst>
                    <a:ext uri="{FF2B5EF4-FFF2-40B4-BE49-F238E27FC236}">
                      <a16:creationId xmlns:a16="http://schemas.microsoft.com/office/drawing/2014/main" id="{A1785713-7365-2A34-3EEC-6211ACEB0AA2}"/>
                    </a:ext>
                  </a:extLst>
                </p:cNvPr>
                <p:cNvSpPr/>
                <p:nvPr/>
              </p:nvSpPr>
              <p:spPr>
                <a:xfrm>
                  <a:off x="1605379" y="205262"/>
                  <a:ext cx="443000" cy="237601"/>
                </a:xfrm>
                <a:custGeom>
                  <a:avLst/>
                  <a:gdLst>
                    <a:gd name="connsiteX0" fmla="*/ 80936 w 443000"/>
                    <a:gd name="connsiteY0" fmla="*/ 215413 h 237601"/>
                    <a:gd name="connsiteX1" fmla="*/ 34505 w 443000"/>
                    <a:gd name="connsiteY1" fmla="*/ 170495 h 237601"/>
                    <a:gd name="connsiteX2" fmla="*/ 163689 w 443000"/>
                    <a:gd name="connsiteY2" fmla="*/ 151904 h 237601"/>
                    <a:gd name="connsiteX3" fmla="*/ 221500 w 443000"/>
                    <a:gd name="connsiteY3" fmla="*/ 35922 h 237601"/>
                    <a:gd name="connsiteX4" fmla="*/ 279312 w 443000"/>
                    <a:gd name="connsiteY4" fmla="*/ 151904 h 237601"/>
                    <a:gd name="connsiteX5" fmla="*/ 408495 w 443000"/>
                    <a:gd name="connsiteY5" fmla="*/ 170495 h 237601"/>
                    <a:gd name="connsiteX6" fmla="*/ 362004 w 443000"/>
                    <a:gd name="connsiteY6" fmla="*/ 215413 h 237601"/>
                    <a:gd name="connsiteX7" fmla="*/ 362004 w 443000"/>
                    <a:gd name="connsiteY7" fmla="*/ 237602 h 237601"/>
                    <a:gd name="connsiteX8" fmla="*/ 443001 w 443000"/>
                    <a:gd name="connsiteY8" fmla="*/ 159401 h 237601"/>
                    <a:gd name="connsiteX9" fmla="*/ 289906 w 443000"/>
                    <a:gd name="connsiteY9" fmla="*/ 137392 h 237601"/>
                    <a:gd name="connsiteX10" fmla="*/ 221500 w 443000"/>
                    <a:gd name="connsiteY10" fmla="*/ 0 h 237601"/>
                    <a:gd name="connsiteX11" fmla="*/ 153034 w 443000"/>
                    <a:gd name="connsiteY11" fmla="*/ 137392 h 237601"/>
                    <a:gd name="connsiteX12" fmla="*/ 0 w 443000"/>
                    <a:gd name="connsiteY12" fmla="*/ 159401 h 237601"/>
                    <a:gd name="connsiteX13" fmla="*/ 80936 w 443000"/>
                    <a:gd name="connsiteY13" fmla="*/ 237602 h 237601"/>
                    <a:gd name="connsiteX14" fmla="*/ 80936 w 443000"/>
                    <a:gd name="connsiteY14" fmla="*/ 215413 h 237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43000" h="237601">
                      <a:moveTo>
                        <a:pt x="80936" y="215413"/>
                      </a:moveTo>
                      <a:lnTo>
                        <a:pt x="34505" y="170495"/>
                      </a:lnTo>
                      <a:lnTo>
                        <a:pt x="163689" y="151904"/>
                      </a:lnTo>
                      <a:lnTo>
                        <a:pt x="221500" y="35922"/>
                      </a:lnTo>
                      <a:lnTo>
                        <a:pt x="279312" y="151904"/>
                      </a:lnTo>
                      <a:lnTo>
                        <a:pt x="408495" y="170495"/>
                      </a:lnTo>
                      <a:lnTo>
                        <a:pt x="362004" y="215413"/>
                      </a:lnTo>
                      <a:lnTo>
                        <a:pt x="362004" y="237602"/>
                      </a:lnTo>
                      <a:lnTo>
                        <a:pt x="443001" y="159401"/>
                      </a:lnTo>
                      <a:lnTo>
                        <a:pt x="289906" y="137392"/>
                      </a:lnTo>
                      <a:lnTo>
                        <a:pt x="221500" y="0"/>
                      </a:lnTo>
                      <a:lnTo>
                        <a:pt x="153034" y="137392"/>
                      </a:lnTo>
                      <a:lnTo>
                        <a:pt x="0" y="159401"/>
                      </a:lnTo>
                      <a:lnTo>
                        <a:pt x="80936" y="237602"/>
                      </a:lnTo>
                      <a:lnTo>
                        <a:pt x="80936" y="215413"/>
                      </a:lnTo>
                      <a:close/>
                    </a:path>
                  </a:pathLst>
                </a:custGeom>
                <a:solidFill>
                  <a:srgbClr val="F28128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" name="Freeform 165">
                  <a:extLst>
                    <a:ext uri="{FF2B5EF4-FFF2-40B4-BE49-F238E27FC236}">
                      <a16:creationId xmlns:a16="http://schemas.microsoft.com/office/drawing/2014/main" id="{8C3DE420-D778-AE4C-A14E-564E69C6DE22}"/>
                    </a:ext>
                  </a:extLst>
                </p:cNvPr>
                <p:cNvSpPr/>
                <p:nvPr/>
              </p:nvSpPr>
              <p:spPr>
                <a:xfrm>
                  <a:off x="1690008" y="525683"/>
                  <a:ext cx="273742" cy="96911"/>
                </a:xfrm>
                <a:custGeom>
                  <a:avLst/>
                  <a:gdLst>
                    <a:gd name="connsiteX0" fmla="*/ 240690 w 273742"/>
                    <a:gd name="connsiteY0" fmla="*/ 0 h 96911"/>
                    <a:gd name="connsiteX1" fmla="*/ 252434 w 273742"/>
                    <a:gd name="connsiteY1" fmla="*/ 67886 h 96911"/>
                    <a:gd name="connsiteX2" fmla="*/ 136871 w 273742"/>
                    <a:gd name="connsiteY2" fmla="*/ 7676 h 96911"/>
                    <a:gd name="connsiteX3" fmla="*/ 21309 w 273742"/>
                    <a:gd name="connsiteY3" fmla="*/ 67886 h 96911"/>
                    <a:gd name="connsiteX4" fmla="*/ 33052 w 273742"/>
                    <a:gd name="connsiteY4" fmla="*/ 0 h 96911"/>
                    <a:gd name="connsiteX5" fmla="*/ 16768 w 273742"/>
                    <a:gd name="connsiteY5" fmla="*/ 0 h 96911"/>
                    <a:gd name="connsiteX6" fmla="*/ 0 w 273742"/>
                    <a:gd name="connsiteY6" fmla="*/ 96912 h 96911"/>
                    <a:gd name="connsiteX7" fmla="*/ 136871 w 273742"/>
                    <a:gd name="connsiteY7" fmla="*/ 25667 h 96911"/>
                    <a:gd name="connsiteX8" fmla="*/ 273743 w 273742"/>
                    <a:gd name="connsiteY8" fmla="*/ 96912 h 96911"/>
                    <a:gd name="connsiteX9" fmla="*/ 256974 w 273742"/>
                    <a:gd name="connsiteY9" fmla="*/ 0 h 96911"/>
                    <a:gd name="connsiteX10" fmla="*/ 240690 w 273742"/>
                    <a:gd name="connsiteY10" fmla="*/ 0 h 969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73742" h="96911">
                      <a:moveTo>
                        <a:pt x="240690" y="0"/>
                      </a:moveTo>
                      <a:lnTo>
                        <a:pt x="252434" y="67886"/>
                      </a:lnTo>
                      <a:lnTo>
                        <a:pt x="136871" y="7676"/>
                      </a:lnTo>
                      <a:lnTo>
                        <a:pt x="21309" y="67886"/>
                      </a:lnTo>
                      <a:lnTo>
                        <a:pt x="33052" y="0"/>
                      </a:lnTo>
                      <a:lnTo>
                        <a:pt x="16768" y="0"/>
                      </a:lnTo>
                      <a:lnTo>
                        <a:pt x="0" y="96912"/>
                      </a:lnTo>
                      <a:lnTo>
                        <a:pt x="136871" y="25667"/>
                      </a:lnTo>
                      <a:lnTo>
                        <a:pt x="273743" y="96912"/>
                      </a:lnTo>
                      <a:lnTo>
                        <a:pt x="256974" y="0"/>
                      </a:lnTo>
                      <a:lnTo>
                        <a:pt x="240690" y="0"/>
                      </a:lnTo>
                      <a:close/>
                    </a:path>
                  </a:pathLst>
                </a:custGeom>
                <a:solidFill>
                  <a:srgbClr val="585860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55" name="Graphic 6">
                  <a:extLst>
                    <a:ext uri="{FF2B5EF4-FFF2-40B4-BE49-F238E27FC236}">
                      <a16:creationId xmlns:a16="http://schemas.microsoft.com/office/drawing/2014/main" id="{3F5B9962-4592-C655-0BC9-5C1A1F9E1B77}"/>
                    </a:ext>
                  </a:extLst>
                </p:cNvPr>
                <p:cNvGrpSpPr/>
                <p:nvPr/>
              </p:nvGrpSpPr>
              <p:grpSpPr>
                <a:xfrm>
                  <a:off x="1711558" y="380975"/>
                  <a:ext cx="231125" cy="61889"/>
                  <a:chOff x="1711558" y="380975"/>
                  <a:chExt cx="231125" cy="61889"/>
                </a:xfrm>
                <a:solidFill>
                  <a:srgbClr val="585860"/>
                </a:solidFill>
              </p:grpSpPr>
              <p:sp>
                <p:nvSpPr>
                  <p:cNvPr id="61" name="Freeform 172">
                    <a:extLst>
                      <a:ext uri="{FF2B5EF4-FFF2-40B4-BE49-F238E27FC236}">
                        <a16:creationId xmlns:a16="http://schemas.microsoft.com/office/drawing/2014/main" id="{18ED0769-0426-FD89-92DF-8FB53AD47824}"/>
                      </a:ext>
                    </a:extLst>
                  </p:cNvPr>
                  <p:cNvSpPr/>
                  <p:nvPr/>
                </p:nvSpPr>
                <p:spPr>
                  <a:xfrm>
                    <a:off x="1711558" y="380975"/>
                    <a:ext cx="53876" cy="61889"/>
                  </a:xfrm>
                  <a:custGeom>
                    <a:avLst/>
                    <a:gdLst>
                      <a:gd name="connsiteX0" fmla="*/ 61 w 53876"/>
                      <a:gd name="connsiteY0" fmla="*/ 61889 h 61889"/>
                      <a:gd name="connsiteX1" fmla="*/ 61 w 53876"/>
                      <a:gd name="connsiteY1" fmla="*/ 55352 h 61889"/>
                      <a:gd name="connsiteX2" fmla="*/ 6901 w 53876"/>
                      <a:gd name="connsiteY2" fmla="*/ 54093 h 61889"/>
                      <a:gd name="connsiteX3" fmla="*/ 6901 w 53876"/>
                      <a:gd name="connsiteY3" fmla="*/ 7856 h 61889"/>
                      <a:gd name="connsiteX4" fmla="*/ 61 w 53876"/>
                      <a:gd name="connsiteY4" fmla="*/ 6597 h 61889"/>
                      <a:gd name="connsiteX5" fmla="*/ 61 w 53876"/>
                      <a:gd name="connsiteY5" fmla="*/ 0 h 61889"/>
                      <a:gd name="connsiteX6" fmla="*/ 28936 w 53876"/>
                      <a:gd name="connsiteY6" fmla="*/ 0 h 61889"/>
                      <a:gd name="connsiteX7" fmla="*/ 40922 w 53876"/>
                      <a:gd name="connsiteY7" fmla="*/ 2159 h 61889"/>
                      <a:gd name="connsiteX8" fmla="*/ 48489 w 53876"/>
                      <a:gd name="connsiteY8" fmla="*/ 8276 h 61889"/>
                      <a:gd name="connsiteX9" fmla="*/ 51092 w 53876"/>
                      <a:gd name="connsiteY9" fmla="*/ 17931 h 61889"/>
                      <a:gd name="connsiteX10" fmla="*/ 48489 w 53876"/>
                      <a:gd name="connsiteY10" fmla="*/ 27406 h 61889"/>
                      <a:gd name="connsiteX11" fmla="*/ 41225 w 53876"/>
                      <a:gd name="connsiteY11" fmla="*/ 33703 h 61889"/>
                      <a:gd name="connsiteX12" fmla="*/ 30328 w 53876"/>
                      <a:gd name="connsiteY12" fmla="*/ 36042 h 61889"/>
                      <a:gd name="connsiteX13" fmla="*/ 17616 w 53876"/>
                      <a:gd name="connsiteY13" fmla="*/ 36162 h 61889"/>
                      <a:gd name="connsiteX14" fmla="*/ 17616 w 53876"/>
                      <a:gd name="connsiteY14" fmla="*/ 54093 h 61889"/>
                      <a:gd name="connsiteX15" fmla="*/ 24456 w 53876"/>
                      <a:gd name="connsiteY15" fmla="*/ 55352 h 61889"/>
                      <a:gd name="connsiteX16" fmla="*/ 24456 w 53876"/>
                      <a:gd name="connsiteY16" fmla="*/ 61889 h 61889"/>
                      <a:gd name="connsiteX17" fmla="*/ 0 w 53876"/>
                      <a:gd name="connsiteY17" fmla="*/ 61889 h 61889"/>
                      <a:gd name="connsiteX18" fmla="*/ 17737 w 53876"/>
                      <a:gd name="connsiteY18" fmla="*/ 27766 h 61889"/>
                      <a:gd name="connsiteX19" fmla="*/ 28512 w 53876"/>
                      <a:gd name="connsiteY19" fmla="*/ 27766 h 61889"/>
                      <a:gd name="connsiteX20" fmla="*/ 37532 w 53876"/>
                      <a:gd name="connsiteY20" fmla="*/ 25307 h 61889"/>
                      <a:gd name="connsiteX21" fmla="*/ 40438 w 53876"/>
                      <a:gd name="connsiteY21" fmla="*/ 18171 h 61889"/>
                      <a:gd name="connsiteX22" fmla="*/ 37593 w 53876"/>
                      <a:gd name="connsiteY22" fmla="*/ 10915 h 61889"/>
                      <a:gd name="connsiteX23" fmla="*/ 28997 w 53876"/>
                      <a:gd name="connsiteY23" fmla="*/ 8216 h 61889"/>
                      <a:gd name="connsiteX24" fmla="*/ 17737 w 53876"/>
                      <a:gd name="connsiteY24" fmla="*/ 8216 h 61889"/>
                      <a:gd name="connsiteX25" fmla="*/ 17737 w 53876"/>
                      <a:gd name="connsiteY25" fmla="*/ 27706 h 61889"/>
                      <a:gd name="connsiteX26" fmla="*/ 40680 w 53876"/>
                      <a:gd name="connsiteY26" fmla="*/ 61889 h 61889"/>
                      <a:gd name="connsiteX27" fmla="*/ 28754 w 53876"/>
                      <a:gd name="connsiteY27" fmla="*/ 33403 h 61889"/>
                      <a:gd name="connsiteX28" fmla="*/ 38864 w 53876"/>
                      <a:gd name="connsiteY28" fmla="*/ 31724 h 61889"/>
                      <a:gd name="connsiteX29" fmla="*/ 48973 w 53876"/>
                      <a:gd name="connsiteY29" fmla="*/ 54213 h 61889"/>
                      <a:gd name="connsiteX30" fmla="*/ 53877 w 53876"/>
                      <a:gd name="connsiteY30" fmla="*/ 55233 h 61889"/>
                      <a:gd name="connsiteX31" fmla="*/ 53877 w 53876"/>
                      <a:gd name="connsiteY31" fmla="*/ 61889 h 61889"/>
                      <a:gd name="connsiteX32" fmla="*/ 40680 w 53876"/>
                      <a:gd name="connsiteY32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3876" h="61889">
                        <a:moveTo>
                          <a:pt x="61" y="61889"/>
                        </a:moveTo>
                        <a:lnTo>
                          <a:pt x="61" y="55352"/>
                        </a:lnTo>
                        <a:lnTo>
                          <a:pt x="6901" y="54093"/>
                        </a:lnTo>
                        <a:lnTo>
                          <a:pt x="6901" y="7856"/>
                        </a:lnTo>
                        <a:lnTo>
                          <a:pt x="61" y="6597"/>
                        </a:lnTo>
                        <a:lnTo>
                          <a:pt x="61" y="0"/>
                        </a:lnTo>
                        <a:lnTo>
                          <a:pt x="28936" y="0"/>
                        </a:lnTo>
                        <a:cubicBezTo>
                          <a:pt x="33658" y="0"/>
                          <a:pt x="37653" y="720"/>
                          <a:pt x="40922" y="2159"/>
                        </a:cubicBezTo>
                        <a:cubicBezTo>
                          <a:pt x="44252" y="3598"/>
                          <a:pt x="46794" y="5637"/>
                          <a:pt x="48489" y="8276"/>
                        </a:cubicBezTo>
                        <a:cubicBezTo>
                          <a:pt x="50245" y="10915"/>
                          <a:pt x="51092" y="14153"/>
                          <a:pt x="51092" y="17931"/>
                        </a:cubicBezTo>
                        <a:cubicBezTo>
                          <a:pt x="51092" y="21709"/>
                          <a:pt x="50245" y="24708"/>
                          <a:pt x="48489" y="27406"/>
                        </a:cubicBezTo>
                        <a:cubicBezTo>
                          <a:pt x="46734" y="30105"/>
                          <a:pt x="44312" y="32204"/>
                          <a:pt x="41225" y="33703"/>
                        </a:cubicBezTo>
                        <a:cubicBezTo>
                          <a:pt x="38137" y="35202"/>
                          <a:pt x="34505" y="35982"/>
                          <a:pt x="30328" y="36042"/>
                        </a:cubicBezTo>
                        <a:lnTo>
                          <a:pt x="17616" y="36162"/>
                        </a:lnTo>
                        <a:lnTo>
                          <a:pt x="17616" y="54093"/>
                        </a:lnTo>
                        <a:lnTo>
                          <a:pt x="24456" y="55352"/>
                        </a:lnTo>
                        <a:lnTo>
                          <a:pt x="24456" y="61889"/>
                        </a:lnTo>
                        <a:lnTo>
                          <a:pt x="0" y="61889"/>
                        </a:lnTo>
                        <a:close/>
                        <a:moveTo>
                          <a:pt x="17737" y="27766"/>
                        </a:moveTo>
                        <a:lnTo>
                          <a:pt x="28512" y="27766"/>
                        </a:lnTo>
                        <a:cubicBezTo>
                          <a:pt x="32568" y="27766"/>
                          <a:pt x="35595" y="26927"/>
                          <a:pt x="37532" y="25307"/>
                        </a:cubicBezTo>
                        <a:cubicBezTo>
                          <a:pt x="39469" y="23688"/>
                          <a:pt x="40438" y="21289"/>
                          <a:pt x="40438" y="18171"/>
                        </a:cubicBezTo>
                        <a:cubicBezTo>
                          <a:pt x="40438" y="15053"/>
                          <a:pt x="39469" y="12714"/>
                          <a:pt x="37593" y="10915"/>
                        </a:cubicBezTo>
                        <a:cubicBezTo>
                          <a:pt x="35716" y="9115"/>
                          <a:pt x="32810" y="8216"/>
                          <a:pt x="28997" y="8216"/>
                        </a:cubicBezTo>
                        <a:lnTo>
                          <a:pt x="17737" y="8216"/>
                        </a:lnTo>
                        <a:lnTo>
                          <a:pt x="17737" y="27706"/>
                        </a:lnTo>
                        <a:close/>
                        <a:moveTo>
                          <a:pt x="40680" y="61889"/>
                        </a:moveTo>
                        <a:lnTo>
                          <a:pt x="28754" y="33403"/>
                        </a:lnTo>
                        <a:lnTo>
                          <a:pt x="38864" y="31724"/>
                        </a:lnTo>
                        <a:lnTo>
                          <a:pt x="48973" y="54213"/>
                        </a:lnTo>
                        <a:lnTo>
                          <a:pt x="53877" y="55233"/>
                        </a:lnTo>
                        <a:lnTo>
                          <a:pt x="53877" y="61889"/>
                        </a:lnTo>
                        <a:lnTo>
                          <a:pt x="40680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2" name="Freeform 173">
                    <a:extLst>
                      <a:ext uri="{FF2B5EF4-FFF2-40B4-BE49-F238E27FC236}">
                        <a16:creationId xmlns:a16="http://schemas.microsoft.com/office/drawing/2014/main" id="{2131AC72-E5EC-9FD6-3F2D-C14D9D70BFB5}"/>
                      </a:ext>
                    </a:extLst>
                  </p:cNvPr>
                  <p:cNvSpPr/>
                  <p:nvPr/>
                </p:nvSpPr>
                <p:spPr>
                  <a:xfrm>
                    <a:off x="1771610" y="380975"/>
                    <a:ext cx="48670" cy="61889"/>
                  </a:xfrm>
                  <a:custGeom>
                    <a:avLst/>
                    <a:gdLst>
                      <a:gd name="connsiteX0" fmla="*/ 0 w 48670"/>
                      <a:gd name="connsiteY0" fmla="*/ 61889 h 61889"/>
                      <a:gd name="connsiteX1" fmla="*/ 0 w 48670"/>
                      <a:gd name="connsiteY1" fmla="*/ 55352 h 61889"/>
                      <a:gd name="connsiteX2" fmla="*/ 6840 w 48670"/>
                      <a:gd name="connsiteY2" fmla="*/ 54093 h 61889"/>
                      <a:gd name="connsiteX3" fmla="*/ 6840 w 48670"/>
                      <a:gd name="connsiteY3" fmla="*/ 7856 h 61889"/>
                      <a:gd name="connsiteX4" fmla="*/ 0 w 48670"/>
                      <a:gd name="connsiteY4" fmla="*/ 6597 h 61889"/>
                      <a:gd name="connsiteX5" fmla="*/ 0 w 48670"/>
                      <a:gd name="connsiteY5" fmla="*/ 0 h 61889"/>
                      <a:gd name="connsiteX6" fmla="*/ 47581 w 48670"/>
                      <a:gd name="connsiteY6" fmla="*/ 0 h 61889"/>
                      <a:gd name="connsiteX7" fmla="*/ 47581 w 48670"/>
                      <a:gd name="connsiteY7" fmla="*/ 15952 h 61889"/>
                      <a:gd name="connsiteX8" fmla="*/ 39167 w 48670"/>
                      <a:gd name="connsiteY8" fmla="*/ 15952 h 61889"/>
                      <a:gd name="connsiteX9" fmla="*/ 38440 w 48670"/>
                      <a:gd name="connsiteY9" fmla="*/ 8276 h 61889"/>
                      <a:gd name="connsiteX10" fmla="*/ 17616 w 48670"/>
                      <a:gd name="connsiteY10" fmla="*/ 8276 h 61889"/>
                      <a:gd name="connsiteX11" fmla="*/ 17616 w 48670"/>
                      <a:gd name="connsiteY11" fmla="*/ 25787 h 61889"/>
                      <a:gd name="connsiteX12" fmla="*/ 39530 w 48670"/>
                      <a:gd name="connsiteY12" fmla="*/ 25787 h 61889"/>
                      <a:gd name="connsiteX13" fmla="*/ 39530 w 48670"/>
                      <a:gd name="connsiteY13" fmla="*/ 34063 h 61889"/>
                      <a:gd name="connsiteX14" fmla="*/ 17616 w 48670"/>
                      <a:gd name="connsiteY14" fmla="*/ 34063 h 61889"/>
                      <a:gd name="connsiteX15" fmla="*/ 17616 w 48670"/>
                      <a:gd name="connsiteY15" fmla="*/ 53733 h 61889"/>
                      <a:gd name="connsiteX16" fmla="*/ 39590 w 48670"/>
                      <a:gd name="connsiteY16" fmla="*/ 53733 h 61889"/>
                      <a:gd name="connsiteX17" fmla="*/ 40317 w 48670"/>
                      <a:gd name="connsiteY17" fmla="*/ 45877 h 61889"/>
                      <a:gd name="connsiteX18" fmla="*/ 48671 w 48670"/>
                      <a:gd name="connsiteY18" fmla="*/ 45877 h 61889"/>
                      <a:gd name="connsiteX19" fmla="*/ 48671 w 48670"/>
                      <a:gd name="connsiteY19" fmla="*/ 61889 h 61889"/>
                      <a:gd name="connsiteX20" fmla="*/ 0 w 48670"/>
                      <a:gd name="connsiteY20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48670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6840" y="54093"/>
                        </a:lnTo>
                        <a:lnTo>
                          <a:pt x="6840" y="78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47581" y="0"/>
                        </a:lnTo>
                        <a:lnTo>
                          <a:pt x="47581" y="15952"/>
                        </a:lnTo>
                        <a:lnTo>
                          <a:pt x="39167" y="15952"/>
                        </a:lnTo>
                        <a:lnTo>
                          <a:pt x="38440" y="8276"/>
                        </a:lnTo>
                        <a:lnTo>
                          <a:pt x="17616" y="8276"/>
                        </a:lnTo>
                        <a:lnTo>
                          <a:pt x="17616" y="25787"/>
                        </a:lnTo>
                        <a:lnTo>
                          <a:pt x="39530" y="25787"/>
                        </a:lnTo>
                        <a:lnTo>
                          <a:pt x="39530" y="34063"/>
                        </a:lnTo>
                        <a:lnTo>
                          <a:pt x="17616" y="34063"/>
                        </a:lnTo>
                        <a:lnTo>
                          <a:pt x="17616" y="53733"/>
                        </a:lnTo>
                        <a:lnTo>
                          <a:pt x="39590" y="53733"/>
                        </a:lnTo>
                        <a:lnTo>
                          <a:pt x="40317" y="45877"/>
                        </a:lnTo>
                        <a:lnTo>
                          <a:pt x="48671" y="45877"/>
                        </a:lnTo>
                        <a:lnTo>
                          <a:pt x="48671" y="61889"/>
                        </a:lnTo>
                        <a:lnTo>
                          <a:pt x="0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3" name="Freeform 174">
                    <a:extLst>
                      <a:ext uri="{FF2B5EF4-FFF2-40B4-BE49-F238E27FC236}">
                        <a16:creationId xmlns:a16="http://schemas.microsoft.com/office/drawing/2014/main" id="{D486DD56-179F-8656-38D1-C4938C23E29E}"/>
                      </a:ext>
                    </a:extLst>
                  </p:cNvPr>
                  <p:cNvSpPr/>
                  <p:nvPr/>
                </p:nvSpPr>
                <p:spPr>
                  <a:xfrm>
                    <a:off x="1826879" y="380975"/>
                    <a:ext cx="61383" cy="61889"/>
                  </a:xfrm>
                  <a:custGeom>
                    <a:avLst/>
                    <a:gdLst>
                      <a:gd name="connsiteX0" fmla="*/ 25788 w 61383"/>
                      <a:gd name="connsiteY0" fmla="*/ 61889 h 61889"/>
                      <a:gd name="connsiteX1" fmla="*/ 5327 w 61383"/>
                      <a:gd name="connsiteY1" fmla="*/ 7256 h 61889"/>
                      <a:gd name="connsiteX2" fmla="*/ 0 w 61383"/>
                      <a:gd name="connsiteY2" fmla="*/ 6597 h 61889"/>
                      <a:gd name="connsiteX3" fmla="*/ 0 w 61383"/>
                      <a:gd name="connsiteY3" fmla="*/ 0 h 61889"/>
                      <a:gd name="connsiteX4" fmla="*/ 22701 w 61383"/>
                      <a:gd name="connsiteY4" fmla="*/ 0 h 61889"/>
                      <a:gd name="connsiteX5" fmla="*/ 22701 w 61383"/>
                      <a:gd name="connsiteY5" fmla="*/ 6597 h 61889"/>
                      <a:gd name="connsiteX6" fmla="*/ 17011 w 61383"/>
                      <a:gd name="connsiteY6" fmla="*/ 7496 h 61889"/>
                      <a:gd name="connsiteX7" fmla="*/ 30026 w 61383"/>
                      <a:gd name="connsiteY7" fmla="*/ 45218 h 61889"/>
                      <a:gd name="connsiteX8" fmla="*/ 31176 w 61383"/>
                      <a:gd name="connsiteY8" fmla="*/ 49236 h 61889"/>
                      <a:gd name="connsiteX9" fmla="*/ 31418 w 61383"/>
                      <a:gd name="connsiteY9" fmla="*/ 49236 h 61889"/>
                      <a:gd name="connsiteX10" fmla="*/ 32629 w 61383"/>
                      <a:gd name="connsiteY10" fmla="*/ 45218 h 61889"/>
                      <a:gd name="connsiteX11" fmla="*/ 45826 w 61383"/>
                      <a:gd name="connsiteY11" fmla="*/ 7436 h 61889"/>
                      <a:gd name="connsiteX12" fmla="*/ 39348 w 61383"/>
                      <a:gd name="connsiteY12" fmla="*/ 6597 h 61889"/>
                      <a:gd name="connsiteX13" fmla="*/ 39348 w 61383"/>
                      <a:gd name="connsiteY13" fmla="*/ 0 h 61889"/>
                      <a:gd name="connsiteX14" fmla="*/ 61383 w 61383"/>
                      <a:gd name="connsiteY14" fmla="*/ 0 h 61889"/>
                      <a:gd name="connsiteX15" fmla="*/ 61383 w 61383"/>
                      <a:gd name="connsiteY15" fmla="*/ 6597 h 61889"/>
                      <a:gd name="connsiteX16" fmla="*/ 55996 w 61383"/>
                      <a:gd name="connsiteY16" fmla="*/ 7256 h 61889"/>
                      <a:gd name="connsiteX17" fmla="*/ 36321 w 61383"/>
                      <a:gd name="connsiteY17" fmla="*/ 61889 h 61889"/>
                      <a:gd name="connsiteX18" fmla="*/ 25849 w 61383"/>
                      <a:gd name="connsiteY18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61383" h="61889">
                        <a:moveTo>
                          <a:pt x="25788" y="61889"/>
                        </a:moveTo>
                        <a:lnTo>
                          <a:pt x="5327" y="72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22701" y="0"/>
                        </a:lnTo>
                        <a:lnTo>
                          <a:pt x="22701" y="6597"/>
                        </a:lnTo>
                        <a:lnTo>
                          <a:pt x="17011" y="7496"/>
                        </a:lnTo>
                        <a:lnTo>
                          <a:pt x="30026" y="45218"/>
                        </a:lnTo>
                        <a:lnTo>
                          <a:pt x="31176" y="49236"/>
                        </a:lnTo>
                        <a:lnTo>
                          <a:pt x="31418" y="49236"/>
                        </a:lnTo>
                        <a:lnTo>
                          <a:pt x="32629" y="45218"/>
                        </a:lnTo>
                        <a:lnTo>
                          <a:pt x="45826" y="7436"/>
                        </a:lnTo>
                        <a:lnTo>
                          <a:pt x="39348" y="6597"/>
                        </a:lnTo>
                        <a:lnTo>
                          <a:pt x="39348" y="0"/>
                        </a:lnTo>
                        <a:lnTo>
                          <a:pt x="61383" y="0"/>
                        </a:lnTo>
                        <a:lnTo>
                          <a:pt x="61383" y="6597"/>
                        </a:lnTo>
                        <a:lnTo>
                          <a:pt x="55996" y="7256"/>
                        </a:lnTo>
                        <a:lnTo>
                          <a:pt x="36321" y="61889"/>
                        </a:lnTo>
                        <a:lnTo>
                          <a:pt x="25849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4" name="Freeform 175">
                    <a:extLst>
                      <a:ext uri="{FF2B5EF4-FFF2-40B4-BE49-F238E27FC236}">
                        <a16:creationId xmlns:a16="http://schemas.microsoft.com/office/drawing/2014/main" id="{43F87C22-E46D-D93B-80C7-0C64685F3D78}"/>
                      </a:ext>
                    </a:extLst>
                  </p:cNvPr>
                  <p:cNvSpPr/>
                  <p:nvPr/>
                </p:nvSpPr>
                <p:spPr>
                  <a:xfrm>
                    <a:off x="1881966" y="380975"/>
                    <a:ext cx="60717" cy="61889"/>
                  </a:xfrm>
                  <a:custGeom>
                    <a:avLst/>
                    <a:gdLst>
                      <a:gd name="connsiteX0" fmla="*/ 0 w 60717"/>
                      <a:gd name="connsiteY0" fmla="*/ 61889 h 61889"/>
                      <a:gd name="connsiteX1" fmla="*/ 0 w 60717"/>
                      <a:gd name="connsiteY1" fmla="*/ 55352 h 61889"/>
                      <a:gd name="connsiteX2" fmla="*/ 4540 w 60717"/>
                      <a:gd name="connsiteY2" fmla="*/ 54693 h 61889"/>
                      <a:gd name="connsiteX3" fmla="*/ 25243 w 60717"/>
                      <a:gd name="connsiteY3" fmla="*/ 0 h 61889"/>
                      <a:gd name="connsiteX4" fmla="*/ 35777 w 60717"/>
                      <a:gd name="connsiteY4" fmla="*/ 0 h 61889"/>
                      <a:gd name="connsiteX5" fmla="*/ 56177 w 60717"/>
                      <a:gd name="connsiteY5" fmla="*/ 54693 h 61889"/>
                      <a:gd name="connsiteX6" fmla="*/ 60717 w 60717"/>
                      <a:gd name="connsiteY6" fmla="*/ 55352 h 61889"/>
                      <a:gd name="connsiteX7" fmla="*/ 60717 w 60717"/>
                      <a:gd name="connsiteY7" fmla="*/ 61889 h 61889"/>
                      <a:gd name="connsiteX8" fmla="*/ 40862 w 60717"/>
                      <a:gd name="connsiteY8" fmla="*/ 61889 h 61889"/>
                      <a:gd name="connsiteX9" fmla="*/ 40862 w 60717"/>
                      <a:gd name="connsiteY9" fmla="*/ 55352 h 61889"/>
                      <a:gd name="connsiteX10" fmla="*/ 45341 w 60717"/>
                      <a:gd name="connsiteY10" fmla="*/ 54573 h 61889"/>
                      <a:gd name="connsiteX11" fmla="*/ 42012 w 60717"/>
                      <a:gd name="connsiteY11" fmla="*/ 44858 h 61889"/>
                      <a:gd name="connsiteX12" fmla="*/ 18766 w 60717"/>
                      <a:gd name="connsiteY12" fmla="*/ 44858 h 61889"/>
                      <a:gd name="connsiteX13" fmla="*/ 15376 w 60717"/>
                      <a:gd name="connsiteY13" fmla="*/ 54573 h 61889"/>
                      <a:gd name="connsiteX14" fmla="*/ 19856 w 60717"/>
                      <a:gd name="connsiteY14" fmla="*/ 55352 h 61889"/>
                      <a:gd name="connsiteX15" fmla="*/ 19856 w 60717"/>
                      <a:gd name="connsiteY15" fmla="*/ 61889 h 61889"/>
                      <a:gd name="connsiteX16" fmla="*/ 0 w 60717"/>
                      <a:gd name="connsiteY16" fmla="*/ 61889 h 61889"/>
                      <a:gd name="connsiteX17" fmla="*/ 21551 w 60717"/>
                      <a:gd name="connsiteY17" fmla="*/ 36582 h 61889"/>
                      <a:gd name="connsiteX18" fmla="*/ 39167 w 60717"/>
                      <a:gd name="connsiteY18" fmla="*/ 36582 h 61889"/>
                      <a:gd name="connsiteX19" fmla="*/ 31055 w 60717"/>
                      <a:gd name="connsiteY19" fmla="*/ 13673 h 61889"/>
                      <a:gd name="connsiteX20" fmla="*/ 30510 w 60717"/>
                      <a:gd name="connsiteY20" fmla="*/ 11994 h 61889"/>
                      <a:gd name="connsiteX21" fmla="*/ 30268 w 60717"/>
                      <a:gd name="connsiteY21" fmla="*/ 11994 h 61889"/>
                      <a:gd name="connsiteX22" fmla="*/ 29662 w 60717"/>
                      <a:gd name="connsiteY22" fmla="*/ 13733 h 61889"/>
                      <a:gd name="connsiteX23" fmla="*/ 21551 w 60717"/>
                      <a:gd name="connsiteY23" fmla="*/ 36582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0717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4540" y="54693"/>
                        </a:lnTo>
                        <a:lnTo>
                          <a:pt x="25243" y="0"/>
                        </a:lnTo>
                        <a:lnTo>
                          <a:pt x="35777" y="0"/>
                        </a:lnTo>
                        <a:lnTo>
                          <a:pt x="56177" y="54693"/>
                        </a:lnTo>
                        <a:lnTo>
                          <a:pt x="60717" y="55352"/>
                        </a:lnTo>
                        <a:lnTo>
                          <a:pt x="60717" y="61889"/>
                        </a:lnTo>
                        <a:lnTo>
                          <a:pt x="40862" y="61889"/>
                        </a:lnTo>
                        <a:lnTo>
                          <a:pt x="40862" y="55352"/>
                        </a:lnTo>
                        <a:lnTo>
                          <a:pt x="45341" y="54573"/>
                        </a:lnTo>
                        <a:lnTo>
                          <a:pt x="42012" y="44858"/>
                        </a:lnTo>
                        <a:lnTo>
                          <a:pt x="18766" y="44858"/>
                        </a:lnTo>
                        <a:lnTo>
                          <a:pt x="15376" y="54573"/>
                        </a:lnTo>
                        <a:lnTo>
                          <a:pt x="19856" y="55352"/>
                        </a:lnTo>
                        <a:lnTo>
                          <a:pt x="19856" y="61889"/>
                        </a:lnTo>
                        <a:lnTo>
                          <a:pt x="0" y="61889"/>
                        </a:lnTo>
                        <a:close/>
                        <a:moveTo>
                          <a:pt x="21551" y="36582"/>
                        </a:moveTo>
                        <a:lnTo>
                          <a:pt x="39167" y="36582"/>
                        </a:lnTo>
                        <a:lnTo>
                          <a:pt x="31055" y="13673"/>
                        </a:lnTo>
                        <a:lnTo>
                          <a:pt x="30510" y="11994"/>
                        </a:lnTo>
                        <a:lnTo>
                          <a:pt x="30268" y="11994"/>
                        </a:lnTo>
                        <a:lnTo>
                          <a:pt x="29662" y="13733"/>
                        </a:lnTo>
                        <a:lnTo>
                          <a:pt x="21551" y="36582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6" name="Graphic 6">
                  <a:extLst>
                    <a:ext uri="{FF2B5EF4-FFF2-40B4-BE49-F238E27FC236}">
                      <a16:creationId xmlns:a16="http://schemas.microsoft.com/office/drawing/2014/main" id="{09CF5AE1-1E19-79A4-2489-C54705273865}"/>
                    </a:ext>
                  </a:extLst>
                </p:cNvPr>
                <p:cNvGrpSpPr/>
                <p:nvPr/>
              </p:nvGrpSpPr>
              <p:grpSpPr>
                <a:xfrm>
                  <a:off x="1712285" y="453539"/>
                  <a:ext cx="227372" cy="63688"/>
                  <a:chOff x="1712285" y="453539"/>
                  <a:chExt cx="227372" cy="63688"/>
                </a:xfrm>
                <a:solidFill>
                  <a:srgbClr val="F28128"/>
                </a:solidFill>
              </p:grpSpPr>
              <p:sp>
                <p:nvSpPr>
                  <p:cNvPr id="57" name="Freeform 168">
                    <a:extLst>
                      <a:ext uri="{FF2B5EF4-FFF2-40B4-BE49-F238E27FC236}">
                        <a16:creationId xmlns:a16="http://schemas.microsoft.com/office/drawing/2014/main" id="{1D5051B1-A014-6698-5D7D-10B015C6E827}"/>
                      </a:ext>
                    </a:extLst>
                  </p:cNvPr>
                  <p:cNvSpPr/>
                  <p:nvPr/>
                </p:nvSpPr>
                <p:spPr>
                  <a:xfrm>
                    <a:off x="1712285" y="454438"/>
                    <a:ext cx="53876" cy="61889"/>
                  </a:xfrm>
                  <a:custGeom>
                    <a:avLst/>
                    <a:gdLst>
                      <a:gd name="connsiteX0" fmla="*/ 61 w 53876"/>
                      <a:gd name="connsiteY0" fmla="*/ 61889 h 61889"/>
                      <a:gd name="connsiteX1" fmla="*/ 61 w 53876"/>
                      <a:gd name="connsiteY1" fmla="*/ 55352 h 61889"/>
                      <a:gd name="connsiteX2" fmla="*/ 6901 w 53876"/>
                      <a:gd name="connsiteY2" fmla="*/ 54093 h 61889"/>
                      <a:gd name="connsiteX3" fmla="*/ 6901 w 53876"/>
                      <a:gd name="connsiteY3" fmla="*/ 7856 h 61889"/>
                      <a:gd name="connsiteX4" fmla="*/ 61 w 53876"/>
                      <a:gd name="connsiteY4" fmla="*/ 6597 h 61889"/>
                      <a:gd name="connsiteX5" fmla="*/ 61 w 53876"/>
                      <a:gd name="connsiteY5" fmla="*/ 0 h 61889"/>
                      <a:gd name="connsiteX6" fmla="*/ 28936 w 53876"/>
                      <a:gd name="connsiteY6" fmla="*/ 0 h 61889"/>
                      <a:gd name="connsiteX7" fmla="*/ 40922 w 53876"/>
                      <a:gd name="connsiteY7" fmla="*/ 2159 h 61889"/>
                      <a:gd name="connsiteX8" fmla="*/ 48489 w 53876"/>
                      <a:gd name="connsiteY8" fmla="*/ 8276 h 61889"/>
                      <a:gd name="connsiteX9" fmla="*/ 51092 w 53876"/>
                      <a:gd name="connsiteY9" fmla="*/ 17931 h 61889"/>
                      <a:gd name="connsiteX10" fmla="*/ 48489 w 53876"/>
                      <a:gd name="connsiteY10" fmla="*/ 27406 h 61889"/>
                      <a:gd name="connsiteX11" fmla="*/ 41225 w 53876"/>
                      <a:gd name="connsiteY11" fmla="*/ 33703 h 61889"/>
                      <a:gd name="connsiteX12" fmla="*/ 30328 w 53876"/>
                      <a:gd name="connsiteY12" fmla="*/ 36042 h 61889"/>
                      <a:gd name="connsiteX13" fmla="*/ 17616 w 53876"/>
                      <a:gd name="connsiteY13" fmla="*/ 36162 h 61889"/>
                      <a:gd name="connsiteX14" fmla="*/ 17616 w 53876"/>
                      <a:gd name="connsiteY14" fmla="*/ 54093 h 61889"/>
                      <a:gd name="connsiteX15" fmla="*/ 24456 w 53876"/>
                      <a:gd name="connsiteY15" fmla="*/ 55352 h 61889"/>
                      <a:gd name="connsiteX16" fmla="*/ 24456 w 53876"/>
                      <a:gd name="connsiteY16" fmla="*/ 61889 h 61889"/>
                      <a:gd name="connsiteX17" fmla="*/ 0 w 53876"/>
                      <a:gd name="connsiteY17" fmla="*/ 61889 h 61889"/>
                      <a:gd name="connsiteX18" fmla="*/ 17677 w 53876"/>
                      <a:gd name="connsiteY18" fmla="*/ 27766 h 61889"/>
                      <a:gd name="connsiteX19" fmla="*/ 28452 w 53876"/>
                      <a:gd name="connsiteY19" fmla="*/ 27766 h 61889"/>
                      <a:gd name="connsiteX20" fmla="*/ 37472 w 53876"/>
                      <a:gd name="connsiteY20" fmla="*/ 25307 h 61889"/>
                      <a:gd name="connsiteX21" fmla="*/ 40377 w 53876"/>
                      <a:gd name="connsiteY21" fmla="*/ 18171 h 61889"/>
                      <a:gd name="connsiteX22" fmla="*/ 37532 w 53876"/>
                      <a:gd name="connsiteY22" fmla="*/ 10915 h 61889"/>
                      <a:gd name="connsiteX23" fmla="*/ 28936 w 53876"/>
                      <a:gd name="connsiteY23" fmla="*/ 8216 h 61889"/>
                      <a:gd name="connsiteX24" fmla="*/ 17677 w 53876"/>
                      <a:gd name="connsiteY24" fmla="*/ 8216 h 61889"/>
                      <a:gd name="connsiteX25" fmla="*/ 17677 w 53876"/>
                      <a:gd name="connsiteY25" fmla="*/ 27706 h 61889"/>
                      <a:gd name="connsiteX26" fmla="*/ 40680 w 53876"/>
                      <a:gd name="connsiteY26" fmla="*/ 61889 h 61889"/>
                      <a:gd name="connsiteX27" fmla="*/ 28754 w 53876"/>
                      <a:gd name="connsiteY27" fmla="*/ 33403 h 61889"/>
                      <a:gd name="connsiteX28" fmla="*/ 38864 w 53876"/>
                      <a:gd name="connsiteY28" fmla="*/ 31724 h 61889"/>
                      <a:gd name="connsiteX29" fmla="*/ 48973 w 53876"/>
                      <a:gd name="connsiteY29" fmla="*/ 54213 h 61889"/>
                      <a:gd name="connsiteX30" fmla="*/ 53877 w 53876"/>
                      <a:gd name="connsiteY30" fmla="*/ 55233 h 61889"/>
                      <a:gd name="connsiteX31" fmla="*/ 53877 w 53876"/>
                      <a:gd name="connsiteY31" fmla="*/ 61889 h 61889"/>
                      <a:gd name="connsiteX32" fmla="*/ 40680 w 53876"/>
                      <a:gd name="connsiteY32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3876" h="61889">
                        <a:moveTo>
                          <a:pt x="61" y="61889"/>
                        </a:moveTo>
                        <a:lnTo>
                          <a:pt x="61" y="55352"/>
                        </a:lnTo>
                        <a:lnTo>
                          <a:pt x="6901" y="54093"/>
                        </a:lnTo>
                        <a:lnTo>
                          <a:pt x="6901" y="7856"/>
                        </a:lnTo>
                        <a:lnTo>
                          <a:pt x="61" y="6597"/>
                        </a:lnTo>
                        <a:lnTo>
                          <a:pt x="61" y="0"/>
                        </a:lnTo>
                        <a:lnTo>
                          <a:pt x="28936" y="0"/>
                        </a:lnTo>
                        <a:cubicBezTo>
                          <a:pt x="33658" y="0"/>
                          <a:pt x="37653" y="720"/>
                          <a:pt x="40922" y="2159"/>
                        </a:cubicBezTo>
                        <a:cubicBezTo>
                          <a:pt x="44252" y="3598"/>
                          <a:pt x="46794" y="5637"/>
                          <a:pt x="48489" y="8276"/>
                        </a:cubicBezTo>
                        <a:cubicBezTo>
                          <a:pt x="50245" y="10915"/>
                          <a:pt x="51092" y="14153"/>
                          <a:pt x="51092" y="17931"/>
                        </a:cubicBezTo>
                        <a:cubicBezTo>
                          <a:pt x="51092" y="21709"/>
                          <a:pt x="50245" y="24708"/>
                          <a:pt x="48489" y="27406"/>
                        </a:cubicBezTo>
                        <a:cubicBezTo>
                          <a:pt x="46734" y="30105"/>
                          <a:pt x="44312" y="32204"/>
                          <a:pt x="41225" y="33703"/>
                        </a:cubicBezTo>
                        <a:cubicBezTo>
                          <a:pt x="38138" y="35202"/>
                          <a:pt x="34505" y="35982"/>
                          <a:pt x="30328" y="36042"/>
                        </a:cubicBezTo>
                        <a:lnTo>
                          <a:pt x="17616" y="36162"/>
                        </a:lnTo>
                        <a:lnTo>
                          <a:pt x="17616" y="54093"/>
                        </a:lnTo>
                        <a:lnTo>
                          <a:pt x="24456" y="55352"/>
                        </a:lnTo>
                        <a:lnTo>
                          <a:pt x="24456" y="61889"/>
                        </a:lnTo>
                        <a:lnTo>
                          <a:pt x="0" y="61889"/>
                        </a:lnTo>
                        <a:close/>
                        <a:moveTo>
                          <a:pt x="17677" y="27766"/>
                        </a:moveTo>
                        <a:lnTo>
                          <a:pt x="28452" y="27766"/>
                        </a:lnTo>
                        <a:cubicBezTo>
                          <a:pt x="32508" y="27766"/>
                          <a:pt x="35534" y="26927"/>
                          <a:pt x="37472" y="25307"/>
                        </a:cubicBezTo>
                        <a:cubicBezTo>
                          <a:pt x="39409" y="23688"/>
                          <a:pt x="40377" y="21289"/>
                          <a:pt x="40377" y="18171"/>
                        </a:cubicBezTo>
                        <a:cubicBezTo>
                          <a:pt x="40377" y="15053"/>
                          <a:pt x="39409" y="12714"/>
                          <a:pt x="37532" y="10915"/>
                        </a:cubicBezTo>
                        <a:cubicBezTo>
                          <a:pt x="35656" y="9115"/>
                          <a:pt x="32750" y="8216"/>
                          <a:pt x="28936" y="8216"/>
                        </a:cubicBezTo>
                        <a:lnTo>
                          <a:pt x="17677" y="8216"/>
                        </a:lnTo>
                        <a:lnTo>
                          <a:pt x="17677" y="27706"/>
                        </a:lnTo>
                        <a:close/>
                        <a:moveTo>
                          <a:pt x="40680" y="61889"/>
                        </a:moveTo>
                        <a:lnTo>
                          <a:pt x="28754" y="33403"/>
                        </a:lnTo>
                        <a:lnTo>
                          <a:pt x="38864" y="31724"/>
                        </a:lnTo>
                        <a:lnTo>
                          <a:pt x="48973" y="54213"/>
                        </a:lnTo>
                        <a:lnTo>
                          <a:pt x="53877" y="55233"/>
                        </a:lnTo>
                        <a:lnTo>
                          <a:pt x="53877" y="61889"/>
                        </a:lnTo>
                        <a:lnTo>
                          <a:pt x="40680" y="61889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8" name="Freeform 169">
                    <a:extLst>
                      <a:ext uri="{FF2B5EF4-FFF2-40B4-BE49-F238E27FC236}">
                        <a16:creationId xmlns:a16="http://schemas.microsoft.com/office/drawing/2014/main" id="{048C40A0-CD74-013E-5E84-13714A592BEC}"/>
                      </a:ext>
                    </a:extLst>
                  </p:cNvPr>
                  <p:cNvSpPr/>
                  <p:nvPr/>
                </p:nvSpPr>
                <p:spPr>
                  <a:xfrm>
                    <a:off x="1771792" y="454438"/>
                    <a:ext cx="60717" cy="61889"/>
                  </a:xfrm>
                  <a:custGeom>
                    <a:avLst/>
                    <a:gdLst>
                      <a:gd name="connsiteX0" fmla="*/ 0 w 60717"/>
                      <a:gd name="connsiteY0" fmla="*/ 61889 h 61889"/>
                      <a:gd name="connsiteX1" fmla="*/ 0 w 60717"/>
                      <a:gd name="connsiteY1" fmla="*/ 55352 h 61889"/>
                      <a:gd name="connsiteX2" fmla="*/ 4540 w 60717"/>
                      <a:gd name="connsiteY2" fmla="*/ 54693 h 61889"/>
                      <a:gd name="connsiteX3" fmla="*/ 25243 w 60717"/>
                      <a:gd name="connsiteY3" fmla="*/ 0 h 61889"/>
                      <a:gd name="connsiteX4" fmla="*/ 35777 w 60717"/>
                      <a:gd name="connsiteY4" fmla="*/ 0 h 61889"/>
                      <a:gd name="connsiteX5" fmla="*/ 56177 w 60717"/>
                      <a:gd name="connsiteY5" fmla="*/ 54693 h 61889"/>
                      <a:gd name="connsiteX6" fmla="*/ 60717 w 60717"/>
                      <a:gd name="connsiteY6" fmla="*/ 55352 h 61889"/>
                      <a:gd name="connsiteX7" fmla="*/ 60717 w 60717"/>
                      <a:gd name="connsiteY7" fmla="*/ 61889 h 61889"/>
                      <a:gd name="connsiteX8" fmla="*/ 40862 w 60717"/>
                      <a:gd name="connsiteY8" fmla="*/ 61889 h 61889"/>
                      <a:gd name="connsiteX9" fmla="*/ 40862 w 60717"/>
                      <a:gd name="connsiteY9" fmla="*/ 55352 h 61889"/>
                      <a:gd name="connsiteX10" fmla="*/ 45341 w 60717"/>
                      <a:gd name="connsiteY10" fmla="*/ 54573 h 61889"/>
                      <a:gd name="connsiteX11" fmla="*/ 42012 w 60717"/>
                      <a:gd name="connsiteY11" fmla="*/ 44858 h 61889"/>
                      <a:gd name="connsiteX12" fmla="*/ 18766 w 60717"/>
                      <a:gd name="connsiteY12" fmla="*/ 44858 h 61889"/>
                      <a:gd name="connsiteX13" fmla="*/ 15376 w 60717"/>
                      <a:gd name="connsiteY13" fmla="*/ 54573 h 61889"/>
                      <a:gd name="connsiteX14" fmla="*/ 19856 w 60717"/>
                      <a:gd name="connsiteY14" fmla="*/ 55352 h 61889"/>
                      <a:gd name="connsiteX15" fmla="*/ 19856 w 60717"/>
                      <a:gd name="connsiteY15" fmla="*/ 61889 h 61889"/>
                      <a:gd name="connsiteX16" fmla="*/ 0 w 60717"/>
                      <a:gd name="connsiteY16" fmla="*/ 61889 h 61889"/>
                      <a:gd name="connsiteX17" fmla="*/ 21551 w 60717"/>
                      <a:gd name="connsiteY17" fmla="*/ 36582 h 61889"/>
                      <a:gd name="connsiteX18" fmla="*/ 39167 w 60717"/>
                      <a:gd name="connsiteY18" fmla="*/ 36582 h 61889"/>
                      <a:gd name="connsiteX19" fmla="*/ 31055 w 60717"/>
                      <a:gd name="connsiteY19" fmla="*/ 13673 h 61889"/>
                      <a:gd name="connsiteX20" fmla="*/ 30510 w 60717"/>
                      <a:gd name="connsiteY20" fmla="*/ 11994 h 61889"/>
                      <a:gd name="connsiteX21" fmla="*/ 30268 w 60717"/>
                      <a:gd name="connsiteY21" fmla="*/ 11994 h 61889"/>
                      <a:gd name="connsiteX22" fmla="*/ 29662 w 60717"/>
                      <a:gd name="connsiteY22" fmla="*/ 13733 h 61889"/>
                      <a:gd name="connsiteX23" fmla="*/ 21551 w 60717"/>
                      <a:gd name="connsiteY23" fmla="*/ 36582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0717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4540" y="54693"/>
                        </a:lnTo>
                        <a:lnTo>
                          <a:pt x="25243" y="0"/>
                        </a:lnTo>
                        <a:lnTo>
                          <a:pt x="35777" y="0"/>
                        </a:lnTo>
                        <a:lnTo>
                          <a:pt x="56177" y="54693"/>
                        </a:lnTo>
                        <a:lnTo>
                          <a:pt x="60717" y="55352"/>
                        </a:lnTo>
                        <a:lnTo>
                          <a:pt x="60717" y="61889"/>
                        </a:lnTo>
                        <a:lnTo>
                          <a:pt x="40862" y="61889"/>
                        </a:lnTo>
                        <a:lnTo>
                          <a:pt x="40862" y="55352"/>
                        </a:lnTo>
                        <a:lnTo>
                          <a:pt x="45341" y="54573"/>
                        </a:lnTo>
                        <a:lnTo>
                          <a:pt x="42012" y="44858"/>
                        </a:lnTo>
                        <a:lnTo>
                          <a:pt x="18766" y="44858"/>
                        </a:lnTo>
                        <a:lnTo>
                          <a:pt x="15376" y="54573"/>
                        </a:lnTo>
                        <a:lnTo>
                          <a:pt x="19856" y="55352"/>
                        </a:lnTo>
                        <a:lnTo>
                          <a:pt x="19856" y="61889"/>
                        </a:lnTo>
                        <a:lnTo>
                          <a:pt x="0" y="61889"/>
                        </a:lnTo>
                        <a:close/>
                        <a:moveTo>
                          <a:pt x="21551" y="36582"/>
                        </a:moveTo>
                        <a:lnTo>
                          <a:pt x="39167" y="36582"/>
                        </a:lnTo>
                        <a:lnTo>
                          <a:pt x="31055" y="13673"/>
                        </a:lnTo>
                        <a:lnTo>
                          <a:pt x="30510" y="11994"/>
                        </a:lnTo>
                        <a:lnTo>
                          <a:pt x="30268" y="11994"/>
                        </a:lnTo>
                        <a:lnTo>
                          <a:pt x="29662" y="13733"/>
                        </a:lnTo>
                        <a:lnTo>
                          <a:pt x="21551" y="36582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9" name="Freeform 170">
                    <a:extLst>
                      <a:ext uri="{FF2B5EF4-FFF2-40B4-BE49-F238E27FC236}">
                        <a16:creationId xmlns:a16="http://schemas.microsoft.com/office/drawing/2014/main" id="{C84C786C-3725-4304-76C1-F57705FC0BBE}"/>
                      </a:ext>
                    </a:extLst>
                  </p:cNvPr>
                  <p:cNvSpPr/>
                  <p:nvPr/>
                </p:nvSpPr>
                <p:spPr>
                  <a:xfrm>
                    <a:off x="1834749" y="453539"/>
                    <a:ext cx="49336" cy="63688"/>
                  </a:xfrm>
                  <a:custGeom>
                    <a:avLst/>
                    <a:gdLst>
                      <a:gd name="connsiteX0" fmla="*/ 29239 w 49336"/>
                      <a:gd name="connsiteY0" fmla="*/ 63688 h 63688"/>
                      <a:gd name="connsiteX1" fmla="*/ 13439 w 49336"/>
                      <a:gd name="connsiteY1" fmla="*/ 59790 h 63688"/>
                      <a:gd name="connsiteX2" fmla="*/ 3451 w 49336"/>
                      <a:gd name="connsiteY2" fmla="*/ 48936 h 63688"/>
                      <a:gd name="connsiteX3" fmla="*/ 0 w 49336"/>
                      <a:gd name="connsiteY3" fmla="*/ 32684 h 63688"/>
                      <a:gd name="connsiteX4" fmla="*/ 0 w 49336"/>
                      <a:gd name="connsiteY4" fmla="*/ 31125 h 63688"/>
                      <a:gd name="connsiteX5" fmla="*/ 3451 w 49336"/>
                      <a:gd name="connsiteY5" fmla="*/ 15053 h 63688"/>
                      <a:gd name="connsiteX6" fmla="*/ 13257 w 49336"/>
                      <a:gd name="connsiteY6" fmla="*/ 4018 h 63688"/>
                      <a:gd name="connsiteX7" fmla="*/ 28512 w 49336"/>
                      <a:gd name="connsiteY7" fmla="*/ 0 h 63688"/>
                      <a:gd name="connsiteX8" fmla="*/ 40075 w 49336"/>
                      <a:gd name="connsiteY8" fmla="*/ 1799 h 63688"/>
                      <a:gd name="connsiteX9" fmla="*/ 49337 w 49336"/>
                      <a:gd name="connsiteY9" fmla="*/ 6957 h 63688"/>
                      <a:gd name="connsiteX10" fmla="*/ 49337 w 49336"/>
                      <a:gd name="connsiteY10" fmla="*/ 21229 h 63688"/>
                      <a:gd name="connsiteX11" fmla="*/ 41104 w 49336"/>
                      <a:gd name="connsiteY11" fmla="*/ 21229 h 63688"/>
                      <a:gd name="connsiteX12" fmla="*/ 40014 w 49336"/>
                      <a:gd name="connsiteY12" fmla="*/ 11694 h 63688"/>
                      <a:gd name="connsiteX13" fmla="*/ 36866 w 49336"/>
                      <a:gd name="connsiteY13" fmla="*/ 9955 h 63688"/>
                      <a:gd name="connsiteX14" fmla="*/ 33113 w 49336"/>
                      <a:gd name="connsiteY14" fmla="*/ 8876 h 63688"/>
                      <a:gd name="connsiteX15" fmla="*/ 28694 w 49336"/>
                      <a:gd name="connsiteY15" fmla="*/ 8516 h 63688"/>
                      <a:gd name="connsiteX16" fmla="*/ 19069 w 49336"/>
                      <a:gd name="connsiteY16" fmla="*/ 11334 h 63688"/>
                      <a:gd name="connsiteX17" fmla="*/ 12955 w 49336"/>
                      <a:gd name="connsiteY17" fmla="*/ 19190 h 63688"/>
                      <a:gd name="connsiteX18" fmla="*/ 10836 w 49336"/>
                      <a:gd name="connsiteY18" fmla="*/ 31065 h 63688"/>
                      <a:gd name="connsiteX19" fmla="*/ 10836 w 49336"/>
                      <a:gd name="connsiteY19" fmla="*/ 32744 h 63688"/>
                      <a:gd name="connsiteX20" fmla="*/ 13076 w 49336"/>
                      <a:gd name="connsiteY20" fmla="*/ 44858 h 63688"/>
                      <a:gd name="connsiteX21" fmla="*/ 19493 w 49336"/>
                      <a:gd name="connsiteY21" fmla="*/ 52654 h 63688"/>
                      <a:gd name="connsiteX22" fmla="*/ 29541 w 49336"/>
                      <a:gd name="connsiteY22" fmla="*/ 55352 h 63688"/>
                      <a:gd name="connsiteX23" fmla="*/ 35171 w 49336"/>
                      <a:gd name="connsiteY23" fmla="*/ 54693 h 63688"/>
                      <a:gd name="connsiteX24" fmla="*/ 40014 w 49336"/>
                      <a:gd name="connsiteY24" fmla="*/ 52954 h 63688"/>
                      <a:gd name="connsiteX25" fmla="*/ 41164 w 49336"/>
                      <a:gd name="connsiteY25" fmla="*/ 44258 h 63688"/>
                      <a:gd name="connsiteX26" fmla="*/ 49337 w 49336"/>
                      <a:gd name="connsiteY26" fmla="*/ 44258 h 63688"/>
                      <a:gd name="connsiteX27" fmla="*/ 49337 w 49336"/>
                      <a:gd name="connsiteY27" fmla="*/ 58471 h 63688"/>
                      <a:gd name="connsiteX28" fmla="*/ 40498 w 49336"/>
                      <a:gd name="connsiteY28" fmla="*/ 62249 h 63688"/>
                      <a:gd name="connsiteX29" fmla="*/ 29299 w 49336"/>
                      <a:gd name="connsiteY29" fmla="*/ 63688 h 636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9336" h="63688">
                        <a:moveTo>
                          <a:pt x="29239" y="63688"/>
                        </a:moveTo>
                        <a:cubicBezTo>
                          <a:pt x="23064" y="63688"/>
                          <a:pt x="17858" y="62369"/>
                          <a:pt x="13439" y="59790"/>
                        </a:cubicBezTo>
                        <a:cubicBezTo>
                          <a:pt x="9080" y="57212"/>
                          <a:pt x="5751" y="53553"/>
                          <a:pt x="3451" y="48936"/>
                        </a:cubicBezTo>
                        <a:cubicBezTo>
                          <a:pt x="1150" y="44258"/>
                          <a:pt x="0" y="38861"/>
                          <a:pt x="0" y="32684"/>
                        </a:cubicBezTo>
                        <a:lnTo>
                          <a:pt x="0" y="31125"/>
                        </a:lnTo>
                        <a:cubicBezTo>
                          <a:pt x="0" y="25068"/>
                          <a:pt x="1150" y="19730"/>
                          <a:pt x="3451" y="15053"/>
                        </a:cubicBezTo>
                        <a:cubicBezTo>
                          <a:pt x="5751" y="10375"/>
                          <a:pt x="9020" y="6717"/>
                          <a:pt x="13257" y="4018"/>
                        </a:cubicBezTo>
                        <a:cubicBezTo>
                          <a:pt x="17495" y="1319"/>
                          <a:pt x="22640" y="0"/>
                          <a:pt x="28512" y="0"/>
                        </a:cubicBezTo>
                        <a:cubicBezTo>
                          <a:pt x="32689" y="0"/>
                          <a:pt x="36503" y="600"/>
                          <a:pt x="40075" y="1799"/>
                        </a:cubicBezTo>
                        <a:cubicBezTo>
                          <a:pt x="43646" y="2999"/>
                          <a:pt x="46734" y="4738"/>
                          <a:pt x="49337" y="6957"/>
                        </a:cubicBezTo>
                        <a:lnTo>
                          <a:pt x="49337" y="21229"/>
                        </a:lnTo>
                        <a:lnTo>
                          <a:pt x="41104" y="21229"/>
                        </a:lnTo>
                        <a:lnTo>
                          <a:pt x="40014" y="11694"/>
                        </a:lnTo>
                        <a:cubicBezTo>
                          <a:pt x="39045" y="11035"/>
                          <a:pt x="38016" y="10435"/>
                          <a:pt x="36866" y="9955"/>
                        </a:cubicBezTo>
                        <a:cubicBezTo>
                          <a:pt x="35716" y="9475"/>
                          <a:pt x="34445" y="9115"/>
                          <a:pt x="33113" y="8876"/>
                        </a:cubicBezTo>
                        <a:cubicBezTo>
                          <a:pt x="31781" y="8636"/>
                          <a:pt x="30268" y="8516"/>
                          <a:pt x="28694" y="8516"/>
                        </a:cubicBezTo>
                        <a:cubicBezTo>
                          <a:pt x="24941" y="8516"/>
                          <a:pt x="21732" y="9475"/>
                          <a:pt x="19069" y="11334"/>
                        </a:cubicBezTo>
                        <a:cubicBezTo>
                          <a:pt x="16405" y="13193"/>
                          <a:pt x="14347" y="15832"/>
                          <a:pt x="12955" y="19190"/>
                        </a:cubicBezTo>
                        <a:cubicBezTo>
                          <a:pt x="11562" y="22549"/>
                          <a:pt x="10836" y="26507"/>
                          <a:pt x="10836" y="31065"/>
                        </a:cubicBezTo>
                        <a:lnTo>
                          <a:pt x="10836" y="32744"/>
                        </a:lnTo>
                        <a:cubicBezTo>
                          <a:pt x="10836" y="37421"/>
                          <a:pt x="11562" y="41499"/>
                          <a:pt x="13076" y="44858"/>
                        </a:cubicBezTo>
                        <a:cubicBezTo>
                          <a:pt x="14589" y="48216"/>
                          <a:pt x="16708" y="50855"/>
                          <a:pt x="19493" y="52654"/>
                        </a:cubicBezTo>
                        <a:cubicBezTo>
                          <a:pt x="22277" y="54453"/>
                          <a:pt x="25607" y="55352"/>
                          <a:pt x="29541" y="55352"/>
                        </a:cubicBezTo>
                        <a:cubicBezTo>
                          <a:pt x="31418" y="55352"/>
                          <a:pt x="33295" y="55113"/>
                          <a:pt x="35171" y="54693"/>
                        </a:cubicBezTo>
                        <a:cubicBezTo>
                          <a:pt x="36987" y="54273"/>
                          <a:pt x="38622" y="53673"/>
                          <a:pt x="40014" y="52954"/>
                        </a:cubicBezTo>
                        <a:lnTo>
                          <a:pt x="41164" y="44258"/>
                        </a:lnTo>
                        <a:lnTo>
                          <a:pt x="49337" y="44258"/>
                        </a:lnTo>
                        <a:lnTo>
                          <a:pt x="49337" y="58471"/>
                        </a:lnTo>
                        <a:cubicBezTo>
                          <a:pt x="46915" y="60030"/>
                          <a:pt x="44009" y="61290"/>
                          <a:pt x="40498" y="62249"/>
                        </a:cubicBezTo>
                        <a:cubicBezTo>
                          <a:pt x="36987" y="63209"/>
                          <a:pt x="33295" y="63688"/>
                          <a:pt x="29299" y="63688"/>
                        </a:cubicBez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0" name="Freeform 171">
                    <a:extLst>
                      <a:ext uri="{FF2B5EF4-FFF2-40B4-BE49-F238E27FC236}">
                        <a16:creationId xmlns:a16="http://schemas.microsoft.com/office/drawing/2014/main" id="{D591524B-4191-226E-3BCA-B0D895A81167}"/>
                      </a:ext>
                    </a:extLst>
                  </p:cNvPr>
                  <p:cNvSpPr/>
                  <p:nvPr/>
                </p:nvSpPr>
                <p:spPr>
                  <a:xfrm>
                    <a:off x="1890986" y="454438"/>
                    <a:ext cx="48670" cy="61889"/>
                  </a:xfrm>
                  <a:custGeom>
                    <a:avLst/>
                    <a:gdLst>
                      <a:gd name="connsiteX0" fmla="*/ 0 w 48670"/>
                      <a:gd name="connsiteY0" fmla="*/ 61889 h 61889"/>
                      <a:gd name="connsiteX1" fmla="*/ 0 w 48670"/>
                      <a:gd name="connsiteY1" fmla="*/ 55352 h 61889"/>
                      <a:gd name="connsiteX2" fmla="*/ 6840 w 48670"/>
                      <a:gd name="connsiteY2" fmla="*/ 54093 h 61889"/>
                      <a:gd name="connsiteX3" fmla="*/ 6840 w 48670"/>
                      <a:gd name="connsiteY3" fmla="*/ 7856 h 61889"/>
                      <a:gd name="connsiteX4" fmla="*/ 0 w 48670"/>
                      <a:gd name="connsiteY4" fmla="*/ 6597 h 61889"/>
                      <a:gd name="connsiteX5" fmla="*/ 0 w 48670"/>
                      <a:gd name="connsiteY5" fmla="*/ 0 h 61889"/>
                      <a:gd name="connsiteX6" fmla="*/ 47581 w 48670"/>
                      <a:gd name="connsiteY6" fmla="*/ 0 h 61889"/>
                      <a:gd name="connsiteX7" fmla="*/ 47581 w 48670"/>
                      <a:gd name="connsiteY7" fmla="*/ 15952 h 61889"/>
                      <a:gd name="connsiteX8" fmla="*/ 39167 w 48670"/>
                      <a:gd name="connsiteY8" fmla="*/ 15952 h 61889"/>
                      <a:gd name="connsiteX9" fmla="*/ 38440 w 48670"/>
                      <a:gd name="connsiteY9" fmla="*/ 8276 h 61889"/>
                      <a:gd name="connsiteX10" fmla="*/ 17616 w 48670"/>
                      <a:gd name="connsiteY10" fmla="*/ 8276 h 61889"/>
                      <a:gd name="connsiteX11" fmla="*/ 17616 w 48670"/>
                      <a:gd name="connsiteY11" fmla="*/ 25787 h 61889"/>
                      <a:gd name="connsiteX12" fmla="*/ 39530 w 48670"/>
                      <a:gd name="connsiteY12" fmla="*/ 25787 h 61889"/>
                      <a:gd name="connsiteX13" fmla="*/ 39530 w 48670"/>
                      <a:gd name="connsiteY13" fmla="*/ 34063 h 61889"/>
                      <a:gd name="connsiteX14" fmla="*/ 17616 w 48670"/>
                      <a:gd name="connsiteY14" fmla="*/ 34063 h 61889"/>
                      <a:gd name="connsiteX15" fmla="*/ 17616 w 48670"/>
                      <a:gd name="connsiteY15" fmla="*/ 53733 h 61889"/>
                      <a:gd name="connsiteX16" fmla="*/ 39590 w 48670"/>
                      <a:gd name="connsiteY16" fmla="*/ 53733 h 61889"/>
                      <a:gd name="connsiteX17" fmla="*/ 40317 w 48670"/>
                      <a:gd name="connsiteY17" fmla="*/ 45877 h 61889"/>
                      <a:gd name="connsiteX18" fmla="*/ 48671 w 48670"/>
                      <a:gd name="connsiteY18" fmla="*/ 45877 h 61889"/>
                      <a:gd name="connsiteX19" fmla="*/ 48671 w 48670"/>
                      <a:gd name="connsiteY19" fmla="*/ 61889 h 61889"/>
                      <a:gd name="connsiteX20" fmla="*/ 0 w 48670"/>
                      <a:gd name="connsiteY20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48670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6840" y="54093"/>
                        </a:lnTo>
                        <a:lnTo>
                          <a:pt x="6840" y="78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47581" y="0"/>
                        </a:lnTo>
                        <a:lnTo>
                          <a:pt x="47581" y="15952"/>
                        </a:lnTo>
                        <a:lnTo>
                          <a:pt x="39167" y="15952"/>
                        </a:lnTo>
                        <a:lnTo>
                          <a:pt x="38440" y="8276"/>
                        </a:lnTo>
                        <a:lnTo>
                          <a:pt x="17616" y="8276"/>
                        </a:lnTo>
                        <a:lnTo>
                          <a:pt x="17616" y="25787"/>
                        </a:lnTo>
                        <a:lnTo>
                          <a:pt x="39530" y="25787"/>
                        </a:lnTo>
                        <a:lnTo>
                          <a:pt x="39530" y="34063"/>
                        </a:lnTo>
                        <a:lnTo>
                          <a:pt x="17616" y="34063"/>
                        </a:lnTo>
                        <a:lnTo>
                          <a:pt x="17616" y="53733"/>
                        </a:lnTo>
                        <a:lnTo>
                          <a:pt x="39590" y="53733"/>
                        </a:lnTo>
                        <a:lnTo>
                          <a:pt x="40317" y="45877"/>
                        </a:lnTo>
                        <a:lnTo>
                          <a:pt x="48671" y="45877"/>
                        </a:lnTo>
                        <a:lnTo>
                          <a:pt x="48671" y="61889"/>
                        </a:lnTo>
                        <a:lnTo>
                          <a:pt x="0" y="61889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7" name="Graphic 6">
                <a:extLst>
                  <a:ext uri="{FF2B5EF4-FFF2-40B4-BE49-F238E27FC236}">
                    <a16:creationId xmlns:a16="http://schemas.microsoft.com/office/drawing/2014/main" id="{B40C49C2-ED2D-C424-76DD-5E3E4EC4CE9F}"/>
                  </a:ext>
                </a:extLst>
              </p:cNvPr>
              <p:cNvGrpSpPr/>
              <p:nvPr/>
            </p:nvGrpSpPr>
            <p:grpSpPr>
              <a:xfrm>
                <a:off x="2094326" y="313448"/>
                <a:ext cx="973657" cy="201080"/>
                <a:chOff x="2094326" y="313448"/>
                <a:chExt cx="973657" cy="201080"/>
              </a:xfrm>
              <a:solidFill>
                <a:srgbClr val="585860"/>
              </a:solidFill>
            </p:grpSpPr>
            <p:grpSp>
              <p:nvGrpSpPr>
                <p:cNvPr id="18" name="Graphic 6">
                  <a:extLst>
                    <a:ext uri="{FF2B5EF4-FFF2-40B4-BE49-F238E27FC236}">
                      <a16:creationId xmlns:a16="http://schemas.microsoft.com/office/drawing/2014/main" id="{4A9EB6B6-263F-A56D-B657-7DECB5EFED64}"/>
                    </a:ext>
                  </a:extLst>
                </p:cNvPr>
                <p:cNvGrpSpPr/>
                <p:nvPr/>
              </p:nvGrpSpPr>
              <p:grpSpPr>
                <a:xfrm>
                  <a:off x="2094326" y="313448"/>
                  <a:ext cx="874923" cy="95532"/>
                  <a:chOff x="2094326" y="313448"/>
                  <a:chExt cx="874923" cy="95532"/>
                </a:xfrm>
                <a:solidFill>
                  <a:srgbClr val="585860"/>
                </a:solidFill>
              </p:grpSpPr>
              <p:sp>
                <p:nvSpPr>
                  <p:cNvPr id="39" name="Freeform 150">
                    <a:extLst>
                      <a:ext uri="{FF2B5EF4-FFF2-40B4-BE49-F238E27FC236}">
                        <a16:creationId xmlns:a16="http://schemas.microsoft.com/office/drawing/2014/main" id="{C3502DBF-D890-04CB-D4B2-2EF26DB967AB}"/>
                      </a:ext>
                    </a:extLst>
                  </p:cNvPr>
                  <p:cNvSpPr/>
                  <p:nvPr/>
                </p:nvSpPr>
                <p:spPr>
                  <a:xfrm>
                    <a:off x="2094326" y="319326"/>
                    <a:ext cx="59990" cy="68965"/>
                  </a:xfrm>
                  <a:custGeom>
                    <a:avLst/>
                    <a:gdLst>
                      <a:gd name="connsiteX0" fmla="*/ 60 w 59990"/>
                      <a:gd name="connsiteY0" fmla="*/ 68966 h 68965"/>
                      <a:gd name="connsiteX1" fmla="*/ 60 w 59990"/>
                      <a:gd name="connsiteY1" fmla="*/ 61649 h 68965"/>
                      <a:gd name="connsiteX2" fmla="*/ 7627 w 59990"/>
                      <a:gd name="connsiteY2" fmla="*/ 60210 h 68965"/>
                      <a:gd name="connsiteX3" fmla="*/ 7627 w 59990"/>
                      <a:gd name="connsiteY3" fmla="*/ 8756 h 68965"/>
                      <a:gd name="connsiteX4" fmla="*/ 60 w 59990"/>
                      <a:gd name="connsiteY4" fmla="*/ 7316 h 68965"/>
                      <a:gd name="connsiteX5" fmla="*/ 60 w 59990"/>
                      <a:gd name="connsiteY5" fmla="*/ 0 h 68965"/>
                      <a:gd name="connsiteX6" fmla="*/ 32205 w 59990"/>
                      <a:gd name="connsiteY6" fmla="*/ 0 h 68965"/>
                      <a:gd name="connsiteX7" fmla="*/ 45583 w 59990"/>
                      <a:gd name="connsiteY7" fmla="*/ 2399 h 68965"/>
                      <a:gd name="connsiteX8" fmla="*/ 54058 w 59990"/>
                      <a:gd name="connsiteY8" fmla="*/ 9235 h 68965"/>
                      <a:gd name="connsiteX9" fmla="*/ 56964 w 59990"/>
                      <a:gd name="connsiteY9" fmla="*/ 19970 h 68965"/>
                      <a:gd name="connsiteX10" fmla="*/ 54058 w 59990"/>
                      <a:gd name="connsiteY10" fmla="*/ 30525 h 68965"/>
                      <a:gd name="connsiteX11" fmla="*/ 46007 w 59990"/>
                      <a:gd name="connsiteY11" fmla="*/ 37481 h 68965"/>
                      <a:gd name="connsiteX12" fmla="*/ 33839 w 59990"/>
                      <a:gd name="connsiteY12" fmla="*/ 40060 h 68965"/>
                      <a:gd name="connsiteX13" fmla="*/ 19674 w 59990"/>
                      <a:gd name="connsiteY13" fmla="*/ 40180 h 68965"/>
                      <a:gd name="connsiteX14" fmla="*/ 19674 w 59990"/>
                      <a:gd name="connsiteY14" fmla="*/ 60150 h 68965"/>
                      <a:gd name="connsiteX15" fmla="*/ 27241 w 59990"/>
                      <a:gd name="connsiteY15" fmla="*/ 61589 h 68965"/>
                      <a:gd name="connsiteX16" fmla="*/ 27241 w 59990"/>
                      <a:gd name="connsiteY16" fmla="*/ 68906 h 68965"/>
                      <a:gd name="connsiteX17" fmla="*/ 0 w 59990"/>
                      <a:gd name="connsiteY17" fmla="*/ 68906 h 68965"/>
                      <a:gd name="connsiteX18" fmla="*/ 19674 w 59990"/>
                      <a:gd name="connsiteY18" fmla="*/ 31005 h 68965"/>
                      <a:gd name="connsiteX19" fmla="*/ 31660 w 59990"/>
                      <a:gd name="connsiteY19" fmla="*/ 31005 h 68965"/>
                      <a:gd name="connsiteX20" fmla="*/ 41709 w 59990"/>
                      <a:gd name="connsiteY20" fmla="*/ 28306 h 68965"/>
                      <a:gd name="connsiteX21" fmla="*/ 44978 w 59990"/>
                      <a:gd name="connsiteY21" fmla="*/ 20390 h 68965"/>
                      <a:gd name="connsiteX22" fmla="*/ 41830 w 59990"/>
                      <a:gd name="connsiteY22" fmla="*/ 12294 h 68965"/>
                      <a:gd name="connsiteX23" fmla="*/ 32205 w 59990"/>
                      <a:gd name="connsiteY23" fmla="*/ 9295 h 68965"/>
                      <a:gd name="connsiteX24" fmla="*/ 19674 w 59990"/>
                      <a:gd name="connsiteY24" fmla="*/ 9295 h 68965"/>
                      <a:gd name="connsiteX25" fmla="*/ 19674 w 59990"/>
                      <a:gd name="connsiteY25" fmla="*/ 31005 h 68965"/>
                      <a:gd name="connsiteX26" fmla="*/ 45281 w 59990"/>
                      <a:gd name="connsiteY26" fmla="*/ 68966 h 68965"/>
                      <a:gd name="connsiteX27" fmla="*/ 32023 w 59990"/>
                      <a:gd name="connsiteY27" fmla="*/ 37241 h 68965"/>
                      <a:gd name="connsiteX28" fmla="*/ 43283 w 59990"/>
                      <a:gd name="connsiteY28" fmla="*/ 35382 h 68965"/>
                      <a:gd name="connsiteX29" fmla="*/ 54543 w 59990"/>
                      <a:gd name="connsiteY29" fmla="*/ 60390 h 68965"/>
                      <a:gd name="connsiteX30" fmla="*/ 59991 w 59990"/>
                      <a:gd name="connsiteY30" fmla="*/ 61529 h 68965"/>
                      <a:gd name="connsiteX31" fmla="*/ 59991 w 59990"/>
                      <a:gd name="connsiteY31" fmla="*/ 68906 h 68965"/>
                      <a:gd name="connsiteX32" fmla="*/ 45281 w 59990"/>
                      <a:gd name="connsiteY32" fmla="*/ 6890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9990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32205" y="0"/>
                        </a:lnTo>
                        <a:cubicBezTo>
                          <a:pt x="37411" y="0"/>
                          <a:pt x="41891" y="780"/>
                          <a:pt x="45583" y="2399"/>
                        </a:cubicBezTo>
                        <a:cubicBezTo>
                          <a:pt x="49276" y="4018"/>
                          <a:pt x="52121" y="6297"/>
                          <a:pt x="54058" y="9235"/>
                        </a:cubicBezTo>
                        <a:cubicBezTo>
                          <a:pt x="55996" y="12174"/>
                          <a:pt x="56964" y="15772"/>
                          <a:pt x="56964" y="19970"/>
                        </a:cubicBezTo>
                        <a:cubicBezTo>
                          <a:pt x="56964" y="24168"/>
                          <a:pt x="55996" y="27526"/>
                          <a:pt x="54058" y="30525"/>
                        </a:cubicBezTo>
                        <a:cubicBezTo>
                          <a:pt x="52121" y="33523"/>
                          <a:pt x="49458" y="35862"/>
                          <a:pt x="46007" y="37481"/>
                        </a:cubicBezTo>
                        <a:cubicBezTo>
                          <a:pt x="42557" y="39161"/>
                          <a:pt x="38501" y="40000"/>
                          <a:pt x="33839" y="40060"/>
                        </a:cubicBezTo>
                        <a:lnTo>
                          <a:pt x="19674" y="40180"/>
                        </a:lnTo>
                        <a:lnTo>
                          <a:pt x="19674" y="60150"/>
                        </a:lnTo>
                        <a:lnTo>
                          <a:pt x="27241" y="61589"/>
                        </a:lnTo>
                        <a:lnTo>
                          <a:pt x="27241" y="68906"/>
                        </a:lnTo>
                        <a:lnTo>
                          <a:pt x="0" y="68906"/>
                        </a:lnTo>
                        <a:close/>
                        <a:moveTo>
                          <a:pt x="19674" y="31005"/>
                        </a:moveTo>
                        <a:lnTo>
                          <a:pt x="31660" y="31005"/>
                        </a:lnTo>
                        <a:cubicBezTo>
                          <a:pt x="36200" y="31005"/>
                          <a:pt x="39530" y="30105"/>
                          <a:pt x="41709" y="28306"/>
                        </a:cubicBezTo>
                        <a:cubicBezTo>
                          <a:pt x="43888" y="26507"/>
                          <a:pt x="44978" y="23868"/>
                          <a:pt x="44978" y="20390"/>
                        </a:cubicBezTo>
                        <a:cubicBezTo>
                          <a:pt x="44978" y="16912"/>
                          <a:pt x="43949" y="14333"/>
                          <a:pt x="41830" y="12294"/>
                        </a:cubicBezTo>
                        <a:cubicBezTo>
                          <a:pt x="39711" y="10315"/>
                          <a:pt x="36503" y="9295"/>
                          <a:pt x="32205" y="9295"/>
                        </a:cubicBezTo>
                        <a:lnTo>
                          <a:pt x="19674" y="9295"/>
                        </a:lnTo>
                        <a:lnTo>
                          <a:pt x="19674" y="31005"/>
                        </a:lnTo>
                        <a:close/>
                        <a:moveTo>
                          <a:pt x="45281" y="68966"/>
                        </a:moveTo>
                        <a:lnTo>
                          <a:pt x="32023" y="37241"/>
                        </a:lnTo>
                        <a:lnTo>
                          <a:pt x="43283" y="35382"/>
                        </a:lnTo>
                        <a:lnTo>
                          <a:pt x="54543" y="60390"/>
                        </a:lnTo>
                        <a:lnTo>
                          <a:pt x="59991" y="61529"/>
                        </a:lnTo>
                        <a:lnTo>
                          <a:pt x="59991" y="68906"/>
                        </a:lnTo>
                        <a:lnTo>
                          <a:pt x="45281" y="6890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0" name="Freeform 151">
                    <a:extLst>
                      <a:ext uri="{FF2B5EF4-FFF2-40B4-BE49-F238E27FC236}">
                        <a16:creationId xmlns:a16="http://schemas.microsoft.com/office/drawing/2014/main" id="{A689D70B-060C-487D-F006-8E7BC6BC26AB}"/>
                      </a:ext>
                    </a:extLst>
                  </p:cNvPr>
                  <p:cNvSpPr/>
                  <p:nvPr/>
                </p:nvSpPr>
                <p:spPr>
                  <a:xfrm>
                    <a:off x="2161097" y="319326"/>
                    <a:ext cx="54179" cy="68965"/>
                  </a:xfrm>
                  <a:custGeom>
                    <a:avLst/>
                    <a:gdLst>
                      <a:gd name="connsiteX0" fmla="*/ 60 w 54179"/>
                      <a:gd name="connsiteY0" fmla="*/ 68966 h 68965"/>
                      <a:gd name="connsiteX1" fmla="*/ 60 w 54179"/>
                      <a:gd name="connsiteY1" fmla="*/ 61649 h 68965"/>
                      <a:gd name="connsiteX2" fmla="*/ 7627 w 54179"/>
                      <a:gd name="connsiteY2" fmla="*/ 60210 h 68965"/>
                      <a:gd name="connsiteX3" fmla="*/ 7627 w 54179"/>
                      <a:gd name="connsiteY3" fmla="*/ 8756 h 68965"/>
                      <a:gd name="connsiteX4" fmla="*/ 60 w 54179"/>
                      <a:gd name="connsiteY4" fmla="*/ 7316 h 68965"/>
                      <a:gd name="connsiteX5" fmla="*/ 60 w 54179"/>
                      <a:gd name="connsiteY5" fmla="*/ 0 h 68965"/>
                      <a:gd name="connsiteX6" fmla="*/ 53029 w 54179"/>
                      <a:gd name="connsiteY6" fmla="*/ 0 h 68965"/>
                      <a:gd name="connsiteX7" fmla="*/ 53029 w 54179"/>
                      <a:gd name="connsiteY7" fmla="*/ 17751 h 68965"/>
                      <a:gd name="connsiteX8" fmla="*/ 43646 w 54179"/>
                      <a:gd name="connsiteY8" fmla="*/ 17751 h 68965"/>
                      <a:gd name="connsiteX9" fmla="*/ 42859 w 54179"/>
                      <a:gd name="connsiteY9" fmla="*/ 9175 h 68965"/>
                      <a:gd name="connsiteX10" fmla="*/ 19674 w 54179"/>
                      <a:gd name="connsiteY10" fmla="*/ 9175 h 68965"/>
                      <a:gd name="connsiteX11" fmla="*/ 19674 w 54179"/>
                      <a:gd name="connsiteY11" fmla="*/ 28666 h 68965"/>
                      <a:gd name="connsiteX12" fmla="*/ 44070 w 54179"/>
                      <a:gd name="connsiteY12" fmla="*/ 28666 h 68965"/>
                      <a:gd name="connsiteX13" fmla="*/ 44070 w 54179"/>
                      <a:gd name="connsiteY13" fmla="*/ 37901 h 68965"/>
                      <a:gd name="connsiteX14" fmla="*/ 19674 w 54179"/>
                      <a:gd name="connsiteY14" fmla="*/ 37901 h 68965"/>
                      <a:gd name="connsiteX15" fmla="*/ 19674 w 54179"/>
                      <a:gd name="connsiteY15" fmla="*/ 59790 h 68965"/>
                      <a:gd name="connsiteX16" fmla="*/ 44130 w 54179"/>
                      <a:gd name="connsiteY16" fmla="*/ 59790 h 68965"/>
                      <a:gd name="connsiteX17" fmla="*/ 44917 w 54179"/>
                      <a:gd name="connsiteY17" fmla="*/ 51035 h 68965"/>
                      <a:gd name="connsiteX18" fmla="*/ 54179 w 54179"/>
                      <a:gd name="connsiteY18" fmla="*/ 51035 h 68965"/>
                      <a:gd name="connsiteX19" fmla="*/ 54179 w 54179"/>
                      <a:gd name="connsiteY19" fmla="*/ 68846 h 68965"/>
                      <a:gd name="connsiteX20" fmla="*/ 0 w 54179"/>
                      <a:gd name="connsiteY20" fmla="*/ 6884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4179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53029" y="0"/>
                        </a:lnTo>
                        <a:lnTo>
                          <a:pt x="53029" y="17751"/>
                        </a:lnTo>
                        <a:lnTo>
                          <a:pt x="43646" y="17751"/>
                        </a:lnTo>
                        <a:lnTo>
                          <a:pt x="42859" y="9175"/>
                        </a:lnTo>
                        <a:lnTo>
                          <a:pt x="19674" y="9175"/>
                        </a:lnTo>
                        <a:lnTo>
                          <a:pt x="19674" y="28666"/>
                        </a:lnTo>
                        <a:lnTo>
                          <a:pt x="44070" y="28666"/>
                        </a:lnTo>
                        <a:lnTo>
                          <a:pt x="44070" y="37901"/>
                        </a:lnTo>
                        <a:lnTo>
                          <a:pt x="19674" y="37901"/>
                        </a:lnTo>
                        <a:lnTo>
                          <a:pt x="19674" y="59790"/>
                        </a:lnTo>
                        <a:lnTo>
                          <a:pt x="44130" y="59790"/>
                        </a:lnTo>
                        <a:lnTo>
                          <a:pt x="44917" y="51035"/>
                        </a:lnTo>
                        <a:lnTo>
                          <a:pt x="54179" y="51035"/>
                        </a:lnTo>
                        <a:lnTo>
                          <a:pt x="54179" y="68846"/>
                        </a:lnTo>
                        <a:lnTo>
                          <a:pt x="0" y="6884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1" name="Freeform 152">
                    <a:extLst>
                      <a:ext uri="{FF2B5EF4-FFF2-40B4-BE49-F238E27FC236}">
                        <a16:creationId xmlns:a16="http://schemas.microsoft.com/office/drawing/2014/main" id="{B74906E7-BB7D-8606-D496-FE02A6571D40}"/>
                      </a:ext>
                    </a:extLst>
                  </p:cNvPr>
                  <p:cNvSpPr/>
                  <p:nvPr/>
                </p:nvSpPr>
                <p:spPr>
                  <a:xfrm>
                    <a:off x="2222722" y="319386"/>
                    <a:ext cx="68284" cy="68965"/>
                  </a:xfrm>
                  <a:custGeom>
                    <a:avLst/>
                    <a:gdLst>
                      <a:gd name="connsiteX0" fmla="*/ 28694 w 68284"/>
                      <a:gd name="connsiteY0" fmla="*/ 68906 h 68965"/>
                      <a:gd name="connsiteX1" fmla="*/ 5933 w 68284"/>
                      <a:gd name="connsiteY1" fmla="*/ 8096 h 68965"/>
                      <a:gd name="connsiteX2" fmla="*/ 0 w 68284"/>
                      <a:gd name="connsiteY2" fmla="*/ 7316 h 68965"/>
                      <a:gd name="connsiteX3" fmla="*/ 0 w 68284"/>
                      <a:gd name="connsiteY3" fmla="*/ 0 h 68965"/>
                      <a:gd name="connsiteX4" fmla="*/ 25243 w 68284"/>
                      <a:gd name="connsiteY4" fmla="*/ 0 h 68965"/>
                      <a:gd name="connsiteX5" fmla="*/ 25243 w 68284"/>
                      <a:gd name="connsiteY5" fmla="*/ 7316 h 68965"/>
                      <a:gd name="connsiteX6" fmla="*/ 18948 w 68284"/>
                      <a:gd name="connsiteY6" fmla="*/ 8336 h 68965"/>
                      <a:gd name="connsiteX7" fmla="*/ 33416 w 68284"/>
                      <a:gd name="connsiteY7" fmla="*/ 50315 h 68965"/>
                      <a:gd name="connsiteX8" fmla="*/ 34687 w 68284"/>
                      <a:gd name="connsiteY8" fmla="*/ 54813 h 68965"/>
                      <a:gd name="connsiteX9" fmla="*/ 34990 w 68284"/>
                      <a:gd name="connsiteY9" fmla="*/ 54813 h 68965"/>
                      <a:gd name="connsiteX10" fmla="*/ 36321 w 68284"/>
                      <a:gd name="connsiteY10" fmla="*/ 50375 h 68965"/>
                      <a:gd name="connsiteX11" fmla="*/ 50971 w 68284"/>
                      <a:gd name="connsiteY11" fmla="*/ 8336 h 68965"/>
                      <a:gd name="connsiteX12" fmla="*/ 43767 w 68284"/>
                      <a:gd name="connsiteY12" fmla="*/ 7376 h 68965"/>
                      <a:gd name="connsiteX13" fmla="*/ 43767 w 68284"/>
                      <a:gd name="connsiteY13" fmla="*/ 60 h 68965"/>
                      <a:gd name="connsiteX14" fmla="*/ 68284 w 68284"/>
                      <a:gd name="connsiteY14" fmla="*/ 60 h 68965"/>
                      <a:gd name="connsiteX15" fmla="*/ 68284 w 68284"/>
                      <a:gd name="connsiteY15" fmla="*/ 7376 h 68965"/>
                      <a:gd name="connsiteX16" fmla="*/ 62291 w 68284"/>
                      <a:gd name="connsiteY16" fmla="*/ 8156 h 68965"/>
                      <a:gd name="connsiteX17" fmla="*/ 40377 w 68284"/>
                      <a:gd name="connsiteY17" fmla="*/ 68966 h 68965"/>
                      <a:gd name="connsiteX18" fmla="*/ 28694 w 68284"/>
                      <a:gd name="connsiteY18" fmla="*/ 6896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68284" h="68965">
                        <a:moveTo>
                          <a:pt x="28694" y="68906"/>
                        </a:moveTo>
                        <a:lnTo>
                          <a:pt x="5933" y="809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25243" y="0"/>
                        </a:lnTo>
                        <a:lnTo>
                          <a:pt x="25243" y="7316"/>
                        </a:lnTo>
                        <a:lnTo>
                          <a:pt x="18948" y="8336"/>
                        </a:lnTo>
                        <a:lnTo>
                          <a:pt x="33416" y="50315"/>
                        </a:lnTo>
                        <a:lnTo>
                          <a:pt x="34687" y="54813"/>
                        </a:lnTo>
                        <a:lnTo>
                          <a:pt x="34990" y="54813"/>
                        </a:lnTo>
                        <a:lnTo>
                          <a:pt x="36321" y="50375"/>
                        </a:lnTo>
                        <a:lnTo>
                          <a:pt x="50971" y="8336"/>
                        </a:lnTo>
                        <a:lnTo>
                          <a:pt x="43767" y="7376"/>
                        </a:lnTo>
                        <a:lnTo>
                          <a:pt x="43767" y="60"/>
                        </a:lnTo>
                        <a:lnTo>
                          <a:pt x="68284" y="60"/>
                        </a:lnTo>
                        <a:lnTo>
                          <a:pt x="68284" y="7376"/>
                        </a:lnTo>
                        <a:lnTo>
                          <a:pt x="62291" y="8156"/>
                        </a:lnTo>
                        <a:lnTo>
                          <a:pt x="40377" y="68966"/>
                        </a:lnTo>
                        <a:lnTo>
                          <a:pt x="28694" y="6896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2" name="Freeform 153">
                    <a:extLst>
                      <a:ext uri="{FF2B5EF4-FFF2-40B4-BE49-F238E27FC236}">
                        <a16:creationId xmlns:a16="http://schemas.microsoft.com/office/drawing/2014/main" id="{602217EE-C829-0584-939E-A61680F04720}"/>
                      </a:ext>
                    </a:extLst>
                  </p:cNvPr>
                  <p:cNvSpPr/>
                  <p:nvPr/>
                </p:nvSpPr>
                <p:spPr>
                  <a:xfrm>
                    <a:off x="2283984" y="319386"/>
                    <a:ext cx="67618" cy="68905"/>
                  </a:xfrm>
                  <a:custGeom>
                    <a:avLst/>
                    <a:gdLst>
                      <a:gd name="connsiteX0" fmla="*/ 0 w 67618"/>
                      <a:gd name="connsiteY0" fmla="*/ 68906 h 68905"/>
                      <a:gd name="connsiteX1" fmla="*/ 0 w 67618"/>
                      <a:gd name="connsiteY1" fmla="*/ 61589 h 68905"/>
                      <a:gd name="connsiteX2" fmla="*/ 5085 w 67618"/>
                      <a:gd name="connsiteY2" fmla="*/ 60870 h 68905"/>
                      <a:gd name="connsiteX3" fmla="*/ 28089 w 67618"/>
                      <a:gd name="connsiteY3" fmla="*/ 0 h 68905"/>
                      <a:gd name="connsiteX4" fmla="*/ 39772 w 67618"/>
                      <a:gd name="connsiteY4" fmla="*/ 0 h 68905"/>
                      <a:gd name="connsiteX5" fmla="*/ 62534 w 67618"/>
                      <a:gd name="connsiteY5" fmla="*/ 60870 h 68905"/>
                      <a:gd name="connsiteX6" fmla="*/ 67619 w 67618"/>
                      <a:gd name="connsiteY6" fmla="*/ 61589 h 68905"/>
                      <a:gd name="connsiteX7" fmla="*/ 67619 w 67618"/>
                      <a:gd name="connsiteY7" fmla="*/ 68906 h 68905"/>
                      <a:gd name="connsiteX8" fmla="*/ 45523 w 67618"/>
                      <a:gd name="connsiteY8" fmla="*/ 68906 h 68905"/>
                      <a:gd name="connsiteX9" fmla="*/ 45523 w 67618"/>
                      <a:gd name="connsiteY9" fmla="*/ 61589 h 68905"/>
                      <a:gd name="connsiteX10" fmla="*/ 50487 w 67618"/>
                      <a:gd name="connsiteY10" fmla="*/ 60690 h 68905"/>
                      <a:gd name="connsiteX11" fmla="*/ 46794 w 67618"/>
                      <a:gd name="connsiteY11" fmla="*/ 49835 h 68905"/>
                      <a:gd name="connsiteX12" fmla="*/ 20885 w 67618"/>
                      <a:gd name="connsiteY12" fmla="*/ 49835 h 68905"/>
                      <a:gd name="connsiteX13" fmla="*/ 17132 w 67618"/>
                      <a:gd name="connsiteY13" fmla="*/ 60690 h 68905"/>
                      <a:gd name="connsiteX14" fmla="*/ 22156 w 67618"/>
                      <a:gd name="connsiteY14" fmla="*/ 61589 h 68905"/>
                      <a:gd name="connsiteX15" fmla="*/ 22156 w 67618"/>
                      <a:gd name="connsiteY15" fmla="*/ 68906 h 68905"/>
                      <a:gd name="connsiteX16" fmla="*/ 61 w 67618"/>
                      <a:gd name="connsiteY16" fmla="*/ 68906 h 68905"/>
                      <a:gd name="connsiteX17" fmla="*/ 24033 w 67618"/>
                      <a:gd name="connsiteY17" fmla="*/ 40720 h 68905"/>
                      <a:gd name="connsiteX18" fmla="*/ 43646 w 67618"/>
                      <a:gd name="connsiteY18" fmla="*/ 40720 h 68905"/>
                      <a:gd name="connsiteX19" fmla="*/ 34626 w 67618"/>
                      <a:gd name="connsiteY19" fmla="*/ 15232 h 68905"/>
                      <a:gd name="connsiteX20" fmla="*/ 34021 w 67618"/>
                      <a:gd name="connsiteY20" fmla="*/ 13373 h 68905"/>
                      <a:gd name="connsiteX21" fmla="*/ 33718 w 67618"/>
                      <a:gd name="connsiteY21" fmla="*/ 13373 h 68905"/>
                      <a:gd name="connsiteX22" fmla="*/ 33052 w 67618"/>
                      <a:gd name="connsiteY22" fmla="*/ 15292 h 68905"/>
                      <a:gd name="connsiteX23" fmla="*/ 24033 w 67618"/>
                      <a:gd name="connsiteY23" fmla="*/ 40720 h 68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7618" h="68905">
                        <a:moveTo>
                          <a:pt x="0" y="68906"/>
                        </a:moveTo>
                        <a:lnTo>
                          <a:pt x="0" y="61589"/>
                        </a:lnTo>
                        <a:lnTo>
                          <a:pt x="5085" y="60870"/>
                        </a:lnTo>
                        <a:lnTo>
                          <a:pt x="28089" y="0"/>
                        </a:lnTo>
                        <a:lnTo>
                          <a:pt x="39772" y="0"/>
                        </a:lnTo>
                        <a:lnTo>
                          <a:pt x="62534" y="60870"/>
                        </a:lnTo>
                        <a:lnTo>
                          <a:pt x="67619" y="61589"/>
                        </a:lnTo>
                        <a:lnTo>
                          <a:pt x="67619" y="68906"/>
                        </a:lnTo>
                        <a:lnTo>
                          <a:pt x="45523" y="68906"/>
                        </a:lnTo>
                        <a:lnTo>
                          <a:pt x="45523" y="61589"/>
                        </a:lnTo>
                        <a:lnTo>
                          <a:pt x="50487" y="60690"/>
                        </a:lnTo>
                        <a:lnTo>
                          <a:pt x="46794" y="49835"/>
                        </a:lnTo>
                        <a:lnTo>
                          <a:pt x="20885" y="49835"/>
                        </a:lnTo>
                        <a:lnTo>
                          <a:pt x="17132" y="60690"/>
                        </a:lnTo>
                        <a:lnTo>
                          <a:pt x="22156" y="61589"/>
                        </a:lnTo>
                        <a:lnTo>
                          <a:pt x="22156" y="68906"/>
                        </a:lnTo>
                        <a:lnTo>
                          <a:pt x="61" y="68906"/>
                        </a:lnTo>
                        <a:close/>
                        <a:moveTo>
                          <a:pt x="24033" y="40720"/>
                        </a:moveTo>
                        <a:lnTo>
                          <a:pt x="43646" y="40720"/>
                        </a:lnTo>
                        <a:lnTo>
                          <a:pt x="34626" y="15232"/>
                        </a:lnTo>
                        <a:lnTo>
                          <a:pt x="34021" y="13373"/>
                        </a:lnTo>
                        <a:lnTo>
                          <a:pt x="33718" y="13373"/>
                        </a:lnTo>
                        <a:lnTo>
                          <a:pt x="33052" y="15292"/>
                        </a:lnTo>
                        <a:lnTo>
                          <a:pt x="24033" y="40720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3" name="Freeform 154">
                    <a:extLst>
                      <a:ext uri="{FF2B5EF4-FFF2-40B4-BE49-F238E27FC236}">
                        <a16:creationId xmlns:a16="http://schemas.microsoft.com/office/drawing/2014/main" id="{D9FEB308-D902-CCF1-7108-43407515E4D9}"/>
                      </a:ext>
                    </a:extLst>
                  </p:cNvPr>
                  <p:cNvSpPr/>
                  <p:nvPr/>
                </p:nvSpPr>
                <p:spPr>
                  <a:xfrm>
                    <a:off x="2380721" y="319386"/>
                    <a:ext cx="67618" cy="68905"/>
                  </a:xfrm>
                  <a:custGeom>
                    <a:avLst/>
                    <a:gdLst>
                      <a:gd name="connsiteX0" fmla="*/ 0 w 67618"/>
                      <a:gd name="connsiteY0" fmla="*/ 68906 h 68905"/>
                      <a:gd name="connsiteX1" fmla="*/ 0 w 67618"/>
                      <a:gd name="connsiteY1" fmla="*/ 61589 h 68905"/>
                      <a:gd name="connsiteX2" fmla="*/ 5085 w 67618"/>
                      <a:gd name="connsiteY2" fmla="*/ 60870 h 68905"/>
                      <a:gd name="connsiteX3" fmla="*/ 28088 w 67618"/>
                      <a:gd name="connsiteY3" fmla="*/ 0 h 68905"/>
                      <a:gd name="connsiteX4" fmla="*/ 39772 w 67618"/>
                      <a:gd name="connsiteY4" fmla="*/ 0 h 68905"/>
                      <a:gd name="connsiteX5" fmla="*/ 62533 w 67618"/>
                      <a:gd name="connsiteY5" fmla="*/ 60870 h 68905"/>
                      <a:gd name="connsiteX6" fmla="*/ 67618 w 67618"/>
                      <a:gd name="connsiteY6" fmla="*/ 61589 h 68905"/>
                      <a:gd name="connsiteX7" fmla="*/ 67618 w 67618"/>
                      <a:gd name="connsiteY7" fmla="*/ 68906 h 68905"/>
                      <a:gd name="connsiteX8" fmla="*/ 45523 w 67618"/>
                      <a:gd name="connsiteY8" fmla="*/ 68906 h 68905"/>
                      <a:gd name="connsiteX9" fmla="*/ 45523 w 67618"/>
                      <a:gd name="connsiteY9" fmla="*/ 61589 h 68905"/>
                      <a:gd name="connsiteX10" fmla="*/ 50487 w 67618"/>
                      <a:gd name="connsiteY10" fmla="*/ 60690 h 68905"/>
                      <a:gd name="connsiteX11" fmla="*/ 46794 w 67618"/>
                      <a:gd name="connsiteY11" fmla="*/ 49835 h 68905"/>
                      <a:gd name="connsiteX12" fmla="*/ 20885 w 67618"/>
                      <a:gd name="connsiteY12" fmla="*/ 49835 h 68905"/>
                      <a:gd name="connsiteX13" fmla="*/ 17132 w 67618"/>
                      <a:gd name="connsiteY13" fmla="*/ 60690 h 68905"/>
                      <a:gd name="connsiteX14" fmla="*/ 22156 w 67618"/>
                      <a:gd name="connsiteY14" fmla="*/ 61589 h 68905"/>
                      <a:gd name="connsiteX15" fmla="*/ 22156 w 67618"/>
                      <a:gd name="connsiteY15" fmla="*/ 68906 h 68905"/>
                      <a:gd name="connsiteX16" fmla="*/ 60 w 67618"/>
                      <a:gd name="connsiteY16" fmla="*/ 68906 h 68905"/>
                      <a:gd name="connsiteX17" fmla="*/ 24033 w 67618"/>
                      <a:gd name="connsiteY17" fmla="*/ 40720 h 68905"/>
                      <a:gd name="connsiteX18" fmla="*/ 43646 w 67618"/>
                      <a:gd name="connsiteY18" fmla="*/ 40720 h 68905"/>
                      <a:gd name="connsiteX19" fmla="*/ 34626 w 67618"/>
                      <a:gd name="connsiteY19" fmla="*/ 15232 h 68905"/>
                      <a:gd name="connsiteX20" fmla="*/ 34021 w 67618"/>
                      <a:gd name="connsiteY20" fmla="*/ 13373 h 68905"/>
                      <a:gd name="connsiteX21" fmla="*/ 33718 w 67618"/>
                      <a:gd name="connsiteY21" fmla="*/ 13373 h 68905"/>
                      <a:gd name="connsiteX22" fmla="*/ 33052 w 67618"/>
                      <a:gd name="connsiteY22" fmla="*/ 15292 h 68905"/>
                      <a:gd name="connsiteX23" fmla="*/ 24033 w 67618"/>
                      <a:gd name="connsiteY23" fmla="*/ 40720 h 68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7618" h="68905">
                        <a:moveTo>
                          <a:pt x="0" y="68906"/>
                        </a:moveTo>
                        <a:lnTo>
                          <a:pt x="0" y="61589"/>
                        </a:lnTo>
                        <a:lnTo>
                          <a:pt x="5085" y="60870"/>
                        </a:lnTo>
                        <a:lnTo>
                          <a:pt x="28088" y="0"/>
                        </a:lnTo>
                        <a:lnTo>
                          <a:pt x="39772" y="0"/>
                        </a:lnTo>
                        <a:lnTo>
                          <a:pt x="62533" y="60870"/>
                        </a:lnTo>
                        <a:lnTo>
                          <a:pt x="67618" y="61589"/>
                        </a:lnTo>
                        <a:lnTo>
                          <a:pt x="67618" y="68906"/>
                        </a:lnTo>
                        <a:lnTo>
                          <a:pt x="45523" y="68906"/>
                        </a:lnTo>
                        <a:lnTo>
                          <a:pt x="45523" y="61589"/>
                        </a:lnTo>
                        <a:lnTo>
                          <a:pt x="50487" y="60690"/>
                        </a:lnTo>
                        <a:lnTo>
                          <a:pt x="46794" y="49835"/>
                        </a:lnTo>
                        <a:lnTo>
                          <a:pt x="20885" y="49835"/>
                        </a:lnTo>
                        <a:lnTo>
                          <a:pt x="17132" y="60690"/>
                        </a:lnTo>
                        <a:lnTo>
                          <a:pt x="22156" y="61589"/>
                        </a:lnTo>
                        <a:lnTo>
                          <a:pt x="22156" y="68906"/>
                        </a:lnTo>
                        <a:lnTo>
                          <a:pt x="60" y="68906"/>
                        </a:lnTo>
                        <a:close/>
                        <a:moveTo>
                          <a:pt x="24033" y="40720"/>
                        </a:moveTo>
                        <a:lnTo>
                          <a:pt x="43646" y="40720"/>
                        </a:lnTo>
                        <a:lnTo>
                          <a:pt x="34626" y="15232"/>
                        </a:lnTo>
                        <a:lnTo>
                          <a:pt x="34021" y="13373"/>
                        </a:lnTo>
                        <a:lnTo>
                          <a:pt x="33718" y="13373"/>
                        </a:lnTo>
                        <a:lnTo>
                          <a:pt x="33052" y="15292"/>
                        </a:lnTo>
                        <a:lnTo>
                          <a:pt x="24033" y="40720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4" name="Freeform 155">
                    <a:extLst>
                      <a:ext uri="{FF2B5EF4-FFF2-40B4-BE49-F238E27FC236}">
                        <a16:creationId xmlns:a16="http://schemas.microsoft.com/office/drawing/2014/main" id="{7811635E-0BEC-5D39-E4AD-4D2945668FD0}"/>
                      </a:ext>
                    </a:extLst>
                  </p:cNvPr>
                  <p:cNvSpPr/>
                  <p:nvPr/>
                </p:nvSpPr>
                <p:spPr>
                  <a:xfrm>
                    <a:off x="2453364" y="336057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8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8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7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5" name="Freeform 156">
                    <a:extLst>
                      <a:ext uri="{FF2B5EF4-FFF2-40B4-BE49-F238E27FC236}">
                        <a16:creationId xmlns:a16="http://schemas.microsoft.com/office/drawing/2014/main" id="{3B03118A-FCB8-597B-C1D4-D4863BC8701C}"/>
                      </a:ext>
                    </a:extLst>
                  </p:cNvPr>
                  <p:cNvSpPr/>
                  <p:nvPr/>
                </p:nvSpPr>
                <p:spPr>
                  <a:xfrm>
                    <a:off x="2505364" y="336117"/>
                    <a:ext cx="48247" cy="53133"/>
                  </a:xfrm>
                  <a:custGeom>
                    <a:avLst/>
                    <a:gdLst>
                      <a:gd name="connsiteX0" fmla="*/ 16708 w 48247"/>
                      <a:gd name="connsiteY0" fmla="*/ 53134 h 53133"/>
                      <a:gd name="connsiteX1" fmla="*/ 4419 w 48247"/>
                      <a:gd name="connsiteY1" fmla="*/ 49116 h 53133"/>
                      <a:gd name="connsiteX2" fmla="*/ 0 w 48247"/>
                      <a:gd name="connsiteY2" fmla="*/ 38021 h 53133"/>
                      <a:gd name="connsiteX3" fmla="*/ 2664 w 48247"/>
                      <a:gd name="connsiteY3" fmla="*/ 29565 h 53133"/>
                      <a:gd name="connsiteX4" fmla="*/ 10473 w 48247"/>
                      <a:gd name="connsiteY4" fmla="*/ 23868 h 53133"/>
                      <a:gd name="connsiteX5" fmla="*/ 23004 w 48247"/>
                      <a:gd name="connsiteY5" fmla="*/ 21829 h 53133"/>
                      <a:gd name="connsiteX6" fmla="*/ 30873 w 48247"/>
                      <a:gd name="connsiteY6" fmla="*/ 21829 h 53133"/>
                      <a:gd name="connsiteX7" fmla="*/ 30873 w 48247"/>
                      <a:gd name="connsiteY7" fmla="*/ 17511 h 53133"/>
                      <a:gd name="connsiteX8" fmla="*/ 28391 w 48247"/>
                      <a:gd name="connsiteY8" fmla="*/ 11035 h 53133"/>
                      <a:gd name="connsiteX9" fmla="*/ 21248 w 48247"/>
                      <a:gd name="connsiteY9" fmla="*/ 8636 h 53133"/>
                      <a:gd name="connsiteX10" fmla="*/ 16526 w 48247"/>
                      <a:gd name="connsiteY10" fmla="*/ 9295 h 53133"/>
                      <a:gd name="connsiteX11" fmla="*/ 12834 w 48247"/>
                      <a:gd name="connsiteY11" fmla="*/ 11094 h 53133"/>
                      <a:gd name="connsiteX12" fmla="*/ 11744 w 48247"/>
                      <a:gd name="connsiteY12" fmla="*/ 17991 h 53133"/>
                      <a:gd name="connsiteX13" fmla="*/ 2906 w 48247"/>
                      <a:gd name="connsiteY13" fmla="*/ 17991 h 53133"/>
                      <a:gd name="connsiteX14" fmla="*/ 2785 w 48247"/>
                      <a:gd name="connsiteY14" fmla="*/ 5337 h 53133"/>
                      <a:gd name="connsiteX15" fmla="*/ 11260 w 48247"/>
                      <a:gd name="connsiteY15" fmla="*/ 1439 h 53133"/>
                      <a:gd name="connsiteX16" fmla="*/ 21672 w 48247"/>
                      <a:gd name="connsiteY16" fmla="*/ 0 h 53133"/>
                      <a:gd name="connsiteX17" fmla="*/ 37169 w 48247"/>
                      <a:gd name="connsiteY17" fmla="*/ 4558 h 53133"/>
                      <a:gd name="connsiteX18" fmla="*/ 42859 w 48247"/>
                      <a:gd name="connsiteY18" fmla="*/ 17631 h 53133"/>
                      <a:gd name="connsiteX19" fmla="*/ 42859 w 48247"/>
                      <a:gd name="connsiteY19" fmla="*/ 40180 h 53133"/>
                      <a:gd name="connsiteX20" fmla="*/ 42859 w 48247"/>
                      <a:gd name="connsiteY20" fmla="*/ 42219 h 53133"/>
                      <a:gd name="connsiteX21" fmla="*/ 42980 w 48247"/>
                      <a:gd name="connsiteY21" fmla="*/ 44138 h 53133"/>
                      <a:gd name="connsiteX22" fmla="*/ 48247 w 48247"/>
                      <a:gd name="connsiteY22" fmla="*/ 44798 h 53133"/>
                      <a:gd name="connsiteX23" fmla="*/ 48247 w 48247"/>
                      <a:gd name="connsiteY23" fmla="*/ 52114 h 53133"/>
                      <a:gd name="connsiteX24" fmla="*/ 32508 w 48247"/>
                      <a:gd name="connsiteY24" fmla="*/ 52114 h 53133"/>
                      <a:gd name="connsiteX25" fmla="*/ 31600 w 48247"/>
                      <a:gd name="connsiteY25" fmla="*/ 48876 h 53133"/>
                      <a:gd name="connsiteX26" fmla="*/ 30994 w 48247"/>
                      <a:gd name="connsiteY26" fmla="*/ 45757 h 53133"/>
                      <a:gd name="connsiteX27" fmla="*/ 24759 w 48247"/>
                      <a:gd name="connsiteY27" fmla="*/ 51035 h 53133"/>
                      <a:gd name="connsiteX28" fmla="*/ 16526 w 48247"/>
                      <a:gd name="connsiteY28" fmla="*/ 53074 h 53133"/>
                      <a:gd name="connsiteX29" fmla="*/ 19432 w 48247"/>
                      <a:gd name="connsiteY29" fmla="*/ 43958 h 53133"/>
                      <a:gd name="connsiteX30" fmla="*/ 26212 w 48247"/>
                      <a:gd name="connsiteY30" fmla="*/ 42279 h 53133"/>
                      <a:gd name="connsiteX31" fmla="*/ 30934 w 48247"/>
                      <a:gd name="connsiteY31" fmla="*/ 38021 h 53133"/>
                      <a:gd name="connsiteX32" fmla="*/ 30934 w 48247"/>
                      <a:gd name="connsiteY32" fmla="*/ 29445 h 53133"/>
                      <a:gd name="connsiteX33" fmla="*/ 22883 w 48247"/>
                      <a:gd name="connsiteY33" fmla="*/ 29445 h 53133"/>
                      <a:gd name="connsiteX34" fmla="*/ 14710 w 48247"/>
                      <a:gd name="connsiteY34" fmla="*/ 31904 h 53133"/>
                      <a:gd name="connsiteX35" fmla="*/ 11986 w 48247"/>
                      <a:gd name="connsiteY35" fmla="*/ 37721 h 53133"/>
                      <a:gd name="connsiteX36" fmla="*/ 13923 w 48247"/>
                      <a:gd name="connsiteY36" fmla="*/ 42339 h 53133"/>
                      <a:gd name="connsiteX37" fmla="*/ 19432 w 48247"/>
                      <a:gd name="connsiteY37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48247" h="53133">
                        <a:moveTo>
                          <a:pt x="16708" y="53134"/>
                        </a:moveTo>
                        <a:cubicBezTo>
                          <a:pt x="11441" y="53134"/>
                          <a:pt x="7385" y="51814"/>
                          <a:pt x="4419" y="49116"/>
                        </a:cubicBezTo>
                        <a:cubicBezTo>
                          <a:pt x="1513" y="46417"/>
                          <a:pt x="0" y="42759"/>
                          <a:pt x="0" y="38021"/>
                        </a:cubicBezTo>
                        <a:cubicBezTo>
                          <a:pt x="0" y="34783"/>
                          <a:pt x="908" y="31964"/>
                          <a:pt x="2664" y="29565"/>
                        </a:cubicBezTo>
                        <a:cubicBezTo>
                          <a:pt x="4419" y="27166"/>
                          <a:pt x="7083" y="25247"/>
                          <a:pt x="10473" y="23868"/>
                        </a:cubicBezTo>
                        <a:cubicBezTo>
                          <a:pt x="13923" y="22489"/>
                          <a:pt x="18100" y="21829"/>
                          <a:pt x="23004" y="21829"/>
                        </a:cubicBezTo>
                        <a:lnTo>
                          <a:pt x="30873" y="21829"/>
                        </a:lnTo>
                        <a:lnTo>
                          <a:pt x="30873" y="17511"/>
                        </a:lnTo>
                        <a:cubicBezTo>
                          <a:pt x="30873" y="14813"/>
                          <a:pt x="30026" y="12654"/>
                          <a:pt x="28391" y="11035"/>
                        </a:cubicBezTo>
                        <a:cubicBezTo>
                          <a:pt x="26757" y="9415"/>
                          <a:pt x="24396" y="8636"/>
                          <a:pt x="21248" y="8636"/>
                        </a:cubicBezTo>
                        <a:cubicBezTo>
                          <a:pt x="19493" y="8636"/>
                          <a:pt x="17919" y="8876"/>
                          <a:pt x="16526" y="9295"/>
                        </a:cubicBezTo>
                        <a:cubicBezTo>
                          <a:pt x="15134" y="9715"/>
                          <a:pt x="13923" y="10315"/>
                          <a:pt x="12834" y="11094"/>
                        </a:cubicBezTo>
                        <a:lnTo>
                          <a:pt x="11744" y="17991"/>
                        </a:lnTo>
                        <a:lnTo>
                          <a:pt x="2906" y="17991"/>
                        </a:lnTo>
                        <a:lnTo>
                          <a:pt x="2785" y="5337"/>
                        </a:lnTo>
                        <a:cubicBezTo>
                          <a:pt x="5327" y="3718"/>
                          <a:pt x="8172" y="2399"/>
                          <a:pt x="11260" y="1439"/>
                        </a:cubicBezTo>
                        <a:cubicBezTo>
                          <a:pt x="14408" y="480"/>
                          <a:pt x="17858" y="0"/>
                          <a:pt x="21672" y="0"/>
                        </a:cubicBezTo>
                        <a:cubicBezTo>
                          <a:pt x="28210" y="0"/>
                          <a:pt x="33416" y="1499"/>
                          <a:pt x="37169" y="4558"/>
                        </a:cubicBezTo>
                        <a:cubicBezTo>
                          <a:pt x="40922" y="7616"/>
                          <a:pt x="42859" y="11934"/>
                          <a:pt x="42859" y="17631"/>
                        </a:cubicBezTo>
                        <a:lnTo>
                          <a:pt x="42859" y="40180"/>
                        </a:lnTo>
                        <a:cubicBezTo>
                          <a:pt x="42859" y="40900"/>
                          <a:pt x="42859" y="41559"/>
                          <a:pt x="42859" y="42219"/>
                        </a:cubicBezTo>
                        <a:cubicBezTo>
                          <a:pt x="42859" y="42879"/>
                          <a:pt x="42859" y="43538"/>
                          <a:pt x="42980" y="44138"/>
                        </a:cubicBezTo>
                        <a:lnTo>
                          <a:pt x="48247" y="44798"/>
                        </a:lnTo>
                        <a:lnTo>
                          <a:pt x="48247" y="52114"/>
                        </a:lnTo>
                        <a:lnTo>
                          <a:pt x="32508" y="52114"/>
                        </a:lnTo>
                        <a:cubicBezTo>
                          <a:pt x="32205" y="51035"/>
                          <a:pt x="31902" y="49955"/>
                          <a:pt x="31600" y="48876"/>
                        </a:cubicBezTo>
                        <a:cubicBezTo>
                          <a:pt x="31297" y="47796"/>
                          <a:pt x="31115" y="46777"/>
                          <a:pt x="30994" y="45757"/>
                        </a:cubicBezTo>
                        <a:cubicBezTo>
                          <a:pt x="29299" y="47916"/>
                          <a:pt x="27180" y="49655"/>
                          <a:pt x="24759" y="51035"/>
                        </a:cubicBezTo>
                        <a:cubicBezTo>
                          <a:pt x="22338" y="52414"/>
                          <a:pt x="19553" y="53074"/>
                          <a:pt x="16526" y="53074"/>
                        </a:cubicBezTo>
                        <a:close/>
                        <a:moveTo>
                          <a:pt x="19432" y="43958"/>
                        </a:moveTo>
                        <a:cubicBezTo>
                          <a:pt x="21853" y="43958"/>
                          <a:pt x="24093" y="43418"/>
                          <a:pt x="26212" y="42279"/>
                        </a:cubicBezTo>
                        <a:cubicBezTo>
                          <a:pt x="28331" y="41140"/>
                          <a:pt x="29905" y="39760"/>
                          <a:pt x="30934" y="38021"/>
                        </a:cubicBezTo>
                        <a:lnTo>
                          <a:pt x="30934" y="29445"/>
                        </a:lnTo>
                        <a:lnTo>
                          <a:pt x="22883" y="29445"/>
                        </a:lnTo>
                        <a:cubicBezTo>
                          <a:pt x="19311" y="29445"/>
                          <a:pt x="16587" y="30285"/>
                          <a:pt x="14710" y="31904"/>
                        </a:cubicBezTo>
                        <a:cubicBezTo>
                          <a:pt x="12834" y="33523"/>
                          <a:pt x="11986" y="35502"/>
                          <a:pt x="11986" y="37721"/>
                        </a:cubicBezTo>
                        <a:cubicBezTo>
                          <a:pt x="11986" y="39700"/>
                          <a:pt x="12652" y="41259"/>
                          <a:pt x="13923" y="42339"/>
                        </a:cubicBezTo>
                        <a:cubicBezTo>
                          <a:pt x="15195" y="43418"/>
                          <a:pt x="17011" y="43958"/>
                          <a:pt x="19432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6" name="Freeform 157">
                    <a:extLst>
                      <a:ext uri="{FF2B5EF4-FFF2-40B4-BE49-F238E27FC236}">
                        <a16:creationId xmlns:a16="http://schemas.microsoft.com/office/drawing/2014/main" id="{3CD22864-C2D4-4269-09EC-AA8C55010ED4}"/>
                      </a:ext>
                    </a:extLst>
                  </p:cNvPr>
                  <p:cNvSpPr/>
                  <p:nvPr/>
                </p:nvSpPr>
                <p:spPr>
                  <a:xfrm>
                    <a:off x="2559846" y="314408"/>
                    <a:ext cx="52484" cy="74902"/>
                  </a:xfrm>
                  <a:custGeom>
                    <a:avLst/>
                    <a:gdLst>
                      <a:gd name="connsiteX0" fmla="*/ 19856 w 52484"/>
                      <a:gd name="connsiteY0" fmla="*/ 74843 h 74902"/>
                      <a:gd name="connsiteX1" fmla="*/ 9141 w 52484"/>
                      <a:gd name="connsiteY1" fmla="*/ 71724 h 74902"/>
                      <a:gd name="connsiteX2" fmla="*/ 2361 w 52484"/>
                      <a:gd name="connsiteY2" fmla="*/ 62969 h 74902"/>
                      <a:gd name="connsiteX3" fmla="*/ 0 w 52484"/>
                      <a:gd name="connsiteY3" fmla="*/ 49895 h 74902"/>
                      <a:gd name="connsiteX4" fmla="*/ 0 w 52484"/>
                      <a:gd name="connsiteY4" fmla="*/ 48876 h 74902"/>
                      <a:gd name="connsiteX5" fmla="*/ 2361 w 52484"/>
                      <a:gd name="connsiteY5" fmla="*/ 34603 h 74902"/>
                      <a:gd name="connsiteX6" fmla="*/ 9201 w 52484"/>
                      <a:gd name="connsiteY6" fmla="*/ 25068 h 74902"/>
                      <a:gd name="connsiteX7" fmla="*/ 19856 w 52484"/>
                      <a:gd name="connsiteY7" fmla="*/ 21649 h 74902"/>
                      <a:gd name="connsiteX8" fmla="*/ 27604 w 52484"/>
                      <a:gd name="connsiteY8" fmla="*/ 23328 h 74902"/>
                      <a:gd name="connsiteX9" fmla="*/ 33295 w 52484"/>
                      <a:gd name="connsiteY9" fmla="*/ 28126 h 74902"/>
                      <a:gd name="connsiteX10" fmla="*/ 33295 w 52484"/>
                      <a:gd name="connsiteY10" fmla="*/ 8756 h 74902"/>
                      <a:gd name="connsiteX11" fmla="*/ 25728 w 52484"/>
                      <a:gd name="connsiteY11" fmla="*/ 7316 h 74902"/>
                      <a:gd name="connsiteX12" fmla="*/ 25728 w 52484"/>
                      <a:gd name="connsiteY12" fmla="*/ 0 h 74902"/>
                      <a:gd name="connsiteX13" fmla="*/ 45341 w 52484"/>
                      <a:gd name="connsiteY13" fmla="*/ 0 h 74902"/>
                      <a:gd name="connsiteX14" fmla="*/ 45341 w 52484"/>
                      <a:gd name="connsiteY14" fmla="*/ 65128 h 74902"/>
                      <a:gd name="connsiteX15" fmla="*/ 52484 w 52484"/>
                      <a:gd name="connsiteY15" fmla="*/ 66567 h 74902"/>
                      <a:gd name="connsiteX16" fmla="*/ 52484 w 52484"/>
                      <a:gd name="connsiteY16" fmla="*/ 73883 h 74902"/>
                      <a:gd name="connsiteX17" fmla="*/ 34929 w 52484"/>
                      <a:gd name="connsiteY17" fmla="*/ 73883 h 74902"/>
                      <a:gd name="connsiteX18" fmla="*/ 33960 w 52484"/>
                      <a:gd name="connsiteY18" fmla="*/ 67706 h 74902"/>
                      <a:gd name="connsiteX19" fmla="*/ 28028 w 52484"/>
                      <a:gd name="connsiteY19" fmla="*/ 73104 h 74902"/>
                      <a:gd name="connsiteX20" fmla="*/ 19856 w 52484"/>
                      <a:gd name="connsiteY20" fmla="*/ 74903 h 74902"/>
                      <a:gd name="connsiteX21" fmla="*/ 23246 w 52484"/>
                      <a:gd name="connsiteY21" fmla="*/ 65427 h 74902"/>
                      <a:gd name="connsiteX22" fmla="*/ 29178 w 52484"/>
                      <a:gd name="connsiteY22" fmla="*/ 63928 h 74902"/>
                      <a:gd name="connsiteX23" fmla="*/ 33295 w 52484"/>
                      <a:gd name="connsiteY23" fmla="*/ 59610 h 74902"/>
                      <a:gd name="connsiteX24" fmla="*/ 33295 w 52484"/>
                      <a:gd name="connsiteY24" fmla="*/ 37062 h 74902"/>
                      <a:gd name="connsiteX25" fmla="*/ 29239 w 52484"/>
                      <a:gd name="connsiteY25" fmla="*/ 32744 h 74902"/>
                      <a:gd name="connsiteX26" fmla="*/ 23367 w 52484"/>
                      <a:gd name="connsiteY26" fmla="*/ 31184 h 74902"/>
                      <a:gd name="connsiteX27" fmla="*/ 16950 w 52484"/>
                      <a:gd name="connsiteY27" fmla="*/ 33403 h 74902"/>
                      <a:gd name="connsiteX28" fmla="*/ 13257 w 52484"/>
                      <a:gd name="connsiteY28" fmla="*/ 39640 h 74902"/>
                      <a:gd name="connsiteX29" fmla="*/ 12047 w 52484"/>
                      <a:gd name="connsiteY29" fmla="*/ 48936 h 74902"/>
                      <a:gd name="connsiteX30" fmla="*/ 12047 w 52484"/>
                      <a:gd name="connsiteY30" fmla="*/ 49955 h 74902"/>
                      <a:gd name="connsiteX31" fmla="*/ 14710 w 52484"/>
                      <a:gd name="connsiteY31" fmla="*/ 61290 h 74902"/>
                      <a:gd name="connsiteX32" fmla="*/ 23306 w 52484"/>
                      <a:gd name="connsiteY32" fmla="*/ 65487 h 749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2484" h="74902">
                        <a:moveTo>
                          <a:pt x="19856" y="74843"/>
                        </a:moveTo>
                        <a:cubicBezTo>
                          <a:pt x="15679" y="74843"/>
                          <a:pt x="12107" y="73823"/>
                          <a:pt x="9141" y="71724"/>
                        </a:cubicBezTo>
                        <a:cubicBezTo>
                          <a:pt x="6175" y="69625"/>
                          <a:pt x="3935" y="66747"/>
                          <a:pt x="2361" y="62969"/>
                        </a:cubicBezTo>
                        <a:cubicBezTo>
                          <a:pt x="787" y="59251"/>
                          <a:pt x="0" y="54873"/>
                          <a:pt x="0" y="49895"/>
                        </a:cubicBezTo>
                        <a:lnTo>
                          <a:pt x="0" y="48876"/>
                        </a:lnTo>
                        <a:cubicBezTo>
                          <a:pt x="0" y="43418"/>
                          <a:pt x="787" y="38681"/>
                          <a:pt x="2361" y="34603"/>
                        </a:cubicBezTo>
                        <a:cubicBezTo>
                          <a:pt x="3935" y="30525"/>
                          <a:pt x="6235" y="27346"/>
                          <a:pt x="9201" y="25068"/>
                        </a:cubicBezTo>
                        <a:cubicBezTo>
                          <a:pt x="12168" y="22789"/>
                          <a:pt x="15739" y="21649"/>
                          <a:pt x="19856" y="21649"/>
                        </a:cubicBezTo>
                        <a:cubicBezTo>
                          <a:pt x="22822" y="21649"/>
                          <a:pt x="25425" y="22189"/>
                          <a:pt x="27604" y="23328"/>
                        </a:cubicBezTo>
                        <a:cubicBezTo>
                          <a:pt x="29844" y="24468"/>
                          <a:pt x="31721" y="26027"/>
                          <a:pt x="33295" y="28126"/>
                        </a:cubicBezTo>
                        <a:lnTo>
                          <a:pt x="33295" y="8756"/>
                        </a:lnTo>
                        <a:lnTo>
                          <a:pt x="25728" y="7316"/>
                        </a:lnTo>
                        <a:lnTo>
                          <a:pt x="25728" y="0"/>
                        </a:lnTo>
                        <a:lnTo>
                          <a:pt x="45341" y="0"/>
                        </a:lnTo>
                        <a:lnTo>
                          <a:pt x="45341" y="65128"/>
                        </a:lnTo>
                        <a:lnTo>
                          <a:pt x="52484" y="66567"/>
                        </a:lnTo>
                        <a:lnTo>
                          <a:pt x="52484" y="73883"/>
                        </a:lnTo>
                        <a:lnTo>
                          <a:pt x="34929" y="73883"/>
                        </a:lnTo>
                        <a:lnTo>
                          <a:pt x="33960" y="67706"/>
                        </a:lnTo>
                        <a:cubicBezTo>
                          <a:pt x="32326" y="70045"/>
                          <a:pt x="30328" y="71844"/>
                          <a:pt x="28028" y="73104"/>
                        </a:cubicBezTo>
                        <a:cubicBezTo>
                          <a:pt x="25728" y="74363"/>
                          <a:pt x="22943" y="74903"/>
                          <a:pt x="19856" y="74903"/>
                        </a:cubicBezTo>
                        <a:close/>
                        <a:moveTo>
                          <a:pt x="23246" y="65427"/>
                        </a:moveTo>
                        <a:cubicBezTo>
                          <a:pt x="25546" y="65427"/>
                          <a:pt x="27483" y="64948"/>
                          <a:pt x="29178" y="63928"/>
                        </a:cubicBezTo>
                        <a:cubicBezTo>
                          <a:pt x="30813" y="62909"/>
                          <a:pt x="32205" y="61469"/>
                          <a:pt x="33295" y="59610"/>
                        </a:cubicBezTo>
                        <a:lnTo>
                          <a:pt x="33295" y="37062"/>
                        </a:lnTo>
                        <a:cubicBezTo>
                          <a:pt x="32265" y="35262"/>
                          <a:pt x="30873" y="33763"/>
                          <a:pt x="29239" y="32744"/>
                        </a:cubicBezTo>
                        <a:cubicBezTo>
                          <a:pt x="27544" y="31664"/>
                          <a:pt x="25607" y="31184"/>
                          <a:pt x="23367" y="31184"/>
                        </a:cubicBezTo>
                        <a:cubicBezTo>
                          <a:pt x="20764" y="31184"/>
                          <a:pt x="18585" y="31904"/>
                          <a:pt x="16950" y="33403"/>
                        </a:cubicBezTo>
                        <a:cubicBezTo>
                          <a:pt x="15255" y="34903"/>
                          <a:pt x="14044" y="37002"/>
                          <a:pt x="13257" y="39640"/>
                        </a:cubicBezTo>
                        <a:cubicBezTo>
                          <a:pt x="12470" y="42279"/>
                          <a:pt x="12047" y="45397"/>
                          <a:pt x="12047" y="48936"/>
                        </a:cubicBezTo>
                        <a:lnTo>
                          <a:pt x="12047" y="49955"/>
                        </a:lnTo>
                        <a:cubicBezTo>
                          <a:pt x="12047" y="54693"/>
                          <a:pt x="12955" y="58471"/>
                          <a:pt x="14710" y="61290"/>
                        </a:cubicBezTo>
                        <a:cubicBezTo>
                          <a:pt x="16466" y="64108"/>
                          <a:pt x="19311" y="65487"/>
                          <a:pt x="23306" y="65487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7" name="Freeform 158">
                    <a:extLst>
                      <a:ext uri="{FF2B5EF4-FFF2-40B4-BE49-F238E27FC236}">
                        <a16:creationId xmlns:a16="http://schemas.microsoft.com/office/drawing/2014/main" id="{BC3646DE-B4CC-5E42-5960-230FAAE08AB3}"/>
                      </a:ext>
                    </a:extLst>
                  </p:cNvPr>
                  <p:cNvSpPr/>
                  <p:nvPr/>
                </p:nvSpPr>
                <p:spPr>
                  <a:xfrm>
                    <a:off x="2617657" y="336057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1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4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4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2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500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8" name="Freeform 159">
                    <a:extLst>
                      <a:ext uri="{FF2B5EF4-FFF2-40B4-BE49-F238E27FC236}">
                        <a16:creationId xmlns:a16="http://schemas.microsoft.com/office/drawing/2014/main" id="{74222CBB-B181-BE62-06F1-737F59446C79}"/>
                      </a:ext>
                    </a:extLst>
                  </p:cNvPr>
                  <p:cNvSpPr/>
                  <p:nvPr/>
                </p:nvSpPr>
                <p:spPr>
                  <a:xfrm>
                    <a:off x="2667963" y="336057"/>
                    <a:ext cx="87837" cy="52413"/>
                  </a:xfrm>
                  <a:custGeom>
                    <a:avLst/>
                    <a:gdLst>
                      <a:gd name="connsiteX0" fmla="*/ 363 w 87837"/>
                      <a:gd name="connsiteY0" fmla="*/ 52234 h 52413"/>
                      <a:gd name="connsiteX1" fmla="*/ 363 w 87837"/>
                      <a:gd name="connsiteY1" fmla="*/ 44918 h 52413"/>
                      <a:gd name="connsiteX2" fmla="*/ 7567 w 87837"/>
                      <a:gd name="connsiteY2" fmla="*/ 43478 h 52413"/>
                      <a:gd name="connsiteX3" fmla="*/ 7567 w 87837"/>
                      <a:gd name="connsiteY3" fmla="*/ 9715 h 52413"/>
                      <a:gd name="connsiteX4" fmla="*/ 0 w 87837"/>
                      <a:gd name="connsiteY4" fmla="*/ 8276 h 52413"/>
                      <a:gd name="connsiteX5" fmla="*/ 0 w 87837"/>
                      <a:gd name="connsiteY5" fmla="*/ 960 h 52413"/>
                      <a:gd name="connsiteX6" fmla="*/ 18645 w 87837"/>
                      <a:gd name="connsiteY6" fmla="*/ 960 h 52413"/>
                      <a:gd name="connsiteX7" fmla="*/ 19190 w 87837"/>
                      <a:gd name="connsiteY7" fmla="*/ 7676 h 52413"/>
                      <a:gd name="connsiteX8" fmla="*/ 25546 w 87837"/>
                      <a:gd name="connsiteY8" fmla="*/ 2039 h 52413"/>
                      <a:gd name="connsiteX9" fmla="*/ 34384 w 87837"/>
                      <a:gd name="connsiteY9" fmla="*/ 0 h 52413"/>
                      <a:gd name="connsiteX10" fmla="*/ 43041 w 87837"/>
                      <a:gd name="connsiteY10" fmla="*/ 2219 h 52413"/>
                      <a:gd name="connsiteX11" fmla="*/ 48489 w 87837"/>
                      <a:gd name="connsiteY11" fmla="*/ 8996 h 52413"/>
                      <a:gd name="connsiteX12" fmla="*/ 54785 w 87837"/>
                      <a:gd name="connsiteY12" fmla="*/ 2399 h 52413"/>
                      <a:gd name="connsiteX13" fmla="*/ 63926 w 87837"/>
                      <a:gd name="connsiteY13" fmla="*/ 0 h 52413"/>
                      <a:gd name="connsiteX14" fmla="*/ 76154 w 87837"/>
                      <a:gd name="connsiteY14" fmla="*/ 5277 h 52413"/>
                      <a:gd name="connsiteX15" fmla="*/ 80634 w 87837"/>
                      <a:gd name="connsiteY15" fmla="*/ 21169 h 52413"/>
                      <a:gd name="connsiteX16" fmla="*/ 80634 w 87837"/>
                      <a:gd name="connsiteY16" fmla="*/ 43478 h 52413"/>
                      <a:gd name="connsiteX17" fmla="*/ 87837 w 87837"/>
                      <a:gd name="connsiteY17" fmla="*/ 44918 h 52413"/>
                      <a:gd name="connsiteX18" fmla="*/ 87837 w 87837"/>
                      <a:gd name="connsiteY18" fmla="*/ 52234 h 52413"/>
                      <a:gd name="connsiteX19" fmla="*/ 61807 w 87837"/>
                      <a:gd name="connsiteY19" fmla="*/ 52234 h 52413"/>
                      <a:gd name="connsiteX20" fmla="*/ 61807 w 87837"/>
                      <a:gd name="connsiteY20" fmla="*/ 44918 h 52413"/>
                      <a:gd name="connsiteX21" fmla="*/ 68587 w 87837"/>
                      <a:gd name="connsiteY21" fmla="*/ 43478 h 52413"/>
                      <a:gd name="connsiteX22" fmla="*/ 68587 w 87837"/>
                      <a:gd name="connsiteY22" fmla="*/ 21169 h 52413"/>
                      <a:gd name="connsiteX23" fmla="*/ 66408 w 87837"/>
                      <a:gd name="connsiteY23" fmla="*/ 12114 h 52413"/>
                      <a:gd name="connsiteX24" fmla="*/ 59931 w 87837"/>
                      <a:gd name="connsiteY24" fmla="*/ 9535 h 52413"/>
                      <a:gd name="connsiteX25" fmla="*/ 53393 w 87837"/>
                      <a:gd name="connsiteY25" fmla="*/ 12054 h 52413"/>
                      <a:gd name="connsiteX26" fmla="*/ 50063 w 87837"/>
                      <a:gd name="connsiteY26" fmla="*/ 18471 h 52413"/>
                      <a:gd name="connsiteX27" fmla="*/ 50063 w 87837"/>
                      <a:gd name="connsiteY27" fmla="*/ 43598 h 52413"/>
                      <a:gd name="connsiteX28" fmla="*/ 56601 w 87837"/>
                      <a:gd name="connsiteY28" fmla="*/ 45038 h 52413"/>
                      <a:gd name="connsiteX29" fmla="*/ 56601 w 87837"/>
                      <a:gd name="connsiteY29" fmla="*/ 52354 h 52413"/>
                      <a:gd name="connsiteX30" fmla="*/ 31539 w 87837"/>
                      <a:gd name="connsiteY30" fmla="*/ 52354 h 52413"/>
                      <a:gd name="connsiteX31" fmla="*/ 31539 w 87837"/>
                      <a:gd name="connsiteY31" fmla="*/ 45038 h 52413"/>
                      <a:gd name="connsiteX32" fmla="*/ 38077 w 87837"/>
                      <a:gd name="connsiteY32" fmla="*/ 43598 h 52413"/>
                      <a:gd name="connsiteX33" fmla="*/ 38077 w 87837"/>
                      <a:gd name="connsiteY33" fmla="*/ 21289 h 52413"/>
                      <a:gd name="connsiteX34" fmla="*/ 35837 w 87837"/>
                      <a:gd name="connsiteY34" fmla="*/ 12294 h 52413"/>
                      <a:gd name="connsiteX35" fmla="*/ 29360 w 87837"/>
                      <a:gd name="connsiteY35" fmla="*/ 9595 h 52413"/>
                      <a:gd name="connsiteX36" fmla="*/ 23427 w 87837"/>
                      <a:gd name="connsiteY36" fmla="*/ 11035 h 52413"/>
                      <a:gd name="connsiteX37" fmla="*/ 19553 w 87837"/>
                      <a:gd name="connsiteY37" fmla="*/ 15053 h 52413"/>
                      <a:gd name="connsiteX38" fmla="*/ 19553 w 87837"/>
                      <a:gd name="connsiteY38" fmla="*/ 43658 h 52413"/>
                      <a:gd name="connsiteX39" fmla="*/ 26273 w 87837"/>
                      <a:gd name="connsiteY39" fmla="*/ 45098 h 52413"/>
                      <a:gd name="connsiteX40" fmla="*/ 26273 w 87837"/>
                      <a:gd name="connsiteY40" fmla="*/ 52414 h 52413"/>
                      <a:gd name="connsiteX41" fmla="*/ 363 w 87837"/>
                      <a:gd name="connsiteY41" fmla="*/ 52414 h 524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7837" h="52413">
                        <a:moveTo>
                          <a:pt x="363" y="52234"/>
                        </a:moveTo>
                        <a:lnTo>
                          <a:pt x="363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190" y="7676"/>
                        </a:lnTo>
                        <a:cubicBezTo>
                          <a:pt x="20885" y="5277"/>
                          <a:pt x="23004" y="3358"/>
                          <a:pt x="25546" y="2039"/>
                        </a:cubicBezTo>
                        <a:cubicBezTo>
                          <a:pt x="28089" y="720"/>
                          <a:pt x="30994" y="0"/>
                          <a:pt x="34384" y="0"/>
                        </a:cubicBezTo>
                        <a:cubicBezTo>
                          <a:pt x="37774" y="0"/>
                          <a:pt x="40620" y="720"/>
                          <a:pt x="43041" y="2219"/>
                        </a:cubicBezTo>
                        <a:cubicBezTo>
                          <a:pt x="45462" y="3718"/>
                          <a:pt x="47278" y="5997"/>
                          <a:pt x="48489" y="8996"/>
                        </a:cubicBezTo>
                        <a:cubicBezTo>
                          <a:pt x="50063" y="6177"/>
                          <a:pt x="52182" y="3958"/>
                          <a:pt x="54785" y="2399"/>
                        </a:cubicBezTo>
                        <a:cubicBezTo>
                          <a:pt x="57388" y="780"/>
                          <a:pt x="60415" y="0"/>
                          <a:pt x="63926" y="0"/>
                        </a:cubicBezTo>
                        <a:cubicBezTo>
                          <a:pt x="69132" y="0"/>
                          <a:pt x="73188" y="1739"/>
                          <a:pt x="76154" y="5277"/>
                        </a:cubicBezTo>
                        <a:cubicBezTo>
                          <a:pt x="79120" y="8756"/>
                          <a:pt x="80634" y="14093"/>
                          <a:pt x="80634" y="21169"/>
                        </a:cubicBezTo>
                        <a:lnTo>
                          <a:pt x="80634" y="43478"/>
                        </a:lnTo>
                        <a:lnTo>
                          <a:pt x="87837" y="44918"/>
                        </a:lnTo>
                        <a:lnTo>
                          <a:pt x="87837" y="52234"/>
                        </a:lnTo>
                        <a:lnTo>
                          <a:pt x="61807" y="52234"/>
                        </a:lnTo>
                        <a:lnTo>
                          <a:pt x="61807" y="44918"/>
                        </a:lnTo>
                        <a:lnTo>
                          <a:pt x="68587" y="43478"/>
                        </a:lnTo>
                        <a:lnTo>
                          <a:pt x="68587" y="21169"/>
                        </a:lnTo>
                        <a:cubicBezTo>
                          <a:pt x="68587" y="16852"/>
                          <a:pt x="67861" y="13793"/>
                          <a:pt x="66408" y="12114"/>
                        </a:cubicBezTo>
                        <a:cubicBezTo>
                          <a:pt x="64955" y="10375"/>
                          <a:pt x="62776" y="9535"/>
                          <a:pt x="59931" y="9535"/>
                        </a:cubicBezTo>
                        <a:cubicBezTo>
                          <a:pt x="57267" y="9535"/>
                          <a:pt x="55088" y="10375"/>
                          <a:pt x="53393" y="12054"/>
                        </a:cubicBezTo>
                        <a:cubicBezTo>
                          <a:pt x="51698" y="13733"/>
                          <a:pt x="50608" y="15832"/>
                          <a:pt x="50063" y="18471"/>
                        </a:cubicBezTo>
                        <a:lnTo>
                          <a:pt x="50063" y="43598"/>
                        </a:lnTo>
                        <a:lnTo>
                          <a:pt x="56601" y="45038"/>
                        </a:lnTo>
                        <a:lnTo>
                          <a:pt x="56601" y="52354"/>
                        </a:lnTo>
                        <a:lnTo>
                          <a:pt x="31539" y="52354"/>
                        </a:lnTo>
                        <a:lnTo>
                          <a:pt x="31539" y="45038"/>
                        </a:lnTo>
                        <a:lnTo>
                          <a:pt x="38077" y="43598"/>
                        </a:lnTo>
                        <a:lnTo>
                          <a:pt x="38077" y="21289"/>
                        </a:lnTo>
                        <a:cubicBezTo>
                          <a:pt x="38077" y="17151"/>
                          <a:pt x="37351" y="14153"/>
                          <a:pt x="35837" y="12294"/>
                        </a:cubicBezTo>
                        <a:cubicBezTo>
                          <a:pt x="34324" y="10495"/>
                          <a:pt x="32205" y="9595"/>
                          <a:pt x="29360" y="9595"/>
                        </a:cubicBezTo>
                        <a:cubicBezTo>
                          <a:pt x="26999" y="9595"/>
                          <a:pt x="25001" y="10075"/>
                          <a:pt x="23427" y="11035"/>
                        </a:cubicBezTo>
                        <a:cubicBezTo>
                          <a:pt x="21793" y="11994"/>
                          <a:pt x="20522" y="13313"/>
                          <a:pt x="19553" y="15053"/>
                        </a:cubicBezTo>
                        <a:lnTo>
                          <a:pt x="19553" y="43658"/>
                        </a:lnTo>
                        <a:lnTo>
                          <a:pt x="26273" y="45098"/>
                        </a:lnTo>
                        <a:lnTo>
                          <a:pt x="26273" y="52414"/>
                        </a:lnTo>
                        <a:lnTo>
                          <a:pt x="363" y="5241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9" name="Freeform 160">
                    <a:extLst>
                      <a:ext uri="{FF2B5EF4-FFF2-40B4-BE49-F238E27FC236}">
                        <a16:creationId xmlns:a16="http://schemas.microsoft.com/office/drawing/2014/main" id="{3DCBCA9D-46B9-99AD-F029-D1B9EAD5E62C}"/>
                      </a:ext>
                    </a:extLst>
                  </p:cNvPr>
                  <p:cNvSpPr/>
                  <p:nvPr/>
                </p:nvSpPr>
                <p:spPr>
                  <a:xfrm>
                    <a:off x="2755619" y="337137"/>
                    <a:ext cx="57448" cy="71844"/>
                  </a:xfrm>
                  <a:custGeom>
                    <a:avLst/>
                    <a:gdLst>
                      <a:gd name="connsiteX0" fmla="*/ 15134 w 57448"/>
                      <a:gd name="connsiteY0" fmla="*/ 71844 h 71844"/>
                      <a:gd name="connsiteX1" fmla="*/ 11744 w 57448"/>
                      <a:gd name="connsiteY1" fmla="*/ 71544 h 71844"/>
                      <a:gd name="connsiteX2" fmla="*/ 8354 w 57448"/>
                      <a:gd name="connsiteY2" fmla="*/ 70825 h 71844"/>
                      <a:gd name="connsiteX3" fmla="*/ 9686 w 57448"/>
                      <a:gd name="connsiteY3" fmla="*/ 61889 h 71844"/>
                      <a:gd name="connsiteX4" fmla="*/ 11744 w 57448"/>
                      <a:gd name="connsiteY4" fmla="*/ 62129 h 71844"/>
                      <a:gd name="connsiteX5" fmla="*/ 13681 w 57448"/>
                      <a:gd name="connsiteY5" fmla="*/ 62249 h 71844"/>
                      <a:gd name="connsiteX6" fmla="*/ 18766 w 57448"/>
                      <a:gd name="connsiteY6" fmla="*/ 60390 h 71844"/>
                      <a:gd name="connsiteX7" fmla="*/ 22096 w 57448"/>
                      <a:gd name="connsiteY7" fmla="*/ 55233 h 71844"/>
                      <a:gd name="connsiteX8" fmla="*/ 23670 w 57448"/>
                      <a:gd name="connsiteY8" fmla="*/ 51095 h 71844"/>
                      <a:gd name="connsiteX9" fmla="*/ 5993 w 57448"/>
                      <a:gd name="connsiteY9" fmla="*/ 8156 h 71844"/>
                      <a:gd name="connsiteX10" fmla="*/ 0 w 57448"/>
                      <a:gd name="connsiteY10" fmla="*/ 7316 h 71844"/>
                      <a:gd name="connsiteX11" fmla="*/ 0 w 57448"/>
                      <a:gd name="connsiteY11" fmla="*/ 0 h 71844"/>
                      <a:gd name="connsiteX12" fmla="*/ 25001 w 57448"/>
                      <a:gd name="connsiteY12" fmla="*/ 0 h 71844"/>
                      <a:gd name="connsiteX13" fmla="*/ 25001 w 57448"/>
                      <a:gd name="connsiteY13" fmla="*/ 7316 h 71844"/>
                      <a:gd name="connsiteX14" fmla="*/ 18645 w 57448"/>
                      <a:gd name="connsiteY14" fmla="*/ 8276 h 71844"/>
                      <a:gd name="connsiteX15" fmla="*/ 27604 w 57448"/>
                      <a:gd name="connsiteY15" fmla="*/ 32144 h 71844"/>
                      <a:gd name="connsiteX16" fmla="*/ 29178 w 57448"/>
                      <a:gd name="connsiteY16" fmla="*/ 36582 h 71844"/>
                      <a:gd name="connsiteX17" fmla="*/ 29481 w 57448"/>
                      <a:gd name="connsiteY17" fmla="*/ 36582 h 71844"/>
                      <a:gd name="connsiteX18" fmla="*/ 40075 w 57448"/>
                      <a:gd name="connsiteY18" fmla="*/ 8216 h 71844"/>
                      <a:gd name="connsiteX19" fmla="*/ 33718 w 57448"/>
                      <a:gd name="connsiteY19" fmla="*/ 7316 h 71844"/>
                      <a:gd name="connsiteX20" fmla="*/ 33718 w 57448"/>
                      <a:gd name="connsiteY20" fmla="*/ 0 h 71844"/>
                      <a:gd name="connsiteX21" fmla="*/ 57448 w 57448"/>
                      <a:gd name="connsiteY21" fmla="*/ 0 h 71844"/>
                      <a:gd name="connsiteX22" fmla="*/ 57448 w 57448"/>
                      <a:gd name="connsiteY22" fmla="*/ 7316 h 71844"/>
                      <a:gd name="connsiteX23" fmla="*/ 51879 w 57448"/>
                      <a:gd name="connsiteY23" fmla="*/ 8096 h 71844"/>
                      <a:gd name="connsiteX24" fmla="*/ 31842 w 57448"/>
                      <a:gd name="connsiteY24" fmla="*/ 58891 h 71844"/>
                      <a:gd name="connsiteX25" fmla="*/ 28270 w 57448"/>
                      <a:gd name="connsiteY25" fmla="*/ 65427 h 71844"/>
                      <a:gd name="connsiteX26" fmla="*/ 22943 w 57448"/>
                      <a:gd name="connsiteY26" fmla="*/ 70105 h 71844"/>
                      <a:gd name="connsiteX27" fmla="*/ 15073 w 57448"/>
                      <a:gd name="connsiteY27" fmla="*/ 71844 h 718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57448" h="71844">
                        <a:moveTo>
                          <a:pt x="15134" y="71844"/>
                        </a:moveTo>
                        <a:cubicBezTo>
                          <a:pt x="14165" y="71844"/>
                          <a:pt x="13015" y="71724"/>
                          <a:pt x="11744" y="71544"/>
                        </a:cubicBezTo>
                        <a:cubicBezTo>
                          <a:pt x="10473" y="71365"/>
                          <a:pt x="9323" y="71125"/>
                          <a:pt x="8354" y="70825"/>
                        </a:cubicBezTo>
                        <a:lnTo>
                          <a:pt x="9686" y="61889"/>
                        </a:lnTo>
                        <a:cubicBezTo>
                          <a:pt x="10231" y="62009"/>
                          <a:pt x="10957" y="62069"/>
                          <a:pt x="11744" y="62129"/>
                        </a:cubicBezTo>
                        <a:cubicBezTo>
                          <a:pt x="12531" y="62189"/>
                          <a:pt x="13197" y="62249"/>
                          <a:pt x="13681" y="62249"/>
                        </a:cubicBezTo>
                        <a:cubicBezTo>
                          <a:pt x="15679" y="62249"/>
                          <a:pt x="17374" y="61649"/>
                          <a:pt x="18766" y="60390"/>
                        </a:cubicBezTo>
                        <a:cubicBezTo>
                          <a:pt x="20158" y="59131"/>
                          <a:pt x="21248" y="57391"/>
                          <a:pt x="22096" y="55233"/>
                        </a:cubicBezTo>
                        <a:lnTo>
                          <a:pt x="23670" y="51095"/>
                        </a:lnTo>
                        <a:lnTo>
                          <a:pt x="5993" y="81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25001" y="0"/>
                        </a:lnTo>
                        <a:lnTo>
                          <a:pt x="25001" y="7316"/>
                        </a:lnTo>
                        <a:lnTo>
                          <a:pt x="18645" y="8276"/>
                        </a:lnTo>
                        <a:lnTo>
                          <a:pt x="27604" y="32144"/>
                        </a:lnTo>
                        <a:lnTo>
                          <a:pt x="29178" y="36582"/>
                        </a:lnTo>
                        <a:lnTo>
                          <a:pt x="29481" y="36582"/>
                        </a:lnTo>
                        <a:lnTo>
                          <a:pt x="40075" y="8216"/>
                        </a:lnTo>
                        <a:lnTo>
                          <a:pt x="33718" y="7316"/>
                        </a:lnTo>
                        <a:lnTo>
                          <a:pt x="33718" y="0"/>
                        </a:lnTo>
                        <a:lnTo>
                          <a:pt x="57448" y="0"/>
                        </a:lnTo>
                        <a:lnTo>
                          <a:pt x="57448" y="7316"/>
                        </a:lnTo>
                        <a:lnTo>
                          <a:pt x="51879" y="8096"/>
                        </a:lnTo>
                        <a:lnTo>
                          <a:pt x="31842" y="58891"/>
                        </a:lnTo>
                        <a:cubicBezTo>
                          <a:pt x="30873" y="61290"/>
                          <a:pt x="29723" y="63448"/>
                          <a:pt x="28270" y="65427"/>
                        </a:cubicBezTo>
                        <a:cubicBezTo>
                          <a:pt x="26878" y="67407"/>
                          <a:pt x="25062" y="68966"/>
                          <a:pt x="22943" y="70105"/>
                        </a:cubicBezTo>
                        <a:cubicBezTo>
                          <a:pt x="20764" y="71245"/>
                          <a:pt x="18161" y="71844"/>
                          <a:pt x="15073" y="7184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0" name="Freeform 161">
                    <a:extLst>
                      <a:ext uri="{FF2B5EF4-FFF2-40B4-BE49-F238E27FC236}">
                        <a16:creationId xmlns:a16="http://schemas.microsoft.com/office/drawing/2014/main" id="{8BB1429A-BAA6-F2A0-4F1F-04779407EBB6}"/>
                      </a:ext>
                    </a:extLst>
                  </p:cNvPr>
                  <p:cNvSpPr/>
                  <p:nvPr/>
                </p:nvSpPr>
                <p:spPr>
                  <a:xfrm>
                    <a:off x="2841035" y="313448"/>
                    <a:ext cx="34021" cy="74842"/>
                  </a:xfrm>
                  <a:custGeom>
                    <a:avLst/>
                    <a:gdLst>
                      <a:gd name="connsiteX0" fmla="*/ 666 w 34021"/>
                      <a:gd name="connsiteY0" fmla="*/ 74843 h 74842"/>
                      <a:gd name="connsiteX1" fmla="*/ 666 w 34021"/>
                      <a:gd name="connsiteY1" fmla="*/ 67526 h 74842"/>
                      <a:gd name="connsiteX2" fmla="*/ 7870 w 34021"/>
                      <a:gd name="connsiteY2" fmla="*/ 66087 h 74842"/>
                      <a:gd name="connsiteX3" fmla="*/ 7870 w 34021"/>
                      <a:gd name="connsiteY3" fmla="*/ 32144 h 74842"/>
                      <a:gd name="connsiteX4" fmla="*/ 0 w 34021"/>
                      <a:gd name="connsiteY4" fmla="*/ 32144 h 74842"/>
                      <a:gd name="connsiteX5" fmla="*/ 0 w 34021"/>
                      <a:gd name="connsiteY5" fmla="*/ 23628 h 74842"/>
                      <a:gd name="connsiteX6" fmla="*/ 7870 w 34021"/>
                      <a:gd name="connsiteY6" fmla="*/ 23628 h 74842"/>
                      <a:gd name="connsiteX7" fmla="*/ 7870 w 34021"/>
                      <a:gd name="connsiteY7" fmla="*/ 17631 h 74842"/>
                      <a:gd name="connsiteX8" fmla="*/ 12591 w 34021"/>
                      <a:gd name="connsiteY8" fmla="*/ 4618 h 74842"/>
                      <a:gd name="connsiteX9" fmla="*/ 25728 w 34021"/>
                      <a:gd name="connsiteY9" fmla="*/ 0 h 74842"/>
                      <a:gd name="connsiteX10" fmla="*/ 29904 w 34021"/>
                      <a:gd name="connsiteY10" fmla="*/ 300 h 74842"/>
                      <a:gd name="connsiteX11" fmla="*/ 34021 w 34021"/>
                      <a:gd name="connsiteY11" fmla="*/ 1079 h 74842"/>
                      <a:gd name="connsiteX12" fmla="*/ 32810 w 34021"/>
                      <a:gd name="connsiteY12" fmla="*/ 10015 h 74842"/>
                      <a:gd name="connsiteX13" fmla="*/ 30328 w 34021"/>
                      <a:gd name="connsiteY13" fmla="*/ 9595 h 74842"/>
                      <a:gd name="connsiteX14" fmla="*/ 27423 w 34021"/>
                      <a:gd name="connsiteY14" fmla="*/ 9415 h 74842"/>
                      <a:gd name="connsiteX15" fmla="*/ 21732 w 34021"/>
                      <a:gd name="connsiteY15" fmla="*/ 11514 h 74842"/>
                      <a:gd name="connsiteX16" fmla="*/ 19856 w 34021"/>
                      <a:gd name="connsiteY16" fmla="*/ 17571 h 74842"/>
                      <a:gd name="connsiteX17" fmla="*/ 19856 w 34021"/>
                      <a:gd name="connsiteY17" fmla="*/ 23568 h 74842"/>
                      <a:gd name="connsiteX18" fmla="*/ 31418 w 34021"/>
                      <a:gd name="connsiteY18" fmla="*/ 23568 h 74842"/>
                      <a:gd name="connsiteX19" fmla="*/ 31418 w 34021"/>
                      <a:gd name="connsiteY19" fmla="*/ 32084 h 74842"/>
                      <a:gd name="connsiteX20" fmla="*/ 19856 w 34021"/>
                      <a:gd name="connsiteY20" fmla="*/ 32084 h 74842"/>
                      <a:gd name="connsiteX21" fmla="*/ 19856 w 34021"/>
                      <a:gd name="connsiteY21" fmla="*/ 66027 h 74842"/>
                      <a:gd name="connsiteX22" fmla="*/ 28875 w 34021"/>
                      <a:gd name="connsiteY22" fmla="*/ 67466 h 74842"/>
                      <a:gd name="connsiteX23" fmla="*/ 28875 w 34021"/>
                      <a:gd name="connsiteY23" fmla="*/ 74783 h 74842"/>
                      <a:gd name="connsiteX24" fmla="*/ 666 w 34021"/>
                      <a:gd name="connsiteY24" fmla="*/ 74783 h 748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34021" h="74842">
                        <a:moveTo>
                          <a:pt x="666" y="74843"/>
                        </a:moveTo>
                        <a:lnTo>
                          <a:pt x="666" y="67526"/>
                        </a:lnTo>
                        <a:lnTo>
                          <a:pt x="7870" y="66087"/>
                        </a:lnTo>
                        <a:lnTo>
                          <a:pt x="7870" y="32144"/>
                        </a:lnTo>
                        <a:lnTo>
                          <a:pt x="0" y="32144"/>
                        </a:lnTo>
                        <a:lnTo>
                          <a:pt x="0" y="23628"/>
                        </a:lnTo>
                        <a:lnTo>
                          <a:pt x="7870" y="23628"/>
                        </a:lnTo>
                        <a:lnTo>
                          <a:pt x="7870" y="17631"/>
                        </a:lnTo>
                        <a:cubicBezTo>
                          <a:pt x="7870" y="11994"/>
                          <a:pt x="9444" y="7676"/>
                          <a:pt x="12591" y="4618"/>
                        </a:cubicBezTo>
                        <a:cubicBezTo>
                          <a:pt x="15739" y="1559"/>
                          <a:pt x="20098" y="0"/>
                          <a:pt x="25728" y="0"/>
                        </a:cubicBezTo>
                        <a:cubicBezTo>
                          <a:pt x="27059" y="0"/>
                          <a:pt x="28452" y="120"/>
                          <a:pt x="29904" y="300"/>
                        </a:cubicBezTo>
                        <a:cubicBezTo>
                          <a:pt x="31418" y="480"/>
                          <a:pt x="32750" y="780"/>
                          <a:pt x="34021" y="1079"/>
                        </a:cubicBezTo>
                        <a:lnTo>
                          <a:pt x="32810" y="10015"/>
                        </a:lnTo>
                        <a:cubicBezTo>
                          <a:pt x="32144" y="9835"/>
                          <a:pt x="31297" y="9715"/>
                          <a:pt x="30328" y="9595"/>
                        </a:cubicBezTo>
                        <a:cubicBezTo>
                          <a:pt x="29360" y="9475"/>
                          <a:pt x="28391" y="9415"/>
                          <a:pt x="27423" y="9415"/>
                        </a:cubicBezTo>
                        <a:cubicBezTo>
                          <a:pt x="24880" y="9415"/>
                          <a:pt x="22943" y="10135"/>
                          <a:pt x="21732" y="11514"/>
                        </a:cubicBezTo>
                        <a:cubicBezTo>
                          <a:pt x="20461" y="12894"/>
                          <a:pt x="19856" y="14933"/>
                          <a:pt x="19856" y="17571"/>
                        </a:cubicBezTo>
                        <a:lnTo>
                          <a:pt x="19856" y="23568"/>
                        </a:lnTo>
                        <a:lnTo>
                          <a:pt x="31418" y="23568"/>
                        </a:lnTo>
                        <a:lnTo>
                          <a:pt x="31418" y="32084"/>
                        </a:lnTo>
                        <a:lnTo>
                          <a:pt x="19856" y="32084"/>
                        </a:lnTo>
                        <a:lnTo>
                          <a:pt x="19856" y="66027"/>
                        </a:lnTo>
                        <a:lnTo>
                          <a:pt x="28875" y="67466"/>
                        </a:lnTo>
                        <a:lnTo>
                          <a:pt x="28875" y="74783"/>
                        </a:lnTo>
                        <a:lnTo>
                          <a:pt x="666" y="747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1" name="Freeform 162">
                    <a:extLst>
                      <a:ext uri="{FF2B5EF4-FFF2-40B4-BE49-F238E27FC236}">
                        <a16:creationId xmlns:a16="http://schemas.microsoft.com/office/drawing/2014/main" id="{629034D9-119B-2C12-CA2E-1343C30A7ADB}"/>
                      </a:ext>
                    </a:extLst>
                  </p:cNvPr>
                  <p:cNvSpPr/>
                  <p:nvPr/>
                </p:nvSpPr>
                <p:spPr>
                  <a:xfrm>
                    <a:off x="2878082" y="336117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3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6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6" y="563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2" y="1139"/>
                          <a:pt x="36563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2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6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2" name="Freeform 163">
                    <a:extLst>
                      <a:ext uri="{FF2B5EF4-FFF2-40B4-BE49-F238E27FC236}">
                        <a16:creationId xmlns:a16="http://schemas.microsoft.com/office/drawing/2014/main" id="{578B093E-E3F6-7BF7-E74E-83BD6991BFDA}"/>
                      </a:ext>
                    </a:extLst>
                  </p:cNvPr>
                  <p:cNvSpPr/>
                  <p:nvPr/>
                </p:nvSpPr>
                <p:spPr>
                  <a:xfrm>
                    <a:off x="2932504" y="336057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2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2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9" name="Graphic 6">
                  <a:extLst>
                    <a:ext uri="{FF2B5EF4-FFF2-40B4-BE49-F238E27FC236}">
                      <a16:creationId xmlns:a16="http://schemas.microsoft.com/office/drawing/2014/main" id="{4EEE5CA9-B830-1404-861A-48F01B1271DC}"/>
                    </a:ext>
                  </a:extLst>
                </p:cNvPr>
                <p:cNvGrpSpPr/>
                <p:nvPr/>
              </p:nvGrpSpPr>
              <p:grpSpPr>
                <a:xfrm>
                  <a:off x="2094326" y="420855"/>
                  <a:ext cx="973657" cy="93673"/>
                  <a:chOff x="2094326" y="420855"/>
                  <a:chExt cx="973657" cy="93673"/>
                </a:xfrm>
                <a:solidFill>
                  <a:srgbClr val="585860"/>
                </a:solidFill>
              </p:grpSpPr>
              <p:sp>
                <p:nvSpPr>
                  <p:cNvPr id="20" name="Freeform 131">
                    <a:extLst>
                      <a:ext uri="{FF2B5EF4-FFF2-40B4-BE49-F238E27FC236}">
                        <a16:creationId xmlns:a16="http://schemas.microsoft.com/office/drawing/2014/main" id="{16C4E0E7-F1DD-655B-38C6-E3D4FF8F74D0}"/>
                      </a:ext>
                    </a:extLst>
                  </p:cNvPr>
                  <p:cNvSpPr/>
                  <p:nvPr/>
                </p:nvSpPr>
                <p:spPr>
                  <a:xfrm>
                    <a:off x="2094326" y="424813"/>
                    <a:ext cx="54905" cy="70884"/>
                  </a:xfrm>
                  <a:custGeom>
                    <a:avLst/>
                    <a:gdLst>
                      <a:gd name="connsiteX0" fmla="*/ 32568 w 54905"/>
                      <a:gd name="connsiteY0" fmla="*/ 70885 h 70884"/>
                      <a:gd name="connsiteX1" fmla="*/ 15013 w 54905"/>
                      <a:gd name="connsiteY1" fmla="*/ 66567 h 70884"/>
                      <a:gd name="connsiteX2" fmla="*/ 3874 w 54905"/>
                      <a:gd name="connsiteY2" fmla="*/ 54453 h 70884"/>
                      <a:gd name="connsiteX3" fmla="*/ 0 w 54905"/>
                      <a:gd name="connsiteY3" fmla="*/ 36342 h 70884"/>
                      <a:gd name="connsiteX4" fmla="*/ 0 w 54905"/>
                      <a:gd name="connsiteY4" fmla="*/ 34603 h 70884"/>
                      <a:gd name="connsiteX5" fmla="*/ 3814 w 54905"/>
                      <a:gd name="connsiteY5" fmla="*/ 16732 h 70884"/>
                      <a:gd name="connsiteX6" fmla="*/ 14771 w 54905"/>
                      <a:gd name="connsiteY6" fmla="*/ 4498 h 70884"/>
                      <a:gd name="connsiteX7" fmla="*/ 31781 w 54905"/>
                      <a:gd name="connsiteY7" fmla="*/ 0 h 70884"/>
                      <a:gd name="connsiteX8" fmla="*/ 44615 w 54905"/>
                      <a:gd name="connsiteY8" fmla="*/ 2039 h 70884"/>
                      <a:gd name="connsiteX9" fmla="*/ 54906 w 54905"/>
                      <a:gd name="connsiteY9" fmla="*/ 7736 h 70884"/>
                      <a:gd name="connsiteX10" fmla="*/ 54906 w 54905"/>
                      <a:gd name="connsiteY10" fmla="*/ 23628 h 70884"/>
                      <a:gd name="connsiteX11" fmla="*/ 45765 w 54905"/>
                      <a:gd name="connsiteY11" fmla="*/ 23628 h 70884"/>
                      <a:gd name="connsiteX12" fmla="*/ 44494 w 54905"/>
                      <a:gd name="connsiteY12" fmla="*/ 12954 h 70884"/>
                      <a:gd name="connsiteX13" fmla="*/ 40983 w 54905"/>
                      <a:gd name="connsiteY13" fmla="*/ 11035 h 70884"/>
                      <a:gd name="connsiteX14" fmla="*/ 36806 w 54905"/>
                      <a:gd name="connsiteY14" fmla="*/ 9775 h 70884"/>
                      <a:gd name="connsiteX15" fmla="*/ 31842 w 54905"/>
                      <a:gd name="connsiteY15" fmla="*/ 9355 h 70884"/>
                      <a:gd name="connsiteX16" fmla="*/ 21127 w 54905"/>
                      <a:gd name="connsiteY16" fmla="*/ 12474 h 70884"/>
                      <a:gd name="connsiteX17" fmla="*/ 14347 w 54905"/>
                      <a:gd name="connsiteY17" fmla="*/ 21229 h 70884"/>
                      <a:gd name="connsiteX18" fmla="*/ 11986 w 54905"/>
                      <a:gd name="connsiteY18" fmla="*/ 34423 h 70884"/>
                      <a:gd name="connsiteX19" fmla="*/ 11986 w 54905"/>
                      <a:gd name="connsiteY19" fmla="*/ 36282 h 70884"/>
                      <a:gd name="connsiteX20" fmla="*/ 14468 w 54905"/>
                      <a:gd name="connsiteY20" fmla="*/ 49775 h 70884"/>
                      <a:gd name="connsiteX21" fmla="*/ 21611 w 54905"/>
                      <a:gd name="connsiteY21" fmla="*/ 58471 h 70884"/>
                      <a:gd name="connsiteX22" fmla="*/ 32750 w 54905"/>
                      <a:gd name="connsiteY22" fmla="*/ 61469 h 70884"/>
                      <a:gd name="connsiteX23" fmla="*/ 38985 w 54905"/>
                      <a:gd name="connsiteY23" fmla="*/ 60750 h 70884"/>
                      <a:gd name="connsiteX24" fmla="*/ 44433 w 54905"/>
                      <a:gd name="connsiteY24" fmla="*/ 58831 h 70884"/>
                      <a:gd name="connsiteX25" fmla="*/ 45704 w 54905"/>
                      <a:gd name="connsiteY25" fmla="*/ 49176 h 70884"/>
                      <a:gd name="connsiteX26" fmla="*/ 54785 w 54905"/>
                      <a:gd name="connsiteY26" fmla="*/ 49176 h 70884"/>
                      <a:gd name="connsiteX27" fmla="*/ 54785 w 54905"/>
                      <a:gd name="connsiteY27" fmla="*/ 65008 h 70884"/>
                      <a:gd name="connsiteX28" fmla="*/ 44978 w 54905"/>
                      <a:gd name="connsiteY28" fmla="*/ 69206 h 70884"/>
                      <a:gd name="connsiteX29" fmla="*/ 32508 w 54905"/>
                      <a:gd name="connsiteY29" fmla="*/ 70825 h 708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54905" h="70884">
                        <a:moveTo>
                          <a:pt x="32568" y="70885"/>
                        </a:moveTo>
                        <a:cubicBezTo>
                          <a:pt x="25728" y="70885"/>
                          <a:pt x="19856" y="69445"/>
                          <a:pt x="15013" y="66567"/>
                        </a:cubicBezTo>
                        <a:cubicBezTo>
                          <a:pt x="10170" y="63688"/>
                          <a:pt x="6417" y="59670"/>
                          <a:pt x="3874" y="54453"/>
                        </a:cubicBezTo>
                        <a:cubicBezTo>
                          <a:pt x="1332" y="49236"/>
                          <a:pt x="0" y="43239"/>
                          <a:pt x="0" y="36342"/>
                        </a:cubicBezTo>
                        <a:lnTo>
                          <a:pt x="0" y="34603"/>
                        </a:lnTo>
                        <a:cubicBezTo>
                          <a:pt x="0" y="27886"/>
                          <a:pt x="1271" y="21949"/>
                          <a:pt x="3814" y="16732"/>
                        </a:cubicBezTo>
                        <a:cubicBezTo>
                          <a:pt x="6356" y="11514"/>
                          <a:pt x="9988" y="7436"/>
                          <a:pt x="14771" y="4498"/>
                        </a:cubicBezTo>
                        <a:cubicBezTo>
                          <a:pt x="19493" y="1499"/>
                          <a:pt x="25183" y="0"/>
                          <a:pt x="31781" y="0"/>
                        </a:cubicBezTo>
                        <a:cubicBezTo>
                          <a:pt x="36382" y="0"/>
                          <a:pt x="40680" y="660"/>
                          <a:pt x="44615" y="2039"/>
                        </a:cubicBezTo>
                        <a:cubicBezTo>
                          <a:pt x="48550" y="3418"/>
                          <a:pt x="52000" y="5277"/>
                          <a:pt x="54906" y="7736"/>
                        </a:cubicBezTo>
                        <a:lnTo>
                          <a:pt x="54906" y="23628"/>
                        </a:lnTo>
                        <a:lnTo>
                          <a:pt x="45765" y="23628"/>
                        </a:lnTo>
                        <a:lnTo>
                          <a:pt x="44494" y="12954"/>
                        </a:lnTo>
                        <a:cubicBezTo>
                          <a:pt x="43465" y="12174"/>
                          <a:pt x="42254" y="11574"/>
                          <a:pt x="40983" y="11035"/>
                        </a:cubicBezTo>
                        <a:cubicBezTo>
                          <a:pt x="39711" y="10495"/>
                          <a:pt x="38319" y="10075"/>
                          <a:pt x="36806" y="9775"/>
                        </a:cubicBezTo>
                        <a:cubicBezTo>
                          <a:pt x="35292" y="9475"/>
                          <a:pt x="33658" y="9355"/>
                          <a:pt x="31842" y="9355"/>
                        </a:cubicBezTo>
                        <a:cubicBezTo>
                          <a:pt x="27665" y="9355"/>
                          <a:pt x="24093" y="10375"/>
                          <a:pt x="21127" y="12474"/>
                        </a:cubicBezTo>
                        <a:cubicBezTo>
                          <a:pt x="18161" y="14573"/>
                          <a:pt x="15860" y="17451"/>
                          <a:pt x="14347" y="21229"/>
                        </a:cubicBezTo>
                        <a:cubicBezTo>
                          <a:pt x="12773" y="25008"/>
                          <a:pt x="11986" y="29385"/>
                          <a:pt x="11986" y="34423"/>
                        </a:cubicBezTo>
                        <a:lnTo>
                          <a:pt x="11986" y="36282"/>
                        </a:lnTo>
                        <a:cubicBezTo>
                          <a:pt x="11986" y="41499"/>
                          <a:pt x="12834" y="45997"/>
                          <a:pt x="14468" y="49775"/>
                        </a:cubicBezTo>
                        <a:cubicBezTo>
                          <a:pt x="16103" y="53553"/>
                          <a:pt x="18524" y="56432"/>
                          <a:pt x="21611" y="58471"/>
                        </a:cubicBezTo>
                        <a:cubicBezTo>
                          <a:pt x="24699" y="60510"/>
                          <a:pt x="28452" y="61469"/>
                          <a:pt x="32750" y="61469"/>
                        </a:cubicBezTo>
                        <a:cubicBezTo>
                          <a:pt x="34868" y="61469"/>
                          <a:pt x="36927" y="61230"/>
                          <a:pt x="38985" y="60750"/>
                        </a:cubicBezTo>
                        <a:cubicBezTo>
                          <a:pt x="41043" y="60270"/>
                          <a:pt x="42859" y="59610"/>
                          <a:pt x="44433" y="58831"/>
                        </a:cubicBezTo>
                        <a:lnTo>
                          <a:pt x="45704" y="49176"/>
                        </a:lnTo>
                        <a:lnTo>
                          <a:pt x="54785" y="49176"/>
                        </a:lnTo>
                        <a:lnTo>
                          <a:pt x="54785" y="65008"/>
                        </a:lnTo>
                        <a:cubicBezTo>
                          <a:pt x="52121" y="66747"/>
                          <a:pt x="48852" y="68126"/>
                          <a:pt x="44978" y="69206"/>
                        </a:cubicBezTo>
                        <a:cubicBezTo>
                          <a:pt x="41104" y="70285"/>
                          <a:pt x="36927" y="70825"/>
                          <a:pt x="32508" y="70825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" name="Freeform 132">
                    <a:extLst>
                      <a:ext uri="{FF2B5EF4-FFF2-40B4-BE49-F238E27FC236}">
                        <a16:creationId xmlns:a16="http://schemas.microsoft.com/office/drawing/2014/main" id="{E6EB5374-20FF-0C93-E5AB-758143C0EAB2}"/>
                      </a:ext>
                    </a:extLst>
                  </p:cNvPr>
                  <p:cNvSpPr/>
                  <p:nvPr/>
                </p:nvSpPr>
                <p:spPr>
                  <a:xfrm>
                    <a:off x="2157283" y="442564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4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6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6" y="557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2" y="1139"/>
                          <a:pt x="36564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2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7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2" name="Freeform 133">
                    <a:extLst>
                      <a:ext uri="{FF2B5EF4-FFF2-40B4-BE49-F238E27FC236}">
                        <a16:creationId xmlns:a16="http://schemas.microsoft.com/office/drawing/2014/main" id="{2363D0B1-AC3E-2BD0-7074-080496B09772}"/>
                      </a:ext>
                    </a:extLst>
                  </p:cNvPr>
                  <p:cNvSpPr/>
                  <p:nvPr/>
                </p:nvSpPr>
                <p:spPr>
                  <a:xfrm>
                    <a:off x="2211705" y="442504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2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2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" name="Freeform 134">
                    <a:extLst>
                      <a:ext uri="{FF2B5EF4-FFF2-40B4-BE49-F238E27FC236}">
                        <a16:creationId xmlns:a16="http://schemas.microsoft.com/office/drawing/2014/main" id="{524007CC-823D-570C-1728-444C937B7D6A}"/>
                      </a:ext>
                    </a:extLst>
                  </p:cNvPr>
                  <p:cNvSpPr/>
                  <p:nvPr/>
                </p:nvSpPr>
                <p:spPr>
                  <a:xfrm>
                    <a:off x="2252082" y="442624"/>
                    <a:ext cx="53089" cy="71904"/>
                  </a:xfrm>
                  <a:custGeom>
                    <a:avLst/>
                    <a:gdLst>
                      <a:gd name="connsiteX0" fmla="*/ 605 w 53089"/>
                      <a:gd name="connsiteY0" fmla="*/ 71784 h 71904"/>
                      <a:gd name="connsiteX1" fmla="*/ 605 w 53089"/>
                      <a:gd name="connsiteY1" fmla="*/ 64468 h 71904"/>
                      <a:gd name="connsiteX2" fmla="*/ 7567 w 53089"/>
                      <a:gd name="connsiteY2" fmla="*/ 63029 h 71904"/>
                      <a:gd name="connsiteX3" fmla="*/ 7567 w 53089"/>
                      <a:gd name="connsiteY3" fmla="*/ 9655 h 71904"/>
                      <a:gd name="connsiteX4" fmla="*/ 0 w 53089"/>
                      <a:gd name="connsiteY4" fmla="*/ 8216 h 71904"/>
                      <a:gd name="connsiteX5" fmla="*/ 0 w 53089"/>
                      <a:gd name="connsiteY5" fmla="*/ 900 h 71904"/>
                      <a:gd name="connsiteX6" fmla="*/ 18403 w 53089"/>
                      <a:gd name="connsiteY6" fmla="*/ 900 h 71904"/>
                      <a:gd name="connsiteX7" fmla="*/ 19190 w 53089"/>
                      <a:gd name="connsiteY7" fmla="*/ 6957 h 71904"/>
                      <a:gd name="connsiteX8" fmla="*/ 25001 w 53089"/>
                      <a:gd name="connsiteY8" fmla="*/ 1799 h 71904"/>
                      <a:gd name="connsiteX9" fmla="*/ 33113 w 53089"/>
                      <a:gd name="connsiteY9" fmla="*/ 0 h 71904"/>
                      <a:gd name="connsiteX10" fmla="*/ 43888 w 53089"/>
                      <a:gd name="connsiteY10" fmla="*/ 3418 h 71904"/>
                      <a:gd name="connsiteX11" fmla="*/ 50729 w 53089"/>
                      <a:gd name="connsiteY11" fmla="*/ 12954 h 71904"/>
                      <a:gd name="connsiteX12" fmla="*/ 53090 w 53089"/>
                      <a:gd name="connsiteY12" fmla="*/ 27226 h 71904"/>
                      <a:gd name="connsiteX13" fmla="*/ 53090 w 53089"/>
                      <a:gd name="connsiteY13" fmla="*/ 28246 h 71904"/>
                      <a:gd name="connsiteX14" fmla="*/ 50729 w 53089"/>
                      <a:gd name="connsiteY14" fmla="*/ 41319 h 71904"/>
                      <a:gd name="connsiteX15" fmla="*/ 43888 w 53089"/>
                      <a:gd name="connsiteY15" fmla="*/ 50075 h 71904"/>
                      <a:gd name="connsiteX16" fmla="*/ 33113 w 53089"/>
                      <a:gd name="connsiteY16" fmla="*/ 53194 h 71904"/>
                      <a:gd name="connsiteX17" fmla="*/ 25304 w 53089"/>
                      <a:gd name="connsiteY17" fmla="*/ 51634 h 71904"/>
                      <a:gd name="connsiteX18" fmla="*/ 19553 w 53089"/>
                      <a:gd name="connsiteY18" fmla="*/ 47137 h 71904"/>
                      <a:gd name="connsiteX19" fmla="*/ 19553 w 53089"/>
                      <a:gd name="connsiteY19" fmla="*/ 63149 h 71904"/>
                      <a:gd name="connsiteX20" fmla="*/ 26938 w 53089"/>
                      <a:gd name="connsiteY20" fmla="*/ 64588 h 71904"/>
                      <a:gd name="connsiteX21" fmla="*/ 26938 w 53089"/>
                      <a:gd name="connsiteY21" fmla="*/ 71904 h 71904"/>
                      <a:gd name="connsiteX22" fmla="*/ 605 w 53089"/>
                      <a:gd name="connsiteY22" fmla="*/ 71904 h 71904"/>
                      <a:gd name="connsiteX23" fmla="*/ 29420 w 53089"/>
                      <a:gd name="connsiteY23" fmla="*/ 43898 h 71904"/>
                      <a:gd name="connsiteX24" fmla="*/ 38198 w 53089"/>
                      <a:gd name="connsiteY24" fmla="*/ 39580 h 71904"/>
                      <a:gd name="connsiteX25" fmla="*/ 41043 w 53089"/>
                      <a:gd name="connsiteY25" fmla="*/ 28126 h 71904"/>
                      <a:gd name="connsiteX26" fmla="*/ 41043 w 53089"/>
                      <a:gd name="connsiteY26" fmla="*/ 27107 h 71904"/>
                      <a:gd name="connsiteX27" fmla="*/ 39772 w 53089"/>
                      <a:gd name="connsiteY27" fmla="*/ 17811 h 71904"/>
                      <a:gd name="connsiteX28" fmla="*/ 35898 w 53089"/>
                      <a:gd name="connsiteY28" fmla="*/ 11574 h 71904"/>
                      <a:gd name="connsiteX29" fmla="*/ 29360 w 53089"/>
                      <a:gd name="connsiteY29" fmla="*/ 9355 h 71904"/>
                      <a:gd name="connsiteX30" fmla="*/ 23548 w 53089"/>
                      <a:gd name="connsiteY30" fmla="*/ 10855 h 71904"/>
                      <a:gd name="connsiteX31" fmla="*/ 19553 w 53089"/>
                      <a:gd name="connsiteY31" fmla="*/ 15053 h 71904"/>
                      <a:gd name="connsiteX32" fmla="*/ 19553 w 53089"/>
                      <a:gd name="connsiteY32" fmla="*/ 38501 h 71904"/>
                      <a:gd name="connsiteX33" fmla="*/ 23488 w 53089"/>
                      <a:gd name="connsiteY33" fmla="*/ 42519 h 71904"/>
                      <a:gd name="connsiteX34" fmla="*/ 29420 w 53089"/>
                      <a:gd name="connsiteY34" fmla="*/ 43898 h 719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53089" h="71904">
                        <a:moveTo>
                          <a:pt x="605" y="71784"/>
                        </a:moveTo>
                        <a:lnTo>
                          <a:pt x="605" y="64468"/>
                        </a:lnTo>
                        <a:lnTo>
                          <a:pt x="7567" y="63029"/>
                        </a:lnTo>
                        <a:lnTo>
                          <a:pt x="7567" y="9655"/>
                        </a:lnTo>
                        <a:lnTo>
                          <a:pt x="0" y="8216"/>
                        </a:lnTo>
                        <a:lnTo>
                          <a:pt x="0" y="900"/>
                        </a:lnTo>
                        <a:lnTo>
                          <a:pt x="18403" y="900"/>
                        </a:lnTo>
                        <a:lnTo>
                          <a:pt x="19190" y="6957"/>
                        </a:lnTo>
                        <a:cubicBezTo>
                          <a:pt x="20764" y="4738"/>
                          <a:pt x="22701" y="2999"/>
                          <a:pt x="25001" y="1799"/>
                        </a:cubicBezTo>
                        <a:cubicBezTo>
                          <a:pt x="27302" y="600"/>
                          <a:pt x="30026" y="0"/>
                          <a:pt x="33113" y="0"/>
                        </a:cubicBezTo>
                        <a:cubicBezTo>
                          <a:pt x="37290" y="0"/>
                          <a:pt x="40922" y="1139"/>
                          <a:pt x="43888" y="3418"/>
                        </a:cubicBezTo>
                        <a:cubicBezTo>
                          <a:pt x="46855" y="5697"/>
                          <a:pt x="49155" y="8876"/>
                          <a:pt x="50729" y="12954"/>
                        </a:cubicBezTo>
                        <a:cubicBezTo>
                          <a:pt x="52303" y="17032"/>
                          <a:pt x="53090" y="21769"/>
                          <a:pt x="53090" y="27226"/>
                        </a:cubicBezTo>
                        <a:lnTo>
                          <a:pt x="53090" y="28246"/>
                        </a:lnTo>
                        <a:cubicBezTo>
                          <a:pt x="53090" y="33223"/>
                          <a:pt x="52303" y="37601"/>
                          <a:pt x="50729" y="41319"/>
                        </a:cubicBezTo>
                        <a:cubicBezTo>
                          <a:pt x="49155" y="45038"/>
                          <a:pt x="46855" y="47976"/>
                          <a:pt x="43888" y="50075"/>
                        </a:cubicBezTo>
                        <a:cubicBezTo>
                          <a:pt x="40922" y="52174"/>
                          <a:pt x="37350" y="53194"/>
                          <a:pt x="33113" y="53194"/>
                        </a:cubicBezTo>
                        <a:cubicBezTo>
                          <a:pt x="30147" y="53194"/>
                          <a:pt x="27544" y="52654"/>
                          <a:pt x="25304" y="51634"/>
                        </a:cubicBezTo>
                        <a:cubicBezTo>
                          <a:pt x="23064" y="50615"/>
                          <a:pt x="21188" y="49116"/>
                          <a:pt x="19553" y="47137"/>
                        </a:cubicBezTo>
                        <a:lnTo>
                          <a:pt x="19553" y="63149"/>
                        </a:lnTo>
                        <a:lnTo>
                          <a:pt x="26938" y="64588"/>
                        </a:lnTo>
                        <a:lnTo>
                          <a:pt x="26938" y="71904"/>
                        </a:lnTo>
                        <a:lnTo>
                          <a:pt x="605" y="71904"/>
                        </a:lnTo>
                        <a:close/>
                        <a:moveTo>
                          <a:pt x="29420" y="43898"/>
                        </a:moveTo>
                        <a:cubicBezTo>
                          <a:pt x="33355" y="43898"/>
                          <a:pt x="36261" y="42459"/>
                          <a:pt x="38198" y="39580"/>
                        </a:cubicBezTo>
                        <a:cubicBezTo>
                          <a:pt x="40075" y="36702"/>
                          <a:pt x="41043" y="32864"/>
                          <a:pt x="41043" y="28126"/>
                        </a:cubicBezTo>
                        <a:lnTo>
                          <a:pt x="41043" y="27107"/>
                        </a:lnTo>
                        <a:cubicBezTo>
                          <a:pt x="41043" y="23568"/>
                          <a:pt x="40619" y="20450"/>
                          <a:pt x="39772" y="17811"/>
                        </a:cubicBezTo>
                        <a:cubicBezTo>
                          <a:pt x="38924" y="15172"/>
                          <a:pt x="37653" y="13074"/>
                          <a:pt x="35898" y="11574"/>
                        </a:cubicBezTo>
                        <a:cubicBezTo>
                          <a:pt x="34142" y="10075"/>
                          <a:pt x="31963" y="9355"/>
                          <a:pt x="29360" y="9355"/>
                        </a:cubicBezTo>
                        <a:cubicBezTo>
                          <a:pt x="27120" y="9355"/>
                          <a:pt x="25183" y="9835"/>
                          <a:pt x="23548" y="10855"/>
                        </a:cubicBezTo>
                        <a:cubicBezTo>
                          <a:pt x="21914" y="11874"/>
                          <a:pt x="20582" y="13253"/>
                          <a:pt x="19553" y="15053"/>
                        </a:cubicBezTo>
                        <a:lnTo>
                          <a:pt x="19553" y="38501"/>
                        </a:lnTo>
                        <a:cubicBezTo>
                          <a:pt x="20582" y="40240"/>
                          <a:pt x="21914" y="41559"/>
                          <a:pt x="23488" y="42519"/>
                        </a:cubicBezTo>
                        <a:cubicBezTo>
                          <a:pt x="25122" y="43478"/>
                          <a:pt x="27059" y="43898"/>
                          <a:pt x="29420" y="4389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4" name="Freeform 135">
                    <a:extLst>
                      <a:ext uri="{FF2B5EF4-FFF2-40B4-BE49-F238E27FC236}">
                        <a16:creationId xmlns:a16="http://schemas.microsoft.com/office/drawing/2014/main" id="{575B950E-0D92-3DEA-2A04-AF942DA2B080}"/>
                      </a:ext>
                    </a:extLst>
                  </p:cNvPr>
                  <p:cNvSpPr/>
                  <p:nvPr/>
                </p:nvSpPr>
                <p:spPr>
                  <a:xfrm>
                    <a:off x="2313284" y="442564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4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7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7" y="557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3" y="1139"/>
                          <a:pt x="36564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3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7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5" name="Freeform 136">
                    <a:extLst>
                      <a:ext uri="{FF2B5EF4-FFF2-40B4-BE49-F238E27FC236}">
                        <a16:creationId xmlns:a16="http://schemas.microsoft.com/office/drawing/2014/main" id="{148B3B7E-9853-A071-0C39-85FB8CAAEC6A}"/>
                      </a:ext>
                    </a:extLst>
                  </p:cNvPr>
                  <p:cNvSpPr/>
                  <p:nvPr/>
                </p:nvSpPr>
                <p:spPr>
                  <a:xfrm>
                    <a:off x="2367705" y="442504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1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1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" name="Freeform 137">
                    <a:extLst>
                      <a:ext uri="{FF2B5EF4-FFF2-40B4-BE49-F238E27FC236}">
                        <a16:creationId xmlns:a16="http://schemas.microsoft.com/office/drawing/2014/main" id="{FBC044BE-CAA2-1E4E-7876-65BE38E8865D}"/>
                      </a:ext>
                    </a:extLst>
                  </p:cNvPr>
                  <p:cNvSpPr/>
                  <p:nvPr/>
                </p:nvSpPr>
                <p:spPr>
                  <a:xfrm>
                    <a:off x="2409112" y="442564"/>
                    <a:ext cx="48247" cy="53133"/>
                  </a:xfrm>
                  <a:custGeom>
                    <a:avLst/>
                    <a:gdLst>
                      <a:gd name="connsiteX0" fmla="*/ 16708 w 48247"/>
                      <a:gd name="connsiteY0" fmla="*/ 53134 h 53133"/>
                      <a:gd name="connsiteX1" fmla="*/ 4419 w 48247"/>
                      <a:gd name="connsiteY1" fmla="*/ 49116 h 53133"/>
                      <a:gd name="connsiteX2" fmla="*/ 0 w 48247"/>
                      <a:gd name="connsiteY2" fmla="*/ 38021 h 53133"/>
                      <a:gd name="connsiteX3" fmla="*/ 2664 w 48247"/>
                      <a:gd name="connsiteY3" fmla="*/ 29565 h 53133"/>
                      <a:gd name="connsiteX4" fmla="*/ 10473 w 48247"/>
                      <a:gd name="connsiteY4" fmla="*/ 23868 h 53133"/>
                      <a:gd name="connsiteX5" fmla="*/ 23004 w 48247"/>
                      <a:gd name="connsiteY5" fmla="*/ 21829 h 53133"/>
                      <a:gd name="connsiteX6" fmla="*/ 30873 w 48247"/>
                      <a:gd name="connsiteY6" fmla="*/ 21829 h 53133"/>
                      <a:gd name="connsiteX7" fmla="*/ 30873 w 48247"/>
                      <a:gd name="connsiteY7" fmla="*/ 17511 h 53133"/>
                      <a:gd name="connsiteX8" fmla="*/ 28391 w 48247"/>
                      <a:gd name="connsiteY8" fmla="*/ 11035 h 53133"/>
                      <a:gd name="connsiteX9" fmla="*/ 21248 w 48247"/>
                      <a:gd name="connsiteY9" fmla="*/ 8636 h 53133"/>
                      <a:gd name="connsiteX10" fmla="*/ 16526 w 48247"/>
                      <a:gd name="connsiteY10" fmla="*/ 9295 h 53133"/>
                      <a:gd name="connsiteX11" fmla="*/ 12834 w 48247"/>
                      <a:gd name="connsiteY11" fmla="*/ 11094 h 53133"/>
                      <a:gd name="connsiteX12" fmla="*/ 11744 w 48247"/>
                      <a:gd name="connsiteY12" fmla="*/ 17991 h 53133"/>
                      <a:gd name="connsiteX13" fmla="*/ 2906 w 48247"/>
                      <a:gd name="connsiteY13" fmla="*/ 17991 h 53133"/>
                      <a:gd name="connsiteX14" fmla="*/ 2785 w 48247"/>
                      <a:gd name="connsiteY14" fmla="*/ 5337 h 53133"/>
                      <a:gd name="connsiteX15" fmla="*/ 11260 w 48247"/>
                      <a:gd name="connsiteY15" fmla="*/ 1439 h 53133"/>
                      <a:gd name="connsiteX16" fmla="*/ 21672 w 48247"/>
                      <a:gd name="connsiteY16" fmla="*/ 0 h 53133"/>
                      <a:gd name="connsiteX17" fmla="*/ 37169 w 48247"/>
                      <a:gd name="connsiteY17" fmla="*/ 4558 h 53133"/>
                      <a:gd name="connsiteX18" fmla="*/ 42859 w 48247"/>
                      <a:gd name="connsiteY18" fmla="*/ 17631 h 53133"/>
                      <a:gd name="connsiteX19" fmla="*/ 42859 w 48247"/>
                      <a:gd name="connsiteY19" fmla="*/ 40180 h 53133"/>
                      <a:gd name="connsiteX20" fmla="*/ 42859 w 48247"/>
                      <a:gd name="connsiteY20" fmla="*/ 42219 h 53133"/>
                      <a:gd name="connsiteX21" fmla="*/ 42980 w 48247"/>
                      <a:gd name="connsiteY21" fmla="*/ 44138 h 53133"/>
                      <a:gd name="connsiteX22" fmla="*/ 48247 w 48247"/>
                      <a:gd name="connsiteY22" fmla="*/ 44798 h 53133"/>
                      <a:gd name="connsiteX23" fmla="*/ 48247 w 48247"/>
                      <a:gd name="connsiteY23" fmla="*/ 52114 h 53133"/>
                      <a:gd name="connsiteX24" fmla="*/ 32508 w 48247"/>
                      <a:gd name="connsiteY24" fmla="*/ 52114 h 53133"/>
                      <a:gd name="connsiteX25" fmla="*/ 31600 w 48247"/>
                      <a:gd name="connsiteY25" fmla="*/ 48876 h 53133"/>
                      <a:gd name="connsiteX26" fmla="*/ 30994 w 48247"/>
                      <a:gd name="connsiteY26" fmla="*/ 45757 h 53133"/>
                      <a:gd name="connsiteX27" fmla="*/ 24759 w 48247"/>
                      <a:gd name="connsiteY27" fmla="*/ 51035 h 53133"/>
                      <a:gd name="connsiteX28" fmla="*/ 16526 w 48247"/>
                      <a:gd name="connsiteY28" fmla="*/ 53074 h 53133"/>
                      <a:gd name="connsiteX29" fmla="*/ 19432 w 48247"/>
                      <a:gd name="connsiteY29" fmla="*/ 43898 h 53133"/>
                      <a:gd name="connsiteX30" fmla="*/ 26212 w 48247"/>
                      <a:gd name="connsiteY30" fmla="*/ 42219 h 53133"/>
                      <a:gd name="connsiteX31" fmla="*/ 30934 w 48247"/>
                      <a:gd name="connsiteY31" fmla="*/ 37961 h 53133"/>
                      <a:gd name="connsiteX32" fmla="*/ 30934 w 48247"/>
                      <a:gd name="connsiteY32" fmla="*/ 29385 h 53133"/>
                      <a:gd name="connsiteX33" fmla="*/ 22883 w 48247"/>
                      <a:gd name="connsiteY33" fmla="*/ 29385 h 53133"/>
                      <a:gd name="connsiteX34" fmla="*/ 14710 w 48247"/>
                      <a:gd name="connsiteY34" fmla="*/ 31844 h 53133"/>
                      <a:gd name="connsiteX35" fmla="*/ 11986 w 48247"/>
                      <a:gd name="connsiteY35" fmla="*/ 37661 h 53133"/>
                      <a:gd name="connsiteX36" fmla="*/ 13923 w 48247"/>
                      <a:gd name="connsiteY36" fmla="*/ 42279 h 53133"/>
                      <a:gd name="connsiteX37" fmla="*/ 19432 w 48247"/>
                      <a:gd name="connsiteY37" fmla="*/ 4389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48247" h="53133">
                        <a:moveTo>
                          <a:pt x="16708" y="53134"/>
                        </a:moveTo>
                        <a:cubicBezTo>
                          <a:pt x="11441" y="53134"/>
                          <a:pt x="7385" y="51814"/>
                          <a:pt x="4419" y="49116"/>
                        </a:cubicBezTo>
                        <a:cubicBezTo>
                          <a:pt x="1513" y="46417"/>
                          <a:pt x="0" y="42759"/>
                          <a:pt x="0" y="38021"/>
                        </a:cubicBezTo>
                        <a:cubicBezTo>
                          <a:pt x="0" y="34783"/>
                          <a:pt x="908" y="31964"/>
                          <a:pt x="2664" y="29565"/>
                        </a:cubicBezTo>
                        <a:cubicBezTo>
                          <a:pt x="4419" y="27166"/>
                          <a:pt x="7083" y="25247"/>
                          <a:pt x="10473" y="23868"/>
                        </a:cubicBezTo>
                        <a:cubicBezTo>
                          <a:pt x="13923" y="22489"/>
                          <a:pt x="18100" y="21829"/>
                          <a:pt x="23004" y="21829"/>
                        </a:cubicBezTo>
                        <a:lnTo>
                          <a:pt x="30873" y="21829"/>
                        </a:lnTo>
                        <a:lnTo>
                          <a:pt x="30873" y="17511"/>
                        </a:lnTo>
                        <a:cubicBezTo>
                          <a:pt x="30873" y="14813"/>
                          <a:pt x="30026" y="12654"/>
                          <a:pt x="28391" y="11035"/>
                        </a:cubicBezTo>
                        <a:cubicBezTo>
                          <a:pt x="26757" y="9415"/>
                          <a:pt x="24396" y="8636"/>
                          <a:pt x="21248" y="8636"/>
                        </a:cubicBezTo>
                        <a:cubicBezTo>
                          <a:pt x="19493" y="8636"/>
                          <a:pt x="17919" y="8876"/>
                          <a:pt x="16526" y="9295"/>
                        </a:cubicBezTo>
                        <a:cubicBezTo>
                          <a:pt x="15134" y="9715"/>
                          <a:pt x="13923" y="10315"/>
                          <a:pt x="12834" y="11094"/>
                        </a:cubicBezTo>
                        <a:lnTo>
                          <a:pt x="11744" y="17991"/>
                        </a:lnTo>
                        <a:lnTo>
                          <a:pt x="2906" y="17991"/>
                        </a:lnTo>
                        <a:lnTo>
                          <a:pt x="2785" y="5337"/>
                        </a:lnTo>
                        <a:cubicBezTo>
                          <a:pt x="5327" y="3718"/>
                          <a:pt x="8172" y="2399"/>
                          <a:pt x="11260" y="1439"/>
                        </a:cubicBezTo>
                        <a:cubicBezTo>
                          <a:pt x="14408" y="480"/>
                          <a:pt x="17858" y="0"/>
                          <a:pt x="21672" y="0"/>
                        </a:cubicBezTo>
                        <a:cubicBezTo>
                          <a:pt x="28210" y="0"/>
                          <a:pt x="33416" y="1499"/>
                          <a:pt x="37169" y="4558"/>
                        </a:cubicBezTo>
                        <a:cubicBezTo>
                          <a:pt x="40922" y="7616"/>
                          <a:pt x="42859" y="11934"/>
                          <a:pt x="42859" y="17631"/>
                        </a:cubicBezTo>
                        <a:lnTo>
                          <a:pt x="42859" y="40180"/>
                        </a:lnTo>
                        <a:cubicBezTo>
                          <a:pt x="42859" y="40900"/>
                          <a:pt x="42859" y="41559"/>
                          <a:pt x="42859" y="42219"/>
                        </a:cubicBezTo>
                        <a:cubicBezTo>
                          <a:pt x="42859" y="42879"/>
                          <a:pt x="42859" y="43538"/>
                          <a:pt x="42980" y="44138"/>
                        </a:cubicBezTo>
                        <a:lnTo>
                          <a:pt x="48247" y="44798"/>
                        </a:lnTo>
                        <a:lnTo>
                          <a:pt x="48247" y="52114"/>
                        </a:lnTo>
                        <a:lnTo>
                          <a:pt x="32508" y="52114"/>
                        </a:lnTo>
                        <a:cubicBezTo>
                          <a:pt x="32205" y="51035"/>
                          <a:pt x="31902" y="49955"/>
                          <a:pt x="31600" y="48876"/>
                        </a:cubicBezTo>
                        <a:cubicBezTo>
                          <a:pt x="31297" y="47796"/>
                          <a:pt x="31115" y="46777"/>
                          <a:pt x="30994" y="45757"/>
                        </a:cubicBezTo>
                        <a:cubicBezTo>
                          <a:pt x="29299" y="47916"/>
                          <a:pt x="27180" y="49655"/>
                          <a:pt x="24759" y="51035"/>
                        </a:cubicBezTo>
                        <a:cubicBezTo>
                          <a:pt x="22338" y="52414"/>
                          <a:pt x="19553" y="53074"/>
                          <a:pt x="16526" y="53074"/>
                        </a:cubicBezTo>
                        <a:close/>
                        <a:moveTo>
                          <a:pt x="19432" y="43898"/>
                        </a:moveTo>
                        <a:cubicBezTo>
                          <a:pt x="21853" y="43898"/>
                          <a:pt x="24093" y="43358"/>
                          <a:pt x="26212" y="42219"/>
                        </a:cubicBezTo>
                        <a:cubicBezTo>
                          <a:pt x="28331" y="41080"/>
                          <a:pt x="29905" y="39700"/>
                          <a:pt x="30934" y="37961"/>
                        </a:cubicBezTo>
                        <a:lnTo>
                          <a:pt x="30934" y="29385"/>
                        </a:lnTo>
                        <a:lnTo>
                          <a:pt x="22883" y="29385"/>
                        </a:lnTo>
                        <a:cubicBezTo>
                          <a:pt x="19311" y="29385"/>
                          <a:pt x="16587" y="30225"/>
                          <a:pt x="14710" y="31844"/>
                        </a:cubicBezTo>
                        <a:cubicBezTo>
                          <a:pt x="12834" y="33463"/>
                          <a:pt x="11986" y="35442"/>
                          <a:pt x="11986" y="37661"/>
                        </a:cubicBezTo>
                        <a:cubicBezTo>
                          <a:pt x="11986" y="39640"/>
                          <a:pt x="12652" y="41200"/>
                          <a:pt x="13923" y="42279"/>
                        </a:cubicBezTo>
                        <a:cubicBezTo>
                          <a:pt x="15194" y="43358"/>
                          <a:pt x="17011" y="43898"/>
                          <a:pt x="19432" y="4389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7" name="Freeform 138">
                    <a:extLst>
                      <a:ext uri="{FF2B5EF4-FFF2-40B4-BE49-F238E27FC236}">
                        <a16:creationId xmlns:a16="http://schemas.microsoft.com/office/drawing/2014/main" id="{E1153181-75B1-6CDC-C4A2-521FCB951345}"/>
                      </a:ext>
                    </a:extLst>
                  </p:cNvPr>
                  <p:cNvSpPr/>
                  <p:nvPr/>
                </p:nvSpPr>
                <p:spPr>
                  <a:xfrm>
                    <a:off x="2460265" y="431110"/>
                    <a:ext cx="31478" cy="64527"/>
                  </a:xfrm>
                  <a:custGeom>
                    <a:avLst/>
                    <a:gdLst>
                      <a:gd name="connsiteX0" fmla="*/ 21551 w 31478"/>
                      <a:gd name="connsiteY0" fmla="*/ 64528 h 64527"/>
                      <a:gd name="connsiteX1" fmla="*/ 11260 w 31478"/>
                      <a:gd name="connsiteY1" fmla="*/ 60870 h 64527"/>
                      <a:gd name="connsiteX2" fmla="*/ 7567 w 31478"/>
                      <a:gd name="connsiteY2" fmla="*/ 49176 h 64527"/>
                      <a:gd name="connsiteX3" fmla="*/ 7567 w 31478"/>
                      <a:gd name="connsiteY3" fmla="*/ 20990 h 64527"/>
                      <a:gd name="connsiteX4" fmla="*/ 0 w 31478"/>
                      <a:gd name="connsiteY4" fmla="*/ 20990 h 64527"/>
                      <a:gd name="connsiteX5" fmla="*/ 0 w 31478"/>
                      <a:gd name="connsiteY5" fmla="*/ 12474 h 64527"/>
                      <a:gd name="connsiteX6" fmla="*/ 7567 w 31478"/>
                      <a:gd name="connsiteY6" fmla="*/ 12474 h 64527"/>
                      <a:gd name="connsiteX7" fmla="*/ 7567 w 31478"/>
                      <a:gd name="connsiteY7" fmla="*/ 0 h 64527"/>
                      <a:gd name="connsiteX8" fmla="*/ 19553 w 31478"/>
                      <a:gd name="connsiteY8" fmla="*/ 0 h 64527"/>
                      <a:gd name="connsiteX9" fmla="*/ 19553 w 31478"/>
                      <a:gd name="connsiteY9" fmla="*/ 12474 h 64527"/>
                      <a:gd name="connsiteX10" fmla="*/ 29784 w 31478"/>
                      <a:gd name="connsiteY10" fmla="*/ 12474 h 64527"/>
                      <a:gd name="connsiteX11" fmla="*/ 29784 w 31478"/>
                      <a:gd name="connsiteY11" fmla="*/ 20990 h 64527"/>
                      <a:gd name="connsiteX12" fmla="*/ 19553 w 31478"/>
                      <a:gd name="connsiteY12" fmla="*/ 20990 h 64527"/>
                      <a:gd name="connsiteX13" fmla="*/ 19553 w 31478"/>
                      <a:gd name="connsiteY13" fmla="*/ 49176 h 64527"/>
                      <a:gd name="connsiteX14" fmla="*/ 20885 w 31478"/>
                      <a:gd name="connsiteY14" fmla="*/ 53913 h 64527"/>
                      <a:gd name="connsiteX15" fmla="*/ 24578 w 31478"/>
                      <a:gd name="connsiteY15" fmla="*/ 55412 h 64527"/>
                      <a:gd name="connsiteX16" fmla="*/ 27544 w 31478"/>
                      <a:gd name="connsiteY16" fmla="*/ 55173 h 64527"/>
                      <a:gd name="connsiteX17" fmla="*/ 30207 w 31478"/>
                      <a:gd name="connsiteY17" fmla="*/ 54693 h 64527"/>
                      <a:gd name="connsiteX18" fmla="*/ 31479 w 31478"/>
                      <a:gd name="connsiteY18" fmla="*/ 63089 h 64527"/>
                      <a:gd name="connsiteX19" fmla="*/ 26696 w 31478"/>
                      <a:gd name="connsiteY19" fmla="*/ 64108 h 64527"/>
                      <a:gd name="connsiteX20" fmla="*/ 21490 w 31478"/>
                      <a:gd name="connsiteY20" fmla="*/ 64528 h 645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1478" h="64527">
                        <a:moveTo>
                          <a:pt x="21551" y="64528"/>
                        </a:moveTo>
                        <a:cubicBezTo>
                          <a:pt x="17132" y="64528"/>
                          <a:pt x="13742" y="63329"/>
                          <a:pt x="11260" y="60870"/>
                        </a:cubicBezTo>
                        <a:cubicBezTo>
                          <a:pt x="8778" y="58411"/>
                          <a:pt x="7567" y="54513"/>
                          <a:pt x="7567" y="49176"/>
                        </a:cubicBezTo>
                        <a:lnTo>
                          <a:pt x="7567" y="20990"/>
                        </a:lnTo>
                        <a:lnTo>
                          <a:pt x="0" y="20990"/>
                        </a:lnTo>
                        <a:lnTo>
                          <a:pt x="0" y="12474"/>
                        </a:lnTo>
                        <a:lnTo>
                          <a:pt x="7567" y="12474"/>
                        </a:lnTo>
                        <a:lnTo>
                          <a:pt x="7567" y="0"/>
                        </a:lnTo>
                        <a:lnTo>
                          <a:pt x="19553" y="0"/>
                        </a:lnTo>
                        <a:lnTo>
                          <a:pt x="19553" y="12474"/>
                        </a:lnTo>
                        <a:lnTo>
                          <a:pt x="29784" y="12474"/>
                        </a:lnTo>
                        <a:lnTo>
                          <a:pt x="29784" y="20990"/>
                        </a:lnTo>
                        <a:lnTo>
                          <a:pt x="19553" y="20990"/>
                        </a:lnTo>
                        <a:lnTo>
                          <a:pt x="19553" y="49176"/>
                        </a:lnTo>
                        <a:cubicBezTo>
                          <a:pt x="19553" y="51334"/>
                          <a:pt x="19977" y="52954"/>
                          <a:pt x="20885" y="53913"/>
                        </a:cubicBezTo>
                        <a:cubicBezTo>
                          <a:pt x="21793" y="54933"/>
                          <a:pt x="23004" y="55412"/>
                          <a:pt x="24578" y="55412"/>
                        </a:cubicBezTo>
                        <a:cubicBezTo>
                          <a:pt x="25486" y="55412"/>
                          <a:pt x="26454" y="55352"/>
                          <a:pt x="27544" y="55173"/>
                        </a:cubicBezTo>
                        <a:cubicBezTo>
                          <a:pt x="28633" y="54993"/>
                          <a:pt x="29541" y="54873"/>
                          <a:pt x="30207" y="54693"/>
                        </a:cubicBezTo>
                        <a:lnTo>
                          <a:pt x="31479" y="63089"/>
                        </a:lnTo>
                        <a:cubicBezTo>
                          <a:pt x="30086" y="63508"/>
                          <a:pt x="28452" y="63868"/>
                          <a:pt x="26696" y="64108"/>
                        </a:cubicBezTo>
                        <a:cubicBezTo>
                          <a:pt x="24880" y="64408"/>
                          <a:pt x="23185" y="64528"/>
                          <a:pt x="21490" y="6452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8" name="Freeform 139">
                    <a:extLst>
                      <a:ext uri="{FF2B5EF4-FFF2-40B4-BE49-F238E27FC236}">
                        <a16:creationId xmlns:a16="http://schemas.microsoft.com/office/drawing/2014/main" id="{BF13AF4E-FCD0-45C8-647E-B68E282C2B07}"/>
                      </a:ext>
                    </a:extLst>
                  </p:cNvPr>
                  <p:cNvSpPr/>
                  <p:nvPr/>
                </p:nvSpPr>
                <p:spPr>
                  <a:xfrm>
                    <a:off x="2496465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591 w 44191"/>
                      <a:gd name="connsiteY22" fmla="*/ 21589 h 53193"/>
                      <a:gd name="connsiteX23" fmla="*/ 32629 w 44191"/>
                      <a:gd name="connsiteY23" fmla="*/ 21589 h 53193"/>
                      <a:gd name="connsiteX24" fmla="*/ 32629 w 44191"/>
                      <a:gd name="connsiteY24" fmla="*/ 20330 h 53193"/>
                      <a:gd name="connsiteX25" fmla="*/ 31600 w 44191"/>
                      <a:gd name="connsiteY25" fmla="*/ 14453 h 53193"/>
                      <a:gd name="connsiteX26" fmla="*/ 28391 w 44191"/>
                      <a:gd name="connsiteY26" fmla="*/ 10495 h 53193"/>
                      <a:gd name="connsiteX27" fmla="*/ 22883 w 44191"/>
                      <a:gd name="connsiteY27" fmla="*/ 9056 h 53193"/>
                      <a:gd name="connsiteX28" fmla="*/ 17798 w 44191"/>
                      <a:gd name="connsiteY28" fmla="*/ 10675 h 53193"/>
                      <a:gd name="connsiteX29" fmla="*/ 14286 w 44191"/>
                      <a:gd name="connsiteY29" fmla="*/ 15053 h 53193"/>
                      <a:gd name="connsiteX30" fmla="*/ 12470 w 44191"/>
                      <a:gd name="connsiteY30" fmla="*/ 21349 h 53193"/>
                      <a:gd name="connsiteX31" fmla="*/ 12591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591" y="21589"/>
                        </a:moveTo>
                        <a:lnTo>
                          <a:pt x="32629" y="21589"/>
                        </a:lnTo>
                        <a:lnTo>
                          <a:pt x="32629" y="20330"/>
                        </a:lnTo>
                        <a:cubicBezTo>
                          <a:pt x="32629" y="18111"/>
                          <a:pt x="32265" y="16132"/>
                          <a:pt x="31600" y="14453"/>
                        </a:cubicBezTo>
                        <a:cubicBezTo>
                          <a:pt x="30934" y="12774"/>
                          <a:pt x="29844" y="11454"/>
                          <a:pt x="28391" y="10495"/>
                        </a:cubicBezTo>
                        <a:cubicBezTo>
                          <a:pt x="26938" y="9535"/>
                          <a:pt x="25122" y="9056"/>
                          <a:pt x="22883" y="9056"/>
                        </a:cubicBezTo>
                        <a:cubicBezTo>
                          <a:pt x="20945" y="9056"/>
                          <a:pt x="19250" y="9595"/>
                          <a:pt x="17798" y="10675"/>
                        </a:cubicBezTo>
                        <a:cubicBezTo>
                          <a:pt x="16345" y="11754"/>
                          <a:pt x="15134" y="13193"/>
                          <a:pt x="14286" y="15053"/>
                        </a:cubicBezTo>
                        <a:cubicBezTo>
                          <a:pt x="13439" y="16912"/>
                          <a:pt x="12834" y="19011"/>
                          <a:pt x="12470" y="21349"/>
                        </a:cubicBezTo>
                        <a:lnTo>
                          <a:pt x="12591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9" name="Freeform 140">
                    <a:extLst>
                      <a:ext uri="{FF2B5EF4-FFF2-40B4-BE49-F238E27FC236}">
                        <a16:creationId xmlns:a16="http://schemas.microsoft.com/office/drawing/2014/main" id="{4D92AE0A-F61C-7672-5354-B8CBD19C904A}"/>
                      </a:ext>
                    </a:extLst>
                  </p:cNvPr>
                  <p:cNvSpPr/>
                  <p:nvPr/>
                </p:nvSpPr>
                <p:spPr>
                  <a:xfrm>
                    <a:off x="2571408" y="425773"/>
                    <a:ext cx="54179" cy="68965"/>
                  </a:xfrm>
                  <a:custGeom>
                    <a:avLst/>
                    <a:gdLst>
                      <a:gd name="connsiteX0" fmla="*/ 60 w 54179"/>
                      <a:gd name="connsiteY0" fmla="*/ 68966 h 68965"/>
                      <a:gd name="connsiteX1" fmla="*/ 60 w 54179"/>
                      <a:gd name="connsiteY1" fmla="*/ 61649 h 68965"/>
                      <a:gd name="connsiteX2" fmla="*/ 7627 w 54179"/>
                      <a:gd name="connsiteY2" fmla="*/ 60210 h 68965"/>
                      <a:gd name="connsiteX3" fmla="*/ 7627 w 54179"/>
                      <a:gd name="connsiteY3" fmla="*/ 8756 h 68965"/>
                      <a:gd name="connsiteX4" fmla="*/ 60 w 54179"/>
                      <a:gd name="connsiteY4" fmla="*/ 7316 h 68965"/>
                      <a:gd name="connsiteX5" fmla="*/ 60 w 54179"/>
                      <a:gd name="connsiteY5" fmla="*/ 0 h 68965"/>
                      <a:gd name="connsiteX6" fmla="*/ 53029 w 54179"/>
                      <a:gd name="connsiteY6" fmla="*/ 0 h 68965"/>
                      <a:gd name="connsiteX7" fmla="*/ 53029 w 54179"/>
                      <a:gd name="connsiteY7" fmla="*/ 17751 h 68965"/>
                      <a:gd name="connsiteX8" fmla="*/ 43646 w 54179"/>
                      <a:gd name="connsiteY8" fmla="*/ 17751 h 68965"/>
                      <a:gd name="connsiteX9" fmla="*/ 42859 w 54179"/>
                      <a:gd name="connsiteY9" fmla="*/ 9175 h 68965"/>
                      <a:gd name="connsiteX10" fmla="*/ 19674 w 54179"/>
                      <a:gd name="connsiteY10" fmla="*/ 9175 h 68965"/>
                      <a:gd name="connsiteX11" fmla="*/ 19674 w 54179"/>
                      <a:gd name="connsiteY11" fmla="*/ 28666 h 68965"/>
                      <a:gd name="connsiteX12" fmla="*/ 44070 w 54179"/>
                      <a:gd name="connsiteY12" fmla="*/ 28666 h 68965"/>
                      <a:gd name="connsiteX13" fmla="*/ 44070 w 54179"/>
                      <a:gd name="connsiteY13" fmla="*/ 37901 h 68965"/>
                      <a:gd name="connsiteX14" fmla="*/ 19674 w 54179"/>
                      <a:gd name="connsiteY14" fmla="*/ 37901 h 68965"/>
                      <a:gd name="connsiteX15" fmla="*/ 19674 w 54179"/>
                      <a:gd name="connsiteY15" fmla="*/ 59790 h 68965"/>
                      <a:gd name="connsiteX16" fmla="*/ 44131 w 54179"/>
                      <a:gd name="connsiteY16" fmla="*/ 59790 h 68965"/>
                      <a:gd name="connsiteX17" fmla="*/ 44917 w 54179"/>
                      <a:gd name="connsiteY17" fmla="*/ 51035 h 68965"/>
                      <a:gd name="connsiteX18" fmla="*/ 54179 w 54179"/>
                      <a:gd name="connsiteY18" fmla="*/ 51035 h 68965"/>
                      <a:gd name="connsiteX19" fmla="*/ 54179 w 54179"/>
                      <a:gd name="connsiteY19" fmla="*/ 68846 h 68965"/>
                      <a:gd name="connsiteX20" fmla="*/ 0 w 54179"/>
                      <a:gd name="connsiteY20" fmla="*/ 6884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4179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53029" y="0"/>
                        </a:lnTo>
                        <a:lnTo>
                          <a:pt x="53029" y="17751"/>
                        </a:lnTo>
                        <a:lnTo>
                          <a:pt x="43646" y="17751"/>
                        </a:lnTo>
                        <a:lnTo>
                          <a:pt x="42859" y="9175"/>
                        </a:lnTo>
                        <a:lnTo>
                          <a:pt x="19674" y="9175"/>
                        </a:lnTo>
                        <a:lnTo>
                          <a:pt x="19674" y="28666"/>
                        </a:lnTo>
                        <a:lnTo>
                          <a:pt x="44070" y="28666"/>
                        </a:lnTo>
                        <a:lnTo>
                          <a:pt x="44070" y="37901"/>
                        </a:lnTo>
                        <a:lnTo>
                          <a:pt x="19674" y="37901"/>
                        </a:lnTo>
                        <a:lnTo>
                          <a:pt x="19674" y="59790"/>
                        </a:lnTo>
                        <a:lnTo>
                          <a:pt x="44131" y="59790"/>
                        </a:lnTo>
                        <a:lnTo>
                          <a:pt x="44917" y="51035"/>
                        </a:lnTo>
                        <a:lnTo>
                          <a:pt x="54179" y="51035"/>
                        </a:lnTo>
                        <a:lnTo>
                          <a:pt x="54179" y="68846"/>
                        </a:lnTo>
                        <a:lnTo>
                          <a:pt x="0" y="6884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" name="Freeform 141">
                    <a:extLst>
                      <a:ext uri="{FF2B5EF4-FFF2-40B4-BE49-F238E27FC236}">
                        <a16:creationId xmlns:a16="http://schemas.microsoft.com/office/drawing/2014/main" id="{DF8BF3BF-4C82-0AD3-3BFD-7E87B53A7CAD}"/>
                      </a:ext>
                    </a:extLst>
                  </p:cNvPr>
                  <p:cNvSpPr/>
                  <p:nvPr/>
                </p:nvSpPr>
                <p:spPr>
                  <a:xfrm>
                    <a:off x="2632368" y="443524"/>
                    <a:ext cx="57448" cy="51274"/>
                  </a:xfrm>
                  <a:custGeom>
                    <a:avLst/>
                    <a:gdLst>
                      <a:gd name="connsiteX0" fmla="*/ 0 w 57448"/>
                      <a:gd name="connsiteY0" fmla="*/ 51215 h 51274"/>
                      <a:gd name="connsiteX1" fmla="*/ 0 w 57448"/>
                      <a:gd name="connsiteY1" fmla="*/ 43898 h 51274"/>
                      <a:gd name="connsiteX2" fmla="*/ 6235 w 57448"/>
                      <a:gd name="connsiteY2" fmla="*/ 42939 h 51274"/>
                      <a:gd name="connsiteX3" fmla="*/ 21309 w 57448"/>
                      <a:gd name="connsiteY3" fmla="*/ 25427 h 51274"/>
                      <a:gd name="connsiteX4" fmla="*/ 6901 w 57448"/>
                      <a:gd name="connsiteY4" fmla="*/ 8276 h 51274"/>
                      <a:gd name="connsiteX5" fmla="*/ 1150 w 57448"/>
                      <a:gd name="connsiteY5" fmla="*/ 7316 h 51274"/>
                      <a:gd name="connsiteX6" fmla="*/ 1150 w 57448"/>
                      <a:gd name="connsiteY6" fmla="*/ 0 h 51274"/>
                      <a:gd name="connsiteX7" fmla="*/ 24517 w 57448"/>
                      <a:gd name="connsiteY7" fmla="*/ 0 h 51274"/>
                      <a:gd name="connsiteX8" fmla="*/ 24517 w 57448"/>
                      <a:gd name="connsiteY8" fmla="*/ 7136 h 51274"/>
                      <a:gd name="connsiteX9" fmla="*/ 20037 w 57448"/>
                      <a:gd name="connsiteY9" fmla="*/ 7676 h 51274"/>
                      <a:gd name="connsiteX10" fmla="*/ 28815 w 57448"/>
                      <a:gd name="connsiteY10" fmla="*/ 18831 h 51274"/>
                      <a:gd name="connsiteX11" fmla="*/ 37532 w 57448"/>
                      <a:gd name="connsiteY11" fmla="*/ 7676 h 51274"/>
                      <a:gd name="connsiteX12" fmla="*/ 32629 w 57448"/>
                      <a:gd name="connsiteY12" fmla="*/ 7136 h 51274"/>
                      <a:gd name="connsiteX13" fmla="*/ 32629 w 57448"/>
                      <a:gd name="connsiteY13" fmla="*/ 0 h 51274"/>
                      <a:gd name="connsiteX14" fmla="*/ 55330 w 57448"/>
                      <a:gd name="connsiteY14" fmla="*/ 0 h 51274"/>
                      <a:gd name="connsiteX15" fmla="*/ 55330 w 57448"/>
                      <a:gd name="connsiteY15" fmla="*/ 7316 h 51274"/>
                      <a:gd name="connsiteX16" fmla="*/ 49760 w 57448"/>
                      <a:gd name="connsiteY16" fmla="*/ 8276 h 51274"/>
                      <a:gd name="connsiteX17" fmla="*/ 36200 w 57448"/>
                      <a:gd name="connsiteY17" fmla="*/ 25068 h 51274"/>
                      <a:gd name="connsiteX18" fmla="*/ 51516 w 57448"/>
                      <a:gd name="connsiteY18" fmla="*/ 42939 h 51274"/>
                      <a:gd name="connsiteX19" fmla="*/ 57448 w 57448"/>
                      <a:gd name="connsiteY19" fmla="*/ 43898 h 51274"/>
                      <a:gd name="connsiteX20" fmla="*/ 57448 w 57448"/>
                      <a:gd name="connsiteY20" fmla="*/ 51215 h 51274"/>
                      <a:gd name="connsiteX21" fmla="*/ 32871 w 57448"/>
                      <a:gd name="connsiteY21" fmla="*/ 51215 h 51274"/>
                      <a:gd name="connsiteX22" fmla="*/ 32871 w 57448"/>
                      <a:gd name="connsiteY22" fmla="*/ 44138 h 51274"/>
                      <a:gd name="connsiteX23" fmla="*/ 38077 w 57448"/>
                      <a:gd name="connsiteY23" fmla="*/ 43598 h 51274"/>
                      <a:gd name="connsiteX24" fmla="*/ 28694 w 57448"/>
                      <a:gd name="connsiteY24" fmla="*/ 32204 h 51274"/>
                      <a:gd name="connsiteX25" fmla="*/ 19553 w 57448"/>
                      <a:gd name="connsiteY25" fmla="*/ 43658 h 51274"/>
                      <a:gd name="connsiteX26" fmla="*/ 24396 w 57448"/>
                      <a:gd name="connsiteY26" fmla="*/ 44198 h 51274"/>
                      <a:gd name="connsiteX27" fmla="*/ 24396 w 57448"/>
                      <a:gd name="connsiteY27" fmla="*/ 51275 h 51274"/>
                      <a:gd name="connsiteX28" fmla="*/ 60 w 57448"/>
                      <a:gd name="connsiteY28" fmla="*/ 51275 h 512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57448" h="51274">
                        <a:moveTo>
                          <a:pt x="0" y="51215"/>
                        </a:moveTo>
                        <a:lnTo>
                          <a:pt x="0" y="43898"/>
                        </a:lnTo>
                        <a:lnTo>
                          <a:pt x="6235" y="42939"/>
                        </a:lnTo>
                        <a:lnTo>
                          <a:pt x="21309" y="25427"/>
                        </a:lnTo>
                        <a:lnTo>
                          <a:pt x="6901" y="8276"/>
                        </a:lnTo>
                        <a:lnTo>
                          <a:pt x="1150" y="7316"/>
                        </a:lnTo>
                        <a:lnTo>
                          <a:pt x="1150" y="0"/>
                        </a:lnTo>
                        <a:lnTo>
                          <a:pt x="24517" y="0"/>
                        </a:lnTo>
                        <a:lnTo>
                          <a:pt x="24517" y="7136"/>
                        </a:lnTo>
                        <a:lnTo>
                          <a:pt x="20037" y="7676"/>
                        </a:lnTo>
                        <a:lnTo>
                          <a:pt x="28815" y="18831"/>
                        </a:lnTo>
                        <a:lnTo>
                          <a:pt x="37532" y="7676"/>
                        </a:lnTo>
                        <a:lnTo>
                          <a:pt x="32629" y="7136"/>
                        </a:lnTo>
                        <a:lnTo>
                          <a:pt x="32629" y="0"/>
                        </a:lnTo>
                        <a:lnTo>
                          <a:pt x="55330" y="0"/>
                        </a:lnTo>
                        <a:lnTo>
                          <a:pt x="55330" y="7316"/>
                        </a:lnTo>
                        <a:lnTo>
                          <a:pt x="49760" y="8276"/>
                        </a:lnTo>
                        <a:lnTo>
                          <a:pt x="36200" y="25068"/>
                        </a:lnTo>
                        <a:lnTo>
                          <a:pt x="51516" y="42939"/>
                        </a:lnTo>
                        <a:lnTo>
                          <a:pt x="57448" y="43898"/>
                        </a:lnTo>
                        <a:lnTo>
                          <a:pt x="57448" y="51215"/>
                        </a:lnTo>
                        <a:lnTo>
                          <a:pt x="32871" y="51215"/>
                        </a:lnTo>
                        <a:lnTo>
                          <a:pt x="32871" y="44138"/>
                        </a:lnTo>
                        <a:lnTo>
                          <a:pt x="38077" y="43598"/>
                        </a:lnTo>
                        <a:lnTo>
                          <a:pt x="28694" y="32204"/>
                        </a:lnTo>
                        <a:lnTo>
                          <a:pt x="19553" y="43658"/>
                        </a:lnTo>
                        <a:lnTo>
                          <a:pt x="24396" y="44198"/>
                        </a:lnTo>
                        <a:lnTo>
                          <a:pt x="24396" y="51275"/>
                        </a:lnTo>
                        <a:lnTo>
                          <a:pt x="60" y="51275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1" name="Freeform 142">
                    <a:extLst>
                      <a:ext uri="{FF2B5EF4-FFF2-40B4-BE49-F238E27FC236}">
                        <a16:creationId xmlns:a16="http://schemas.microsoft.com/office/drawing/2014/main" id="{AE975AF9-E325-DF78-C92F-668B85F8B679}"/>
                      </a:ext>
                    </a:extLst>
                  </p:cNvPr>
                  <p:cNvSpPr/>
                  <p:nvPr/>
                </p:nvSpPr>
                <p:spPr>
                  <a:xfrm>
                    <a:off x="2693812" y="442504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8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8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6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2" name="Freeform 143">
                    <a:extLst>
                      <a:ext uri="{FF2B5EF4-FFF2-40B4-BE49-F238E27FC236}">
                        <a16:creationId xmlns:a16="http://schemas.microsoft.com/office/drawing/2014/main" id="{F66F4309-DE33-3F88-749C-E13DA3A607F3}"/>
                      </a:ext>
                    </a:extLst>
                  </p:cNvPr>
                  <p:cNvSpPr/>
                  <p:nvPr/>
                </p:nvSpPr>
                <p:spPr>
                  <a:xfrm>
                    <a:off x="2745630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499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3" name="Freeform 144">
                    <a:extLst>
                      <a:ext uri="{FF2B5EF4-FFF2-40B4-BE49-F238E27FC236}">
                        <a16:creationId xmlns:a16="http://schemas.microsoft.com/office/drawing/2014/main" id="{B5585990-A57C-1B2C-5E3A-3846546403E9}"/>
                      </a:ext>
                    </a:extLst>
                  </p:cNvPr>
                  <p:cNvSpPr/>
                  <p:nvPr/>
                </p:nvSpPr>
                <p:spPr>
                  <a:xfrm>
                    <a:off x="2795572" y="420855"/>
                    <a:ext cx="26817" cy="73883"/>
                  </a:xfrm>
                  <a:custGeom>
                    <a:avLst/>
                    <a:gdLst>
                      <a:gd name="connsiteX0" fmla="*/ 424 w 26817"/>
                      <a:gd name="connsiteY0" fmla="*/ 73883 h 73883"/>
                      <a:gd name="connsiteX1" fmla="*/ 424 w 26817"/>
                      <a:gd name="connsiteY1" fmla="*/ 66567 h 73883"/>
                      <a:gd name="connsiteX2" fmla="*/ 7628 w 26817"/>
                      <a:gd name="connsiteY2" fmla="*/ 65128 h 73883"/>
                      <a:gd name="connsiteX3" fmla="*/ 7628 w 26817"/>
                      <a:gd name="connsiteY3" fmla="*/ 8756 h 73883"/>
                      <a:gd name="connsiteX4" fmla="*/ 0 w 26817"/>
                      <a:gd name="connsiteY4" fmla="*/ 7316 h 73883"/>
                      <a:gd name="connsiteX5" fmla="*/ 0 w 26817"/>
                      <a:gd name="connsiteY5" fmla="*/ 0 h 73883"/>
                      <a:gd name="connsiteX6" fmla="*/ 19614 w 26817"/>
                      <a:gd name="connsiteY6" fmla="*/ 0 h 73883"/>
                      <a:gd name="connsiteX7" fmla="*/ 19614 w 26817"/>
                      <a:gd name="connsiteY7" fmla="*/ 65128 h 73883"/>
                      <a:gd name="connsiteX8" fmla="*/ 26817 w 26817"/>
                      <a:gd name="connsiteY8" fmla="*/ 66567 h 73883"/>
                      <a:gd name="connsiteX9" fmla="*/ 26817 w 26817"/>
                      <a:gd name="connsiteY9" fmla="*/ 73883 h 73883"/>
                      <a:gd name="connsiteX10" fmla="*/ 424 w 26817"/>
                      <a:gd name="connsiteY10" fmla="*/ 73883 h 73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817" h="73883">
                        <a:moveTo>
                          <a:pt x="424" y="73883"/>
                        </a:moveTo>
                        <a:lnTo>
                          <a:pt x="424" y="66567"/>
                        </a:lnTo>
                        <a:lnTo>
                          <a:pt x="7628" y="65128"/>
                        </a:lnTo>
                        <a:lnTo>
                          <a:pt x="7628" y="87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19614" y="0"/>
                        </a:lnTo>
                        <a:lnTo>
                          <a:pt x="19614" y="65128"/>
                        </a:lnTo>
                        <a:lnTo>
                          <a:pt x="26817" y="66567"/>
                        </a:lnTo>
                        <a:lnTo>
                          <a:pt x="26817" y="73883"/>
                        </a:lnTo>
                        <a:lnTo>
                          <a:pt x="424" y="738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4" name="Freeform 145">
                    <a:extLst>
                      <a:ext uri="{FF2B5EF4-FFF2-40B4-BE49-F238E27FC236}">
                        <a16:creationId xmlns:a16="http://schemas.microsoft.com/office/drawing/2014/main" id="{7D036B20-F57A-A04E-F150-B491A56098AE}"/>
                      </a:ext>
                    </a:extLst>
                  </p:cNvPr>
                  <p:cNvSpPr/>
                  <p:nvPr/>
                </p:nvSpPr>
                <p:spPr>
                  <a:xfrm>
                    <a:off x="2826748" y="420855"/>
                    <a:ext cx="26817" cy="73883"/>
                  </a:xfrm>
                  <a:custGeom>
                    <a:avLst/>
                    <a:gdLst>
                      <a:gd name="connsiteX0" fmla="*/ 424 w 26817"/>
                      <a:gd name="connsiteY0" fmla="*/ 73883 h 73883"/>
                      <a:gd name="connsiteX1" fmla="*/ 424 w 26817"/>
                      <a:gd name="connsiteY1" fmla="*/ 66567 h 73883"/>
                      <a:gd name="connsiteX2" fmla="*/ 7628 w 26817"/>
                      <a:gd name="connsiteY2" fmla="*/ 65128 h 73883"/>
                      <a:gd name="connsiteX3" fmla="*/ 7628 w 26817"/>
                      <a:gd name="connsiteY3" fmla="*/ 8756 h 73883"/>
                      <a:gd name="connsiteX4" fmla="*/ 0 w 26817"/>
                      <a:gd name="connsiteY4" fmla="*/ 7316 h 73883"/>
                      <a:gd name="connsiteX5" fmla="*/ 0 w 26817"/>
                      <a:gd name="connsiteY5" fmla="*/ 0 h 73883"/>
                      <a:gd name="connsiteX6" fmla="*/ 19614 w 26817"/>
                      <a:gd name="connsiteY6" fmla="*/ 0 h 73883"/>
                      <a:gd name="connsiteX7" fmla="*/ 19614 w 26817"/>
                      <a:gd name="connsiteY7" fmla="*/ 65128 h 73883"/>
                      <a:gd name="connsiteX8" fmla="*/ 26817 w 26817"/>
                      <a:gd name="connsiteY8" fmla="*/ 66567 h 73883"/>
                      <a:gd name="connsiteX9" fmla="*/ 26817 w 26817"/>
                      <a:gd name="connsiteY9" fmla="*/ 73883 h 73883"/>
                      <a:gd name="connsiteX10" fmla="*/ 424 w 26817"/>
                      <a:gd name="connsiteY10" fmla="*/ 73883 h 73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817" h="73883">
                        <a:moveTo>
                          <a:pt x="424" y="73883"/>
                        </a:moveTo>
                        <a:lnTo>
                          <a:pt x="424" y="66567"/>
                        </a:lnTo>
                        <a:lnTo>
                          <a:pt x="7628" y="65128"/>
                        </a:lnTo>
                        <a:lnTo>
                          <a:pt x="7628" y="87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19614" y="0"/>
                        </a:lnTo>
                        <a:lnTo>
                          <a:pt x="19614" y="65128"/>
                        </a:lnTo>
                        <a:lnTo>
                          <a:pt x="26817" y="66567"/>
                        </a:lnTo>
                        <a:lnTo>
                          <a:pt x="26817" y="73883"/>
                        </a:lnTo>
                        <a:lnTo>
                          <a:pt x="424" y="738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5" name="Freeform 146">
                    <a:extLst>
                      <a:ext uri="{FF2B5EF4-FFF2-40B4-BE49-F238E27FC236}">
                        <a16:creationId xmlns:a16="http://schemas.microsoft.com/office/drawing/2014/main" id="{AF260EE0-91D7-2B2A-6290-D0D0F8A7F0EE}"/>
                      </a:ext>
                    </a:extLst>
                  </p:cNvPr>
                  <p:cNvSpPr/>
                  <p:nvPr/>
                </p:nvSpPr>
                <p:spPr>
                  <a:xfrm>
                    <a:off x="2858166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500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6" name="Freeform 147">
                    <a:extLst>
                      <a:ext uri="{FF2B5EF4-FFF2-40B4-BE49-F238E27FC236}">
                        <a16:creationId xmlns:a16="http://schemas.microsoft.com/office/drawing/2014/main" id="{6D82B785-9DF0-A042-5377-51130C5D1079}"/>
                      </a:ext>
                    </a:extLst>
                  </p:cNvPr>
                  <p:cNvSpPr/>
                  <p:nvPr/>
                </p:nvSpPr>
                <p:spPr>
                  <a:xfrm>
                    <a:off x="2908411" y="442504"/>
                    <a:ext cx="58356" cy="52234"/>
                  </a:xfrm>
                  <a:custGeom>
                    <a:avLst/>
                    <a:gdLst>
                      <a:gd name="connsiteX0" fmla="*/ 424 w 58356"/>
                      <a:gd name="connsiteY0" fmla="*/ 52234 h 52234"/>
                      <a:gd name="connsiteX1" fmla="*/ 424 w 58356"/>
                      <a:gd name="connsiteY1" fmla="*/ 44918 h 52234"/>
                      <a:gd name="connsiteX2" fmla="*/ 7567 w 58356"/>
                      <a:gd name="connsiteY2" fmla="*/ 43478 h 52234"/>
                      <a:gd name="connsiteX3" fmla="*/ 7567 w 58356"/>
                      <a:gd name="connsiteY3" fmla="*/ 9715 h 52234"/>
                      <a:gd name="connsiteX4" fmla="*/ 0 w 58356"/>
                      <a:gd name="connsiteY4" fmla="*/ 8276 h 52234"/>
                      <a:gd name="connsiteX5" fmla="*/ 0 w 58356"/>
                      <a:gd name="connsiteY5" fmla="*/ 960 h 52234"/>
                      <a:gd name="connsiteX6" fmla="*/ 18645 w 58356"/>
                      <a:gd name="connsiteY6" fmla="*/ 960 h 52234"/>
                      <a:gd name="connsiteX7" fmla="*/ 19251 w 58356"/>
                      <a:gd name="connsiteY7" fmla="*/ 8396 h 52234"/>
                      <a:gd name="connsiteX8" fmla="*/ 25667 w 58356"/>
                      <a:gd name="connsiteY8" fmla="*/ 2219 h 52234"/>
                      <a:gd name="connsiteX9" fmla="*/ 34384 w 58356"/>
                      <a:gd name="connsiteY9" fmla="*/ 0 h 52234"/>
                      <a:gd name="connsiteX10" fmla="*/ 46794 w 58356"/>
                      <a:gd name="connsiteY10" fmla="*/ 4858 h 52234"/>
                      <a:gd name="connsiteX11" fmla="*/ 51213 w 58356"/>
                      <a:gd name="connsiteY11" fmla="*/ 20030 h 52234"/>
                      <a:gd name="connsiteX12" fmla="*/ 51213 w 58356"/>
                      <a:gd name="connsiteY12" fmla="*/ 43478 h 52234"/>
                      <a:gd name="connsiteX13" fmla="*/ 58357 w 58356"/>
                      <a:gd name="connsiteY13" fmla="*/ 44918 h 52234"/>
                      <a:gd name="connsiteX14" fmla="*/ 58357 w 58356"/>
                      <a:gd name="connsiteY14" fmla="*/ 52234 h 52234"/>
                      <a:gd name="connsiteX15" fmla="*/ 32447 w 58356"/>
                      <a:gd name="connsiteY15" fmla="*/ 52234 h 52234"/>
                      <a:gd name="connsiteX16" fmla="*/ 32447 w 58356"/>
                      <a:gd name="connsiteY16" fmla="*/ 44918 h 52234"/>
                      <a:gd name="connsiteX17" fmla="*/ 39167 w 58356"/>
                      <a:gd name="connsiteY17" fmla="*/ 43478 h 52234"/>
                      <a:gd name="connsiteX18" fmla="*/ 39167 w 58356"/>
                      <a:gd name="connsiteY18" fmla="*/ 20150 h 52234"/>
                      <a:gd name="connsiteX19" fmla="*/ 36806 w 58356"/>
                      <a:gd name="connsiteY19" fmla="*/ 11874 h 52234"/>
                      <a:gd name="connsiteX20" fmla="*/ 29844 w 58356"/>
                      <a:gd name="connsiteY20" fmla="*/ 9415 h 52234"/>
                      <a:gd name="connsiteX21" fmla="*/ 23730 w 58356"/>
                      <a:gd name="connsiteY21" fmla="*/ 10975 h 52234"/>
                      <a:gd name="connsiteX22" fmla="*/ 19493 w 58356"/>
                      <a:gd name="connsiteY22" fmla="*/ 15232 h 52234"/>
                      <a:gd name="connsiteX23" fmla="*/ 19493 w 58356"/>
                      <a:gd name="connsiteY23" fmla="*/ 43418 h 52234"/>
                      <a:gd name="connsiteX24" fmla="*/ 26030 w 58356"/>
                      <a:gd name="connsiteY24" fmla="*/ 44858 h 52234"/>
                      <a:gd name="connsiteX25" fmla="*/ 26030 w 58356"/>
                      <a:gd name="connsiteY25" fmla="*/ 52174 h 52234"/>
                      <a:gd name="connsiteX26" fmla="*/ 303 w 58356"/>
                      <a:gd name="connsiteY26" fmla="*/ 5217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58356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1" y="8396"/>
                        </a:lnTo>
                        <a:cubicBezTo>
                          <a:pt x="20946" y="5757"/>
                          <a:pt x="23125" y="3658"/>
                          <a:pt x="25667" y="2219"/>
                        </a:cubicBezTo>
                        <a:cubicBezTo>
                          <a:pt x="28210" y="780"/>
                          <a:pt x="31115" y="0"/>
                          <a:pt x="34384" y="0"/>
                        </a:cubicBezTo>
                        <a:cubicBezTo>
                          <a:pt x="39711" y="0"/>
                          <a:pt x="43828" y="1619"/>
                          <a:pt x="46794" y="4858"/>
                        </a:cubicBezTo>
                        <a:cubicBezTo>
                          <a:pt x="49760" y="8096"/>
                          <a:pt x="51213" y="13133"/>
                          <a:pt x="51213" y="20030"/>
                        </a:cubicBezTo>
                        <a:lnTo>
                          <a:pt x="51213" y="43478"/>
                        </a:lnTo>
                        <a:lnTo>
                          <a:pt x="58357" y="44918"/>
                        </a:lnTo>
                        <a:lnTo>
                          <a:pt x="58357" y="52234"/>
                        </a:lnTo>
                        <a:lnTo>
                          <a:pt x="32447" y="52234"/>
                        </a:lnTo>
                        <a:lnTo>
                          <a:pt x="32447" y="44918"/>
                        </a:lnTo>
                        <a:lnTo>
                          <a:pt x="39167" y="43478"/>
                        </a:lnTo>
                        <a:lnTo>
                          <a:pt x="39167" y="20150"/>
                        </a:lnTo>
                        <a:cubicBezTo>
                          <a:pt x="39167" y="16252"/>
                          <a:pt x="38380" y="13493"/>
                          <a:pt x="36806" y="11874"/>
                        </a:cubicBezTo>
                        <a:cubicBezTo>
                          <a:pt x="35232" y="10255"/>
                          <a:pt x="32931" y="9415"/>
                          <a:pt x="29844" y="9415"/>
                        </a:cubicBezTo>
                        <a:cubicBezTo>
                          <a:pt x="27544" y="9415"/>
                          <a:pt x="25486" y="9955"/>
                          <a:pt x="23730" y="10975"/>
                        </a:cubicBezTo>
                        <a:cubicBezTo>
                          <a:pt x="21975" y="11994"/>
                          <a:pt x="20582" y="13433"/>
                          <a:pt x="19493" y="15232"/>
                        </a:cubicBezTo>
                        <a:lnTo>
                          <a:pt x="19493" y="43418"/>
                        </a:lnTo>
                        <a:lnTo>
                          <a:pt x="26030" y="44858"/>
                        </a:lnTo>
                        <a:lnTo>
                          <a:pt x="26030" y="52174"/>
                        </a:lnTo>
                        <a:lnTo>
                          <a:pt x="303" y="5217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7" name="Freeform 148">
                    <a:extLst>
                      <a:ext uri="{FF2B5EF4-FFF2-40B4-BE49-F238E27FC236}">
                        <a16:creationId xmlns:a16="http://schemas.microsoft.com/office/drawing/2014/main" id="{DDB22050-212F-7B4C-638D-B8182FAC4CD9}"/>
                      </a:ext>
                    </a:extLst>
                  </p:cNvPr>
                  <p:cNvSpPr/>
                  <p:nvPr/>
                </p:nvSpPr>
                <p:spPr>
                  <a:xfrm>
                    <a:off x="2971913" y="442504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7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7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6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8" name="Freeform 149">
                    <a:extLst>
                      <a:ext uri="{FF2B5EF4-FFF2-40B4-BE49-F238E27FC236}">
                        <a16:creationId xmlns:a16="http://schemas.microsoft.com/office/drawing/2014/main" id="{7A5156E1-AA57-6F73-C5AA-AB6B5E444797}"/>
                      </a:ext>
                    </a:extLst>
                  </p:cNvPr>
                  <p:cNvSpPr/>
                  <p:nvPr/>
                </p:nvSpPr>
                <p:spPr>
                  <a:xfrm>
                    <a:off x="3023792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1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592 w 44191"/>
                      <a:gd name="connsiteY22" fmla="*/ 21589 h 53193"/>
                      <a:gd name="connsiteX23" fmla="*/ 32629 w 44191"/>
                      <a:gd name="connsiteY23" fmla="*/ 21589 h 53193"/>
                      <a:gd name="connsiteX24" fmla="*/ 32629 w 44191"/>
                      <a:gd name="connsiteY24" fmla="*/ 20330 h 53193"/>
                      <a:gd name="connsiteX25" fmla="*/ 31600 w 44191"/>
                      <a:gd name="connsiteY25" fmla="*/ 14453 h 53193"/>
                      <a:gd name="connsiteX26" fmla="*/ 28391 w 44191"/>
                      <a:gd name="connsiteY26" fmla="*/ 10495 h 53193"/>
                      <a:gd name="connsiteX27" fmla="*/ 22883 w 44191"/>
                      <a:gd name="connsiteY27" fmla="*/ 9056 h 53193"/>
                      <a:gd name="connsiteX28" fmla="*/ 17798 w 44191"/>
                      <a:gd name="connsiteY28" fmla="*/ 10675 h 53193"/>
                      <a:gd name="connsiteX29" fmla="*/ 14287 w 44191"/>
                      <a:gd name="connsiteY29" fmla="*/ 15053 h 53193"/>
                      <a:gd name="connsiteX30" fmla="*/ 12471 w 44191"/>
                      <a:gd name="connsiteY30" fmla="*/ 21349 h 53193"/>
                      <a:gd name="connsiteX31" fmla="*/ 1259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1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4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4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1" y="29925"/>
                        </a:lnTo>
                        <a:lnTo>
                          <a:pt x="12349" y="30165"/>
                        </a:lnTo>
                        <a:cubicBezTo>
                          <a:pt x="12471" y="32864"/>
                          <a:pt x="13015" y="35203"/>
                          <a:pt x="14044" y="37301"/>
                        </a:cubicBezTo>
                        <a:cubicBezTo>
                          <a:pt x="15074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592" y="21589"/>
                        </a:moveTo>
                        <a:lnTo>
                          <a:pt x="32629" y="21589"/>
                        </a:lnTo>
                        <a:lnTo>
                          <a:pt x="32629" y="20330"/>
                        </a:lnTo>
                        <a:cubicBezTo>
                          <a:pt x="32629" y="18111"/>
                          <a:pt x="32266" y="16132"/>
                          <a:pt x="31600" y="14453"/>
                        </a:cubicBezTo>
                        <a:cubicBezTo>
                          <a:pt x="30934" y="12774"/>
                          <a:pt x="29844" y="11454"/>
                          <a:pt x="28391" y="10495"/>
                        </a:cubicBezTo>
                        <a:cubicBezTo>
                          <a:pt x="26938" y="9535"/>
                          <a:pt x="25122" y="9056"/>
                          <a:pt x="22883" y="9056"/>
                        </a:cubicBezTo>
                        <a:cubicBezTo>
                          <a:pt x="20946" y="9056"/>
                          <a:pt x="19251" y="9595"/>
                          <a:pt x="17798" y="10675"/>
                        </a:cubicBezTo>
                        <a:cubicBezTo>
                          <a:pt x="16345" y="11754"/>
                          <a:pt x="15134" y="13193"/>
                          <a:pt x="14287" y="15053"/>
                        </a:cubicBezTo>
                        <a:cubicBezTo>
                          <a:pt x="13439" y="16912"/>
                          <a:pt x="12834" y="19011"/>
                          <a:pt x="12471" y="21349"/>
                        </a:cubicBezTo>
                        <a:lnTo>
                          <a:pt x="1259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A95FD7DC-624F-8351-DB3C-41CF3388D5A4}"/>
              </a:ext>
            </a:extLst>
          </p:cNvPr>
          <p:cNvSpPr txBox="1">
            <a:spLocks/>
          </p:cNvSpPr>
          <p:nvPr/>
        </p:nvSpPr>
        <p:spPr>
          <a:xfrm>
            <a:off x="211870" y="1026717"/>
            <a:ext cx="8562288" cy="4670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9875">
              <a:lnSpc>
                <a:spcPct val="100000"/>
              </a:lnSpc>
              <a:spcBef>
                <a:spcPts val="1025"/>
              </a:spcBef>
            </a:pPr>
            <a: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Slab" pitchFamily="2" charset="0"/>
                <a:ea typeface="Roboto Slab" pitchFamily="2" charset="0"/>
                <a:cs typeface="+mn-cs"/>
              </a:rPr>
              <a:t>Accessibility Features in Hyper-V</a:t>
            </a:r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  <a:latin typeface="Roboto Slab" pitchFamily="2" charset="0"/>
              <a:ea typeface="Roboto Slab" pitchFamily="2" charset="0"/>
              <a:cs typeface="+mn-cs"/>
            </a:endParaRPr>
          </a:p>
          <a:p>
            <a:pPr marL="269875">
              <a:lnSpc>
                <a:spcPct val="100000"/>
              </a:lnSpc>
              <a:spcBef>
                <a:spcPts val="1025"/>
              </a:spcBef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Slab" pitchFamily="2" charset="0"/>
                <a:ea typeface="Roboto Slab" pitchFamily="2" charset="0"/>
                <a:cs typeface="+mn-cs"/>
              </a:rPr>
              <a:t>Inclusive Virtualization for All Students</a:t>
            </a:r>
          </a:p>
          <a:p>
            <a:pPr marL="269875">
              <a:lnSpc>
                <a:spcPct val="100000"/>
              </a:lnSpc>
              <a:spcBef>
                <a:spcPts val="1025"/>
              </a:spcBef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Roboto Slab" pitchFamily="2" charset="0"/>
              <a:ea typeface="Roboto Slab" pitchFamily="2" charset="0"/>
              <a:cs typeface="+mn-cs"/>
            </a:endParaRP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0D63A88E-7A21-3AD4-A530-9236C920D741}"/>
              </a:ext>
            </a:extLst>
          </p:cNvPr>
          <p:cNvSpPr txBox="1"/>
          <p:nvPr/>
        </p:nvSpPr>
        <p:spPr>
          <a:xfrm>
            <a:off x="485396" y="1965278"/>
            <a:ext cx="10735926" cy="571118"/>
          </a:xfrm>
          <a:prstGeom prst="rect">
            <a:avLst/>
          </a:prstGeom>
          <a:solidFill>
            <a:srgbClr val="F0F0F0"/>
          </a:solidFill>
          <a:ln>
            <a:solidFill>
              <a:srgbClr val="FF6600"/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100" b="1" dirty="0">
                <a:latin typeface="Roboto Slab" pitchFamily="2" charset="0"/>
                <a:ea typeface="Roboto Slab" pitchFamily="2" charset="0"/>
              </a:rPr>
              <a:t>Inclusive Learning Environment: </a:t>
            </a:r>
            <a:r>
              <a:rPr lang="en-US" sz="1100" dirty="0">
                <a:latin typeface="Roboto Slab" pitchFamily="2" charset="0"/>
                <a:ea typeface="Roboto Slab" pitchFamily="2" charset="0"/>
              </a:rPr>
              <a:t>Hyper-V includes built-in accessibility features that enable students with diverse needs to manage virtual machines eﬀectively, ensuring equal access to virtualization technology and fostering an inclusive IT learning experience.</a:t>
            </a:r>
            <a:endParaRPr lang="en-IN" sz="1100" dirty="0">
              <a:latin typeface="Roboto Slab" pitchFamily="2" charset="0"/>
              <a:ea typeface="Roboto Slab" pitchFamily="2" charset="0"/>
            </a:endParaRPr>
          </a:p>
        </p:txBody>
      </p: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5210124B-6271-9996-0FB4-C2AB311B000F}"/>
              </a:ext>
            </a:extLst>
          </p:cNvPr>
          <p:cNvGrpSpPr/>
          <p:nvPr/>
        </p:nvGrpSpPr>
        <p:grpSpPr>
          <a:xfrm>
            <a:off x="334355" y="2612655"/>
            <a:ext cx="11183493" cy="4213224"/>
            <a:chOff x="512063" y="1682495"/>
            <a:chExt cx="11183493" cy="4213224"/>
          </a:xfrm>
        </p:grpSpPr>
        <p:grpSp>
          <p:nvGrpSpPr>
            <p:cNvPr id="354" name="object 5">
              <a:extLst>
                <a:ext uri="{FF2B5EF4-FFF2-40B4-BE49-F238E27FC236}">
                  <a16:creationId xmlns:a16="http://schemas.microsoft.com/office/drawing/2014/main" id="{F806AD14-C24A-9EB9-6365-FA4BEF35DC53}"/>
                </a:ext>
              </a:extLst>
            </p:cNvPr>
            <p:cNvGrpSpPr/>
            <p:nvPr/>
          </p:nvGrpSpPr>
          <p:grpSpPr>
            <a:xfrm>
              <a:off x="542895" y="3800855"/>
              <a:ext cx="11152505" cy="2094864"/>
              <a:chOff x="542895" y="3800855"/>
              <a:chExt cx="11152505" cy="2094864"/>
            </a:xfrm>
          </p:grpSpPr>
          <p:sp>
            <p:nvSpPr>
              <p:cNvPr id="427" name="object 6">
                <a:extLst>
                  <a:ext uri="{FF2B5EF4-FFF2-40B4-BE49-F238E27FC236}">
                    <a16:creationId xmlns:a16="http://schemas.microsoft.com/office/drawing/2014/main" id="{852418E3-370E-AB61-D7F4-3A33AEC5EEE2}"/>
                  </a:ext>
                </a:extLst>
              </p:cNvPr>
              <p:cNvSpPr/>
              <p:nvPr/>
            </p:nvSpPr>
            <p:spPr>
              <a:xfrm>
                <a:off x="546705" y="5476013"/>
                <a:ext cx="11115040" cy="415925"/>
              </a:xfrm>
              <a:custGeom>
                <a:avLst/>
                <a:gdLst/>
                <a:ahLst/>
                <a:cxnLst/>
                <a:rect l="l" t="t" r="r" b="b"/>
                <a:pathLst>
                  <a:path w="11115040" h="415925">
                    <a:moveTo>
                      <a:pt x="11061964" y="415865"/>
                    </a:moveTo>
                    <a:lnTo>
                      <a:pt x="52985" y="415865"/>
                    </a:lnTo>
                    <a:lnTo>
                      <a:pt x="49297" y="415501"/>
                    </a:lnTo>
                    <a:lnTo>
                      <a:pt x="13976" y="396622"/>
                    </a:lnTo>
                    <a:lnTo>
                      <a:pt x="0" y="362879"/>
                    </a:lnTo>
                    <a:lnTo>
                      <a:pt x="0" y="359156"/>
                    </a:lnTo>
                    <a:lnTo>
                      <a:pt x="0" y="52985"/>
                    </a:lnTo>
                    <a:lnTo>
                      <a:pt x="19242" y="13976"/>
                    </a:lnTo>
                    <a:lnTo>
                      <a:pt x="52985" y="0"/>
                    </a:lnTo>
                    <a:lnTo>
                      <a:pt x="11061964" y="0"/>
                    </a:lnTo>
                    <a:lnTo>
                      <a:pt x="11100972" y="19242"/>
                    </a:lnTo>
                    <a:lnTo>
                      <a:pt x="11114949" y="52985"/>
                    </a:lnTo>
                    <a:lnTo>
                      <a:pt x="11114949" y="362879"/>
                    </a:lnTo>
                    <a:lnTo>
                      <a:pt x="11095706" y="401888"/>
                    </a:lnTo>
                    <a:lnTo>
                      <a:pt x="11065651" y="415501"/>
                    </a:lnTo>
                    <a:lnTo>
                      <a:pt x="11061964" y="415865"/>
                    </a:lnTo>
                    <a:close/>
                  </a:path>
                </a:pathLst>
              </a:custGeom>
              <a:solidFill>
                <a:srgbClr val="F7FAFB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28" name="object 7">
                <a:extLst>
                  <a:ext uri="{FF2B5EF4-FFF2-40B4-BE49-F238E27FC236}">
                    <a16:creationId xmlns:a16="http://schemas.microsoft.com/office/drawing/2014/main" id="{D2A2EC89-555B-8FAD-5DA4-B5D43FD7C269}"/>
                  </a:ext>
                </a:extLst>
              </p:cNvPr>
              <p:cNvSpPr/>
              <p:nvPr/>
            </p:nvSpPr>
            <p:spPr>
              <a:xfrm>
                <a:off x="546705" y="5476013"/>
                <a:ext cx="11115040" cy="415925"/>
              </a:xfrm>
              <a:custGeom>
                <a:avLst/>
                <a:gdLst/>
                <a:ahLst/>
                <a:cxnLst/>
                <a:rect l="l" t="t" r="r" b="b"/>
                <a:pathLst>
                  <a:path w="11115040" h="415925">
                    <a:moveTo>
                      <a:pt x="0" y="359156"/>
                    </a:moveTo>
                    <a:lnTo>
                      <a:pt x="0" y="56708"/>
                    </a:lnTo>
                    <a:lnTo>
                      <a:pt x="0" y="52985"/>
                    </a:lnTo>
                    <a:lnTo>
                      <a:pt x="363" y="49297"/>
                    </a:lnTo>
                    <a:lnTo>
                      <a:pt x="1089" y="45645"/>
                    </a:lnTo>
                    <a:lnTo>
                      <a:pt x="1816" y="41993"/>
                    </a:lnTo>
                    <a:lnTo>
                      <a:pt x="2891" y="38446"/>
                    </a:lnTo>
                    <a:lnTo>
                      <a:pt x="4316" y="35006"/>
                    </a:lnTo>
                    <a:lnTo>
                      <a:pt x="5741" y="31566"/>
                    </a:lnTo>
                    <a:lnTo>
                      <a:pt x="7488" y="28298"/>
                    </a:lnTo>
                    <a:lnTo>
                      <a:pt x="9557" y="25202"/>
                    </a:lnTo>
                    <a:lnTo>
                      <a:pt x="11625" y="22106"/>
                    </a:lnTo>
                    <a:lnTo>
                      <a:pt x="13976" y="19242"/>
                    </a:lnTo>
                    <a:lnTo>
                      <a:pt x="16609" y="16609"/>
                    </a:lnTo>
                    <a:lnTo>
                      <a:pt x="19242" y="13976"/>
                    </a:lnTo>
                    <a:lnTo>
                      <a:pt x="22107" y="11625"/>
                    </a:lnTo>
                    <a:lnTo>
                      <a:pt x="25203" y="9556"/>
                    </a:lnTo>
                    <a:lnTo>
                      <a:pt x="28299" y="7487"/>
                    </a:lnTo>
                    <a:lnTo>
                      <a:pt x="31567" y="5741"/>
                    </a:lnTo>
                    <a:lnTo>
                      <a:pt x="35007" y="4315"/>
                    </a:lnTo>
                    <a:lnTo>
                      <a:pt x="38447" y="2891"/>
                    </a:lnTo>
                    <a:lnTo>
                      <a:pt x="41993" y="1815"/>
                    </a:lnTo>
                    <a:lnTo>
                      <a:pt x="45645" y="1089"/>
                    </a:lnTo>
                    <a:lnTo>
                      <a:pt x="49297" y="363"/>
                    </a:lnTo>
                    <a:lnTo>
                      <a:pt x="52985" y="0"/>
                    </a:lnTo>
                    <a:lnTo>
                      <a:pt x="56708" y="0"/>
                    </a:lnTo>
                    <a:lnTo>
                      <a:pt x="11058241" y="0"/>
                    </a:lnTo>
                    <a:lnTo>
                      <a:pt x="11061964" y="0"/>
                    </a:lnTo>
                    <a:lnTo>
                      <a:pt x="11065651" y="363"/>
                    </a:lnTo>
                    <a:lnTo>
                      <a:pt x="11069304" y="1089"/>
                    </a:lnTo>
                    <a:lnTo>
                      <a:pt x="11072955" y="1815"/>
                    </a:lnTo>
                    <a:lnTo>
                      <a:pt x="11105391" y="25202"/>
                    </a:lnTo>
                    <a:lnTo>
                      <a:pt x="11107460" y="28298"/>
                    </a:lnTo>
                    <a:lnTo>
                      <a:pt x="11109207" y="31566"/>
                    </a:lnTo>
                    <a:lnTo>
                      <a:pt x="11110631" y="35006"/>
                    </a:lnTo>
                    <a:lnTo>
                      <a:pt x="11112056" y="38446"/>
                    </a:lnTo>
                    <a:lnTo>
                      <a:pt x="11113132" y="41993"/>
                    </a:lnTo>
                    <a:lnTo>
                      <a:pt x="11113859" y="45645"/>
                    </a:lnTo>
                    <a:lnTo>
                      <a:pt x="11114585" y="49297"/>
                    </a:lnTo>
                    <a:lnTo>
                      <a:pt x="11114949" y="52985"/>
                    </a:lnTo>
                    <a:lnTo>
                      <a:pt x="11114950" y="56708"/>
                    </a:lnTo>
                    <a:lnTo>
                      <a:pt x="11114950" y="359156"/>
                    </a:lnTo>
                    <a:lnTo>
                      <a:pt x="11114949" y="362879"/>
                    </a:lnTo>
                    <a:lnTo>
                      <a:pt x="11114585" y="366567"/>
                    </a:lnTo>
                    <a:lnTo>
                      <a:pt x="11113859" y="370219"/>
                    </a:lnTo>
                    <a:lnTo>
                      <a:pt x="11113132" y="373871"/>
                    </a:lnTo>
                    <a:lnTo>
                      <a:pt x="11089745" y="406307"/>
                    </a:lnTo>
                    <a:lnTo>
                      <a:pt x="11058241" y="415865"/>
                    </a:lnTo>
                    <a:lnTo>
                      <a:pt x="56708" y="415865"/>
                    </a:lnTo>
                    <a:lnTo>
                      <a:pt x="25203" y="406307"/>
                    </a:lnTo>
                    <a:lnTo>
                      <a:pt x="22107" y="404238"/>
                    </a:lnTo>
                    <a:lnTo>
                      <a:pt x="19242" y="401888"/>
                    </a:lnTo>
                    <a:lnTo>
                      <a:pt x="16609" y="399255"/>
                    </a:lnTo>
                    <a:lnTo>
                      <a:pt x="13976" y="396622"/>
                    </a:lnTo>
                    <a:lnTo>
                      <a:pt x="1089" y="370219"/>
                    </a:lnTo>
                    <a:lnTo>
                      <a:pt x="363" y="366567"/>
                    </a:lnTo>
                    <a:lnTo>
                      <a:pt x="0" y="362879"/>
                    </a:lnTo>
                    <a:lnTo>
                      <a:pt x="0" y="359156"/>
                    </a:lnTo>
                    <a:close/>
                  </a:path>
                </a:pathLst>
              </a:custGeom>
              <a:ln w="7561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29" name="object 8">
                <a:extLst>
                  <a:ext uri="{FF2B5EF4-FFF2-40B4-BE49-F238E27FC236}">
                    <a16:creationId xmlns:a16="http://schemas.microsoft.com/office/drawing/2014/main" id="{900149B5-68A0-9321-7D91-C15D87A89B84}"/>
                  </a:ext>
                </a:extLst>
              </p:cNvPr>
              <p:cNvSpPr/>
              <p:nvPr/>
            </p:nvSpPr>
            <p:spPr>
              <a:xfrm>
                <a:off x="6153912" y="3800855"/>
                <a:ext cx="5541645" cy="1710055"/>
              </a:xfrm>
              <a:custGeom>
                <a:avLst/>
                <a:gdLst/>
                <a:ahLst/>
                <a:cxnLst/>
                <a:rect l="l" t="t" r="r" b="b"/>
                <a:pathLst>
                  <a:path w="5541645" h="1710054">
                    <a:moveTo>
                      <a:pt x="5541263" y="1709927"/>
                    </a:moveTo>
                    <a:lnTo>
                      <a:pt x="0" y="1709927"/>
                    </a:lnTo>
                    <a:lnTo>
                      <a:pt x="0" y="0"/>
                    </a:lnTo>
                    <a:lnTo>
                      <a:pt x="5541263" y="0"/>
                    </a:lnTo>
                    <a:lnTo>
                      <a:pt x="5541263" y="30599"/>
                    </a:lnTo>
                    <a:lnTo>
                      <a:pt x="120395" y="30599"/>
                    </a:lnTo>
                    <a:lnTo>
                      <a:pt x="112202" y="30994"/>
                    </a:lnTo>
                    <a:lnTo>
                      <a:pt x="74177" y="44602"/>
                    </a:lnTo>
                    <a:lnTo>
                      <a:pt x="47054" y="74524"/>
                    </a:lnTo>
                    <a:lnTo>
                      <a:pt x="37222" y="113772"/>
                    </a:lnTo>
                    <a:lnTo>
                      <a:pt x="37222" y="1580643"/>
                    </a:lnTo>
                    <a:lnTo>
                      <a:pt x="47054" y="1619890"/>
                    </a:lnTo>
                    <a:lnTo>
                      <a:pt x="74178" y="1649811"/>
                    </a:lnTo>
                    <a:lnTo>
                      <a:pt x="112202" y="1663420"/>
                    </a:lnTo>
                    <a:lnTo>
                      <a:pt x="120395" y="1663816"/>
                    </a:lnTo>
                    <a:lnTo>
                      <a:pt x="5541263" y="1663816"/>
                    </a:lnTo>
                    <a:lnTo>
                      <a:pt x="5541263" y="1709927"/>
                    </a:lnTo>
                    <a:close/>
                  </a:path>
                  <a:path w="5541645" h="1710054">
                    <a:moveTo>
                      <a:pt x="5541263" y="1663816"/>
                    </a:moveTo>
                    <a:lnTo>
                      <a:pt x="5420790" y="1663816"/>
                    </a:lnTo>
                    <a:lnTo>
                      <a:pt x="5428983" y="1663420"/>
                    </a:lnTo>
                    <a:lnTo>
                      <a:pt x="5437018" y="1662232"/>
                    </a:lnTo>
                    <a:lnTo>
                      <a:pt x="5473528" y="1644968"/>
                    </a:lnTo>
                    <a:lnTo>
                      <a:pt x="5497632" y="1612471"/>
                    </a:lnTo>
                    <a:lnTo>
                      <a:pt x="5503963" y="1580643"/>
                    </a:lnTo>
                    <a:lnTo>
                      <a:pt x="5503963" y="113772"/>
                    </a:lnTo>
                    <a:lnTo>
                      <a:pt x="5494130" y="74524"/>
                    </a:lnTo>
                    <a:lnTo>
                      <a:pt x="5467006" y="44602"/>
                    </a:lnTo>
                    <a:lnTo>
                      <a:pt x="5428983" y="30994"/>
                    </a:lnTo>
                    <a:lnTo>
                      <a:pt x="5420790" y="30599"/>
                    </a:lnTo>
                    <a:lnTo>
                      <a:pt x="5541263" y="30599"/>
                    </a:lnTo>
                    <a:lnTo>
                      <a:pt x="5541263" y="1663816"/>
                    </a:lnTo>
                    <a:close/>
                  </a:path>
                </a:pathLst>
              </a:custGeom>
              <a:solidFill>
                <a:srgbClr val="000000">
                  <a:alpha val="587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30" name="object 9">
                <a:extLst>
                  <a:ext uri="{FF2B5EF4-FFF2-40B4-BE49-F238E27FC236}">
                    <a16:creationId xmlns:a16="http://schemas.microsoft.com/office/drawing/2014/main" id="{B0FBFDCE-DA0C-04C8-F462-59A1984B0DC1}"/>
                  </a:ext>
                </a:extLst>
              </p:cNvPr>
              <p:cNvSpPr/>
              <p:nvPr/>
            </p:nvSpPr>
            <p:spPr>
              <a:xfrm>
                <a:off x="6187353" y="3827674"/>
                <a:ext cx="5474335" cy="1640839"/>
              </a:xfrm>
              <a:custGeom>
                <a:avLst/>
                <a:gdLst/>
                <a:ahLst/>
                <a:cxnLst/>
                <a:rect l="l" t="t" r="r" b="b"/>
                <a:pathLst>
                  <a:path w="5474334" h="1640839">
                    <a:moveTo>
                      <a:pt x="5393057" y="1640777"/>
                    </a:moveTo>
                    <a:lnTo>
                      <a:pt x="81244" y="1640777"/>
                    </a:lnTo>
                    <a:lnTo>
                      <a:pt x="75589" y="1640220"/>
                    </a:lnTo>
                    <a:lnTo>
                      <a:pt x="33897" y="1622950"/>
                    </a:lnTo>
                    <a:lnTo>
                      <a:pt x="8803" y="1592374"/>
                    </a:lnTo>
                    <a:lnTo>
                      <a:pt x="0" y="1559533"/>
                    </a:lnTo>
                    <a:lnTo>
                      <a:pt x="0" y="1553824"/>
                    </a:lnTo>
                    <a:lnTo>
                      <a:pt x="0" y="81243"/>
                    </a:lnTo>
                    <a:lnTo>
                      <a:pt x="11481" y="43391"/>
                    </a:lnTo>
                    <a:lnTo>
                      <a:pt x="43391" y="11481"/>
                    </a:lnTo>
                    <a:lnTo>
                      <a:pt x="81244" y="0"/>
                    </a:lnTo>
                    <a:lnTo>
                      <a:pt x="5393057" y="0"/>
                    </a:lnTo>
                    <a:lnTo>
                      <a:pt x="5430908" y="11481"/>
                    </a:lnTo>
                    <a:lnTo>
                      <a:pt x="5462818" y="43391"/>
                    </a:lnTo>
                    <a:lnTo>
                      <a:pt x="5474301" y="81243"/>
                    </a:lnTo>
                    <a:lnTo>
                      <a:pt x="5474301" y="1559533"/>
                    </a:lnTo>
                    <a:lnTo>
                      <a:pt x="5462818" y="1597385"/>
                    </a:lnTo>
                    <a:lnTo>
                      <a:pt x="5430908" y="1629294"/>
                    </a:lnTo>
                    <a:lnTo>
                      <a:pt x="5398712" y="1640220"/>
                    </a:lnTo>
                    <a:lnTo>
                      <a:pt x="5393057" y="164077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31" name="object 10">
                <a:extLst>
                  <a:ext uri="{FF2B5EF4-FFF2-40B4-BE49-F238E27FC236}">
                    <a16:creationId xmlns:a16="http://schemas.microsoft.com/office/drawing/2014/main" id="{2DADE766-AA5B-29B5-8FF7-E55ABF1D1CA9}"/>
                  </a:ext>
                </a:extLst>
              </p:cNvPr>
              <p:cNvSpPr/>
              <p:nvPr/>
            </p:nvSpPr>
            <p:spPr>
              <a:xfrm>
                <a:off x="6187353" y="3827674"/>
                <a:ext cx="5474335" cy="1640839"/>
              </a:xfrm>
              <a:custGeom>
                <a:avLst/>
                <a:gdLst/>
                <a:ahLst/>
                <a:cxnLst/>
                <a:rect l="l" t="t" r="r" b="b"/>
                <a:pathLst>
                  <a:path w="5474334" h="1640839">
                    <a:moveTo>
                      <a:pt x="0" y="1553824"/>
                    </a:moveTo>
                    <a:lnTo>
                      <a:pt x="0" y="86953"/>
                    </a:lnTo>
                    <a:lnTo>
                      <a:pt x="0" y="81244"/>
                    </a:lnTo>
                    <a:lnTo>
                      <a:pt x="557" y="75589"/>
                    </a:lnTo>
                    <a:lnTo>
                      <a:pt x="1670" y="69989"/>
                    </a:lnTo>
                    <a:lnTo>
                      <a:pt x="2784" y="64389"/>
                    </a:lnTo>
                    <a:lnTo>
                      <a:pt x="4433" y="58952"/>
                    </a:lnTo>
                    <a:lnTo>
                      <a:pt x="25467" y="25468"/>
                    </a:lnTo>
                    <a:lnTo>
                      <a:pt x="29504" y="21430"/>
                    </a:lnTo>
                    <a:lnTo>
                      <a:pt x="33897" y="17826"/>
                    </a:lnTo>
                    <a:lnTo>
                      <a:pt x="38644" y="14654"/>
                    </a:lnTo>
                    <a:lnTo>
                      <a:pt x="43391" y="11482"/>
                    </a:lnTo>
                    <a:lnTo>
                      <a:pt x="81244" y="0"/>
                    </a:lnTo>
                    <a:lnTo>
                      <a:pt x="86953" y="0"/>
                    </a:lnTo>
                    <a:lnTo>
                      <a:pt x="5387348" y="0"/>
                    </a:lnTo>
                    <a:lnTo>
                      <a:pt x="5425897" y="8803"/>
                    </a:lnTo>
                    <a:lnTo>
                      <a:pt x="5435655" y="14654"/>
                    </a:lnTo>
                    <a:lnTo>
                      <a:pt x="5440403" y="17826"/>
                    </a:lnTo>
                    <a:lnTo>
                      <a:pt x="5465496" y="48402"/>
                    </a:lnTo>
                    <a:lnTo>
                      <a:pt x="5472630" y="69989"/>
                    </a:lnTo>
                    <a:lnTo>
                      <a:pt x="5473744" y="75589"/>
                    </a:lnTo>
                    <a:lnTo>
                      <a:pt x="5474301" y="81244"/>
                    </a:lnTo>
                    <a:lnTo>
                      <a:pt x="5474301" y="86953"/>
                    </a:lnTo>
                    <a:lnTo>
                      <a:pt x="5474301" y="1553824"/>
                    </a:lnTo>
                    <a:lnTo>
                      <a:pt x="5465496" y="1592374"/>
                    </a:lnTo>
                    <a:lnTo>
                      <a:pt x="5440403" y="1622951"/>
                    </a:lnTo>
                    <a:lnTo>
                      <a:pt x="5435655" y="1626123"/>
                    </a:lnTo>
                    <a:lnTo>
                      <a:pt x="5430908" y="1629294"/>
                    </a:lnTo>
                    <a:lnTo>
                      <a:pt x="5393057" y="1640777"/>
                    </a:lnTo>
                    <a:lnTo>
                      <a:pt x="5387348" y="1640778"/>
                    </a:lnTo>
                    <a:lnTo>
                      <a:pt x="86953" y="1640778"/>
                    </a:lnTo>
                    <a:lnTo>
                      <a:pt x="48402" y="1631973"/>
                    </a:lnTo>
                    <a:lnTo>
                      <a:pt x="25467" y="1615309"/>
                    </a:lnTo>
                    <a:lnTo>
                      <a:pt x="21430" y="1611272"/>
                    </a:lnTo>
                    <a:lnTo>
                      <a:pt x="17825" y="1606879"/>
                    </a:lnTo>
                    <a:lnTo>
                      <a:pt x="14653" y="1602132"/>
                    </a:lnTo>
                    <a:lnTo>
                      <a:pt x="11481" y="1597385"/>
                    </a:lnTo>
                    <a:lnTo>
                      <a:pt x="0" y="1559533"/>
                    </a:lnTo>
                    <a:lnTo>
                      <a:pt x="0" y="1553824"/>
                    </a:lnTo>
                    <a:close/>
                  </a:path>
                </a:pathLst>
              </a:custGeom>
              <a:ln w="7561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432" name="object 11">
                <a:extLst>
                  <a:ext uri="{FF2B5EF4-FFF2-40B4-BE49-F238E27FC236}">
                    <a16:creationId xmlns:a16="http://schemas.microsoft.com/office/drawing/2014/main" id="{4794D4DD-1306-ADF3-EF14-B2398F73B3AB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327235" y="4640502"/>
                <a:ext cx="5194538" cy="688068"/>
              </a:xfrm>
              <a:prstGeom prst="rect">
                <a:avLst/>
              </a:prstGeom>
            </p:spPr>
          </p:pic>
          <p:sp>
            <p:nvSpPr>
              <p:cNvPr id="433" name="object 12">
                <a:extLst>
                  <a:ext uri="{FF2B5EF4-FFF2-40B4-BE49-F238E27FC236}">
                    <a16:creationId xmlns:a16="http://schemas.microsoft.com/office/drawing/2014/main" id="{C063A7E2-9706-D2EA-4F56-B848193D7D63}"/>
                  </a:ext>
                </a:extLst>
              </p:cNvPr>
              <p:cNvSpPr/>
              <p:nvPr/>
            </p:nvSpPr>
            <p:spPr>
              <a:xfrm>
                <a:off x="6327235" y="4640502"/>
                <a:ext cx="5194935" cy="688340"/>
              </a:xfrm>
              <a:custGeom>
                <a:avLst/>
                <a:gdLst/>
                <a:ahLst/>
                <a:cxnLst/>
                <a:rect l="l" t="t" r="r" b="b"/>
                <a:pathLst>
                  <a:path w="5194934" h="688339">
                    <a:moveTo>
                      <a:pt x="5149170" y="688068"/>
                    </a:moveTo>
                    <a:lnTo>
                      <a:pt x="45367" y="688068"/>
                    </a:lnTo>
                    <a:lnTo>
                      <a:pt x="36315" y="687237"/>
                    </a:lnTo>
                    <a:lnTo>
                      <a:pt x="3321" y="660116"/>
                    </a:lnTo>
                    <a:lnTo>
                      <a:pt x="0" y="642700"/>
                    </a:lnTo>
                    <a:lnTo>
                      <a:pt x="0" y="45366"/>
                    </a:lnTo>
                    <a:lnTo>
                      <a:pt x="20275" y="7474"/>
                    </a:lnTo>
                    <a:lnTo>
                      <a:pt x="45367" y="0"/>
                    </a:lnTo>
                    <a:lnTo>
                      <a:pt x="5149170" y="0"/>
                    </a:lnTo>
                    <a:lnTo>
                      <a:pt x="5158222" y="830"/>
                    </a:lnTo>
                    <a:lnTo>
                      <a:pt x="5166586" y="3321"/>
                    </a:lnTo>
                    <a:lnTo>
                      <a:pt x="5174261" y="7474"/>
                    </a:lnTo>
                    <a:lnTo>
                      <a:pt x="40791" y="7474"/>
                    </a:lnTo>
                    <a:lnTo>
                      <a:pt x="35531" y="8520"/>
                    </a:lnTo>
                    <a:lnTo>
                      <a:pt x="8520" y="35530"/>
                    </a:lnTo>
                    <a:lnTo>
                      <a:pt x="7561" y="40353"/>
                    </a:lnTo>
                    <a:lnTo>
                      <a:pt x="7561" y="647714"/>
                    </a:lnTo>
                    <a:lnTo>
                      <a:pt x="35531" y="679547"/>
                    </a:lnTo>
                    <a:lnTo>
                      <a:pt x="40354" y="680506"/>
                    </a:lnTo>
                    <a:lnTo>
                      <a:pt x="5174422" y="680506"/>
                    </a:lnTo>
                    <a:lnTo>
                      <a:pt x="5166586" y="684745"/>
                    </a:lnTo>
                    <a:lnTo>
                      <a:pt x="5158222" y="687237"/>
                    </a:lnTo>
                    <a:lnTo>
                      <a:pt x="5149170" y="688068"/>
                    </a:lnTo>
                    <a:close/>
                  </a:path>
                  <a:path w="5194934" h="688339">
                    <a:moveTo>
                      <a:pt x="5174366" y="680506"/>
                    </a:moveTo>
                    <a:lnTo>
                      <a:pt x="5154184" y="680506"/>
                    </a:lnTo>
                    <a:lnTo>
                      <a:pt x="5159007" y="679547"/>
                    </a:lnTo>
                    <a:lnTo>
                      <a:pt x="5168270" y="675710"/>
                    </a:lnTo>
                    <a:lnTo>
                      <a:pt x="5186976" y="647714"/>
                    </a:lnTo>
                    <a:lnTo>
                      <a:pt x="5186976" y="40353"/>
                    </a:lnTo>
                    <a:lnTo>
                      <a:pt x="5159007" y="8520"/>
                    </a:lnTo>
                    <a:lnTo>
                      <a:pt x="5153747" y="7474"/>
                    </a:lnTo>
                    <a:lnTo>
                      <a:pt x="5174261" y="7474"/>
                    </a:lnTo>
                    <a:lnTo>
                      <a:pt x="5194538" y="45366"/>
                    </a:lnTo>
                    <a:lnTo>
                      <a:pt x="5194538" y="642700"/>
                    </a:lnTo>
                    <a:lnTo>
                      <a:pt x="5193707" y="651752"/>
                    </a:lnTo>
                    <a:lnTo>
                      <a:pt x="5191215" y="660116"/>
                    </a:lnTo>
                    <a:lnTo>
                      <a:pt x="5187063" y="667792"/>
                    </a:lnTo>
                    <a:lnTo>
                      <a:pt x="5181250" y="674780"/>
                    </a:lnTo>
                    <a:lnTo>
                      <a:pt x="5174366" y="680506"/>
                    </a:lnTo>
                    <a:close/>
                  </a:path>
                </a:pathLst>
              </a:custGeom>
              <a:solidFill>
                <a:srgbClr val="0078D4">
                  <a:alpha val="14898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434" name="object 13">
                <a:extLst>
                  <a:ext uri="{FF2B5EF4-FFF2-40B4-BE49-F238E27FC236}">
                    <a16:creationId xmlns:a16="http://schemas.microsoft.com/office/drawing/2014/main" id="{AB843D2C-39A0-4506-7A5A-EEAAA872C0F1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327234" y="3967556"/>
                <a:ext cx="241958" cy="241957"/>
              </a:xfrm>
              <a:prstGeom prst="rect">
                <a:avLst/>
              </a:prstGeom>
            </p:spPr>
          </p:pic>
          <p:pic>
            <p:nvPicPr>
              <p:cNvPr id="435" name="object 14">
                <a:extLst>
                  <a:ext uri="{FF2B5EF4-FFF2-40B4-BE49-F238E27FC236}">
                    <a16:creationId xmlns:a16="http://schemas.microsoft.com/office/drawing/2014/main" id="{024E5895-AF34-ECE6-B181-266E60F8E38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402846" y="4026155"/>
                <a:ext cx="90734" cy="130430"/>
              </a:xfrm>
              <a:prstGeom prst="rect">
                <a:avLst/>
              </a:prstGeom>
            </p:spPr>
          </p:pic>
        </p:grpSp>
        <p:grpSp>
          <p:nvGrpSpPr>
            <p:cNvPr id="355" name="object 18">
              <a:extLst>
                <a:ext uri="{FF2B5EF4-FFF2-40B4-BE49-F238E27FC236}">
                  <a16:creationId xmlns:a16="http://schemas.microsoft.com/office/drawing/2014/main" id="{12CD407B-62A5-B23B-CBE9-E4B8B7D12888}"/>
                </a:ext>
              </a:extLst>
            </p:cNvPr>
            <p:cNvGrpSpPr/>
            <p:nvPr/>
          </p:nvGrpSpPr>
          <p:grpSpPr>
            <a:xfrm>
              <a:off x="512063" y="1682495"/>
              <a:ext cx="5550535" cy="2026920"/>
              <a:chOff x="512063" y="1682495"/>
              <a:chExt cx="5550535" cy="2026920"/>
            </a:xfrm>
          </p:grpSpPr>
          <p:sp>
            <p:nvSpPr>
              <p:cNvPr id="422" name="object 19">
                <a:extLst>
                  <a:ext uri="{FF2B5EF4-FFF2-40B4-BE49-F238E27FC236}">
                    <a16:creationId xmlns:a16="http://schemas.microsoft.com/office/drawing/2014/main" id="{AA3ABEBF-7983-4EE9-DCF9-8D888C4A5437}"/>
                  </a:ext>
                </a:extLst>
              </p:cNvPr>
              <p:cNvSpPr/>
              <p:nvPr/>
            </p:nvSpPr>
            <p:spPr>
              <a:xfrm>
                <a:off x="512063" y="1682495"/>
                <a:ext cx="5550535" cy="2026920"/>
              </a:xfrm>
              <a:custGeom>
                <a:avLst/>
                <a:gdLst/>
                <a:ahLst/>
                <a:cxnLst/>
                <a:rect l="l" t="t" r="r" b="b"/>
                <a:pathLst>
                  <a:path w="5550535" h="2026920">
                    <a:moveTo>
                      <a:pt x="5550407" y="2026919"/>
                    </a:moveTo>
                    <a:lnTo>
                      <a:pt x="0" y="2026919"/>
                    </a:lnTo>
                    <a:lnTo>
                      <a:pt x="0" y="0"/>
                    </a:lnTo>
                    <a:lnTo>
                      <a:pt x="5550407" y="0"/>
                    </a:lnTo>
                    <a:lnTo>
                      <a:pt x="5550407" y="31825"/>
                    </a:lnTo>
                    <a:lnTo>
                      <a:pt x="121595" y="31825"/>
                    </a:lnTo>
                    <a:lnTo>
                      <a:pt x="113401" y="32221"/>
                    </a:lnTo>
                    <a:lnTo>
                      <a:pt x="75378" y="45829"/>
                    </a:lnTo>
                    <a:lnTo>
                      <a:pt x="48254" y="75751"/>
                    </a:lnTo>
                    <a:lnTo>
                      <a:pt x="38422" y="114998"/>
                    </a:lnTo>
                    <a:lnTo>
                      <a:pt x="38422" y="1899439"/>
                    </a:lnTo>
                    <a:lnTo>
                      <a:pt x="48254" y="1938686"/>
                    </a:lnTo>
                    <a:lnTo>
                      <a:pt x="75378" y="1968608"/>
                    </a:lnTo>
                    <a:lnTo>
                      <a:pt x="113401" y="1982216"/>
                    </a:lnTo>
                    <a:lnTo>
                      <a:pt x="121595" y="1982612"/>
                    </a:lnTo>
                    <a:lnTo>
                      <a:pt x="5550407" y="1982612"/>
                    </a:lnTo>
                    <a:lnTo>
                      <a:pt x="5550407" y="2026919"/>
                    </a:lnTo>
                    <a:close/>
                  </a:path>
                  <a:path w="5550535" h="2026920">
                    <a:moveTo>
                      <a:pt x="5550407" y="1982612"/>
                    </a:moveTo>
                    <a:lnTo>
                      <a:pt x="5429551" y="1982612"/>
                    </a:lnTo>
                    <a:lnTo>
                      <a:pt x="5437744" y="1982216"/>
                    </a:lnTo>
                    <a:lnTo>
                      <a:pt x="5445780" y="1981029"/>
                    </a:lnTo>
                    <a:lnTo>
                      <a:pt x="5482289" y="1963765"/>
                    </a:lnTo>
                    <a:lnTo>
                      <a:pt x="5506392" y="1931268"/>
                    </a:lnTo>
                    <a:lnTo>
                      <a:pt x="5512724" y="1899439"/>
                    </a:lnTo>
                    <a:lnTo>
                      <a:pt x="5512724" y="114998"/>
                    </a:lnTo>
                    <a:lnTo>
                      <a:pt x="5502891" y="75751"/>
                    </a:lnTo>
                    <a:lnTo>
                      <a:pt x="5475767" y="45829"/>
                    </a:lnTo>
                    <a:lnTo>
                      <a:pt x="5437744" y="32221"/>
                    </a:lnTo>
                    <a:lnTo>
                      <a:pt x="5429551" y="31825"/>
                    </a:lnTo>
                    <a:lnTo>
                      <a:pt x="5550407" y="31825"/>
                    </a:lnTo>
                    <a:lnTo>
                      <a:pt x="5550407" y="1982612"/>
                    </a:lnTo>
                    <a:close/>
                  </a:path>
                </a:pathLst>
              </a:custGeom>
              <a:solidFill>
                <a:srgbClr val="000000">
                  <a:alpha val="587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23" name="object 20">
                <a:extLst>
                  <a:ext uri="{FF2B5EF4-FFF2-40B4-BE49-F238E27FC236}">
                    <a16:creationId xmlns:a16="http://schemas.microsoft.com/office/drawing/2014/main" id="{83D7024F-FFB1-D713-6B2C-986D27C96D14}"/>
                  </a:ext>
                </a:extLst>
              </p:cNvPr>
              <p:cNvSpPr/>
              <p:nvPr/>
            </p:nvSpPr>
            <p:spPr>
              <a:xfrm>
                <a:off x="546705" y="1710540"/>
                <a:ext cx="5481955" cy="1958975"/>
              </a:xfrm>
              <a:custGeom>
                <a:avLst/>
                <a:gdLst/>
                <a:ahLst/>
                <a:cxnLst/>
                <a:rect l="l" t="t" r="r" b="b"/>
                <a:pathLst>
                  <a:path w="5481955" h="1958975">
                    <a:moveTo>
                      <a:pt x="5400618" y="1958348"/>
                    </a:moveTo>
                    <a:lnTo>
                      <a:pt x="81244" y="1958348"/>
                    </a:lnTo>
                    <a:lnTo>
                      <a:pt x="75589" y="1957791"/>
                    </a:lnTo>
                    <a:lnTo>
                      <a:pt x="33897" y="1940521"/>
                    </a:lnTo>
                    <a:lnTo>
                      <a:pt x="8803" y="1909944"/>
                    </a:lnTo>
                    <a:lnTo>
                      <a:pt x="0" y="1877104"/>
                    </a:lnTo>
                    <a:lnTo>
                      <a:pt x="0" y="1871394"/>
                    </a:lnTo>
                    <a:lnTo>
                      <a:pt x="0" y="81244"/>
                    </a:lnTo>
                    <a:lnTo>
                      <a:pt x="11482" y="43391"/>
                    </a:lnTo>
                    <a:lnTo>
                      <a:pt x="43392" y="11482"/>
                    </a:lnTo>
                    <a:lnTo>
                      <a:pt x="81244" y="0"/>
                    </a:lnTo>
                    <a:lnTo>
                      <a:pt x="5400618" y="0"/>
                    </a:lnTo>
                    <a:lnTo>
                      <a:pt x="5438470" y="11482"/>
                    </a:lnTo>
                    <a:lnTo>
                      <a:pt x="5470380" y="43391"/>
                    </a:lnTo>
                    <a:lnTo>
                      <a:pt x="5481863" y="81244"/>
                    </a:lnTo>
                    <a:lnTo>
                      <a:pt x="5481863" y="1877104"/>
                    </a:lnTo>
                    <a:lnTo>
                      <a:pt x="5470380" y="1914955"/>
                    </a:lnTo>
                    <a:lnTo>
                      <a:pt x="5438470" y="1946865"/>
                    </a:lnTo>
                    <a:lnTo>
                      <a:pt x="5406273" y="1957791"/>
                    </a:lnTo>
                    <a:lnTo>
                      <a:pt x="5400618" y="195834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24" name="object 21">
                <a:extLst>
                  <a:ext uri="{FF2B5EF4-FFF2-40B4-BE49-F238E27FC236}">
                    <a16:creationId xmlns:a16="http://schemas.microsoft.com/office/drawing/2014/main" id="{17B2EAA1-EE60-B0B2-1D4B-012CA1131FF4}"/>
                  </a:ext>
                </a:extLst>
              </p:cNvPr>
              <p:cNvSpPr/>
              <p:nvPr/>
            </p:nvSpPr>
            <p:spPr>
              <a:xfrm>
                <a:off x="546705" y="1710540"/>
                <a:ext cx="5481955" cy="1958975"/>
              </a:xfrm>
              <a:custGeom>
                <a:avLst/>
                <a:gdLst/>
                <a:ahLst/>
                <a:cxnLst/>
                <a:rect l="l" t="t" r="r" b="b"/>
                <a:pathLst>
                  <a:path w="5481955" h="1958975">
                    <a:moveTo>
                      <a:pt x="0" y="1871394"/>
                    </a:moveTo>
                    <a:lnTo>
                      <a:pt x="0" y="86953"/>
                    </a:lnTo>
                    <a:lnTo>
                      <a:pt x="0" y="81244"/>
                    </a:lnTo>
                    <a:lnTo>
                      <a:pt x="556" y="75589"/>
                    </a:lnTo>
                    <a:lnTo>
                      <a:pt x="1670" y="69989"/>
                    </a:lnTo>
                    <a:lnTo>
                      <a:pt x="2784" y="64389"/>
                    </a:lnTo>
                    <a:lnTo>
                      <a:pt x="4434" y="58952"/>
                    </a:lnTo>
                    <a:lnTo>
                      <a:pt x="6618" y="53677"/>
                    </a:lnTo>
                    <a:lnTo>
                      <a:pt x="8803" y="48402"/>
                    </a:lnTo>
                    <a:lnTo>
                      <a:pt x="11482" y="43391"/>
                    </a:lnTo>
                    <a:lnTo>
                      <a:pt x="14654" y="38644"/>
                    </a:lnTo>
                    <a:lnTo>
                      <a:pt x="17826" y="33897"/>
                    </a:lnTo>
                    <a:lnTo>
                      <a:pt x="21430" y="29505"/>
                    </a:lnTo>
                    <a:lnTo>
                      <a:pt x="25468" y="25468"/>
                    </a:lnTo>
                    <a:lnTo>
                      <a:pt x="29505" y="21430"/>
                    </a:lnTo>
                    <a:lnTo>
                      <a:pt x="33897" y="17826"/>
                    </a:lnTo>
                    <a:lnTo>
                      <a:pt x="38644" y="14654"/>
                    </a:lnTo>
                    <a:lnTo>
                      <a:pt x="43392" y="11482"/>
                    </a:lnTo>
                    <a:lnTo>
                      <a:pt x="48403" y="8803"/>
                    </a:lnTo>
                    <a:lnTo>
                      <a:pt x="53677" y="6618"/>
                    </a:lnTo>
                    <a:lnTo>
                      <a:pt x="58952" y="4433"/>
                    </a:lnTo>
                    <a:lnTo>
                      <a:pt x="64390" y="2784"/>
                    </a:lnTo>
                    <a:lnTo>
                      <a:pt x="69989" y="1670"/>
                    </a:lnTo>
                    <a:lnTo>
                      <a:pt x="75589" y="556"/>
                    </a:lnTo>
                    <a:lnTo>
                      <a:pt x="81244" y="0"/>
                    </a:lnTo>
                    <a:lnTo>
                      <a:pt x="86953" y="0"/>
                    </a:lnTo>
                    <a:lnTo>
                      <a:pt x="5394909" y="0"/>
                    </a:lnTo>
                    <a:lnTo>
                      <a:pt x="5400618" y="0"/>
                    </a:lnTo>
                    <a:lnTo>
                      <a:pt x="5406273" y="556"/>
                    </a:lnTo>
                    <a:lnTo>
                      <a:pt x="5443218" y="14654"/>
                    </a:lnTo>
                    <a:lnTo>
                      <a:pt x="5470380" y="43391"/>
                    </a:lnTo>
                    <a:lnTo>
                      <a:pt x="5475243" y="53677"/>
                    </a:lnTo>
                    <a:lnTo>
                      <a:pt x="5477429" y="58952"/>
                    </a:lnTo>
                    <a:lnTo>
                      <a:pt x="5479078" y="64389"/>
                    </a:lnTo>
                    <a:lnTo>
                      <a:pt x="5480192" y="69989"/>
                    </a:lnTo>
                    <a:lnTo>
                      <a:pt x="5481306" y="75589"/>
                    </a:lnTo>
                    <a:lnTo>
                      <a:pt x="5481863" y="81244"/>
                    </a:lnTo>
                    <a:lnTo>
                      <a:pt x="5481863" y="86953"/>
                    </a:lnTo>
                    <a:lnTo>
                      <a:pt x="5481863" y="1871394"/>
                    </a:lnTo>
                    <a:lnTo>
                      <a:pt x="5481863" y="1877104"/>
                    </a:lnTo>
                    <a:lnTo>
                      <a:pt x="5481306" y="1882758"/>
                    </a:lnTo>
                    <a:lnTo>
                      <a:pt x="5467208" y="1919702"/>
                    </a:lnTo>
                    <a:lnTo>
                      <a:pt x="5464036" y="1924450"/>
                    </a:lnTo>
                    <a:lnTo>
                      <a:pt x="5433459" y="1949544"/>
                    </a:lnTo>
                    <a:lnTo>
                      <a:pt x="5394909" y="1958348"/>
                    </a:lnTo>
                    <a:lnTo>
                      <a:pt x="86953" y="1958348"/>
                    </a:lnTo>
                    <a:lnTo>
                      <a:pt x="48403" y="1949543"/>
                    </a:lnTo>
                    <a:lnTo>
                      <a:pt x="17826" y="1924450"/>
                    </a:lnTo>
                    <a:lnTo>
                      <a:pt x="14654" y="1919702"/>
                    </a:lnTo>
                    <a:lnTo>
                      <a:pt x="11482" y="1914955"/>
                    </a:lnTo>
                    <a:lnTo>
                      <a:pt x="1670" y="1888358"/>
                    </a:lnTo>
                    <a:lnTo>
                      <a:pt x="556" y="1882758"/>
                    </a:lnTo>
                    <a:lnTo>
                      <a:pt x="0" y="1877104"/>
                    </a:lnTo>
                    <a:lnTo>
                      <a:pt x="0" y="1871394"/>
                    </a:lnTo>
                    <a:close/>
                  </a:path>
                </a:pathLst>
              </a:custGeom>
              <a:ln w="7561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425" name="object 22">
                <a:extLst>
                  <a:ext uri="{FF2B5EF4-FFF2-40B4-BE49-F238E27FC236}">
                    <a16:creationId xmlns:a16="http://schemas.microsoft.com/office/drawing/2014/main" id="{9F4ABD62-F2E2-0B22-4BA8-27F5955BDF73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86587" y="1850422"/>
                <a:ext cx="241958" cy="241958"/>
              </a:xfrm>
              <a:prstGeom prst="rect">
                <a:avLst/>
              </a:prstGeom>
            </p:spPr>
          </p:pic>
          <p:pic>
            <p:nvPicPr>
              <p:cNvPr id="426" name="object 23">
                <a:extLst>
                  <a:ext uri="{FF2B5EF4-FFF2-40B4-BE49-F238E27FC236}">
                    <a16:creationId xmlns:a16="http://schemas.microsoft.com/office/drawing/2014/main" id="{A5A88153-F9DB-C24D-BF84-40706F41FEA6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750857" y="1914695"/>
                <a:ext cx="113417" cy="113417"/>
              </a:xfrm>
              <a:prstGeom prst="rect">
                <a:avLst/>
              </a:prstGeom>
            </p:spPr>
          </p:pic>
        </p:grpSp>
        <p:sp>
          <p:nvSpPr>
            <p:cNvPr id="356" name="object 24">
              <a:extLst>
                <a:ext uri="{FF2B5EF4-FFF2-40B4-BE49-F238E27FC236}">
                  <a16:creationId xmlns:a16="http://schemas.microsoft.com/office/drawing/2014/main" id="{31084D29-9157-362B-2A28-6C1DB55BF1B1}"/>
                </a:ext>
              </a:extLst>
            </p:cNvPr>
            <p:cNvSpPr txBox="1"/>
            <p:nvPr/>
          </p:nvSpPr>
          <p:spPr>
            <a:xfrm>
              <a:off x="991457" y="1866077"/>
              <a:ext cx="1671955" cy="169918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000" b="1" spc="-5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Essential</a:t>
              </a:r>
              <a:r>
                <a:rPr sz="1000" b="1" spc="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0" b="1" spc="-6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Keyboard</a:t>
              </a:r>
              <a:r>
                <a:rPr sz="1000" b="1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Shortcuts</a:t>
              </a:r>
              <a:endParaRPr sz="10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57" name="object 25">
              <a:extLst>
                <a:ext uri="{FF2B5EF4-FFF2-40B4-BE49-F238E27FC236}">
                  <a16:creationId xmlns:a16="http://schemas.microsoft.com/office/drawing/2014/main" id="{DE0AA3EC-BFDA-7FB8-C23C-ACAAFEB88DE1}"/>
                </a:ext>
              </a:extLst>
            </p:cNvPr>
            <p:cNvSpPr/>
            <p:nvPr/>
          </p:nvSpPr>
          <p:spPr>
            <a:xfrm>
              <a:off x="686587" y="2198237"/>
              <a:ext cx="5202555" cy="280035"/>
            </a:xfrm>
            <a:custGeom>
              <a:avLst/>
              <a:gdLst/>
              <a:ahLst/>
              <a:cxnLst/>
              <a:rect l="l" t="t" r="r" b="b"/>
              <a:pathLst>
                <a:path w="5202555" h="280035">
                  <a:moveTo>
                    <a:pt x="5162747" y="279763"/>
                  </a:moveTo>
                  <a:lnTo>
                    <a:pt x="39351" y="279763"/>
                  </a:lnTo>
                  <a:lnTo>
                    <a:pt x="33564" y="278612"/>
                  </a:lnTo>
                  <a:lnTo>
                    <a:pt x="1151" y="246199"/>
                  </a:lnTo>
                  <a:lnTo>
                    <a:pt x="0" y="240412"/>
                  </a:lnTo>
                  <a:lnTo>
                    <a:pt x="0" y="234396"/>
                  </a:lnTo>
                  <a:lnTo>
                    <a:pt x="0" y="39350"/>
                  </a:lnTo>
                  <a:lnTo>
                    <a:pt x="22447" y="5755"/>
                  </a:lnTo>
                  <a:lnTo>
                    <a:pt x="39351" y="0"/>
                  </a:lnTo>
                  <a:lnTo>
                    <a:pt x="5162747" y="0"/>
                  </a:lnTo>
                  <a:lnTo>
                    <a:pt x="5196343" y="22447"/>
                  </a:lnTo>
                  <a:lnTo>
                    <a:pt x="5202098" y="39350"/>
                  </a:lnTo>
                  <a:lnTo>
                    <a:pt x="5202098" y="240412"/>
                  </a:lnTo>
                  <a:lnTo>
                    <a:pt x="5179650" y="274008"/>
                  </a:lnTo>
                  <a:lnTo>
                    <a:pt x="5168534" y="278612"/>
                  </a:lnTo>
                  <a:lnTo>
                    <a:pt x="5162747" y="279763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358" name="object 26">
              <a:extLst>
                <a:ext uri="{FF2B5EF4-FFF2-40B4-BE49-F238E27FC236}">
                  <a16:creationId xmlns:a16="http://schemas.microsoft.com/office/drawing/2014/main" id="{3F947E9D-0E30-35D2-845C-5AF9C622F15C}"/>
                </a:ext>
              </a:extLst>
            </p:cNvPr>
            <p:cNvSpPr txBox="1"/>
            <p:nvPr/>
          </p:nvSpPr>
          <p:spPr>
            <a:xfrm>
              <a:off x="764621" y="2256234"/>
              <a:ext cx="973455" cy="12824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750" spc="-6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Send</a:t>
              </a:r>
              <a:r>
                <a:rPr sz="7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spc="-7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Ctrl+Alt+Del</a:t>
              </a:r>
              <a:r>
                <a:rPr sz="750" spc="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to</a:t>
              </a:r>
              <a:r>
                <a:rPr sz="7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VM</a:t>
              </a:r>
              <a:endParaRPr sz="75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sp>
          <p:nvSpPr>
            <p:cNvPr id="359" name="object 27">
              <a:extLst>
                <a:ext uri="{FF2B5EF4-FFF2-40B4-BE49-F238E27FC236}">
                  <a16:creationId xmlns:a16="http://schemas.microsoft.com/office/drawing/2014/main" id="{6D7CFD6A-FA81-F414-B5F4-30CC2DB4981C}"/>
                </a:ext>
              </a:extLst>
            </p:cNvPr>
            <p:cNvSpPr/>
            <p:nvPr/>
          </p:nvSpPr>
          <p:spPr>
            <a:xfrm>
              <a:off x="5132567" y="2258727"/>
              <a:ext cx="665480" cy="159385"/>
            </a:xfrm>
            <a:custGeom>
              <a:avLst/>
              <a:gdLst/>
              <a:ahLst/>
              <a:cxnLst/>
              <a:rect l="l" t="t" r="r" b="b"/>
              <a:pathLst>
                <a:path w="665479" h="159385">
                  <a:moveTo>
                    <a:pt x="639149" y="158784"/>
                  </a:moveTo>
                  <a:lnTo>
                    <a:pt x="26233" y="158784"/>
                  </a:lnTo>
                  <a:lnTo>
                    <a:pt x="22375" y="158017"/>
                  </a:lnTo>
                  <a:lnTo>
                    <a:pt x="0" y="132550"/>
                  </a:lnTo>
                  <a:lnTo>
                    <a:pt x="0" y="128540"/>
                  </a:lnTo>
                  <a:lnTo>
                    <a:pt x="0" y="26233"/>
                  </a:lnTo>
                  <a:lnTo>
                    <a:pt x="26233" y="0"/>
                  </a:lnTo>
                  <a:lnTo>
                    <a:pt x="639149" y="0"/>
                  </a:lnTo>
                  <a:lnTo>
                    <a:pt x="665384" y="26233"/>
                  </a:lnTo>
                  <a:lnTo>
                    <a:pt x="665384" y="132550"/>
                  </a:lnTo>
                  <a:lnTo>
                    <a:pt x="643008" y="158017"/>
                  </a:lnTo>
                  <a:lnTo>
                    <a:pt x="639149" y="158784"/>
                  </a:lnTo>
                  <a:close/>
                </a:path>
              </a:pathLst>
            </a:custGeom>
            <a:solidFill>
              <a:srgbClr val="0078D4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360" name="object 28">
              <a:extLst>
                <a:ext uri="{FF2B5EF4-FFF2-40B4-BE49-F238E27FC236}">
                  <a16:creationId xmlns:a16="http://schemas.microsoft.com/office/drawing/2014/main" id="{A9734B72-D3D5-B28C-A5EB-6CC7425F6826}"/>
                </a:ext>
              </a:extLst>
            </p:cNvPr>
            <p:cNvSpPr txBox="1"/>
            <p:nvPr/>
          </p:nvSpPr>
          <p:spPr>
            <a:xfrm>
              <a:off x="5177876" y="2272026"/>
              <a:ext cx="567690" cy="108363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60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Courier New"/>
                </a:rPr>
                <a:t>Ctrl</a:t>
              </a:r>
              <a:r>
                <a:rPr sz="55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Times New Roman"/>
                </a:rPr>
                <a:t>+</a:t>
              </a:r>
              <a:r>
                <a:rPr sz="60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Courier New"/>
                </a:rPr>
                <a:t>Alt</a:t>
              </a:r>
              <a:r>
                <a:rPr sz="55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Times New Roman"/>
                </a:rPr>
                <a:t>+</a:t>
              </a:r>
              <a:r>
                <a:rPr sz="60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Courier New"/>
                </a:rPr>
                <a:t>End</a:t>
              </a:r>
              <a:endParaRPr sz="600">
                <a:latin typeface="Roboto Slab" pitchFamily="2" charset="0"/>
                <a:ea typeface="Roboto Slab" pitchFamily="2" charset="0"/>
                <a:cs typeface="Courier New"/>
              </a:endParaRPr>
            </a:p>
          </p:txBody>
        </p:sp>
        <p:grpSp>
          <p:nvGrpSpPr>
            <p:cNvPr id="361" name="object 29">
              <a:extLst>
                <a:ext uri="{FF2B5EF4-FFF2-40B4-BE49-F238E27FC236}">
                  <a16:creationId xmlns:a16="http://schemas.microsoft.com/office/drawing/2014/main" id="{654B7902-B1BB-C367-4E8E-0C304F67082A}"/>
                </a:ext>
              </a:extLst>
            </p:cNvPr>
            <p:cNvGrpSpPr/>
            <p:nvPr/>
          </p:nvGrpSpPr>
          <p:grpSpPr>
            <a:xfrm>
              <a:off x="686558" y="2538461"/>
              <a:ext cx="5202555" cy="295275"/>
              <a:chOff x="686558" y="2538461"/>
              <a:chExt cx="5202555" cy="295275"/>
            </a:xfrm>
          </p:grpSpPr>
          <p:sp>
            <p:nvSpPr>
              <p:cNvPr id="420" name="object 30">
                <a:extLst>
                  <a:ext uri="{FF2B5EF4-FFF2-40B4-BE49-F238E27FC236}">
                    <a16:creationId xmlns:a16="http://schemas.microsoft.com/office/drawing/2014/main" id="{7EA6DC0D-9CD2-D729-C7F9-641F1A251E93}"/>
                  </a:ext>
                </a:extLst>
              </p:cNvPr>
              <p:cNvSpPr/>
              <p:nvPr/>
            </p:nvSpPr>
            <p:spPr>
              <a:xfrm>
                <a:off x="690368" y="2542271"/>
                <a:ext cx="5194935" cy="287655"/>
              </a:xfrm>
              <a:custGeom>
                <a:avLst/>
                <a:gdLst/>
                <a:ahLst/>
                <a:cxnLst/>
                <a:rect l="l" t="t" r="r" b="b"/>
                <a:pathLst>
                  <a:path w="5194935" h="287655">
                    <a:moveTo>
                      <a:pt x="5158465" y="287325"/>
                    </a:moveTo>
                    <a:lnTo>
                      <a:pt x="36071" y="287325"/>
                    </a:lnTo>
                    <a:lnTo>
                      <a:pt x="30766" y="286270"/>
                    </a:lnTo>
                    <a:lnTo>
                      <a:pt x="1055" y="256558"/>
                    </a:lnTo>
                    <a:lnTo>
                      <a:pt x="0" y="251253"/>
                    </a:lnTo>
                    <a:lnTo>
                      <a:pt x="0" y="245738"/>
                    </a:lnTo>
                    <a:lnTo>
                      <a:pt x="0" y="36071"/>
                    </a:lnTo>
                    <a:lnTo>
                      <a:pt x="30766" y="1055"/>
                    </a:lnTo>
                    <a:lnTo>
                      <a:pt x="36071" y="0"/>
                    </a:lnTo>
                    <a:lnTo>
                      <a:pt x="5158465" y="0"/>
                    </a:lnTo>
                    <a:lnTo>
                      <a:pt x="5193481" y="30766"/>
                    </a:lnTo>
                    <a:lnTo>
                      <a:pt x="5194537" y="36071"/>
                    </a:lnTo>
                    <a:lnTo>
                      <a:pt x="5194537" y="251253"/>
                    </a:lnTo>
                    <a:lnTo>
                      <a:pt x="5163770" y="286270"/>
                    </a:lnTo>
                    <a:lnTo>
                      <a:pt x="5158465" y="28732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21" name="object 31">
                <a:extLst>
                  <a:ext uri="{FF2B5EF4-FFF2-40B4-BE49-F238E27FC236}">
                    <a16:creationId xmlns:a16="http://schemas.microsoft.com/office/drawing/2014/main" id="{E083FB15-AAF9-C34A-B6CA-1CCD5CE8C47D}"/>
                  </a:ext>
                </a:extLst>
              </p:cNvPr>
              <p:cNvSpPr/>
              <p:nvPr/>
            </p:nvSpPr>
            <p:spPr>
              <a:xfrm>
                <a:off x="690368" y="2542271"/>
                <a:ext cx="5194935" cy="287655"/>
              </a:xfrm>
              <a:custGeom>
                <a:avLst/>
                <a:gdLst/>
                <a:ahLst/>
                <a:cxnLst/>
                <a:rect l="l" t="t" r="r" b="b"/>
                <a:pathLst>
                  <a:path w="5194935" h="287655">
                    <a:moveTo>
                      <a:pt x="0" y="245738"/>
                    </a:moveTo>
                    <a:lnTo>
                      <a:pt x="0" y="41586"/>
                    </a:lnTo>
                    <a:lnTo>
                      <a:pt x="0" y="36071"/>
                    </a:lnTo>
                    <a:lnTo>
                      <a:pt x="1055" y="30766"/>
                    </a:lnTo>
                    <a:lnTo>
                      <a:pt x="3165" y="25671"/>
                    </a:lnTo>
                    <a:lnTo>
                      <a:pt x="5275" y="20576"/>
                    </a:lnTo>
                    <a:lnTo>
                      <a:pt x="8280" y="16079"/>
                    </a:lnTo>
                    <a:lnTo>
                      <a:pt x="12180" y="12180"/>
                    </a:lnTo>
                    <a:lnTo>
                      <a:pt x="16079" y="8280"/>
                    </a:lnTo>
                    <a:lnTo>
                      <a:pt x="20577" y="5275"/>
                    </a:lnTo>
                    <a:lnTo>
                      <a:pt x="25672" y="3165"/>
                    </a:lnTo>
                    <a:lnTo>
                      <a:pt x="30766" y="1055"/>
                    </a:lnTo>
                    <a:lnTo>
                      <a:pt x="36071" y="0"/>
                    </a:lnTo>
                    <a:lnTo>
                      <a:pt x="41586" y="0"/>
                    </a:lnTo>
                    <a:lnTo>
                      <a:pt x="5152951" y="0"/>
                    </a:lnTo>
                    <a:lnTo>
                      <a:pt x="5158465" y="0"/>
                    </a:lnTo>
                    <a:lnTo>
                      <a:pt x="5163770" y="1055"/>
                    </a:lnTo>
                    <a:lnTo>
                      <a:pt x="5168865" y="3165"/>
                    </a:lnTo>
                    <a:lnTo>
                      <a:pt x="5173960" y="5275"/>
                    </a:lnTo>
                    <a:lnTo>
                      <a:pt x="5194537" y="41586"/>
                    </a:lnTo>
                    <a:lnTo>
                      <a:pt x="5194537" y="245738"/>
                    </a:lnTo>
                    <a:lnTo>
                      <a:pt x="5173960" y="282049"/>
                    </a:lnTo>
                    <a:lnTo>
                      <a:pt x="5168865" y="284159"/>
                    </a:lnTo>
                    <a:lnTo>
                      <a:pt x="5163770" y="286270"/>
                    </a:lnTo>
                    <a:lnTo>
                      <a:pt x="5158465" y="287325"/>
                    </a:lnTo>
                    <a:lnTo>
                      <a:pt x="5152951" y="287325"/>
                    </a:lnTo>
                    <a:lnTo>
                      <a:pt x="41586" y="287325"/>
                    </a:lnTo>
                    <a:lnTo>
                      <a:pt x="36071" y="287325"/>
                    </a:lnTo>
                    <a:lnTo>
                      <a:pt x="30766" y="286270"/>
                    </a:lnTo>
                    <a:lnTo>
                      <a:pt x="25672" y="284159"/>
                    </a:lnTo>
                    <a:lnTo>
                      <a:pt x="20577" y="282049"/>
                    </a:lnTo>
                    <a:lnTo>
                      <a:pt x="0" y="251253"/>
                    </a:lnTo>
                    <a:lnTo>
                      <a:pt x="0" y="245738"/>
                    </a:lnTo>
                    <a:close/>
                  </a:path>
                </a:pathLst>
              </a:custGeom>
              <a:ln w="7561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362" name="object 32">
              <a:extLst>
                <a:ext uri="{FF2B5EF4-FFF2-40B4-BE49-F238E27FC236}">
                  <a16:creationId xmlns:a16="http://schemas.microsoft.com/office/drawing/2014/main" id="{7AF8800F-20AE-365D-A51A-0E07907AB47F}"/>
                </a:ext>
              </a:extLst>
            </p:cNvPr>
            <p:cNvSpPr txBox="1"/>
            <p:nvPr/>
          </p:nvSpPr>
          <p:spPr>
            <a:xfrm>
              <a:off x="772183" y="2604049"/>
              <a:ext cx="990600" cy="12824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750" spc="-8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Toggle</a:t>
              </a:r>
              <a:r>
                <a:rPr sz="75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spc="-7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Full</a:t>
              </a:r>
              <a:r>
                <a:rPr sz="750" spc="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Screen</a:t>
              </a:r>
              <a:r>
                <a:rPr sz="7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Mode</a:t>
              </a:r>
              <a:endParaRPr sz="75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sp>
          <p:nvSpPr>
            <p:cNvPr id="363" name="object 33">
              <a:extLst>
                <a:ext uri="{FF2B5EF4-FFF2-40B4-BE49-F238E27FC236}">
                  <a16:creationId xmlns:a16="http://schemas.microsoft.com/office/drawing/2014/main" id="{2DB9D628-D267-5E86-8277-8EFF3327A633}"/>
                </a:ext>
              </a:extLst>
            </p:cNvPr>
            <p:cNvSpPr/>
            <p:nvPr/>
          </p:nvSpPr>
          <p:spPr>
            <a:xfrm>
              <a:off x="5034271" y="2606541"/>
              <a:ext cx="756285" cy="159385"/>
            </a:xfrm>
            <a:custGeom>
              <a:avLst/>
              <a:gdLst/>
              <a:ahLst/>
              <a:cxnLst/>
              <a:rect l="l" t="t" r="r" b="b"/>
              <a:pathLst>
                <a:path w="756285" h="159385">
                  <a:moveTo>
                    <a:pt x="729885" y="158784"/>
                  </a:moveTo>
                  <a:lnTo>
                    <a:pt x="26234" y="158784"/>
                  </a:lnTo>
                  <a:lnTo>
                    <a:pt x="22375" y="158017"/>
                  </a:lnTo>
                  <a:lnTo>
                    <a:pt x="0" y="132550"/>
                  </a:lnTo>
                  <a:lnTo>
                    <a:pt x="0" y="128540"/>
                  </a:lnTo>
                  <a:lnTo>
                    <a:pt x="0" y="26233"/>
                  </a:lnTo>
                  <a:lnTo>
                    <a:pt x="26234" y="0"/>
                  </a:lnTo>
                  <a:lnTo>
                    <a:pt x="729885" y="0"/>
                  </a:lnTo>
                  <a:lnTo>
                    <a:pt x="756119" y="26233"/>
                  </a:lnTo>
                  <a:lnTo>
                    <a:pt x="756119" y="132550"/>
                  </a:lnTo>
                  <a:lnTo>
                    <a:pt x="733742" y="158017"/>
                  </a:lnTo>
                  <a:lnTo>
                    <a:pt x="729885" y="158784"/>
                  </a:lnTo>
                  <a:close/>
                </a:path>
              </a:pathLst>
            </a:custGeom>
            <a:solidFill>
              <a:srgbClr val="0078D4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364" name="object 34">
              <a:extLst>
                <a:ext uri="{FF2B5EF4-FFF2-40B4-BE49-F238E27FC236}">
                  <a16:creationId xmlns:a16="http://schemas.microsoft.com/office/drawing/2014/main" id="{F2B3DB1B-7F39-CE6C-6956-3654ECA85102}"/>
                </a:ext>
              </a:extLst>
            </p:cNvPr>
            <p:cNvSpPr txBox="1"/>
            <p:nvPr/>
          </p:nvSpPr>
          <p:spPr>
            <a:xfrm>
              <a:off x="5079580" y="2619841"/>
              <a:ext cx="662940" cy="108363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60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Courier New"/>
                </a:rPr>
                <a:t>Ctrl</a:t>
              </a:r>
              <a:r>
                <a:rPr sz="55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Times New Roman"/>
                </a:rPr>
                <a:t>+</a:t>
              </a:r>
              <a:r>
                <a:rPr sz="60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Courier New"/>
                </a:rPr>
                <a:t>Alt</a:t>
              </a:r>
              <a:r>
                <a:rPr sz="55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Times New Roman"/>
                </a:rPr>
                <a:t>+</a:t>
              </a:r>
              <a:r>
                <a:rPr sz="60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Courier New"/>
                </a:rPr>
                <a:t>Break</a:t>
              </a:r>
              <a:endParaRPr sz="600">
                <a:latin typeface="Roboto Slab" pitchFamily="2" charset="0"/>
                <a:ea typeface="Roboto Slab" pitchFamily="2" charset="0"/>
                <a:cs typeface="Courier New"/>
              </a:endParaRPr>
            </a:p>
          </p:txBody>
        </p:sp>
        <p:sp>
          <p:nvSpPr>
            <p:cNvPr id="365" name="object 35">
              <a:extLst>
                <a:ext uri="{FF2B5EF4-FFF2-40B4-BE49-F238E27FC236}">
                  <a16:creationId xmlns:a16="http://schemas.microsoft.com/office/drawing/2014/main" id="{13D6775E-FC72-962C-6E43-2FB5CAB333F0}"/>
                </a:ext>
              </a:extLst>
            </p:cNvPr>
            <p:cNvSpPr/>
            <p:nvPr/>
          </p:nvSpPr>
          <p:spPr>
            <a:xfrm>
              <a:off x="686587" y="2893867"/>
              <a:ext cx="5202555" cy="280035"/>
            </a:xfrm>
            <a:custGeom>
              <a:avLst/>
              <a:gdLst/>
              <a:ahLst/>
              <a:cxnLst/>
              <a:rect l="l" t="t" r="r" b="b"/>
              <a:pathLst>
                <a:path w="5202555" h="280035">
                  <a:moveTo>
                    <a:pt x="5162747" y="279763"/>
                  </a:moveTo>
                  <a:lnTo>
                    <a:pt x="39351" y="279763"/>
                  </a:lnTo>
                  <a:lnTo>
                    <a:pt x="33564" y="278612"/>
                  </a:lnTo>
                  <a:lnTo>
                    <a:pt x="1151" y="246199"/>
                  </a:lnTo>
                  <a:lnTo>
                    <a:pt x="0" y="240412"/>
                  </a:lnTo>
                  <a:lnTo>
                    <a:pt x="0" y="234396"/>
                  </a:lnTo>
                  <a:lnTo>
                    <a:pt x="0" y="39350"/>
                  </a:lnTo>
                  <a:lnTo>
                    <a:pt x="22447" y="5755"/>
                  </a:lnTo>
                  <a:lnTo>
                    <a:pt x="39351" y="0"/>
                  </a:lnTo>
                  <a:lnTo>
                    <a:pt x="5162747" y="0"/>
                  </a:lnTo>
                  <a:lnTo>
                    <a:pt x="5196343" y="22447"/>
                  </a:lnTo>
                  <a:lnTo>
                    <a:pt x="5202098" y="39350"/>
                  </a:lnTo>
                  <a:lnTo>
                    <a:pt x="5202098" y="240412"/>
                  </a:lnTo>
                  <a:lnTo>
                    <a:pt x="5179650" y="274008"/>
                  </a:lnTo>
                  <a:lnTo>
                    <a:pt x="5168534" y="278612"/>
                  </a:lnTo>
                  <a:lnTo>
                    <a:pt x="5162747" y="279763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366" name="object 36">
              <a:extLst>
                <a:ext uri="{FF2B5EF4-FFF2-40B4-BE49-F238E27FC236}">
                  <a16:creationId xmlns:a16="http://schemas.microsoft.com/office/drawing/2014/main" id="{A275AECA-0D88-6441-35FB-F26FE5F3A015}"/>
                </a:ext>
              </a:extLst>
            </p:cNvPr>
            <p:cNvSpPr txBox="1"/>
            <p:nvPr/>
          </p:nvSpPr>
          <p:spPr>
            <a:xfrm>
              <a:off x="764621" y="2951864"/>
              <a:ext cx="1027430" cy="12824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75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Release</a:t>
              </a:r>
              <a:r>
                <a:rPr sz="75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Mouse/Keyboard</a:t>
              </a:r>
              <a:endParaRPr sz="75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sp>
          <p:nvSpPr>
            <p:cNvPr id="367" name="object 37">
              <a:extLst>
                <a:ext uri="{FF2B5EF4-FFF2-40B4-BE49-F238E27FC236}">
                  <a16:creationId xmlns:a16="http://schemas.microsoft.com/office/drawing/2014/main" id="{57800523-3643-2AD3-F91F-3FBE5155073B}"/>
                </a:ext>
              </a:extLst>
            </p:cNvPr>
            <p:cNvSpPr/>
            <p:nvPr/>
          </p:nvSpPr>
          <p:spPr>
            <a:xfrm>
              <a:off x="5087200" y="2954356"/>
              <a:ext cx="711200" cy="159385"/>
            </a:xfrm>
            <a:custGeom>
              <a:avLst/>
              <a:gdLst/>
              <a:ahLst/>
              <a:cxnLst/>
              <a:rect l="l" t="t" r="r" b="b"/>
              <a:pathLst>
                <a:path w="711200" h="159385">
                  <a:moveTo>
                    <a:pt x="684517" y="158784"/>
                  </a:moveTo>
                  <a:lnTo>
                    <a:pt x="26233" y="158784"/>
                  </a:lnTo>
                  <a:lnTo>
                    <a:pt x="22375" y="158017"/>
                  </a:lnTo>
                  <a:lnTo>
                    <a:pt x="0" y="132550"/>
                  </a:lnTo>
                  <a:lnTo>
                    <a:pt x="0" y="128540"/>
                  </a:lnTo>
                  <a:lnTo>
                    <a:pt x="0" y="26233"/>
                  </a:lnTo>
                  <a:lnTo>
                    <a:pt x="26233" y="0"/>
                  </a:lnTo>
                  <a:lnTo>
                    <a:pt x="684517" y="0"/>
                  </a:lnTo>
                  <a:lnTo>
                    <a:pt x="710751" y="26233"/>
                  </a:lnTo>
                  <a:lnTo>
                    <a:pt x="710751" y="132550"/>
                  </a:lnTo>
                  <a:lnTo>
                    <a:pt x="688375" y="158017"/>
                  </a:lnTo>
                  <a:lnTo>
                    <a:pt x="684517" y="158784"/>
                  </a:lnTo>
                  <a:close/>
                </a:path>
              </a:pathLst>
            </a:custGeom>
            <a:solidFill>
              <a:srgbClr val="0078D4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368" name="object 38">
              <a:extLst>
                <a:ext uri="{FF2B5EF4-FFF2-40B4-BE49-F238E27FC236}">
                  <a16:creationId xmlns:a16="http://schemas.microsoft.com/office/drawing/2014/main" id="{2AE242F3-6337-A7C0-272A-2FF87EE7704D}"/>
                </a:ext>
              </a:extLst>
            </p:cNvPr>
            <p:cNvSpPr txBox="1"/>
            <p:nvPr/>
          </p:nvSpPr>
          <p:spPr>
            <a:xfrm>
              <a:off x="5132509" y="2967655"/>
              <a:ext cx="614680" cy="108363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60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Courier New"/>
                </a:rPr>
                <a:t>Ctrl</a:t>
              </a:r>
              <a:r>
                <a:rPr sz="55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Times New Roman"/>
                </a:rPr>
                <a:t>+</a:t>
              </a:r>
              <a:r>
                <a:rPr sz="60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Courier New"/>
                </a:rPr>
                <a:t>Alt</a:t>
              </a:r>
              <a:r>
                <a:rPr sz="55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Times New Roman"/>
                </a:rPr>
                <a:t>+</a:t>
              </a:r>
              <a:r>
                <a:rPr sz="60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Courier New"/>
                </a:rPr>
                <a:t>Left</a:t>
              </a:r>
              <a:endParaRPr sz="600">
                <a:latin typeface="Roboto Slab" pitchFamily="2" charset="0"/>
                <a:ea typeface="Roboto Slab" pitchFamily="2" charset="0"/>
                <a:cs typeface="Courier New"/>
              </a:endParaRPr>
            </a:p>
          </p:txBody>
        </p:sp>
        <p:grpSp>
          <p:nvGrpSpPr>
            <p:cNvPr id="369" name="object 39">
              <a:extLst>
                <a:ext uri="{FF2B5EF4-FFF2-40B4-BE49-F238E27FC236}">
                  <a16:creationId xmlns:a16="http://schemas.microsoft.com/office/drawing/2014/main" id="{E16CC84B-73DA-C156-1ED5-0324DB8B9687}"/>
                </a:ext>
              </a:extLst>
            </p:cNvPr>
            <p:cNvGrpSpPr/>
            <p:nvPr/>
          </p:nvGrpSpPr>
          <p:grpSpPr>
            <a:xfrm>
              <a:off x="686558" y="3234091"/>
              <a:ext cx="5202555" cy="295275"/>
              <a:chOff x="686558" y="3234091"/>
              <a:chExt cx="5202555" cy="295275"/>
            </a:xfrm>
          </p:grpSpPr>
          <p:sp>
            <p:nvSpPr>
              <p:cNvPr id="418" name="object 40">
                <a:extLst>
                  <a:ext uri="{FF2B5EF4-FFF2-40B4-BE49-F238E27FC236}">
                    <a16:creationId xmlns:a16="http://schemas.microsoft.com/office/drawing/2014/main" id="{5E365705-79D6-1DBD-71AE-B77E17CEAE79}"/>
                  </a:ext>
                </a:extLst>
              </p:cNvPr>
              <p:cNvSpPr/>
              <p:nvPr/>
            </p:nvSpPr>
            <p:spPr>
              <a:xfrm>
                <a:off x="690368" y="3237901"/>
                <a:ext cx="5194935" cy="287655"/>
              </a:xfrm>
              <a:custGeom>
                <a:avLst/>
                <a:gdLst/>
                <a:ahLst/>
                <a:cxnLst/>
                <a:rect l="l" t="t" r="r" b="b"/>
                <a:pathLst>
                  <a:path w="5194935" h="287654">
                    <a:moveTo>
                      <a:pt x="5158465" y="287325"/>
                    </a:moveTo>
                    <a:lnTo>
                      <a:pt x="36071" y="287325"/>
                    </a:lnTo>
                    <a:lnTo>
                      <a:pt x="30766" y="286269"/>
                    </a:lnTo>
                    <a:lnTo>
                      <a:pt x="1055" y="256557"/>
                    </a:lnTo>
                    <a:lnTo>
                      <a:pt x="0" y="251253"/>
                    </a:lnTo>
                    <a:lnTo>
                      <a:pt x="0" y="245738"/>
                    </a:lnTo>
                    <a:lnTo>
                      <a:pt x="0" y="36071"/>
                    </a:lnTo>
                    <a:lnTo>
                      <a:pt x="30766" y="1055"/>
                    </a:lnTo>
                    <a:lnTo>
                      <a:pt x="36071" y="0"/>
                    </a:lnTo>
                    <a:lnTo>
                      <a:pt x="5158465" y="0"/>
                    </a:lnTo>
                    <a:lnTo>
                      <a:pt x="5193481" y="30766"/>
                    </a:lnTo>
                    <a:lnTo>
                      <a:pt x="5194537" y="36071"/>
                    </a:lnTo>
                    <a:lnTo>
                      <a:pt x="5194537" y="251253"/>
                    </a:lnTo>
                    <a:lnTo>
                      <a:pt x="5163770" y="286269"/>
                    </a:lnTo>
                    <a:lnTo>
                      <a:pt x="5158465" y="28732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19" name="object 41">
                <a:extLst>
                  <a:ext uri="{FF2B5EF4-FFF2-40B4-BE49-F238E27FC236}">
                    <a16:creationId xmlns:a16="http://schemas.microsoft.com/office/drawing/2014/main" id="{ABC3D2CD-C1B0-B72E-4407-AA61246B7F2B}"/>
                  </a:ext>
                </a:extLst>
              </p:cNvPr>
              <p:cNvSpPr/>
              <p:nvPr/>
            </p:nvSpPr>
            <p:spPr>
              <a:xfrm>
                <a:off x="690368" y="3237901"/>
                <a:ext cx="5194935" cy="287655"/>
              </a:xfrm>
              <a:custGeom>
                <a:avLst/>
                <a:gdLst/>
                <a:ahLst/>
                <a:cxnLst/>
                <a:rect l="l" t="t" r="r" b="b"/>
                <a:pathLst>
                  <a:path w="5194935" h="287654">
                    <a:moveTo>
                      <a:pt x="0" y="245738"/>
                    </a:moveTo>
                    <a:lnTo>
                      <a:pt x="0" y="41586"/>
                    </a:lnTo>
                    <a:lnTo>
                      <a:pt x="0" y="36071"/>
                    </a:lnTo>
                    <a:lnTo>
                      <a:pt x="1055" y="30766"/>
                    </a:lnTo>
                    <a:lnTo>
                      <a:pt x="3165" y="25671"/>
                    </a:lnTo>
                    <a:lnTo>
                      <a:pt x="5275" y="20576"/>
                    </a:lnTo>
                    <a:lnTo>
                      <a:pt x="8280" y="16079"/>
                    </a:lnTo>
                    <a:lnTo>
                      <a:pt x="36071" y="0"/>
                    </a:lnTo>
                    <a:lnTo>
                      <a:pt x="41586" y="0"/>
                    </a:lnTo>
                    <a:lnTo>
                      <a:pt x="5152951" y="0"/>
                    </a:lnTo>
                    <a:lnTo>
                      <a:pt x="5158465" y="0"/>
                    </a:lnTo>
                    <a:lnTo>
                      <a:pt x="5163770" y="1055"/>
                    </a:lnTo>
                    <a:lnTo>
                      <a:pt x="5191371" y="25671"/>
                    </a:lnTo>
                    <a:lnTo>
                      <a:pt x="5193481" y="30766"/>
                    </a:lnTo>
                    <a:lnTo>
                      <a:pt x="5194537" y="36071"/>
                    </a:lnTo>
                    <a:lnTo>
                      <a:pt x="5194537" y="41586"/>
                    </a:lnTo>
                    <a:lnTo>
                      <a:pt x="5194537" y="245738"/>
                    </a:lnTo>
                    <a:lnTo>
                      <a:pt x="5173960" y="282048"/>
                    </a:lnTo>
                    <a:lnTo>
                      <a:pt x="5152951" y="287325"/>
                    </a:lnTo>
                    <a:lnTo>
                      <a:pt x="41586" y="287325"/>
                    </a:lnTo>
                    <a:lnTo>
                      <a:pt x="5275" y="266747"/>
                    </a:lnTo>
                    <a:lnTo>
                      <a:pt x="0" y="251253"/>
                    </a:lnTo>
                    <a:lnTo>
                      <a:pt x="0" y="245738"/>
                    </a:lnTo>
                    <a:close/>
                  </a:path>
                </a:pathLst>
              </a:custGeom>
              <a:ln w="7561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370" name="object 42">
              <a:extLst>
                <a:ext uri="{FF2B5EF4-FFF2-40B4-BE49-F238E27FC236}">
                  <a16:creationId xmlns:a16="http://schemas.microsoft.com/office/drawing/2014/main" id="{8F21FFB3-4ABE-5B76-2FA3-A1CB2EE03EEF}"/>
                </a:ext>
              </a:extLst>
            </p:cNvPr>
            <p:cNvSpPr txBox="1"/>
            <p:nvPr/>
          </p:nvSpPr>
          <p:spPr>
            <a:xfrm>
              <a:off x="772183" y="3299678"/>
              <a:ext cx="1104900" cy="12824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7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Navigate</a:t>
              </a:r>
              <a:r>
                <a:rPr sz="7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Hyper-</a:t>
              </a:r>
              <a:r>
                <a:rPr sz="750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V</a:t>
              </a:r>
              <a:r>
                <a:rPr sz="750" spc="-6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Manager</a:t>
              </a:r>
              <a:endParaRPr sz="75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sp>
          <p:nvSpPr>
            <p:cNvPr id="371" name="object 43">
              <a:extLst>
                <a:ext uri="{FF2B5EF4-FFF2-40B4-BE49-F238E27FC236}">
                  <a16:creationId xmlns:a16="http://schemas.microsoft.com/office/drawing/2014/main" id="{B05134BC-3AB2-3CF3-FC12-4619E0879764}"/>
                </a:ext>
              </a:extLst>
            </p:cNvPr>
            <p:cNvSpPr/>
            <p:nvPr/>
          </p:nvSpPr>
          <p:spPr>
            <a:xfrm>
              <a:off x="4943537" y="3302171"/>
              <a:ext cx="847090" cy="159385"/>
            </a:xfrm>
            <a:custGeom>
              <a:avLst/>
              <a:gdLst/>
              <a:ahLst/>
              <a:cxnLst/>
              <a:rect l="l" t="t" r="r" b="b"/>
              <a:pathLst>
                <a:path w="847089" h="159385">
                  <a:moveTo>
                    <a:pt x="820619" y="158784"/>
                  </a:moveTo>
                  <a:lnTo>
                    <a:pt x="26233" y="158784"/>
                  </a:lnTo>
                  <a:lnTo>
                    <a:pt x="22375" y="158017"/>
                  </a:lnTo>
                  <a:lnTo>
                    <a:pt x="0" y="132550"/>
                  </a:lnTo>
                  <a:lnTo>
                    <a:pt x="0" y="128540"/>
                  </a:lnTo>
                  <a:lnTo>
                    <a:pt x="0" y="26233"/>
                  </a:lnTo>
                  <a:lnTo>
                    <a:pt x="26233" y="0"/>
                  </a:lnTo>
                  <a:lnTo>
                    <a:pt x="820619" y="0"/>
                  </a:lnTo>
                  <a:lnTo>
                    <a:pt x="846853" y="26233"/>
                  </a:lnTo>
                  <a:lnTo>
                    <a:pt x="846853" y="132550"/>
                  </a:lnTo>
                  <a:lnTo>
                    <a:pt x="824477" y="158017"/>
                  </a:lnTo>
                  <a:lnTo>
                    <a:pt x="820619" y="158784"/>
                  </a:lnTo>
                  <a:close/>
                </a:path>
              </a:pathLst>
            </a:custGeom>
            <a:solidFill>
              <a:srgbClr val="0078D4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372" name="object 44">
              <a:extLst>
                <a:ext uri="{FF2B5EF4-FFF2-40B4-BE49-F238E27FC236}">
                  <a16:creationId xmlns:a16="http://schemas.microsoft.com/office/drawing/2014/main" id="{B5C9E0F4-A14D-CE4B-1ECD-B74EA27BFD7D}"/>
                </a:ext>
              </a:extLst>
            </p:cNvPr>
            <p:cNvSpPr txBox="1"/>
            <p:nvPr/>
          </p:nvSpPr>
          <p:spPr>
            <a:xfrm>
              <a:off x="4988846" y="3315470"/>
              <a:ext cx="750570" cy="108363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600" b="1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Courier New"/>
                </a:rPr>
                <a:t>Tab</a:t>
              </a:r>
              <a:r>
                <a:rPr sz="60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Courier New"/>
                </a:rPr>
                <a:t> </a:t>
              </a:r>
              <a:r>
                <a:rPr sz="550" b="1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Tahoma"/>
                </a:rPr>
                <a:t>/</a:t>
              </a:r>
              <a:r>
                <a:rPr sz="550" b="1" spc="204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Tahoma"/>
                </a:rPr>
                <a:t> </a:t>
              </a:r>
              <a:r>
                <a:rPr sz="600" b="1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Courier New"/>
                </a:rPr>
                <a:t>Arrow</a:t>
              </a:r>
              <a:r>
                <a:rPr sz="600" b="1" spc="-4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Courier New"/>
                </a:rPr>
                <a:t> </a:t>
              </a:r>
              <a:r>
                <a:rPr sz="600" b="1" spc="-2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Courier New"/>
                </a:rPr>
                <a:t>Keys</a:t>
              </a:r>
              <a:endParaRPr sz="600">
                <a:latin typeface="Roboto Slab" pitchFamily="2" charset="0"/>
                <a:ea typeface="Roboto Slab" pitchFamily="2" charset="0"/>
                <a:cs typeface="Courier New"/>
              </a:endParaRPr>
            </a:p>
          </p:txBody>
        </p:sp>
        <p:grpSp>
          <p:nvGrpSpPr>
            <p:cNvPr id="373" name="object 45">
              <a:extLst>
                <a:ext uri="{FF2B5EF4-FFF2-40B4-BE49-F238E27FC236}">
                  <a16:creationId xmlns:a16="http://schemas.microsoft.com/office/drawing/2014/main" id="{83D880CF-921E-C7A1-4CC2-AFF3AAC58BAD}"/>
                </a:ext>
              </a:extLst>
            </p:cNvPr>
            <p:cNvGrpSpPr/>
            <p:nvPr/>
          </p:nvGrpSpPr>
          <p:grpSpPr>
            <a:xfrm>
              <a:off x="512063" y="3770376"/>
              <a:ext cx="5550535" cy="1430020"/>
              <a:chOff x="512063" y="3770376"/>
              <a:chExt cx="5550535" cy="1430020"/>
            </a:xfrm>
          </p:grpSpPr>
          <p:sp>
            <p:nvSpPr>
              <p:cNvPr id="411" name="object 46">
                <a:extLst>
                  <a:ext uri="{FF2B5EF4-FFF2-40B4-BE49-F238E27FC236}">
                    <a16:creationId xmlns:a16="http://schemas.microsoft.com/office/drawing/2014/main" id="{92D809C7-1C46-C681-C12B-6FB468AFFD9C}"/>
                  </a:ext>
                </a:extLst>
              </p:cNvPr>
              <p:cNvSpPr/>
              <p:nvPr/>
            </p:nvSpPr>
            <p:spPr>
              <a:xfrm>
                <a:off x="512063" y="3770376"/>
                <a:ext cx="5550535" cy="1430020"/>
              </a:xfrm>
              <a:custGeom>
                <a:avLst/>
                <a:gdLst/>
                <a:ahLst/>
                <a:cxnLst/>
                <a:rect l="l" t="t" r="r" b="b"/>
                <a:pathLst>
                  <a:path w="5550535" h="1430020">
                    <a:moveTo>
                      <a:pt x="5550407" y="1429511"/>
                    </a:moveTo>
                    <a:lnTo>
                      <a:pt x="0" y="1429511"/>
                    </a:lnTo>
                    <a:lnTo>
                      <a:pt x="0" y="0"/>
                    </a:lnTo>
                    <a:lnTo>
                      <a:pt x="5550407" y="0"/>
                    </a:lnTo>
                    <a:lnTo>
                      <a:pt x="5550407" y="30834"/>
                    </a:lnTo>
                    <a:lnTo>
                      <a:pt x="121595" y="30834"/>
                    </a:lnTo>
                    <a:lnTo>
                      <a:pt x="113401" y="31229"/>
                    </a:lnTo>
                    <a:lnTo>
                      <a:pt x="75377" y="44838"/>
                    </a:lnTo>
                    <a:lnTo>
                      <a:pt x="48254" y="74759"/>
                    </a:lnTo>
                    <a:lnTo>
                      <a:pt x="38422" y="114007"/>
                    </a:lnTo>
                    <a:lnTo>
                      <a:pt x="38422" y="1301114"/>
                    </a:lnTo>
                    <a:lnTo>
                      <a:pt x="48254" y="1340361"/>
                    </a:lnTo>
                    <a:lnTo>
                      <a:pt x="75378" y="1370282"/>
                    </a:lnTo>
                    <a:lnTo>
                      <a:pt x="113401" y="1383891"/>
                    </a:lnTo>
                    <a:lnTo>
                      <a:pt x="121595" y="1384287"/>
                    </a:lnTo>
                    <a:lnTo>
                      <a:pt x="5550407" y="1384287"/>
                    </a:lnTo>
                    <a:lnTo>
                      <a:pt x="5550407" y="1429511"/>
                    </a:lnTo>
                    <a:close/>
                  </a:path>
                  <a:path w="5550535" h="1430020">
                    <a:moveTo>
                      <a:pt x="5550407" y="1384287"/>
                    </a:moveTo>
                    <a:lnTo>
                      <a:pt x="5429551" y="1384287"/>
                    </a:lnTo>
                    <a:lnTo>
                      <a:pt x="5437744" y="1383891"/>
                    </a:lnTo>
                    <a:lnTo>
                      <a:pt x="5445779" y="1382704"/>
                    </a:lnTo>
                    <a:lnTo>
                      <a:pt x="5482289" y="1365440"/>
                    </a:lnTo>
                    <a:lnTo>
                      <a:pt x="5506392" y="1332942"/>
                    </a:lnTo>
                    <a:lnTo>
                      <a:pt x="5512724" y="1301114"/>
                    </a:lnTo>
                    <a:lnTo>
                      <a:pt x="5512724" y="114007"/>
                    </a:lnTo>
                    <a:lnTo>
                      <a:pt x="5502891" y="74759"/>
                    </a:lnTo>
                    <a:lnTo>
                      <a:pt x="5475767" y="44838"/>
                    </a:lnTo>
                    <a:lnTo>
                      <a:pt x="5437744" y="31229"/>
                    </a:lnTo>
                    <a:lnTo>
                      <a:pt x="5429551" y="30834"/>
                    </a:lnTo>
                    <a:lnTo>
                      <a:pt x="5550407" y="30834"/>
                    </a:lnTo>
                    <a:lnTo>
                      <a:pt x="5550407" y="1384287"/>
                    </a:lnTo>
                    <a:close/>
                  </a:path>
                </a:pathLst>
              </a:custGeom>
              <a:solidFill>
                <a:srgbClr val="000000">
                  <a:alpha val="587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12" name="object 47">
                <a:extLst>
                  <a:ext uri="{FF2B5EF4-FFF2-40B4-BE49-F238E27FC236}">
                    <a16:creationId xmlns:a16="http://schemas.microsoft.com/office/drawing/2014/main" id="{19D136A6-EE13-9706-5756-D499FEA92520}"/>
                  </a:ext>
                </a:extLst>
              </p:cNvPr>
              <p:cNvSpPr/>
              <p:nvPr/>
            </p:nvSpPr>
            <p:spPr>
              <a:xfrm>
                <a:off x="546705" y="3797429"/>
                <a:ext cx="5481955" cy="1361440"/>
              </a:xfrm>
              <a:custGeom>
                <a:avLst/>
                <a:gdLst/>
                <a:ahLst/>
                <a:cxnLst/>
                <a:rect l="l" t="t" r="r" b="b"/>
                <a:pathLst>
                  <a:path w="5481955" h="1361439">
                    <a:moveTo>
                      <a:pt x="5400618" y="1361013"/>
                    </a:moveTo>
                    <a:lnTo>
                      <a:pt x="81244" y="1361013"/>
                    </a:lnTo>
                    <a:lnTo>
                      <a:pt x="75589" y="1360456"/>
                    </a:lnTo>
                    <a:lnTo>
                      <a:pt x="33897" y="1343187"/>
                    </a:lnTo>
                    <a:lnTo>
                      <a:pt x="8803" y="1312610"/>
                    </a:lnTo>
                    <a:lnTo>
                      <a:pt x="0" y="1279769"/>
                    </a:lnTo>
                    <a:lnTo>
                      <a:pt x="0" y="1274060"/>
                    </a:lnTo>
                    <a:lnTo>
                      <a:pt x="0" y="81244"/>
                    </a:lnTo>
                    <a:lnTo>
                      <a:pt x="11482" y="43391"/>
                    </a:lnTo>
                    <a:lnTo>
                      <a:pt x="43392" y="11481"/>
                    </a:lnTo>
                    <a:lnTo>
                      <a:pt x="81244" y="0"/>
                    </a:lnTo>
                    <a:lnTo>
                      <a:pt x="5400618" y="0"/>
                    </a:lnTo>
                    <a:lnTo>
                      <a:pt x="5438470" y="11481"/>
                    </a:lnTo>
                    <a:lnTo>
                      <a:pt x="5470380" y="43391"/>
                    </a:lnTo>
                    <a:lnTo>
                      <a:pt x="5481863" y="81244"/>
                    </a:lnTo>
                    <a:lnTo>
                      <a:pt x="5481863" y="1279769"/>
                    </a:lnTo>
                    <a:lnTo>
                      <a:pt x="5470380" y="1317621"/>
                    </a:lnTo>
                    <a:lnTo>
                      <a:pt x="5438470" y="1349531"/>
                    </a:lnTo>
                    <a:lnTo>
                      <a:pt x="5406273" y="1360456"/>
                    </a:lnTo>
                    <a:lnTo>
                      <a:pt x="5400618" y="136101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13" name="object 48">
                <a:extLst>
                  <a:ext uri="{FF2B5EF4-FFF2-40B4-BE49-F238E27FC236}">
                    <a16:creationId xmlns:a16="http://schemas.microsoft.com/office/drawing/2014/main" id="{426F2310-F0F7-D8E1-F18F-7D2F3FFC0897}"/>
                  </a:ext>
                </a:extLst>
              </p:cNvPr>
              <p:cNvSpPr/>
              <p:nvPr/>
            </p:nvSpPr>
            <p:spPr>
              <a:xfrm>
                <a:off x="546705" y="3797429"/>
                <a:ext cx="5481955" cy="1361440"/>
              </a:xfrm>
              <a:custGeom>
                <a:avLst/>
                <a:gdLst/>
                <a:ahLst/>
                <a:cxnLst/>
                <a:rect l="l" t="t" r="r" b="b"/>
                <a:pathLst>
                  <a:path w="5481955" h="1361439">
                    <a:moveTo>
                      <a:pt x="0" y="1274060"/>
                    </a:moveTo>
                    <a:lnTo>
                      <a:pt x="0" y="86953"/>
                    </a:lnTo>
                    <a:lnTo>
                      <a:pt x="0" y="81244"/>
                    </a:lnTo>
                    <a:lnTo>
                      <a:pt x="556" y="75589"/>
                    </a:lnTo>
                    <a:lnTo>
                      <a:pt x="1670" y="69989"/>
                    </a:lnTo>
                    <a:lnTo>
                      <a:pt x="2784" y="64389"/>
                    </a:lnTo>
                    <a:lnTo>
                      <a:pt x="4434" y="58952"/>
                    </a:lnTo>
                    <a:lnTo>
                      <a:pt x="6618" y="53677"/>
                    </a:lnTo>
                    <a:lnTo>
                      <a:pt x="8803" y="48402"/>
                    </a:lnTo>
                    <a:lnTo>
                      <a:pt x="11482" y="43391"/>
                    </a:lnTo>
                    <a:lnTo>
                      <a:pt x="14654" y="38644"/>
                    </a:lnTo>
                    <a:lnTo>
                      <a:pt x="17826" y="33897"/>
                    </a:lnTo>
                    <a:lnTo>
                      <a:pt x="21430" y="29504"/>
                    </a:lnTo>
                    <a:lnTo>
                      <a:pt x="25468" y="25468"/>
                    </a:lnTo>
                    <a:lnTo>
                      <a:pt x="29505" y="21430"/>
                    </a:lnTo>
                    <a:lnTo>
                      <a:pt x="33897" y="17825"/>
                    </a:lnTo>
                    <a:lnTo>
                      <a:pt x="38644" y="14653"/>
                    </a:lnTo>
                    <a:lnTo>
                      <a:pt x="43392" y="11481"/>
                    </a:lnTo>
                    <a:lnTo>
                      <a:pt x="48403" y="8803"/>
                    </a:lnTo>
                    <a:lnTo>
                      <a:pt x="53677" y="6618"/>
                    </a:lnTo>
                    <a:lnTo>
                      <a:pt x="58952" y="4433"/>
                    </a:lnTo>
                    <a:lnTo>
                      <a:pt x="64390" y="2784"/>
                    </a:lnTo>
                    <a:lnTo>
                      <a:pt x="69989" y="1670"/>
                    </a:lnTo>
                    <a:lnTo>
                      <a:pt x="75589" y="556"/>
                    </a:lnTo>
                    <a:lnTo>
                      <a:pt x="81244" y="0"/>
                    </a:lnTo>
                    <a:lnTo>
                      <a:pt x="86953" y="0"/>
                    </a:lnTo>
                    <a:lnTo>
                      <a:pt x="5394909" y="0"/>
                    </a:lnTo>
                    <a:lnTo>
                      <a:pt x="5400618" y="0"/>
                    </a:lnTo>
                    <a:lnTo>
                      <a:pt x="5406273" y="556"/>
                    </a:lnTo>
                    <a:lnTo>
                      <a:pt x="5411873" y="1670"/>
                    </a:lnTo>
                    <a:lnTo>
                      <a:pt x="5417472" y="2784"/>
                    </a:lnTo>
                    <a:lnTo>
                      <a:pt x="5422910" y="4433"/>
                    </a:lnTo>
                    <a:lnTo>
                      <a:pt x="5428184" y="6618"/>
                    </a:lnTo>
                    <a:lnTo>
                      <a:pt x="5433459" y="8803"/>
                    </a:lnTo>
                    <a:lnTo>
                      <a:pt x="5464036" y="33897"/>
                    </a:lnTo>
                    <a:lnTo>
                      <a:pt x="5480192" y="69989"/>
                    </a:lnTo>
                    <a:lnTo>
                      <a:pt x="5481306" y="75589"/>
                    </a:lnTo>
                    <a:lnTo>
                      <a:pt x="5481863" y="81244"/>
                    </a:lnTo>
                    <a:lnTo>
                      <a:pt x="5481863" y="86953"/>
                    </a:lnTo>
                    <a:lnTo>
                      <a:pt x="5481863" y="1274060"/>
                    </a:lnTo>
                    <a:lnTo>
                      <a:pt x="5481863" y="1279769"/>
                    </a:lnTo>
                    <a:lnTo>
                      <a:pt x="5481306" y="1285424"/>
                    </a:lnTo>
                    <a:lnTo>
                      <a:pt x="5467208" y="1322369"/>
                    </a:lnTo>
                    <a:lnTo>
                      <a:pt x="5464036" y="1327116"/>
                    </a:lnTo>
                    <a:lnTo>
                      <a:pt x="5433459" y="1352209"/>
                    </a:lnTo>
                    <a:lnTo>
                      <a:pt x="5428184" y="1354394"/>
                    </a:lnTo>
                    <a:lnTo>
                      <a:pt x="5422910" y="1356579"/>
                    </a:lnTo>
                    <a:lnTo>
                      <a:pt x="5394909" y="1361014"/>
                    </a:lnTo>
                    <a:lnTo>
                      <a:pt x="86953" y="1361014"/>
                    </a:lnTo>
                    <a:lnTo>
                      <a:pt x="81244" y="1361013"/>
                    </a:lnTo>
                    <a:lnTo>
                      <a:pt x="75589" y="1360456"/>
                    </a:lnTo>
                    <a:lnTo>
                      <a:pt x="69989" y="1359342"/>
                    </a:lnTo>
                    <a:lnTo>
                      <a:pt x="64390" y="1358228"/>
                    </a:lnTo>
                    <a:lnTo>
                      <a:pt x="58952" y="1356579"/>
                    </a:lnTo>
                    <a:lnTo>
                      <a:pt x="53677" y="1354394"/>
                    </a:lnTo>
                    <a:lnTo>
                      <a:pt x="48403" y="1352209"/>
                    </a:lnTo>
                    <a:lnTo>
                      <a:pt x="25468" y="1335546"/>
                    </a:lnTo>
                    <a:lnTo>
                      <a:pt x="21430" y="1331509"/>
                    </a:lnTo>
                    <a:lnTo>
                      <a:pt x="17826" y="1327116"/>
                    </a:lnTo>
                    <a:lnTo>
                      <a:pt x="14654" y="1322369"/>
                    </a:lnTo>
                    <a:lnTo>
                      <a:pt x="11482" y="1317621"/>
                    </a:lnTo>
                    <a:lnTo>
                      <a:pt x="8803" y="1312610"/>
                    </a:lnTo>
                    <a:lnTo>
                      <a:pt x="6618" y="1307336"/>
                    </a:lnTo>
                    <a:lnTo>
                      <a:pt x="4434" y="1302061"/>
                    </a:lnTo>
                    <a:lnTo>
                      <a:pt x="2784" y="1296623"/>
                    </a:lnTo>
                    <a:lnTo>
                      <a:pt x="1670" y="1291023"/>
                    </a:lnTo>
                    <a:lnTo>
                      <a:pt x="556" y="1285424"/>
                    </a:lnTo>
                    <a:lnTo>
                      <a:pt x="0" y="1279769"/>
                    </a:lnTo>
                    <a:lnTo>
                      <a:pt x="0" y="1274060"/>
                    </a:lnTo>
                    <a:close/>
                  </a:path>
                </a:pathLst>
              </a:custGeom>
              <a:ln w="7561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14" name="object 49">
                <a:extLst>
                  <a:ext uri="{FF2B5EF4-FFF2-40B4-BE49-F238E27FC236}">
                    <a16:creationId xmlns:a16="http://schemas.microsoft.com/office/drawing/2014/main" id="{6CEA5924-1B05-F0E6-0CFC-BBF452616465}"/>
                  </a:ext>
                </a:extLst>
              </p:cNvPr>
              <p:cNvSpPr/>
              <p:nvPr/>
            </p:nvSpPr>
            <p:spPr>
              <a:xfrm>
                <a:off x="697929" y="4610257"/>
                <a:ext cx="5191125" cy="408305"/>
              </a:xfrm>
              <a:custGeom>
                <a:avLst/>
                <a:gdLst/>
                <a:ahLst/>
                <a:cxnLst/>
                <a:rect l="l" t="t" r="r" b="b"/>
                <a:pathLst>
                  <a:path w="5191125" h="408304">
                    <a:moveTo>
                      <a:pt x="5151405" y="408303"/>
                    </a:moveTo>
                    <a:lnTo>
                      <a:pt x="29513" y="408303"/>
                    </a:lnTo>
                    <a:lnTo>
                      <a:pt x="25172" y="407152"/>
                    </a:lnTo>
                    <a:lnTo>
                      <a:pt x="863" y="374739"/>
                    </a:lnTo>
                    <a:lnTo>
                      <a:pt x="0" y="368952"/>
                    </a:lnTo>
                    <a:lnTo>
                      <a:pt x="0" y="362937"/>
                    </a:lnTo>
                    <a:lnTo>
                      <a:pt x="0" y="39351"/>
                    </a:lnTo>
                    <a:lnTo>
                      <a:pt x="25172" y="1150"/>
                    </a:lnTo>
                    <a:lnTo>
                      <a:pt x="29513" y="0"/>
                    </a:lnTo>
                    <a:lnTo>
                      <a:pt x="5151405" y="0"/>
                    </a:lnTo>
                    <a:lnTo>
                      <a:pt x="5185001" y="22447"/>
                    </a:lnTo>
                    <a:lnTo>
                      <a:pt x="5190756" y="39351"/>
                    </a:lnTo>
                    <a:lnTo>
                      <a:pt x="5190756" y="368952"/>
                    </a:lnTo>
                    <a:lnTo>
                      <a:pt x="5168309" y="402547"/>
                    </a:lnTo>
                    <a:lnTo>
                      <a:pt x="5157193" y="407152"/>
                    </a:lnTo>
                    <a:lnTo>
                      <a:pt x="5151405" y="408303"/>
                    </a:lnTo>
                    <a:close/>
                  </a:path>
                </a:pathLst>
              </a:custGeom>
              <a:solidFill>
                <a:srgbClr val="F1F5F9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15" name="object 50">
                <a:extLst>
                  <a:ext uri="{FF2B5EF4-FFF2-40B4-BE49-F238E27FC236}">
                    <a16:creationId xmlns:a16="http://schemas.microsoft.com/office/drawing/2014/main" id="{1C2ED72B-421E-4975-DDE0-EA35CCF09E8A}"/>
                  </a:ext>
                </a:extLst>
              </p:cNvPr>
              <p:cNvSpPr/>
              <p:nvPr/>
            </p:nvSpPr>
            <p:spPr>
              <a:xfrm>
                <a:off x="686587" y="4610904"/>
                <a:ext cx="38735" cy="407034"/>
              </a:xfrm>
              <a:custGeom>
                <a:avLst/>
                <a:gdLst/>
                <a:ahLst/>
                <a:cxnLst/>
                <a:rect l="l" t="t" r="r" b="b"/>
                <a:pathLst>
                  <a:path w="38734" h="407035">
                    <a:moveTo>
                      <a:pt x="38323" y="407011"/>
                    </a:moveTo>
                    <a:lnTo>
                      <a:pt x="3321" y="379706"/>
                    </a:lnTo>
                    <a:lnTo>
                      <a:pt x="0" y="362290"/>
                    </a:lnTo>
                    <a:lnTo>
                      <a:pt x="0" y="44721"/>
                    </a:lnTo>
                    <a:lnTo>
                      <a:pt x="20275" y="6827"/>
                    </a:lnTo>
                    <a:lnTo>
                      <a:pt x="38323" y="0"/>
                    </a:lnTo>
                    <a:lnTo>
                      <a:pt x="33756" y="3782"/>
                    </a:lnTo>
                    <a:lnTo>
                      <a:pt x="29327" y="12641"/>
                    </a:lnTo>
                    <a:lnTo>
                      <a:pt x="26420" y="19629"/>
                    </a:lnTo>
                    <a:lnTo>
                      <a:pt x="24344" y="27305"/>
                    </a:lnTo>
                    <a:lnTo>
                      <a:pt x="23098" y="35669"/>
                    </a:lnTo>
                    <a:lnTo>
                      <a:pt x="22683" y="44721"/>
                    </a:lnTo>
                    <a:lnTo>
                      <a:pt x="22683" y="362290"/>
                    </a:lnTo>
                    <a:lnTo>
                      <a:pt x="33756" y="403228"/>
                    </a:lnTo>
                    <a:lnTo>
                      <a:pt x="38323" y="407011"/>
                    </a:lnTo>
                    <a:close/>
                  </a:path>
                </a:pathLst>
              </a:custGeom>
              <a:solidFill>
                <a:srgbClr val="4F4F4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416" name="object 51">
                <a:extLst>
                  <a:ext uri="{FF2B5EF4-FFF2-40B4-BE49-F238E27FC236}">
                    <a16:creationId xmlns:a16="http://schemas.microsoft.com/office/drawing/2014/main" id="{6D599FA9-3162-3C3A-09C9-463D65B8621D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86587" y="3937311"/>
                <a:ext cx="241958" cy="241957"/>
              </a:xfrm>
              <a:prstGeom prst="rect">
                <a:avLst/>
              </a:prstGeom>
            </p:spPr>
          </p:pic>
          <p:pic>
            <p:nvPicPr>
              <p:cNvPr id="417" name="object 52">
                <a:extLst>
                  <a:ext uri="{FF2B5EF4-FFF2-40B4-BE49-F238E27FC236}">
                    <a16:creationId xmlns:a16="http://schemas.microsoft.com/office/drawing/2014/main" id="{5D51D124-86E0-F432-7944-E0F2F85D1EF8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750857" y="4001584"/>
                <a:ext cx="113417" cy="113417"/>
              </a:xfrm>
              <a:prstGeom prst="rect">
                <a:avLst/>
              </a:prstGeom>
            </p:spPr>
          </p:pic>
        </p:grpSp>
        <p:sp>
          <p:nvSpPr>
            <p:cNvPr id="374" name="object 53">
              <a:extLst>
                <a:ext uri="{FF2B5EF4-FFF2-40B4-BE49-F238E27FC236}">
                  <a16:creationId xmlns:a16="http://schemas.microsoft.com/office/drawing/2014/main" id="{4963422C-480C-3882-8896-F8EA2BD54F43}"/>
                </a:ext>
              </a:extLst>
            </p:cNvPr>
            <p:cNvSpPr txBox="1"/>
            <p:nvPr/>
          </p:nvSpPr>
          <p:spPr>
            <a:xfrm>
              <a:off x="991457" y="3952966"/>
              <a:ext cx="1637664" cy="169918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000" b="1" spc="-7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Screen</a:t>
              </a:r>
              <a:r>
                <a:rPr sz="1000" b="1" spc="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0" b="1" spc="-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Reader</a:t>
              </a:r>
              <a:r>
                <a:rPr sz="1000" b="1" spc="-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Compatibility</a:t>
              </a:r>
              <a:endParaRPr sz="10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75" name="object 54">
              <a:extLst>
                <a:ext uri="{FF2B5EF4-FFF2-40B4-BE49-F238E27FC236}">
                  <a16:creationId xmlns:a16="http://schemas.microsoft.com/office/drawing/2014/main" id="{265B2659-7745-423D-6D1C-ABEDC0C35D6A}"/>
                </a:ext>
              </a:extLst>
            </p:cNvPr>
            <p:cNvSpPr txBox="1"/>
            <p:nvPr/>
          </p:nvSpPr>
          <p:spPr>
            <a:xfrm>
              <a:off x="673887" y="4246188"/>
              <a:ext cx="5198110" cy="26411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12500"/>
                </a:lnSpc>
                <a:spcBef>
                  <a:spcPts val="95"/>
                </a:spcBef>
              </a:pPr>
              <a:r>
                <a:rPr sz="750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750" spc="-7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75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Manager</a:t>
              </a:r>
              <a:r>
                <a:rPr sz="7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is</a:t>
              </a:r>
              <a:r>
                <a:rPr sz="7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compatible</a:t>
              </a:r>
              <a:r>
                <a:rPr sz="750" spc="-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with</a:t>
              </a:r>
              <a:r>
                <a:rPr sz="750" spc="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7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Narrator</a:t>
              </a:r>
              <a:r>
                <a:rPr sz="7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750" spc="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third-party</a:t>
              </a:r>
              <a:r>
                <a:rPr sz="7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screen</a:t>
              </a:r>
              <a:r>
                <a:rPr sz="750" spc="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readers</a:t>
              </a:r>
              <a:r>
                <a:rPr sz="7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114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(JAWS,</a:t>
              </a:r>
              <a:r>
                <a:rPr sz="750" spc="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8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NVDA)</a:t>
              </a:r>
              <a:r>
                <a:rPr sz="7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for</a:t>
              </a:r>
              <a:r>
                <a:rPr sz="7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navigating</a:t>
              </a:r>
              <a:r>
                <a:rPr sz="750" spc="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8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VM</a:t>
              </a:r>
              <a:r>
                <a:rPr sz="750" spc="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lists,</a:t>
              </a:r>
              <a:r>
                <a:rPr sz="750" spc="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settings, </a:t>
              </a:r>
              <a:r>
                <a:rPr sz="7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750" spc="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status</a:t>
              </a:r>
              <a:r>
                <a:rPr sz="7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information.</a:t>
              </a:r>
              <a:endParaRPr sz="75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76" name="object 55">
              <a:extLst>
                <a:ext uri="{FF2B5EF4-FFF2-40B4-BE49-F238E27FC236}">
                  <a16:creationId xmlns:a16="http://schemas.microsoft.com/office/drawing/2014/main" id="{84CCC369-B1F0-8732-4F9D-FCCE10CAB3F2}"/>
                </a:ext>
              </a:extLst>
            </p:cNvPr>
            <p:cNvSpPr txBox="1"/>
            <p:nvPr/>
          </p:nvSpPr>
          <p:spPr>
            <a:xfrm>
              <a:off x="787305" y="4630070"/>
              <a:ext cx="4156232" cy="308418"/>
            </a:xfrm>
            <a:prstGeom prst="rect">
              <a:avLst/>
            </a:prstGeom>
          </p:spPr>
          <p:txBody>
            <a:bodyPr vert="horz" wrap="square" lIns="0" tIns="5651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445"/>
                </a:spcBef>
              </a:pPr>
              <a:r>
                <a:rPr sz="650" b="1" spc="-6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Quick</a:t>
              </a:r>
              <a:r>
                <a:rPr sz="650" b="1" spc="-5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Tip:</a:t>
              </a:r>
              <a:endParaRPr sz="650" dirty="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marL="12700">
                <a:lnSpc>
                  <a:spcPct val="100000"/>
                </a:lnSpc>
                <a:spcBef>
                  <a:spcPts val="350"/>
                </a:spcBef>
              </a:pPr>
              <a:r>
                <a:rPr sz="650" spc="-3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Enable</a:t>
              </a:r>
              <a:r>
                <a:rPr sz="650" spc="-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Narrator</a:t>
              </a:r>
              <a:r>
                <a:rPr sz="65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with</a:t>
              </a:r>
              <a:r>
                <a:rPr sz="650" spc="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b="1" spc="-2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Win+Ctrl+Enter</a:t>
              </a:r>
              <a:r>
                <a:rPr sz="65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</a:t>
              </a:r>
              <a:r>
                <a:rPr sz="650" spc="-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hear</a:t>
              </a:r>
              <a:r>
                <a:rPr sz="65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UI</a:t>
              </a:r>
              <a:r>
                <a:rPr sz="650" spc="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element</a:t>
              </a:r>
              <a:r>
                <a:rPr sz="650" spc="-1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descriptions</a:t>
              </a:r>
              <a:r>
                <a:rPr sz="6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650" spc="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6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VM</a:t>
              </a:r>
              <a:r>
                <a:rPr sz="650" spc="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status</a:t>
              </a:r>
              <a:r>
                <a:rPr sz="650" spc="-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updates</a:t>
              </a:r>
              <a:r>
                <a:rPr sz="6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aloud.</a:t>
              </a:r>
              <a:endParaRPr sz="6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377" name="object 56">
              <a:extLst>
                <a:ext uri="{FF2B5EF4-FFF2-40B4-BE49-F238E27FC236}">
                  <a16:creationId xmlns:a16="http://schemas.microsoft.com/office/drawing/2014/main" id="{D93CC48E-CB26-8E40-268F-D912005FBE19}"/>
                </a:ext>
              </a:extLst>
            </p:cNvPr>
            <p:cNvGrpSpPr/>
            <p:nvPr/>
          </p:nvGrpSpPr>
          <p:grpSpPr>
            <a:xfrm>
              <a:off x="6153911" y="1682495"/>
              <a:ext cx="5541645" cy="2057400"/>
              <a:chOff x="6153911" y="1682495"/>
              <a:chExt cx="5541645" cy="2057400"/>
            </a:xfrm>
          </p:grpSpPr>
          <p:sp>
            <p:nvSpPr>
              <p:cNvPr id="406" name="object 57">
                <a:extLst>
                  <a:ext uri="{FF2B5EF4-FFF2-40B4-BE49-F238E27FC236}">
                    <a16:creationId xmlns:a16="http://schemas.microsoft.com/office/drawing/2014/main" id="{C0E5C181-6F65-3633-2C5C-1A94A654FC70}"/>
                  </a:ext>
                </a:extLst>
              </p:cNvPr>
              <p:cNvSpPr/>
              <p:nvPr/>
            </p:nvSpPr>
            <p:spPr>
              <a:xfrm>
                <a:off x="6153911" y="1682495"/>
                <a:ext cx="5541645" cy="2057400"/>
              </a:xfrm>
              <a:custGeom>
                <a:avLst/>
                <a:gdLst/>
                <a:ahLst/>
                <a:cxnLst/>
                <a:rect l="l" t="t" r="r" b="b"/>
                <a:pathLst>
                  <a:path w="5541645" h="2057400">
                    <a:moveTo>
                      <a:pt x="5541263" y="2057399"/>
                    </a:moveTo>
                    <a:lnTo>
                      <a:pt x="0" y="2057399"/>
                    </a:lnTo>
                    <a:lnTo>
                      <a:pt x="0" y="0"/>
                    </a:lnTo>
                    <a:lnTo>
                      <a:pt x="5541263" y="0"/>
                    </a:lnTo>
                    <a:lnTo>
                      <a:pt x="5541263" y="31825"/>
                    </a:lnTo>
                    <a:lnTo>
                      <a:pt x="120395" y="31825"/>
                    </a:lnTo>
                    <a:lnTo>
                      <a:pt x="112202" y="32221"/>
                    </a:lnTo>
                    <a:lnTo>
                      <a:pt x="74177" y="45829"/>
                    </a:lnTo>
                    <a:lnTo>
                      <a:pt x="47054" y="75751"/>
                    </a:lnTo>
                    <a:lnTo>
                      <a:pt x="37222" y="114998"/>
                    </a:lnTo>
                    <a:lnTo>
                      <a:pt x="37222" y="1929684"/>
                    </a:lnTo>
                    <a:lnTo>
                      <a:pt x="47054" y="1968931"/>
                    </a:lnTo>
                    <a:lnTo>
                      <a:pt x="74178" y="1998852"/>
                    </a:lnTo>
                    <a:lnTo>
                      <a:pt x="112202" y="2012461"/>
                    </a:lnTo>
                    <a:lnTo>
                      <a:pt x="120395" y="2012857"/>
                    </a:lnTo>
                    <a:lnTo>
                      <a:pt x="5541263" y="2012857"/>
                    </a:lnTo>
                    <a:lnTo>
                      <a:pt x="5541263" y="2057399"/>
                    </a:lnTo>
                    <a:close/>
                  </a:path>
                  <a:path w="5541645" h="2057400">
                    <a:moveTo>
                      <a:pt x="5541263" y="2012857"/>
                    </a:moveTo>
                    <a:lnTo>
                      <a:pt x="5420790" y="2012857"/>
                    </a:lnTo>
                    <a:lnTo>
                      <a:pt x="5428983" y="2012461"/>
                    </a:lnTo>
                    <a:lnTo>
                      <a:pt x="5437018" y="2011274"/>
                    </a:lnTo>
                    <a:lnTo>
                      <a:pt x="5473529" y="1994010"/>
                    </a:lnTo>
                    <a:lnTo>
                      <a:pt x="5497632" y="1961512"/>
                    </a:lnTo>
                    <a:lnTo>
                      <a:pt x="5503963" y="1929684"/>
                    </a:lnTo>
                    <a:lnTo>
                      <a:pt x="5503963" y="114998"/>
                    </a:lnTo>
                    <a:lnTo>
                      <a:pt x="5494130" y="75751"/>
                    </a:lnTo>
                    <a:lnTo>
                      <a:pt x="5467006" y="45829"/>
                    </a:lnTo>
                    <a:lnTo>
                      <a:pt x="5428983" y="32221"/>
                    </a:lnTo>
                    <a:lnTo>
                      <a:pt x="5420790" y="31825"/>
                    </a:lnTo>
                    <a:lnTo>
                      <a:pt x="5541263" y="31825"/>
                    </a:lnTo>
                    <a:lnTo>
                      <a:pt x="5541263" y="2012857"/>
                    </a:lnTo>
                    <a:close/>
                  </a:path>
                </a:pathLst>
              </a:custGeom>
              <a:solidFill>
                <a:srgbClr val="000000">
                  <a:alpha val="587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07" name="object 58">
                <a:extLst>
                  <a:ext uri="{FF2B5EF4-FFF2-40B4-BE49-F238E27FC236}">
                    <a16:creationId xmlns:a16="http://schemas.microsoft.com/office/drawing/2014/main" id="{2C665889-A05E-8E82-E687-D4E109A19B1A}"/>
                  </a:ext>
                </a:extLst>
              </p:cNvPr>
              <p:cNvSpPr/>
              <p:nvPr/>
            </p:nvSpPr>
            <p:spPr>
              <a:xfrm>
                <a:off x="6187353" y="1710540"/>
                <a:ext cx="5474335" cy="1988820"/>
              </a:xfrm>
              <a:custGeom>
                <a:avLst/>
                <a:gdLst/>
                <a:ahLst/>
                <a:cxnLst/>
                <a:rect l="l" t="t" r="r" b="b"/>
                <a:pathLst>
                  <a:path w="5474334" h="1988820">
                    <a:moveTo>
                      <a:pt x="5393057" y="1988592"/>
                    </a:moveTo>
                    <a:lnTo>
                      <a:pt x="81244" y="1988592"/>
                    </a:lnTo>
                    <a:lnTo>
                      <a:pt x="75589" y="1988035"/>
                    </a:lnTo>
                    <a:lnTo>
                      <a:pt x="33897" y="1970766"/>
                    </a:lnTo>
                    <a:lnTo>
                      <a:pt x="8803" y="1940189"/>
                    </a:lnTo>
                    <a:lnTo>
                      <a:pt x="0" y="1907348"/>
                    </a:lnTo>
                    <a:lnTo>
                      <a:pt x="0" y="1901639"/>
                    </a:lnTo>
                    <a:lnTo>
                      <a:pt x="0" y="81244"/>
                    </a:lnTo>
                    <a:lnTo>
                      <a:pt x="11481" y="43391"/>
                    </a:lnTo>
                    <a:lnTo>
                      <a:pt x="43391" y="11482"/>
                    </a:lnTo>
                    <a:lnTo>
                      <a:pt x="81244" y="0"/>
                    </a:lnTo>
                    <a:lnTo>
                      <a:pt x="5393057" y="0"/>
                    </a:lnTo>
                    <a:lnTo>
                      <a:pt x="5430908" y="11482"/>
                    </a:lnTo>
                    <a:lnTo>
                      <a:pt x="5462818" y="43391"/>
                    </a:lnTo>
                    <a:lnTo>
                      <a:pt x="5474301" y="81244"/>
                    </a:lnTo>
                    <a:lnTo>
                      <a:pt x="5474301" y="1907348"/>
                    </a:lnTo>
                    <a:lnTo>
                      <a:pt x="5462818" y="1945200"/>
                    </a:lnTo>
                    <a:lnTo>
                      <a:pt x="5430908" y="1977110"/>
                    </a:lnTo>
                    <a:lnTo>
                      <a:pt x="5398712" y="1988035"/>
                    </a:lnTo>
                    <a:lnTo>
                      <a:pt x="5393057" y="198859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08" name="object 59">
                <a:extLst>
                  <a:ext uri="{FF2B5EF4-FFF2-40B4-BE49-F238E27FC236}">
                    <a16:creationId xmlns:a16="http://schemas.microsoft.com/office/drawing/2014/main" id="{993B92FE-3CA4-F565-3F13-A74745F612B1}"/>
                  </a:ext>
                </a:extLst>
              </p:cNvPr>
              <p:cNvSpPr/>
              <p:nvPr/>
            </p:nvSpPr>
            <p:spPr>
              <a:xfrm>
                <a:off x="6187353" y="1710540"/>
                <a:ext cx="5474335" cy="1988820"/>
              </a:xfrm>
              <a:custGeom>
                <a:avLst/>
                <a:gdLst/>
                <a:ahLst/>
                <a:cxnLst/>
                <a:rect l="l" t="t" r="r" b="b"/>
                <a:pathLst>
                  <a:path w="5474334" h="1988820">
                    <a:moveTo>
                      <a:pt x="0" y="1901639"/>
                    </a:moveTo>
                    <a:lnTo>
                      <a:pt x="0" y="86953"/>
                    </a:lnTo>
                    <a:lnTo>
                      <a:pt x="0" y="81244"/>
                    </a:lnTo>
                    <a:lnTo>
                      <a:pt x="557" y="75589"/>
                    </a:lnTo>
                    <a:lnTo>
                      <a:pt x="1670" y="69989"/>
                    </a:lnTo>
                    <a:lnTo>
                      <a:pt x="2784" y="64389"/>
                    </a:lnTo>
                    <a:lnTo>
                      <a:pt x="4433" y="58952"/>
                    </a:lnTo>
                    <a:lnTo>
                      <a:pt x="25467" y="25468"/>
                    </a:lnTo>
                    <a:lnTo>
                      <a:pt x="29504" y="21430"/>
                    </a:lnTo>
                    <a:lnTo>
                      <a:pt x="33897" y="17826"/>
                    </a:lnTo>
                    <a:lnTo>
                      <a:pt x="38644" y="14654"/>
                    </a:lnTo>
                    <a:lnTo>
                      <a:pt x="43391" y="11482"/>
                    </a:lnTo>
                    <a:lnTo>
                      <a:pt x="69989" y="1670"/>
                    </a:lnTo>
                    <a:lnTo>
                      <a:pt x="75589" y="556"/>
                    </a:lnTo>
                    <a:lnTo>
                      <a:pt x="81244" y="0"/>
                    </a:lnTo>
                    <a:lnTo>
                      <a:pt x="86953" y="0"/>
                    </a:lnTo>
                    <a:lnTo>
                      <a:pt x="5387348" y="0"/>
                    </a:lnTo>
                    <a:lnTo>
                      <a:pt x="5393057" y="0"/>
                    </a:lnTo>
                    <a:lnTo>
                      <a:pt x="5398712" y="556"/>
                    </a:lnTo>
                    <a:lnTo>
                      <a:pt x="5404312" y="1670"/>
                    </a:lnTo>
                    <a:lnTo>
                      <a:pt x="5409910" y="2784"/>
                    </a:lnTo>
                    <a:lnTo>
                      <a:pt x="5415347" y="4433"/>
                    </a:lnTo>
                    <a:lnTo>
                      <a:pt x="5420622" y="6618"/>
                    </a:lnTo>
                    <a:lnTo>
                      <a:pt x="5425897" y="8803"/>
                    </a:lnTo>
                    <a:lnTo>
                      <a:pt x="5430908" y="11482"/>
                    </a:lnTo>
                    <a:lnTo>
                      <a:pt x="5435655" y="14654"/>
                    </a:lnTo>
                    <a:lnTo>
                      <a:pt x="5440403" y="17826"/>
                    </a:lnTo>
                    <a:lnTo>
                      <a:pt x="5465496" y="48402"/>
                    </a:lnTo>
                    <a:lnTo>
                      <a:pt x="5467681" y="53677"/>
                    </a:lnTo>
                    <a:lnTo>
                      <a:pt x="5469866" y="58952"/>
                    </a:lnTo>
                    <a:lnTo>
                      <a:pt x="5471516" y="64389"/>
                    </a:lnTo>
                    <a:lnTo>
                      <a:pt x="5472630" y="69989"/>
                    </a:lnTo>
                    <a:lnTo>
                      <a:pt x="5473744" y="75589"/>
                    </a:lnTo>
                    <a:lnTo>
                      <a:pt x="5474301" y="81244"/>
                    </a:lnTo>
                    <a:lnTo>
                      <a:pt x="5474301" y="86953"/>
                    </a:lnTo>
                    <a:lnTo>
                      <a:pt x="5474301" y="1901639"/>
                    </a:lnTo>
                    <a:lnTo>
                      <a:pt x="5474301" y="1907348"/>
                    </a:lnTo>
                    <a:lnTo>
                      <a:pt x="5473744" y="1913003"/>
                    </a:lnTo>
                    <a:lnTo>
                      <a:pt x="5472630" y="1918602"/>
                    </a:lnTo>
                    <a:lnTo>
                      <a:pt x="5471516" y="1924202"/>
                    </a:lnTo>
                    <a:lnTo>
                      <a:pt x="5452869" y="1959087"/>
                    </a:lnTo>
                    <a:lnTo>
                      <a:pt x="5435655" y="1973938"/>
                    </a:lnTo>
                    <a:lnTo>
                      <a:pt x="5430908" y="1977110"/>
                    </a:lnTo>
                    <a:lnTo>
                      <a:pt x="5425897" y="1979788"/>
                    </a:lnTo>
                    <a:lnTo>
                      <a:pt x="5420622" y="1981973"/>
                    </a:lnTo>
                    <a:lnTo>
                      <a:pt x="5415347" y="1984158"/>
                    </a:lnTo>
                    <a:lnTo>
                      <a:pt x="5387348" y="1988593"/>
                    </a:lnTo>
                    <a:lnTo>
                      <a:pt x="86953" y="1988593"/>
                    </a:lnTo>
                    <a:lnTo>
                      <a:pt x="81244" y="1988592"/>
                    </a:lnTo>
                    <a:lnTo>
                      <a:pt x="75589" y="1988035"/>
                    </a:lnTo>
                    <a:lnTo>
                      <a:pt x="69989" y="1986921"/>
                    </a:lnTo>
                    <a:lnTo>
                      <a:pt x="64389" y="1985808"/>
                    </a:lnTo>
                    <a:lnTo>
                      <a:pt x="29504" y="1967161"/>
                    </a:lnTo>
                    <a:lnTo>
                      <a:pt x="25467" y="1963124"/>
                    </a:lnTo>
                    <a:lnTo>
                      <a:pt x="21430" y="1959087"/>
                    </a:lnTo>
                    <a:lnTo>
                      <a:pt x="2784" y="1924202"/>
                    </a:lnTo>
                    <a:lnTo>
                      <a:pt x="0" y="1907348"/>
                    </a:lnTo>
                    <a:lnTo>
                      <a:pt x="0" y="1901639"/>
                    </a:lnTo>
                    <a:close/>
                  </a:path>
                </a:pathLst>
              </a:custGeom>
              <a:ln w="7561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409" name="object 60">
                <a:extLst>
                  <a:ext uri="{FF2B5EF4-FFF2-40B4-BE49-F238E27FC236}">
                    <a16:creationId xmlns:a16="http://schemas.microsoft.com/office/drawing/2014/main" id="{F5737E82-69DF-4DDA-6EC9-44F3C9D04B67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327235" y="1850422"/>
                <a:ext cx="241958" cy="241958"/>
              </a:xfrm>
              <a:prstGeom prst="rect">
                <a:avLst/>
              </a:prstGeom>
            </p:spPr>
          </p:pic>
          <p:pic>
            <p:nvPicPr>
              <p:cNvPr id="410" name="object 61">
                <a:extLst>
                  <a:ext uri="{FF2B5EF4-FFF2-40B4-BE49-F238E27FC236}">
                    <a16:creationId xmlns:a16="http://schemas.microsoft.com/office/drawing/2014/main" id="{E46A8A3D-98F9-F4F2-B318-905D0CC94225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6391505" y="1914695"/>
                <a:ext cx="113417" cy="113417"/>
              </a:xfrm>
              <a:prstGeom prst="rect">
                <a:avLst/>
              </a:prstGeom>
            </p:spPr>
          </p:pic>
        </p:grpSp>
        <p:sp>
          <p:nvSpPr>
            <p:cNvPr id="378" name="object 62">
              <a:extLst>
                <a:ext uri="{FF2B5EF4-FFF2-40B4-BE49-F238E27FC236}">
                  <a16:creationId xmlns:a16="http://schemas.microsoft.com/office/drawing/2014/main" id="{C8B1A405-6B4F-2EE6-32AD-20A3EEEBBD56}"/>
                </a:ext>
              </a:extLst>
            </p:cNvPr>
            <p:cNvSpPr txBox="1"/>
            <p:nvPr/>
          </p:nvSpPr>
          <p:spPr>
            <a:xfrm>
              <a:off x="6629624" y="1866077"/>
              <a:ext cx="1701164" cy="169918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000" b="1" spc="-4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High</a:t>
              </a:r>
              <a:r>
                <a:rPr sz="1000" b="1" spc="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0" b="1" spc="-4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Contrast</a:t>
              </a:r>
              <a:r>
                <a:rPr sz="1000" b="1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0" b="1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&amp;</a:t>
              </a:r>
              <a:r>
                <a:rPr sz="1000" b="1" spc="-9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0" b="1" spc="-6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Visual</a:t>
              </a:r>
              <a:r>
                <a:rPr sz="1000" b="1" spc="4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0" b="1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Modes</a:t>
              </a:r>
              <a:endParaRPr sz="10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379" name="object 63">
              <a:extLst>
                <a:ext uri="{FF2B5EF4-FFF2-40B4-BE49-F238E27FC236}">
                  <a16:creationId xmlns:a16="http://schemas.microsoft.com/office/drawing/2014/main" id="{F825DF00-F9B6-A551-BD02-E8F1124F7DF7}"/>
                </a:ext>
              </a:extLst>
            </p:cNvPr>
            <p:cNvGrpSpPr/>
            <p:nvPr/>
          </p:nvGrpSpPr>
          <p:grpSpPr>
            <a:xfrm>
              <a:off x="6327235" y="2183115"/>
              <a:ext cx="5194935" cy="401320"/>
              <a:chOff x="6327235" y="2183115"/>
              <a:chExt cx="5194935" cy="401320"/>
            </a:xfrm>
          </p:grpSpPr>
          <p:sp>
            <p:nvSpPr>
              <p:cNvPr id="404" name="object 64">
                <a:extLst>
                  <a:ext uri="{FF2B5EF4-FFF2-40B4-BE49-F238E27FC236}">
                    <a16:creationId xmlns:a16="http://schemas.microsoft.com/office/drawing/2014/main" id="{BAB5033C-027C-7DC9-23FC-2C3D031DF169}"/>
                  </a:ext>
                </a:extLst>
              </p:cNvPr>
              <p:cNvSpPr/>
              <p:nvPr/>
            </p:nvSpPr>
            <p:spPr>
              <a:xfrm>
                <a:off x="6327235" y="2183115"/>
                <a:ext cx="5194935" cy="401320"/>
              </a:xfrm>
              <a:custGeom>
                <a:avLst/>
                <a:gdLst/>
                <a:ahLst/>
                <a:cxnLst/>
                <a:rect l="l" t="t" r="r" b="b"/>
                <a:pathLst>
                  <a:path w="5194934" h="401319">
                    <a:moveTo>
                      <a:pt x="5155186" y="400742"/>
                    </a:moveTo>
                    <a:lnTo>
                      <a:pt x="39351" y="400742"/>
                    </a:lnTo>
                    <a:lnTo>
                      <a:pt x="33563" y="399591"/>
                    </a:lnTo>
                    <a:lnTo>
                      <a:pt x="1151" y="367178"/>
                    </a:lnTo>
                    <a:lnTo>
                      <a:pt x="0" y="361391"/>
                    </a:lnTo>
                    <a:lnTo>
                      <a:pt x="0" y="355375"/>
                    </a:lnTo>
                    <a:lnTo>
                      <a:pt x="0" y="39350"/>
                    </a:lnTo>
                    <a:lnTo>
                      <a:pt x="22447" y="5755"/>
                    </a:lnTo>
                    <a:lnTo>
                      <a:pt x="39351" y="0"/>
                    </a:lnTo>
                    <a:lnTo>
                      <a:pt x="5155186" y="0"/>
                    </a:lnTo>
                    <a:lnTo>
                      <a:pt x="5188780" y="22447"/>
                    </a:lnTo>
                    <a:lnTo>
                      <a:pt x="5194537" y="39350"/>
                    </a:lnTo>
                    <a:lnTo>
                      <a:pt x="5194537" y="361391"/>
                    </a:lnTo>
                    <a:lnTo>
                      <a:pt x="5172088" y="394987"/>
                    </a:lnTo>
                    <a:lnTo>
                      <a:pt x="5160973" y="399591"/>
                    </a:lnTo>
                    <a:lnTo>
                      <a:pt x="5155186" y="400742"/>
                    </a:lnTo>
                    <a:close/>
                  </a:path>
                </a:pathLst>
              </a:custGeom>
              <a:solidFill>
                <a:srgbClr val="F7FAFB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05" name="object 65">
                <a:extLst>
                  <a:ext uri="{FF2B5EF4-FFF2-40B4-BE49-F238E27FC236}">
                    <a16:creationId xmlns:a16="http://schemas.microsoft.com/office/drawing/2014/main" id="{7E87F148-313F-B435-BDAA-495E8B605745}"/>
                  </a:ext>
                </a:extLst>
              </p:cNvPr>
              <p:cNvSpPr/>
              <p:nvPr/>
            </p:nvSpPr>
            <p:spPr>
              <a:xfrm>
                <a:off x="6417969" y="2304094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45719">
                    <a:moveTo>
                      <a:pt x="25691" y="45366"/>
                    </a:moveTo>
                    <a:lnTo>
                      <a:pt x="19675" y="45366"/>
                    </a:lnTo>
                    <a:lnTo>
                      <a:pt x="16781" y="44791"/>
                    </a:lnTo>
                    <a:lnTo>
                      <a:pt x="0" y="25691"/>
                    </a:lnTo>
                    <a:lnTo>
                      <a:pt x="0" y="19675"/>
                    </a:lnTo>
                    <a:lnTo>
                      <a:pt x="19675" y="0"/>
                    </a:lnTo>
                    <a:lnTo>
                      <a:pt x="25691" y="0"/>
                    </a:lnTo>
                    <a:lnTo>
                      <a:pt x="45367" y="22683"/>
                    </a:lnTo>
                    <a:lnTo>
                      <a:pt x="45367" y="25691"/>
                    </a:lnTo>
                    <a:lnTo>
                      <a:pt x="25691" y="45366"/>
                    </a:lnTo>
                    <a:close/>
                  </a:path>
                </a:pathLst>
              </a:custGeom>
              <a:solidFill>
                <a:srgbClr val="0FB98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380" name="object 66">
              <a:extLst>
                <a:ext uri="{FF2B5EF4-FFF2-40B4-BE49-F238E27FC236}">
                  <a16:creationId xmlns:a16="http://schemas.microsoft.com/office/drawing/2014/main" id="{E8C99AEF-FB3A-70F8-8CF8-073AD93D8AC3}"/>
                </a:ext>
              </a:extLst>
            </p:cNvPr>
            <p:cNvSpPr txBox="1"/>
            <p:nvPr/>
          </p:nvSpPr>
          <p:spPr>
            <a:xfrm>
              <a:off x="6508646" y="2216410"/>
              <a:ext cx="3616960" cy="278923"/>
            </a:xfrm>
            <a:prstGeom prst="rect">
              <a:avLst/>
            </a:prstGeom>
          </p:spPr>
          <p:txBody>
            <a:bodyPr vert="horz" wrap="square" lIns="0" tIns="374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295"/>
                </a:spcBef>
              </a:pPr>
              <a:r>
                <a:rPr sz="750" b="1" spc="-9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High</a:t>
              </a:r>
              <a:r>
                <a:rPr sz="750" b="1" spc="-1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b="1" spc="-8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Contrast</a:t>
              </a:r>
              <a:r>
                <a:rPr sz="75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b="1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Mode</a:t>
              </a:r>
              <a:endParaRPr sz="75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marL="12700">
                <a:lnSpc>
                  <a:spcPct val="100000"/>
                </a:lnSpc>
                <a:spcBef>
                  <a:spcPts val="215"/>
                </a:spcBef>
              </a:pPr>
              <a:r>
                <a:rPr sz="650" spc="-3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Enable</a:t>
              </a:r>
              <a:r>
                <a:rPr sz="650" spc="-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via</a:t>
              </a:r>
              <a:r>
                <a:rPr sz="650" spc="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b="1" spc="-5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Settings</a:t>
              </a:r>
              <a:r>
                <a:rPr sz="650" b="1" spc="-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8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&gt;</a:t>
              </a:r>
              <a:r>
                <a:rPr sz="650" b="1" spc="-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6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Ease</a:t>
              </a:r>
              <a:r>
                <a:rPr sz="650" b="1" spc="-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4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of</a:t>
              </a:r>
              <a:r>
                <a:rPr sz="650" b="1" spc="-9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7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Access</a:t>
              </a:r>
              <a:r>
                <a:rPr sz="650" b="1" spc="-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8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&gt;</a:t>
              </a:r>
              <a:r>
                <a:rPr sz="650" b="1" spc="-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6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High</a:t>
              </a:r>
              <a:r>
                <a:rPr sz="650" b="1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5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Contrast</a:t>
              </a:r>
              <a:r>
                <a:rPr sz="650" b="1" spc="-3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 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improve</a:t>
              </a:r>
              <a:r>
                <a:rPr sz="650" spc="-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text/UI</a:t>
              </a:r>
              <a:r>
                <a:rPr sz="650" spc="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visibility</a:t>
              </a:r>
              <a:r>
                <a:rPr sz="650" spc="-4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</a:t>
              </a:r>
              <a:r>
                <a:rPr sz="650" spc="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650" spc="-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 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Manager.</a:t>
              </a:r>
              <a:endParaRPr sz="65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381" name="object 67">
              <a:extLst>
                <a:ext uri="{FF2B5EF4-FFF2-40B4-BE49-F238E27FC236}">
                  <a16:creationId xmlns:a16="http://schemas.microsoft.com/office/drawing/2014/main" id="{4C175574-9A34-D022-9DCD-5956372BCE36}"/>
                </a:ext>
              </a:extLst>
            </p:cNvPr>
            <p:cNvGrpSpPr/>
            <p:nvPr/>
          </p:nvGrpSpPr>
          <p:grpSpPr>
            <a:xfrm>
              <a:off x="6327206" y="2659440"/>
              <a:ext cx="5194935" cy="423545"/>
              <a:chOff x="6327206" y="2659440"/>
              <a:chExt cx="5194935" cy="423545"/>
            </a:xfrm>
          </p:grpSpPr>
          <p:sp>
            <p:nvSpPr>
              <p:cNvPr id="401" name="object 68">
                <a:extLst>
                  <a:ext uri="{FF2B5EF4-FFF2-40B4-BE49-F238E27FC236}">
                    <a16:creationId xmlns:a16="http://schemas.microsoft.com/office/drawing/2014/main" id="{8AD1C39A-7CA7-6B11-481C-A7084A5144A1}"/>
                  </a:ext>
                </a:extLst>
              </p:cNvPr>
              <p:cNvSpPr/>
              <p:nvPr/>
            </p:nvSpPr>
            <p:spPr>
              <a:xfrm>
                <a:off x="6331016" y="2663250"/>
                <a:ext cx="5187315" cy="415925"/>
              </a:xfrm>
              <a:custGeom>
                <a:avLst/>
                <a:gdLst/>
                <a:ahLst/>
                <a:cxnLst/>
                <a:rect l="l" t="t" r="r" b="b"/>
                <a:pathLst>
                  <a:path w="5187315" h="415925">
                    <a:moveTo>
                      <a:pt x="5150905" y="415865"/>
                    </a:moveTo>
                    <a:lnTo>
                      <a:pt x="36071" y="415865"/>
                    </a:lnTo>
                    <a:lnTo>
                      <a:pt x="30766" y="414810"/>
                    </a:lnTo>
                    <a:lnTo>
                      <a:pt x="1055" y="385098"/>
                    </a:lnTo>
                    <a:lnTo>
                      <a:pt x="0" y="379793"/>
                    </a:lnTo>
                    <a:lnTo>
                      <a:pt x="0" y="374278"/>
                    </a:lnTo>
                    <a:lnTo>
                      <a:pt x="0" y="36071"/>
                    </a:lnTo>
                    <a:lnTo>
                      <a:pt x="30766" y="1055"/>
                    </a:lnTo>
                    <a:lnTo>
                      <a:pt x="36071" y="0"/>
                    </a:lnTo>
                    <a:lnTo>
                      <a:pt x="5150905" y="0"/>
                    </a:lnTo>
                    <a:lnTo>
                      <a:pt x="5185921" y="30766"/>
                    </a:lnTo>
                    <a:lnTo>
                      <a:pt x="5186976" y="36071"/>
                    </a:lnTo>
                    <a:lnTo>
                      <a:pt x="5186976" y="379793"/>
                    </a:lnTo>
                    <a:lnTo>
                      <a:pt x="5156210" y="414810"/>
                    </a:lnTo>
                    <a:lnTo>
                      <a:pt x="5150905" y="41586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02" name="object 69">
                <a:extLst>
                  <a:ext uri="{FF2B5EF4-FFF2-40B4-BE49-F238E27FC236}">
                    <a16:creationId xmlns:a16="http://schemas.microsoft.com/office/drawing/2014/main" id="{50FE55A2-AF6F-9610-862E-99903A035B54}"/>
                  </a:ext>
                </a:extLst>
              </p:cNvPr>
              <p:cNvSpPr/>
              <p:nvPr/>
            </p:nvSpPr>
            <p:spPr>
              <a:xfrm>
                <a:off x="6331016" y="2663250"/>
                <a:ext cx="5187315" cy="415925"/>
              </a:xfrm>
              <a:custGeom>
                <a:avLst/>
                <a:gdLst/>
                <a:ahLst/>
                <a:cxnLst/>
                <a:rect l="l" t="t" r="r" b="b"/>
                <a:pathLst>
                  <a:path w="5187315" h="415925">
                    <a:moveTo>
                      <a:pt x="0" y="374278"/>
                    </a:moveTo>
                    <a:lnTo>
                      <a:pt x="0" y="41586"/>
                    </a:lnTo>
                    <a:lnTo>
                      <a:pt x="0" y="36071"/>
                    </a:lnTo>
                    <a:lnTo>
                      <a:pt x="1055" y="30766"/>
                    </a:lnTo>
                    <a:lnTo>
                      <a:pt x="3165" y="25671"/>
                    </a:lnTo>
                    <a:lnTo>
                      <a:pt x="5275" y="20576"/>
                    </a:lnTo>
                    <a:lnTo>
                      <a:pt x="8281" y="16079"/>
                    </a:lnTo>
                    <a:lnTo>
                      <a:pt x="12180" y="12180"/>
                    </a:lnTo>
                    <a:lnTo>
                      <a:pt x="16080" y="8280"/>
                    </a:lnTo>
                    <a:lnTo>
                      <a:pt x="20576" y="5275"/>
                    </a:lnTo>
                    <a:lnTo>
                      <a:pt x="25672" y="3165"/>
                    </a:lnTo>
                    <a:lnTo>
                      <a:pt x="30766" y="1055"/>
                    </a:lnTo>
                    <a:lnTo>
                      <a:pt x="36071" y="0"/>
                    </a:lnTo>
                    <a:lnTo>
                      <a:pt x="41587" y="0"/>
                    </a:lnTo>
                    <a:lnTo>
                      <a:pt x="5145390" y="0"/>
                    </a:lnTo>
                    <a:lnTo>
                      <a:pt x="5150905" y="0"/>
                    </a:lnTo>
                    <a:lnTo>
                      <a:pt x="5156210" y="1055"/>
                    </a:lnTo>
                    <a:lnTo>
                      <a:pt x="5183810" y="25671"/>
                    </a:lnTo>
                    <a:lnTo>
                      <a:pt x="5185921" y="30766"/>
                    </a:lnTo>
                    <a:lnTo>
                      <a:pt x="5186976" y="36071"/>
                    </a:lnTo>
                    <a:lnTo>
                      <a:pt x="5186977" y="41586"/>
                    </a:lnTo>
                    <a:lnTo>
                      <a:pt x="5186977" y="374278"/>
                    </a:lnTo>
                    <a:lnTo>
                      <a:pt x="5166398" y="410589"/>
                    </a:lnTo>
                    <a:lnTo>
                      <a:pt x="5161304" y="412699"/>
                    </a:lnTo>
                    <a:lnTo>
                      <a:pt x="5156210" y="414810"/>
                    </a:lnTo>
                    <a:lnTo>
                      <a:pt x="5150905" y="415865"/>
                    </a:lnTo>
                    <a:lnTo>
                      <a:pt x="5145390" y="415865"/>
                    </a:lnTo>
                    <a:lnTo>
                      <a:pt x="41587" y="415865"/>
                    </a:lnTo>
                    <a:lnTo>
                      <a:pt x="36071" y="415865"/>
                    </a:lnTo>
                    <a:lnTo>
                      <a:pt x="30766" y="414810"/>
                    </a:lnTo>
                    <a:lnTo>
                      <a:pt x="25671" y="412699"/>
                    </a:lnTo>
                    <a:lnTo>
                      <a:pt x="20576" y="410589"/>
                    </a:lnTo>
                    <a:lnTo>
                      <a:pt x="16080" y="407584"/>
                    </a:lnTo>
                    <a:lnTo>
                      <a:pt x="12180" y="403684"/>
                    </a:lnTo>
                    <a:lnTo>
                      <a:pt x="8281" y="399785"/>
                    </a:lnTo>
                    <a:lnTo>
                      <a:pt x="5276" y="395288"/>
                    </a:lnTo>
                    <a:lnTo>
                      <a:pt x="3165" y="390193"/>
                    </a:lnTo>
                    <a:lnTo>
                      <a:pt x="1055" y="385098"/>
                    </a:lnTo>
                    <a:lnTo>
                      <a:pt x="0" y="379793"/>
                    </a:lnTo>
                    <a:lnTo>
                      <a:pt x="0" y="374278"/>
                    </a:lnTo>
                    <a:close/>
                  </a:path>
                </a:pathLst>
              </a:custGeom>
              <a:ln w="7561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03" name="object 70">
                <a:extLst>
                  <a:ext uri="{FF2B5EF4-FFF2-40B4-BE49-F238E27FC236}">
                    <a16:creationId xmlns:a16="http://schemas.microsoft.com/office/drawing/2014/main" id="{D255FD98-882B-2462-47ED-D9768D06AE4B}"/>
                  </a:ext>
                </a:extLst>
              </p:cNvPr>
              <p:cNvSpPr/>
              <p:nvPr/>
            </p:nvSpPr>
            <p:spPr>
              <a:xfrm>
                <a:off x="6425530" y="2788010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45719">
                    <a:moveTo>
                      <a:pt x="25691" y="45367"/>
                    </a:moveTo>
                    <a:lnTo>
                      <a:pt x="19675" y="45367"/>
                    </a:lnTo>
                    <a:lnTo>
                      <a:pt x="16781" y="44791"/>
                    </a:lnTo>
                    <a:lnTo>
                      <a:pt x="0" y="25691"/>
                    </a:lnTo>
                    <a:lnTo>
                      <a:pt x="0" y="19675"/>
                    </a:lnTo>
                    <a:lnTo>
                      <a:pt x="19675" y="0"/>
                    </a:lnTo>
                    <a:lnTo>
                      <a:pt x="25691" y="0"/>
                    </a:lnTo>
                    <a:lnTo>
                      <a:pt x="45367" y="22683"/>
                    </a:lnTo>
                    <a:lnTo>
                      <a:pt x="45367" y="25691"/>
                    </a:lnTo>
                    <a:lnTo>
                      <a:pt x="25691" y="45367"/>
                    </a:lnTo>
                    <a:close/>
                  </a:path>
                </a:pathLst>
              </a:custGeom>
              <a:solidFill>
                <a:srgbClr val="3B81F5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382" name="object 71">
              <a:extLst>
                <a:ext uri="{FF2B5EF4-FFF2-40B4-BE49-F238E27FC236}">
                  <a16:creationId xmlns:a16="http://schemas.microsoft.com/office/drawing/2014/main" id="{87021C89-CCB0-7435-6E80-1D24F147F6F8}"/>
                </a:ext>
              </a:extLst>
            </p:cNvPr>
            <p:cNvSpPr txBox="1"/>
            <p:nvPr/>
          </p:nvSpPr>
          <p:spPr>
            <a:xfrm>
              <a:off x="6516206" y="2692009"/>
              <a:ext cx="3246120" cy="400110"/>
            </a:xfrm>
            <a:prstGeom prst="rect">
              <a:avLst/>
            </a:prstGeom>
          </p:spPr>
          <p:txBody>
            <a:bodyPr vert="horz" wrap="square" lIns="0" tIns="4572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60"/>
                </a:spcBef>
              </a:pPr>
              <a:r>
                <a:rPr sz="750" b="1" spc="-5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Magni</a:t>
              </a:r>
              <a:r>
                <a:rPr sz="650" b="1" spc="-5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ﬁ</a:t>
              </a:r>
              <a:r>
                <a:rPr sz="750" b="1" spc="-5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er</a:t>
              </a:r>
              <a:r>
                <a:rPr sz="750" b="1" spc="-8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b="1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Tool</a:t>
              </a:r>
              <a:endParaRPr sz="75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marL="12700">
                <a:lnSpc>
                  <a:spcPct val="100000"/>
                </a:lnSpc>
                <a:spcBef>
                  <a:spcPts val="275"/>
                </a:spcBef>
              </a:pPr>
              <a:r>
                <a:rPr sz="650" spc="-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Use</a:t>
              </a:r>
              <a:r>
                <a:rPr sz="650" spc="-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650" spc="-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Magni</a:t>
              </a:r>
              <a:r>
                <a:rPr sz="60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ﬁ</a:t>
              </a:r>
              <a:r>
                <a:rPr sz="6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er</a:t>
              </a:r>
              <a:r>
                <a:rPr sz="65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5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</a:t>
              </a:r>
              <a:r>
                <a:rPr sz="650" b="1" spc="-5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Win+Plus</a:t>
              </a:r>
              <a:r>
                <a:rPr sz="650" spc="-5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)</a:t>
              </a:r>
              <a:r>
                <a:rPr sz="6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to</a:t>
              </a:r>
              <a:r>
                <a:rPr sz="650" spc="-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zoom</a:t>
              </a:r>
              <a:r>
                <a:rPr sz="6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into</a:t>
              </a:r>
              <a:r>
                <a:rPr sz="650" spc="-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6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VM</a:t>
              </a:r>
              <a:r>
                <a:rPr sz="650" spc="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console</a:t>
              </a:r>
              <a:r>
                <a:rPr sz="650" spc="-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6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650" spc="1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settings</a:t>
              </a:r>
              <a:r>
                <a:rPr sz="6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dialogs.</a:t>
              </a:r>
              <a:endParaRPr sz="65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383" name="object 72">
              <a:extLst>
                <a:ext uri="{FF2B5EF4-FFF2-40B4-BE49-F238E27FC236}">
                  <a16:creationId xmlns:a16="http://schemas.microsoft.com/office/drawing/2014/main" id="{79918EE5-2CB7-AE81-27C0-89AB7297690F}"/>
                </a:ext>
              </a:extLst>
            </p:cNvPr>
            <p:cNvGrpSpPr/>
            <p:nvPr/>
          </p:nvGrpSpPr>
          <p:grpSpPr>
            <a:xfrm>
              <a:off x="6327235" y="3158508"/>
              <a:ext cx="5194935" cy="401320"/>
              <a:chOff x="6327235" y="3158508"/>
              <a:chExt cx="5194935" cy="401320"/>
            </a:xfrm>
          </p:grpSpPr>
          <p:sp>
            <p:nvSpPr>
              <p:cNvPr id="399" name="object 73">
                <a:extLst>
                  <a:ext uri="{FF2B5EF4-FFF2-40B4-BE49-F238E27FC236}">
                    <a16:creationId xmlns:a16="http://schemas.microsoft.com/office/drawing/2014/main" id="{58590C4F-F257-D0C6-4B45-36DDE0C9755F}"/>
                  </a:ext>
                </a:extLst>
              </p:cNvPr>
              <p:cNvSpPr/>
              <p:nvPr/>
            </p:nvSpPr>
            <p:spPr>
              <a:xfrm>
                <a:off x="6327235" y="3158508"/>
                <a:ext cx="5194935" cy="401320"/>
              </a:xfrm>
              <a:custGeom>
                <a:avLst/>
                <a:gdLst/>
                <a:ahLst/>
                <a:cxnLst/>
                <a:rect l="l" t="t" r="r" b="b"/>
                <a:pathLst>
                  <a:path w="5194934" h="401320">
                    <a:moveTo>
                      <a:pt x="5155186" y="400742"/>
                    </a:moveTo>
                    <a:lnTo>
                      <a:pt x="39351" y="400742"/>
                    </a:lnTo>
                    <a:lnTo>
                      <a:pt x="33563" y="399591"/>
                    </a:lnTo>
                    <a:lnTo>
                      <a:pt x="1151" y="367178"/>
                    </a:lnTo>
                    <a:lnTo>
                      <a:pt x="0" y="361391"/>
                    </a:lnTo>
                    <a:lnTo>
                      <a:pt x="0" y="355375"/>
                    </a:lnTo>
                    <a:lnTo>
                      <a:pt x="0" y="39350"/>
                    </a:lnTo>
                    <a:lnTo>
                      <a:pt x="22447" y="5755"/>
                    </a:lnTo>
                    <a:lnTo>
                      <a:pt x="39351" y="0"/>
                    </a:lnTo>
                    <a:lnTo>
                      <a:pt x="5155186" y="0"/>
                    </a:lnTo>
                    <a:lnTo>
                      <a:pt x="5188780" y="22447"/>
                    </a:lnTo>
                    <a:lnTo>
                      <a:pt x="5194537" y="39350"/>
                    </a:lnTo>
                    <a:lnTo>
                      <a:pt x="5194537" y="361391"/>
                    </a:lnTo>
                    <a:lnTo>
                      <a:pt x="5172088" y="394987"/>
                    </a:lnTo>
                    <a:lnTo>
                      <a:pt x="5160973" y="399591"/>
                    </a:lnTo>
                    <a:lnTo>
                      <a:pt x="5155186" y="400742"/>
                    </a:lnTo>
                    <a:close/>
                  </a:path>
                </a:pathLst>
              </a:custGeom>
              <a:solidFill>
                <a:srgbClr val="F7FAFB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00" name="object 74">
                <a:extLst>
                  <a:ext uri="{FF2B5EF4-FFF2-40B4-BE49-F238E27FC236}">
                    <a16:creationId xmlns:a16="http://schemas.microsoft.com/office/drawing/2014/main" id="{4FBAD01C-9529-A2DB-0D1B-3BA06E6EDA17}"/>
                  </a:ext>
                </a:extLst>
              </p:cNvPr>
              <p:cNvSpPr/>
              <p:nvPr/>
            </p:nvSpPr>
            <p:spPr>
              <a:xfrm>
                <a:off x="6417969" y="3279487"/>
                <a:ext cx="4572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45720">
                    <a:moveTo>
                      <a:pt x="25691" y="45366"/>
                    </a:moveTo>
                    <a:lnTo>
                      <a:pt x="19675" y="45366"/>
                    </a:lnTo>
                    <a:lnTo>
                      <a:pt x="16781" y="44791"/>
                    </a:lnTo>
                    <a:lnTo>
                      <a:pt x="0" y="25691"/>
                    </a:lnTo>
                    <a:lnTo>
                      <a:pt x="0" y="19675"/>
                    </a:lnTo>
                    <a:lnTo>
                      <a:pt x="19675" y="0"/>
                    </a:lnTo>
                    <a:lnTo>
                      <a:pt x="25691" y="0"/>
                    </a:lnTo>
                    <a:lnTo>
                      <a:pt x="45367" y="22683"/>
                    </a:lnTo>
                    <a:lnTo>
                      <a:pt x="45367" y="25691"/>
                    </a:lnTo>
                    <a:lnTo>
                      <a:pt x="25691" y="45366"/>
                    </a:lnTo>
                    <a:close/>
                  </a:path>
                </a:pathLst>
              </a:custGeom>
              <a:solidFill>
                <a:srgbClr val="8B5CF5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384" name="object 75">
              <a:extLst>
                <a:ext uri="{FF2B5EF4-FFF2-40B4-BE49-F238E27FC236}">
                  <a16:creationId xmlns:a16="http://schemas.microsoft.com/office/drawing/2014/main" id="{865E07DD-20DF-F3F1-9F72-A937C528CB4C}"/>
                </a:ext>
              </a:extLst>
            </p:cNvPr>
            <p:cNvSpPr txBox="1"/>
            <p:nvPr/>
          </p:nvSpPr>
          <p:spPr>
            <a:xfrm>
              <a:off x="6508646" y="3191803"/>
              <a:ext cx="3912235" cy="278923"/>
            </a:xfrm>
            <a:prstGeom prst="rect">
              <a:avLst/>
            </a:prstGeom>
          </p:spPr>
          <p:txBody>
            <a:bodyPr vert="horz" wrap="square" lIns="0" tIns="374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295"/>
                </a:spcBef>
              </a:pPr>
              <a:r>
                <a:rPr sz="750" b="1" spc="-9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Color</a:t>
              </a:r>
              <a:r>
                <a:rPr sz="750" b="1" spc="-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Filters</a:t>
              </a:r>
              <a:endParaRPr sz="75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marL="12700">
                <a:lnSpc>
                  <a:spcPct val="100000"/>
                </a:lnSpc>
                <a:spcBef>
                  <a:spcPts val="215"/>
                </a:spcBef>
              </a:pPr>
              <a:r>
                <a:rPr sz="65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Apply</a:t>
              </a:r>
              <a:r>
                <a:rPr sz="650" spc="-3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color </a:t>
              </a:r>
              <a:r>
                <a:rPr sz="60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ﬁ</a:t>
              </a:r>
              <a:r>
                <a:rPr sz="6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lters</a:t>
              </a:r>
              <a:r>
                <a:rPr sz="650" spc="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for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color </a:t>
              </a:r>
              <a:r>
                <a:rPr sz="65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blindness</a:t>
              </a:r>
              <a:r>
                <a:rPr sz="650" spc="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via</a:t>
              </a:r>
              <a:r>
                <a:rPr sz="650" spc="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b="1" spc="-5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Settings</a:t>
              </a:r>
              <a:r>
                <a:rPr sz="650" b="1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8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&gt;</a:t>
              </a:r>
              <a:r>
                <a:rPr sz="650" b="1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6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Ease</a:t>
              </a:r>
              <a:r>
                <a:rPr sz="650" b="1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4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of</a:t>
              </a:r>
              <a:r>
                <a:rPr sz="650" b="1" spc="-8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7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Access</a:t>
              </a:r>
              <a:r>
                <a:rPr sz="650" b="1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8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&gt;</a:t>
              </a:r>
              <a:r>
                <a:rPr sz="650" b="1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6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Color</a:t>
              </a:r>
              <a:r>
                <a:rPr sz="650" b="1" spc="-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5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Filters</a:t>
              </a:r>
              <a:r>
                <a:rPr sz="650" b="1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</a:t>
              </a:r>
              <a:r>
                <a:rPr sz="650" spc="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adjust</a:t>
              </a:r>
              <a:r>
                <a:rPr sz="65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6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VM</a:t>
              </a:r>
              <a:r>
                <a:rPr sz="650" spc="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display</a:t>
              </a:r>
              <a:r>
                <a:rPr sz="650" spc="-3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output.</a:t>
              </a:r>
              <a:endParaRPr sz="65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85" name="object 76">
              <a:extLst>
                <a:ext uri="{FF2B5EF4-FFF2-40B4-BE49-F238E27FC236}">
                  <a16:creationId xmlns:a16="http://schemas.microsoft.com/office/drawing/2014/main" id="{B2C9CD3B-1B98-462F-061C-61F2AB327836}"/>
                </a:ext>
              </a:extLst>
            </p:cNvPr>
            <p:cNvSpPr txBox="1"/>
            <p:nvPr/>
          </p:nvSpPr>
          <p:spPr>
            <a:xfrm>
              <a:off x="6629624" y="3990771"/>
              <a:ext cx="1711325" cy="169918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1000" b="1" spc="-6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Voice</a:t>
              </a:r>
              <a:r>
                <a:rPr sz="1000" b="1" spc="-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0" b="1" spc="-6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Commands</a:t>
              </a:r>
              <a:r>
                <a:rPr sz="1000" b="1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0" b="1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&amp;</a:t>
              </a:r>
              <a:r>
                <a:rPr sz="1000" b="1" spc="-9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0" b="1" spc="-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Resources</a:t>
              </a:r>
              <a:endParaRPr sz="10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86" name="object 77">
              <a:extLst>
                <a:ext uri="{FF2B5EF4-FFF2-40B4-BE49-F238E27FC236}">
                  <a16:creationId xmlns:a16="http://schemas.microsoft.com/office/drawing/2014/main" id="{D1047001-EBB6-CE90-9869-15FAA681A51E}"/>
                </a:ext>
              </a:extLst>
            </p:cNvPr>
            <p:cNvSpPr txBox="1"/>
            <p:nvPr/>
          </p:nvSpPr>
          <p:spPr>
            <a:xfrm>
              <a:off x="6312055" y="4268872"/>
              <a:ext cx="5128895" cy="27687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19100"/>
                </a:lnSpc>
                <a:spcBef>
                  <a:spcPts val="100"/>
                </a:spcBef>
              </a:pPr>
              <a:r>
                <a:rPr sz="7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750" spc="-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6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Speech</a:t>
              </a:r>
              <a:r>
                <a:rPr sz="750" spc="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Recognition</a:t>
              </a:r>
              <a:r>
                <a:rPr sz="750" spc="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allows</a:t>
              </a:r>
              <a:r>
                <a:rPr sz="750" spc="-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hands-</a:t>
              </a:r>
              <a:r>
                <a:rPr sz="75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free</a:t>
              </a:r>
              <a:r>
                <a:rPr sz="750" spc="-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8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VM</a:t>
              </a:r>
              <a:r>
                <a:rPr sz="7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management.</a:t>
              </a:r>
              <a:r>
                <a:rPr sz="750" spc="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Enable</a:t>
              </a:r>
              <a:r>
                <a:rPr sz="7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via</a:t>
              </a:r>
              <a:r>
                <a:rPr sz="750" spc="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b="1" spc="-7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Settings</a:t>
              </a:r>
              <a:r>
                <a:rPr sz="750" b="1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b="1" spc="-1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&gt;</a:t>
              </a:r>
              <a:r>
                <a:rPr sz="750" b="1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b="1" spc="-8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Ease</a:t>
              </a:r>
              <a:r>
                <a:rPr sz="750" b="1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b="1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of</a:t>
              </a:r>
              <a:r>
                <a:rPr sz="750" b="1" spc="-1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b="1" spc="-9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Access</a:t>
              </a:r>
              <a:r>
                <a:rPr sz="750" b="1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b="1" spc="-1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&gt;</a:t>
              </a:r>
              <a:r>
                <a:rPr sz="750" b="1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b="1" spc="-8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Speech</a:t>
              </a:r>
              <a:r>
                <a:rPr sz="750" b="1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7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</a:t>
              </a:r>
              <a:r>
                <a:rPr sz="750" spc="-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start,</a:t>
              </a:r>
              <a:r>
                <a:rPr sz="750" spc="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stop,</a:t>
              </a:r>
              <a:r>
                <a:rPr sz="750" spc="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750" spc="5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con</a:t>
              </a:r>
              <a:r>
                <a:rPr sz="65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ﬁ</a:t>
              </a:r>
              <a:r>
                <a:rPr sz="75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gure</a:t>
              </a:r>
              <a:r>
                <a:rPr sz="750" spc="-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8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VMs</a:t>
              </a:r>
              <a:r>
                <a:rPr sz="7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using</a:t>
              </a:r>
              <a:r>
                <a:rPr sz="750" spc="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voice</a:t>
              </a:r>
              <a:r>
                <a:rPr sz="75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commands.</a:t>
              </a:r>
              <a:endParaRPr sz="75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pic>
          <p:nvPicPr>
            <p:cNvPr id="387" name="object 78">
              <a:extLst>
                <a:ext uri="{FF2B5EF4-FFF2-40B4-BE49-F238E27FC236}">
                  <a16:creationId xmlns:a16="http://schemas.microsoft.com/office/drawing/2014/main" id="{0F17C7F8-BAEB-F45A-A149-5D43D4BB5F8C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53885" y="4755182"/>
              <a:ext cx="79392" cy="88213"/>
            </a:xfrm>
            <a:prstGeom prst="rect">
              <a:avLst/>
            </a:prstGeom>
          </p:spPr>
        </p:pic>
        <p:sp>
          <p:nvSpPr>
            <p:cNvPr id="388" name="object 79">
              <a:extLst>
                <a:ext uri="{FF2B5EF4-FFF2-40B4-BE49-F238E27FC236}">
                  <a16:creationId xmlns:a16="http://schemas.microsoft.com/office/drawing/2014/main" id="{865ECA45-C50F-EA24-0EA0-2B65A391A38F}"/>
                </a:ext>
              </a:extLst>
            </p:cNvPr>
            <p:cNvSpPr txBox="1"/>
            <p:nvPr/>
          </p:nvSpPr>
          <p:spPr>
            <a:xfrm>
              <a:off x="6576696" y="4722317"/>
              <a:ext cx="1241425" cy="117340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650" b="1" spc="-6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Microsoft</a:t>
              </a:r>
              <a:r>
                <a:rPr sz="650" b="1" spc="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6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Accessibility</a:t>
              </a:r>
              <a:r>
                <a:rPr sz="65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5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Resources</a:t>
              </a:r>
              <a:endParaRPr sz="65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sp>
          <p:nvSpPr>
            <p:cNvPr id="389" name="object 80">
              <a:extLst>
                <a:ext uri="{FF2B5EF4-FFF2-40B4-BE49-F238E27FC236}">
                  <a16:creationId xmlns:a16="http://schemas.microsoft.com/office/drawing/2014/main" id="{6DD51B9F-3023-B385-B78A-82A15BC38342}"/>
                </a:ext>
              </a:extLst>
            </p:cNvPr>
            <p:cNvSpPr txBox="1"/>
            <p:nvPr/>
          </p:nvSpPr>
          <p:spPr>
            <a:xfrm>
              <a:off x="6425472" y="4882236"/>
              <a:ext cx="3562350" cy="199413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4"/>
                </a:spcBef>
              </a:pPr>
              <a:r>
                <a:rPr sz="600" spc="-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Comprehensive</a:t>
              </a:r>
              <a:r>
                <a:rPr sz="600" spc="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0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guides</a:t>
              </a:r>
              <a:r>
                <a:rPr sz="600" spc="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0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for</a:t>
              </a:r>
              <a:r>
                <a:rPr sz="6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0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using</a:t>
              </a:r>
              <a:r>
                <a:rPr sz="600" spc="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00" spc="-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assistive</a:t>
              </a:r>
              <a:r>
                <a:rPr sz="600" spc="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0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technologies</a:t>
              </a:r>
              <a:r>
                <a:rPr sz="600" spc="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0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with</a:t>
              </a:r>
              <a:r>
                <a:rPr sz="600" spc="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00" spc="-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600" spc="-6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600" spc="-3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00" spc="-2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600" spc="25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00" spc="-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600" spc="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virtualization</a:t>
              </a:r>
              <a:r>
                <a:rPr sz="600" spc="3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00" spc="-10" dirty="0">
                  <a:solidFill>
                    <a:srgbClr val="465469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environments.</a:t>
              </a:r>
              <a:endParaRPr sz="60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90" name="object 81">
              <a:extLst>
                <a:ext uri="{FF2B5EF4-FFF2-40B4-BE49-F238E27FC236}">
                  <a16:creationId xmlns:a16="http://schemas.microsoft.com/office/drawing/2014/main" id="{BE9E184A-03BF-1006-5AEE-72AF7FB976FB}"/>
                </a:ext>
              </a:extLst>
            </p:cNvPr>
            <p:cNvSpPr txBox="1"/>
            <p:nvPr/>
          </p:nvSpPr>
          <p:spPr>
            <a:xfrm>
              <a:off x="6425472" y="5093949"/>
              <a:ext cx="1080135" cy="107080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4"/>
                </a:spcBef>
              </a:pPr>
              <a:r>
                <a:rPr sz="600" b="1" spc="-6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ucida Sans"/>
                  <a:hlinkClick r:id="rId12"/>
                </a:rPr>
                <a:t>Visit</a:t>
              </a:r>
              <a:r>
                <a:rPr sz="600" b="1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ucida Sans"/>
                  <a:hlinkClick r:id="rId12"/>
                </a:rPr>
                <a:t> </a:t>
              </a:r>
              <a:r>
                <a:rPr sz="600" b="1" spc="-6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ucida Sans"/>
                  <a:hlinkClick r:id="rId12"/>
                </a:rPr>
                <a:t>Microsoft</a:t>
              </a:r>
              <a:r>
                <a:rPr sz="600" b="1" spc="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ucida Sans"/>
                  <a:hlinkClick r:id="rId12"/>
                </a:rPr>
                <a:t> </a:t>
              </a:r>
              <a:r>
                <a:rPr sz="600" b="1" spc="-6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ucida Sans"/>
                  <a:hlinkClick r:id="rId12"/>
                </a:rPr>
                <a:t>Accessibility</a:t>
              </a:r>
              <a:r>
                <a:rPr sz="600" b="1" spc="-3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ucida Sans"/>
                  <a:hlinkClick r:id="rId12"/>
                </a:rPr>
                <a:t> </a:t>
              </a:r>
              <a:r>
                <a:rPr sz="600" b="1" spc="-2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ucida Sans"/>
                  <a:hlinkClick r:id="rId12"/>
                </a:rPr>
                <a:t>Hub</a:t>
              </a:r>
              <a:endParaRPr sz="60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grpSp>
          <p:nvGrpSpPr>
            <p:cNvPr id="391" name="object 82">
              <a:extLst>
                <a:ext uri="{FF2B5EF4-FFF2-40B4-BE49-F238E27FC236}">
                  <a16:creationId xmlns:a16="http://schemas.microsoft.com/office/drawing/2014/main" id="{DAFEC86F-3AC2-8DC1-E2AE-DBE400DC4A8C}"/>
                </a:ext>
              </a:extLst>
            </p:cNvPr>
            <p:cNvGrpSpPr/>
            <p:nvPr/>
          </p:nvGrpSpPr>
          <p:grpSpPr>
            <a:xfrm>
              <a:off x="701709" y="5135738"/>
              <a:ext cx="9875520" cy="654685"/>
              <a:chOff x="701709" y="5135738"/>
              <a:chExt cx="9875520" cy="654685"/>
            </a:xfrm>
          </p:grpSpPr>
          <p:sp>
            <p:nvSpPr>
              <p:cNvPr id="396" name="object 83">
                <a:extLst>
                  <a:ext uri="{FF2B5EF4-FFF2-40B4-BE49-F238E27FC236}">
                    <a16:creationId xmlns:a16="http://schemas.microsoft.com/office/drawing/2014/main" id="{C5751B01-AE65-0B8A-0B2B-4F6EA396889C}"/>
                  </a:ext>
                </a:extLst>
              </p:cNvPr>
              <p:cNvSpPr/>
              <p:nvPr/>
            </p:nvSpPr>
            <p:spPr>
              <a:xfrm>
                <a:off x="7543957" y="5138913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31504"/>
                    </a:moveTo>
                    <a:lnTo>
                      <a:pt x="31504" y="0"/>
                    </a:lnTo>
                  </a:path>
                  <a:path w="31750" h="31750">
                    <a:moveTo>
                      <a:pt x="31504" y="0"/>
                    </a:moveTo>
                    <a:lnTo>
                      <a:pt x="0" y="0"/>
                    </a:lnTo>
                  </a:path>
                  <a:path w="31750" h="31750">
                    <a:moveTo>
                      <a:pt x="31504" y="0"/>
                    </a:moveTo>
                    <a:lnTo>
                      <a:pt x="31504" y="31504"/>
                    </a:lnTo>
                  </a:path>
                </a:pathLst>
              </a:custGeom>
              <a:ln w="6300">
                <a:solidFill>
                  <a:srgbClr val="0078D4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397" name="object 84">
                <a:extLst>
                  <a:ext uri="{FF2B5EF4-FFF2-40B4-BE49-F238E27FC236}">
                    <a16:creationId xmlns:a16="http://schemas.microsoft.com/office/drawing/2014/main" id="{9FF51F49-93AF-2263-23B3-C303E55A6F17}"/>
                  </a:ext>
                </a:extLst>
              </p:cNvPr>
              <p:cNvSpPr/>
              <p:nvPr/>
            </p:nvSpPr>
            <p:spPr>
              <a:xfrm>
                <a:off x="701709" y="5578089"/>
                <a:ext cx="30480" cy="212090"/>
              </a:xfrm>
              <a:custGeom>
                <a:avLst/>
                <a:gdLst/>
                <a:ahLst/>
                <a:cxnLst/>
                <a:rect l="l" t="t" r="r" b="b"/>
                <a:pathLst>
                  <a:path w="30479" h="212089">
                    <a:moveTo>
                      <a:pt x="17127" y="211712"/>
                    </a:moveTo>
                    <a:lnTo>
                      <a:pt x="13117" y="211712"/>
                    </a:lnTo>
                    <a:lnTo>
                      <a:pt x="11188" y="211329"/>
                    </a:lnTo>
                    <a:lnTo>
                      <a:pt x="0" y="198596"/>
                    </a:lnTo>
                    <a:lnTo>
                      <a:pt x="0" y="196590"/>
                    </a:lnTo>
                    <a:lnTo>
                      <a:pt x="0" y="13116"/>
                    </a:lnTo>
                    <a:lnTo>
                      <a:pt x="13117" y="0"/>
                    </a:lnTo>
                    <a:lnTo>
                      <a:pt x="17127" y="0"/>
                    </a:lnTo>
                    <a:lnTo>
                      <a:pt x="30244" y="13116"/>
                    </a:lnTo>
                    <a:lnTo>
                      <a:pt x="30244" y="198596"/>
                    </a:lnTo>
                    <a:lnTo>
                      <a:pt x="19056" y="211329"/>
                    </a:lnTo>
                    <a:lnTo>
                      <a:pt x="17127" y="211712"/>
                    </a:lnTo>
                    <a:close/>
                  </a:path>
                </a:pathLst>
              </a:custGeom>
              <a:solidFill>
                <a:srgbClr val="0078D4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398" name="object 85">
                <a:extLst>
                  <a:ext uri="{FF2B5EF4-FFF2-40B4-BE49-F238E27FC236}">
                    <a16:creationId xmlns:a16="http://schemas.microsoft.com/office/drawing/2014/main" id="{D87872B6-32DE-C44C-E9BA-A12D6660BECD}"/>
                  </a:ext>
                </a:extLst>
              </p:cNvPr>
              <p:cNvSpPr/>
              <p:nvPr/>
            </p:nvSpPr>
            <p:spPr>
              <a:xfrm>
                <a:off x="9737332" y="5593212"/>
                <a:ext cx="839469" cy="181610"/>
              </a:xfrm>
              <a:custGeom>
                <a:avLst/>
                <a:gdLst/>
                <a:ahLst/>
                <a:cxnLst/>
                <a:rect l="l" t="t" r="r" b="b"/>
                <a:pathLst>
                  <a:path w="839470" h="181610">
                    <a:moveTo>
                      <a:pt x="799941" y="181468"/>
                    </a:moveTo>
                    <a:lnTo>
                      <a:pt x="39351" y="181468"/>
                    </a:lnTo>
                    <a:lnTo>
                      <a:pt x="33563" y="180317"/>
                    </a:lnTo>
                    <a:lnTo>
                      <a:pt x="1150" y="147903"/>
                    </a:lnTo>
                    <a:lnTo>
                      <a:pt x="0" y="142117"/>
                    </a:lnTo>
                    <a:lnTo>
                      <a:pt x="0" y="136101"/>
                    </a:lnTo>
                    <a:lnTo>
                      <a:pt x="0" y="39350"/>
                    </a:lnTo>
                    <a:lnTo>
                      <a:pt x="22447" y="5755"/>
                    </a:lnTo>
                    <a:lnTo>
                      <a:pt x="39351" y="0"/>
                    </a:lnTo>
                    <a:lnTo>
                      <a:pt x="799941" y="0"/>
                    </a:lnTo>
                    <a:lnTo>
                      <a:pt x="833535" y="22447"/>
                    </a:lnTo>
                    <a:lnTo>
                      <a:pt x="839292" y="39350"/>
                    </a:lnTo>
                    <a:lnTo>
                      <a:pt x="839292" y="142117"/>
                    </a:lnTo>
                    <a:lnTo>
                      <a:pt x="816843" y="175712"/>
                    </a:lnTo>
                    <a:lnTo>
                      <a:pt x="805727" y="180317"/>
                    </a:lnTo>
                    <a:lnTo>
                      <a:pt x="799941" y="181468"/>
                    </a:lnTo>
                    <a:close/>
                  </a:path>
                </a:pathLst>
              </a:custGeom>
              <a:solidFill>
                <a:srgbClr val="0FB981">
                  <a:alpha val="10198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392" name="object 86">
              <a:extLst>
                <a:ext uri="{FF2B5EF4-FFF2-40B4-BE49-F238E27FC236}">
                  <a16:creationId xmlns:a16="http://schemas.microsoft.com/office/drawing/2014/main" id="{CC1F7305-EDB3-8EFC-DE90-A69CC5991DF2}"/>
                </a:ext>
              </a:extLst>
            </p:cNvPr>
            <p:cNvSpPr txBox="1"/>
            <p:nvPr/>
          </p:nvSpPr>
          <p:spPr>
            <a:xfrm>
              <a:off x="809989" y="5525903"/>
              <a:ext cx="2951747" cy="263534"/>
            </a:xfrm>
            <a:prstGeom prst="rect">
              <a:avLst/>
            </a:prstGeom>
          </p:spPr>
          <p:txBody>
            <a:bodyPr vert="horz" wrap="square" lIns="0" tIns="4508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55"/>
                </a:spcBef>
              </a:pPr>
              <a:r>
                <a:rPr sz="650" b="1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ADDITIONAL</a:t>
              </a:r>
              <a:r>
                <a:rPr sz="650" b="1" spc="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LEARNING</a:t>
              </a:r>
              <a:endParaRPr sz="65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20"/>
                </a:spcBef>
              </a:pPr>
              <a:r>
                <a:rPr sz="6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Microsoft</a:t>
              </a:r>
              <a:r>
                <a:rPr sz="6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Learn:</a:t>
              </a:r>
              <a:r>
                <a:rPr sz="600" spc="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Accessibility</a:t>
              </a:r>
              <a:r>
                <a:rPr sz="6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</a:t>
              </a:r>
              <a:r>
                <a:rPr sz="600" spc="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Virtualization</a:t>
              </a:r>
              <a:r>
                <a:rPr sz="600" spc="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(Updated</a:t>
              </a:r>
              <a:r>
                <a:rPr sz="600" spc="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2026)</a:t>
              </a:r>
              <a:endParaRPr sz="6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93" name="object 87">
              <a:extLst>
                <a:ext uri="{FF2B5EF4-FFF2-40B4-BE49-F238E27FC236}">
                  <a16:creationId xmlns:a16="http://schemas.microsoft.com/office/drawing/2014/main" id="{C101FC04-3ADA-10DE-EDAD-3C6221B0EE94}"/>
                </a:ext>
              </a:extLst>
            </p:cNvPr>
            <p:cNvSpPr txBox="1"/>
            <p:nvPr/>
          </p:nvSpPr>
          <p:spPr>
            <a:xfrm>
              <a:off x="9814894" y="5615671"/>
              <a:ext cx="682625" cy="107080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4"/>
                </a:spcBef>
              </a:pPr>
              <a:r>
                <a:rPr sz="600" b="1" spc="-35" dirty="0">
                  <a:solidFill>
                    <a:srgbClr val="0495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INCLUSIVE</a:t>
              </a:r>
              <a:r>
                <a:rPr sz="600" b="1" spc="5" dirty="0">
                  <a:solidFill>
                    <a:srgbClr val="0495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600" b="1" spc="-30" dirty="0">
                  <a:solidFill>
                    <a:srgbClr val="049569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DESIGN</a:t>
              </a:r>
              <a:endParaRPr sz="60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  <p:sp>
          <p:nvSpPr>
            <p:cNvPr id="394" name="object 88">
              <a:extLst>
                <a:ext uri="{FF2B5EF4-FFF2-40B4-BE49-F238E27FC236}">
                  <a16:creationId xmlns:a16="http://schemas.microsoft.com/office/drawing/2014/main" id="{E47B0C70-77A2-339E-DE70-2501F9C785AB}"/>
                </a:ext>
              </a:extLst>
            </p:cNvPr>
            <p:cNvSpPr/>
            <p:nvPr/>
          </p:nvSpPr>
          <p:spPr>
            <a:xfrm>
              <a:off x="10637113" y="5593212"/>
              <a:ext cx="869950" cy="181610"/>
            </a:xfrm>
            <a:custGeom>
              <a:avLst/>
              <a:gdLst/>
              <a:ahLst/>
              <a:cxnLst/>
              <a:rect l="l" t="t" r="r" b="b"/>
              <a:pathLst>
                <a:path w="869950" h="181610">
                  <a:moveTo>
                    <a:pt x="830185" y="181468"/>
                  </a:moveTo>
                  <a:lnTo>
                    <a:pt x="39351" y="181468"/>
                  </a:lnTo>
                  <a:lnTo>
                    <a:pt x="33564" y="180317"/>
                  </a:lnTo>
                  <a:lnTo>
                    <a:pt x="1150" y="147903"/>
                  </a:lnTo>
                  <a:lnTo>
                    <a:pt x="0" y="142117"/>
                  </a:lnTo>
                  <a:lnTo>
                    <a:pt x="0" y="136101"/>
                  </a:lnTo>
                  <a:lnTo>
                    <a:pt x="0" y="39350"/>
                  </a:lnTo>
                  <a:lnTo>
                    <a:pt x="22448" y="5755"/>
                  </a:lnTo>
                  <a:lnTo>
                    <a:pt x="39351" y="0"/>
                  </a:lnTo>
                  <a:lnTo>
                    <a:pt x="830185" y="0"/>
                  </a:lnTo>
                  <a:lnTo>
                    <a:pt x="863780" y="22447"/>
                  </a:lnTo>
                  <a:lnTo>
                    <a:pt x="869536" y="39350"/>
                  </a:lnTo>
                  <a:lnTo>
                    <a:pt x="869536" y="142117"/>
                  </a:lnTo>
                  <a:lnTo>
                    <a:pt x="847088" y="175712"/>
                  </a:lnTo>
                  <a:lnTo>
                    <a:pt x="835972" y="180317"/>
                  </a:lnTo>
                  <a:lnTo>
                    <a:pt x="830185" y="181468"/>
                  </a:lnTo>
                  <a:close/>
                </a:path>
              </a:pathLst>
            </a:custGeom>
            <a:solidFill>
              <a:srgbClr val="0078D4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sp>
          <p:nvSpPr>
            <p:cNvPr id="395" name="object 89">
              <a:extLst>
                <a:ext uri="{FF2B5EF4-FFF2-40B4-BE49-F238E27FC236}">
                  <a16:creationId xmlns:a16="http://schemas.microsoft.com/office/drawing/2014/main" id="{EBA57A60-45E0-0DD5-500E-F0F1F3450888}"/>
                </a:ext>
              </a:extLst>
            </p:cNvPr>
            <p:cNvSpPr txBox="1"/>
            <p:nvPr/>
          </p:nvSpPr>
          <p:spPr>
            <a:xfrm>
              <a:off x="10718338" y="5615671"/>
              <a:ext cx="715010" cy="107080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4"/>
                </a:spcBef>
              </a:pPr>
              <a:r>
                <a:rPr sz="600" b="1" spc="-6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STUDENT-</a:t>
              </a:r>
              <a:r>
                <a:rPr sz="600" b="1" spc="-3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FRIENDLY</a:t>
              </a:r>
              <a:endParaRPr sz="600">
                <a:latin typeface="Roboto Slab" pitchFamily="2" charset="0"/>
                <a:ea typeface="Roboto Slab" pitchFamily="2" charset="0"/>
                <a:cs typeface="Lucida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0642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0BE0F-E67D-6627-ED43-0013FC974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0B09883-95FE-2944-819E-E2405C0DEC85}"/>
              </a:ext>
            </a:extLst>
          </p:cNvPr>
          <p:cNvGrpSpPr/>
          <p:nvPr/>
        </p:nvGrpSpPr>
        <p:grpSpPr>
          <a:xfrm>
            <a:off x="231304" y="205261"/>
            <a:ext cx="11721956" cy="641092"/>
            <a:chOff x="231304" y="205261"/>
            <a:chExt cx="11721956" cy="641092"/>
          </a:xfrm>
        </p:grpSpPr>
        <p:grpSp>
          <p:nvGrpSpPr>
            <p:cNvPr id="7" name="Graphic 6">
              <a:extLst>
                <a:ext uri="{FF2B5EF4-FFF2-40B4-BE49-F238E27FC236}">
                  <a16:creationId xmlns:a16="http://schemas.microsoft.com/office/drawing/2014/main" id="{92CFC49C-DCF5-197F-5D21-FB9B9BD95E99}"/>
                </a:ext>
              </a:extLst>
            </p:cNvPr>
            <p:cNvGrpSpPr/>
            <p:nvPr/>
          </p:nvGrpSpPr>
          <p:grpSpPr>
            <a:xfrm>
              <a:off x="9664040" y="214747"/>
              <a:ext cx="2289220" cy="631606"/>
              <a:chOff x="8823238" y="98156"/>
              <a:chExt cx="2289220" cy="631606"/>
            </a:xfrm>
          </p:grpSpPr>
          <p:sp>
            <p:nvSpPr>
              <p:cNvPr id="101" name="Freeform 212">
                <a:extLst>
                  <a:ext uri="{FF2B5EF4-FFF2-40B4-BE49-F238E27FC236}">
                    <a16:creationId xmlns:a16="http://schemas.microsoft.com/office/drawing/2014/main" id="{5A9BEB92-609A-E5F8-CBAC-F8587303803C}"/>
                  </a:ext>
                </a:extLst>
              </p:cNvPr>
              <p:cNvSpPr/>
              <p:nvPr/>
            </p:nvSpPr>
            <p:spPr>
              <a:xfrm>
                <a:off x="10380520" y="639207"/>
                <a:ext cx="722373" cy="90554"/>
              </a:xfrm>
              <a:custGeom>
                <a:avLst/>
                <a:gdLst>
                  <a:gd name="connsiteX0" fmla="*/ 29179 w 722373"/>
                  <a:gd name="connsiteY0" fmla="*/ 4738 h 90554"/>
                  <a:gd name="connsiteX1" fmla="*/ 45523 w 722373"/>
                  <a:gd name="connsiteY1" fmla="*/ 9175 h 90554"/>
                  <a:gd name="connsiteX2" fmla="*/ 51395 w 722373"/>
                  <a:gd name="connsiteY2" fmla="*/ 22549 h 90554"/>
                  <a:gd name="connsiteX3" fmla="*/ 48610 w 722373"/>
                  <a:gd name="connsiteY3" fmla="*/ 30405 h 90554"/>
                  <a:gd name="connsiteX4" fmla="*/ 41165 w 722373"/>
                  <a:gd name="connsiteY4" fmla="*/ 35562 h 90554"/>
                  <a:gd name="connsiteX5" fmla="*/ 50608 w 722373"/>
                  <a:gd name="connsiteY5" fmla="*/ 41379 h 90554"/>
                  <a:gd name="connsiteX6" fmla="*/ 54059 w 722373"/>
                  <a:gd name="connsiteY6" fmla="*/ 52054 h 90554"/>
                  <a:gd name="connsiteX7" fmla="*/ 48126 w 722373"/>
                  <a:gd name="connsiteY7" fmla="*/ 65907 h 90554"/>
                  <a:gd name="connsiteX8" fmla="*/ 32024 w 722373"/>
                  <a:gd name="connsiteY8" fmla="*/ 70705 h 90554"/>
                  <a:gd name="connsiteX9" fmla="*/ 0 w 722373"/>
                  <a:gd name="connsiteY9" fmla="*/ 70705 h 90554"/>
                  <a:gd name="connsiteX10" fmla="*/ 0 w 722373"/>
                  <a:gd name="connsiteY10" fmla="*/ 65008 h 90554"/>
                  <a:gd name="connsiteX11" fmla="*/ 7446 w 722373"/>
                  <a:gd name="connsiteY11" fmla="*/ 63748 h 90554"/>
                  <a:gd name="connsiteX12" fmla="*/ 7446 w 722373"/>
                  <a:gd name="connsiteY12" fmla="*/ 11754 h 90554"/>
                  <a:gd name="connsiteX13" fmla="*/ 0 w 722373"/>
                  <a:gd name="connsiteY13" fmla="*/ 10495 h 90554"/>
                  <a:gd name="connsiteX14" fmla="*/ 0 w 722373"/>
                  <a:gd name="connsiteY14" fmla="*/ 4738 h 90554"/>
                  <a:gd name="connsiteX15" fmla="*/ 29179 w 722373"/>
                  <a:gd name="connsiteY15" fmla="*/ 4738 h 90554"/>
                  <a:gd name="connsiteX16" fmla="*/ 16466 w 722373"/>
                  <a:gd name="connsiteY16" fmla="*/ 39760 h 90554"/>
                  <a:gd name="connsiteX17" fmla="*/ 16466 w 722373"/>
                  <a:gd name="connsiteY17" fmla="*/ 63748 h 90554"/>
                  <a:gd name="connsiteX18" fmla="*/ 32024 w 722373"/>
                  <a:gd name="connsiteY18" fmla="*/ 63748 h 90554"/>
                  <a:gd name="connsiteX19" fmla="*/ 41588 w 722373"/>
                  <a:gd name="connsiteY19" fmla="*/ 60750 h 90554"/>
                  <a:gd name="connsiteX20" fmla="*/ 44978 w 722373"/>
                  <a:gd name="connsiteY20" fmla="*/ 52174 h 90554"/>
                  <a:gd name="connsiteX21" fmla="*/ 42133 w 722373"/>
                  <a:gd name="connsiteY21" fmla="*/ 43059 h 90554"/>
                  <a:gd name="connsiteX22" fmla="*/ 33355 w 722373"/>
                  <a:gd name="connsiteY22" fmla="*/ 39760 h 90554"/>
                  <a:gd name="connsiteX23" fmla="*/ 16406 w 722373"/>
                  <a:gd name="connsiteY23" fmla="*/ 39760 h 90554"/>
                  <a:gd name="connsiteX24" fmla="*/ 16466 w 722373"/>
                  <a:gd name="connsiteY24" fmla="*/ 32804 h 90554"/>
                  <a:gd name="connsiteX25" fmla="*/ 31540 w 722373"/>
                  <a:gd name="connsiteY25" fmla="*/ 32804 h 90554"/>
                  <a:gd name="connsiteX26" fmla="*/ 39348 w 722373"/>
                  <a:gd name="connsiteY26" fmla="*/ 29925 h 90554"/>
                  <a:gd name="connsiteX27" fmla="*/ 42314 w 722373"/>
                  <a:gd name="connsiteY27" fmla="*/ 22429 h 90554"/>
                  <a:gd name="connsiteX28" fmla="*/ 38925 w 722373"/>
                  <a:gd name="connsiteY28" fmla="*/ 14453 h 90554"/>
                  <a:gd name="connsiteX29" fmla="*/ 29118 w 722373"/>
                  <a:gd name="connsiteY29" fmla="*/ 11814 h 90554"/>
                  <a:gd name="connsiteX30" fmla="*/ 16406 w 722373"/>
                  <a:gd name="connsiteY30" fmla="*/ 11814 h 90554"/>
                  <a:gd name="connsiteX31" fmla="*/ 16406 w 722373"/>
                  <a:gd name="connsiteY31" fmla="*/ 32864 h 90554"/>
                  <a:gd name="connsiteX32" fmla="*/ 16406 w 722373"/>
                  <a:gd name="connsiteY32" fmla="*/ 32864 h 90554"/>
                  <a:gd name="connsiteX33" fmla="*/ 469637 w 722373"/>
                  <a:gd name="connsiteY33" fmla="*/ 67466 h 90554"/>
                  <a:gd name="connsiteX34" fmla="*/ 467397 w 722373"/>
                  <a:gd name="connsiteY34" fmla="*/ 76762 h 90554"/>
                  <a:gd name="connsiteX35" fmla="*/ 461403 w 722373"/>
                  <a:gd name="connsiteY35" fmla="*/ 84798 h 90554"/>
                  <a:gd name="connsiteX36" fmla="*/ 456319 w 722373"/>
                  <a:gd name="connsiteY36" fmla="*/ 81440 h 90554"/>
                  <a:gd name="connsiteX37" fmla="*/ 459588 w 722373"/>
                  <a:gd name="connsiteY37" fmla="*/ 74783 h 90554"/>
                  <a:gd name="connsiteX38" fmla="*/ 460677 w 722373"/>
                  <a:gd name="connsiteY38" fmla="*/ 67586 h 90554"/>
                  <a:gd name="connsiteX39" fmla="*/ 460677 w 722373"/>
                  <a:gd name="connsiteY39" fmla="*/ 60690 h 90554"/>
                  <a:gd name="connsiteX40" fmla="*/ 469697 w 722373"/>
                  <a:gd name="connsiteY40" fmla="*/ 60690 h 90554"/>
                  <a:gd name="connsiteX41" fmla="*/ 469697 w 722373"/>
                  <a:gd name="connsiteY41" fmla="*/ 67466 h 90554"/>
                  <a:gd name="connsiteX42" fmla="*/ 469697 w 722373"/>
                  <a:gd name="connsiteY42" fmla="*/ 67466 h 90554"/>
                  <a:gd name="connsiteX43" fmla="*/ 500207 w 722373"/>
                  <a:gd name="connsiteY43" fmla="*/ 10495 h 90554"/>
                  <a:gd name="connsiteX44" fmla="*/ 500207 w 722373"/>
                  <a:gd name="connsiteY44" fmla="*/ 4738 h 90554"/>
                  <a:gd name="connsiteX45" fmla="*/ 524119 w 722373"/>
                  <a:gd name="connsiteY45" fmla="*/ 4738 h 90554"/>
                  <a:gd name="connsiteX46" fmla="*/ 524119 w 722373"/>
                  <a:gd name="connsiteY46" fmla="*/ 10495 h 90554"/>
                  <a:gd name="connsiteX47" fmla="*/ 516673 w 722373"/>
                  <a:gd name="connsiteY47" fmla="*/ 11754 h 90554"/>
                  <a:gd name="connsiteX48" fmla="*/ 516673 w 722373"/>
                  <a:gd name="connsiteY48" fmla="*/ 63748 h 90554"/>
                  <a:gd name="connsiteX49" fmla="*/ 524119 w 722373"/>
                  <a:gd name="connsiteY49" fmla="*/ 65008 h 90554"/>
                  <a:gd name="connsiteX50" fmla="*/ 524119 w 722373"/>
                  <a:gd name="connsiteY50" fmla="*/ 70705 h 90554"/>
                  <a:gd name="connsiteX51" fmla="*/ 500207 w 722373"/>
                  <a:gd name="connsiteY51" fmla="*/ 70705 h 90554"/>
                  <a:gd name="connsiteX52" fmla="*/ 500207 w 722373"/>
                  <a:gd name="connsiteY52" fmla="*/ 65008 h 90554"/>
                  <a:gd name="connsiteX53" fmla="*/ 507713 w 722373"/>
                  <a:gd name="connsiteY53" fmla="*/ 63748 h 90554"/>
                  <a:gd name="connsiteX54" fmla="*/ 507713 w 722373"/>
                  <a:gd name="connsiteY54" fmla="*/ 11754 h 90554"/>
                  <a:gd name="connsiteX55" fmla="*/ 500207 w 722373"/>
                  <a:gd name="connsiteY55" fmla="*/ 10495 h 90554"/>
                  <a:gd name="connsiteX56" fmla="*/ 500207 w 722373"/>
                  <a:gd name="connsiteY56" fmla="*/ 10495 h 90554"/>
                  <a:gd name="connsiteX57" fmla="*/ 530051 w 722373"/>
                  <a:gd name="connsiteY57" fmla="*/ 65008 h 90554"/>
                  <a:gd name="connsiteX58" fmla="*/ 537497 w 722373"/>
                  <a:gd name="connsiteY58" fmla="*/ 63748 h 90554"/>
                  <a:gd name="connsiteX59" fmla="*/ 537497 w 722373"/>
                  <a:gd name="connsiteY59" fmla="*/ 28726 h 90554"/>
                  <a:gd name="connsiteX60" fmla="*/ 530051 w 722373"/>
                  <a:gd name="connsiteY60" fmla="*/ 27466 h 90554"/>
                  <a:gd name="connsiteX61" fmla="*/ 530051 w 722373"/>
                  <a:gd name="connsiteY61" fmla="*/ 21709 h 90554"/>
                  <a:gd name="connsiteX62" fmla="*/ 545548 w 722373"/>
                  <a:gd name="connsiteY62" fmla="*/ 21709 h 90554"/>
                  <a:gd name="connsiteX63" fmla="*/ 546214 w 722373"/>
                  <a:gd name="connsiteY63" fmla="*/ 29026 h 90554"/>
                  <a:gd name="connsiteX64" fmla="*/ 552449 w 722373"/>
                  <a:gd name="connsiteY64" fmla="*/ 22969 h 90554"/>
                  <a:gd name="connsiteX65" fmla="*/ 560925 w 722373"/>
                  <a:gd name="connsiteY65" fmla="*/ 20810 h 90554"/>
                  <a:gd name="connsiteX66" fmla="*/ 573335 w 722373"/>
                  <a:gd name="connsiteY66" fmla="*/ 25487 h 90554"/>
                  <a:gd name="connsiteX67" fmla="*/ 577754 w 722373"/>
                  <a:gd name="connsiteY67" fmla="*/ 39820 h 90554"/>
                  <a:gd name="connsiteX68" fmla="*/ 577754 w 722373"/>
                  <a:gd name="connsiteY68" fmla="*/ 63808 h 90554"/>
                  <a:gd name="connsiteX69" fmla="*/ 585199 w 722373"/>
                  <a:gd name="connsiteY69" fmla="*/ 65068 h 90554"/>
                  <a:gd name="connsiteX70" fmla="*/ 585199 w 722373"/>
                  <a:gd name="connsiteY70" fmla="*/ 70765 h 90554"/>
                  <a:gd name="connsiteX71" fmla="*/ 561287 w 722373"/>
                  <a:gd name="connsiteY71" fmla="*/ 70765 h 90554"/>
                  <a:gd name="connsiteX72" fmla="*/ 561287 w 722373"/>
                  <a:gd name="connsiteY72" fmla="*/ 65068 h 90554"/>
                  <a:gd name="connsiteX73" fmla="*/ 568734 w 722373"/>
                  <a:gd name="connsiteY73" fmla="*/ 63808 h 90554"/>
                  <a:gd name="connsiteX74" fmla="*/ 568734 w 722373"/>
                  <a:gd name="connsiteY74" fmla="*/ 40000 h 90554"/>
                  <a:gd name="connsiteX75" fmla="*/ 566131 w 722373"/>
                  <a:gd name="connsiteY75" fmla="*/ 30825 h 90554"/>
                  <a:gd name="connsiteX76" fmla="*/ 558261 w 722373"/>
                  <a:gd name="connsiteY76" fmla="*/ 28126 h 90554"/>
                  <a:gd name="connsiteX77" fmla="*/ 551360 w 722373"/>
                  <a:gd name="connsiteY77" fmla="*/ 29985 h 90554"/>
                  <a:gd name="connsiteX78" fmla="*/ 546578 w 722373"/>
                  <a:gd name="connsiteY78" fmla="*/ 35083 h 90554"/>
                  <a:gd name="connsiteX79" fmla="*/ 546578 w 722373"/>
                  <a:gd name="connsiteY79" fmla="*/ 63868 h 90554"/>
                  <a:gd name="connsiteX80" fmla="*/ 554023 w 722373"/>
                  <a:gd name="connsiteY80" fmla="*/ 65128 h 90554"/>
                  <a:gd name="connsiteX81" fmla="*/ 554023 w 722373"/>
                  <a:gd name="connsiteY81" fmla="*/ 70825 h 90554"/>
                  <a:gd name="connsiteX82" fmla="*/ 530112 w 722373"/>
                  <a:gd name="connsiteY82" fmla="*/ 70825 h 90554"/>
                  <a:gd name="connsiteX83" fmla="*/ 530112 w 722373"/>
                  <a:gd name="connsiteY83" fmla="*/ 65128 h 90554"/>
                  <a:gd name="connsiteX84" fmla="*/ 530112 w 722373"/>
                  <a:gd name="connsiteY84" fmla="*/ 65128 h 90554"/>
                  <a:gd name="connsiteX85" fmla="*/ 624548 w 722373"/>
                  <a:gd name="connsiteY85" fmla="*/ 64888 h 90554"/>
                  <a:gd name="connsiteX86" fmla="*/ 618615 w 722373"/>
                  <a:gd name="connsiteY86" fmla="*/ 69925 h 90554"/>
                  <a:gd name="connsiteX87" fmla="*/ 610503 w 722373"/>
                  <a:gd name="connsiteY87" fmla="*/ 71664 h 90554"/>
                  <a:gd name="connsiteX88" fmla="*/ 596338 w 722373"/>
                  <a:gd name="connsiteY88" fmla="*/ 65128 h 90554"/>
                  <a:gd name="connsiteX89" fmla="*/ 591253 w 722373"/>
                  <a:gd name="connsiteY89" fmla="*/ 48036 h 90554"/>
                  <a:gd name="connsiteX90" fmla="*/ 591253 w 722373"/>
                  <a:gd name="connsiteY90" fmla="*/ 47077 h 90554"/>
                  <a:gd name="connsiteX91" fmla="*/ 596338 w 722373"/>
                  <a:gd name="connsiteY91" fmla="*/ 28006 h 90554"/>
                  <a:gd name="connsiteX92" fmla="*/ 610564 w 722373"/>
                  <a:gd name="connsiteY92" fmla="*/ 20750 h 90554"/>
                  <a:gd name="connsiteX93" fmla="*/ 618312 w 722373"/>
                  <a:gd name="connsiteY93" fmla="*/ 22369 h 90554"/>
                  <a:gd name="connsiteX94" fmla="*/ 624003 w 722373"/>
                  <a:gd name="connsiteY94" fmla="*/ 27047 h 90554"/>
                  <a:gd name="connsiteX95" fmla="*/ 624003 w 722373"/>
                  <a:gd name="connsiteY95" fmla="*/ 7017 h 90554"/>
                  <a:gd name="connsiteX96" fmla="*/ 616557 w 722373"/>
                  <a:gd name="connsiteY96" fmla="*/ 5757 h 90554"/>
                  <a:gd name="connsiteX97" fmla="*/ 616557 w 722373"/>
                  <a:gd name="connsiteY97" fmla="*/ 0 h 90554"/>
                  <a:gd name="connsiteX98" fmla="*/ 633023 w 722373"/>
                  <a:gd name="connsiteY98" fmla="*/ 0 h 90554"/>
                  <a:gd name="connsiteX99" fmla="*/ 633023 w 722373"/>
                  <a:gd name="connsiteY99" fmla="*/ 63748 h 90554"/>
                  <a:gd name="connsiteX100" fmla="*/ 640469 w 722373"/>
                  <a:gd name="connsiteY100" fmla="*/ 65008 h 90554"/>
                  <a:gd name="connsiteX101" fmla="*/ 640469 w 722373"/>
                  <a:gd name="connsiteY101" fmla="*/ 70705 h 90554"/>
                  <a:gd name="connsiteX102" fmla="*/ 625153 w 722373"/>
                  <a:gd name="connsiteY102" fmla="*/ 70705 h 90554"/>
                  <a:gd name="connsiteX103" fmla="*/ 624426 w 722373"/>
                  <a:gd name="connsiteY103" fmla="*/ 64828 h 90554"/>
                  <a:gd name="connsiteX104" fmla="*/ 624426 w 722373"/>
                  <a:gd name="connsiteY104" fmla="*/ 64828 h 90554"/>
                  <a:gd name="connsiteX105" fmla="*/ 600212 w 722373"/>
                  <a:gd name="connsiteY105" fmla="*/ 48036 h 90554"/>
                  <a:gd name="connsiteX106" fmla="*/ 603239 w 722373"/>
                  <a:gd name="connsiteY106" fmla="*/ 59910 h 90554"/>
                  <a:gd name="connsiteX107" fmla="*/ 612743 w 722373"/>
                  <a:gd name="connsiteY107" fmla="*/ 64408 h 90554"/>
                  <a:gd name="connsiteX108" fmla="*/ 619523 w 722373"/>
                  <a:gd name="connsiteY108" fmla="*/ 62609 h 90554"/>
                  <a:gd name="connsiteX109" fmla="*/ 624063 w 722373"/>
                  <a:gd name="connsiteY109" fmla="*/ 57511 h 90554"/>
                  <a:gd name="connsiteX110" fmla="*/ 624063 w 722373"/>
                  <a:gd name="connsiteY110" fmla="*/ 34783 h 90554"/>
                  <a:gd name="connsiteX111" fmla="*/ 619523 w 722373"/>
                  <a:gd name="connsiteY111" fmla="*/ 29865 h 90554"/>
                  <a:gd name="connsiteX112" fmla="*/ 612864 w 722373"/>
                  <a:gd name="connsiteY112" fmla="*/ 28066 h 90554"/>
                  <a:gd name="connsiteX113" fmla="*/ 603360 w 722373"/>
                  <a:gd name="connsiteY113" fmla="*/ 33343 h 90554"/>
                  <a:gd name="connsiteX114" fmla="*/ 600273 w 722373"/>
                  <a:gd name="connsiteY114" fmla="*/ 47137 h 90554"/>
                  <a:gd name="connsiteX115" fmla="*/ 600273 w 722373"/>
                  <a:gd name="connsiteY115" fmla="*/ 48096 h 90554"/>
                  <a:gd name="connsiteX116" fmla="*/ 600273 w 722373"/>
                  <a:gd name="connsiteY116" fmla="*/ 48096 h 90554"/>
                  <a:gd name="connsiteX117" fmla="*/ 647370 w 722373"/>
                  <a:gd name="connsiteY117" fmla="*/ 65008 h 90554"/>
                  <a:gd name="connsiteX118" fmla="*/ 654816 w 722373"/>
                  <a:gd name="connsiteY118" fmla="*/ 63748 h 90554"/>
                  <a:gd name="connsiteX119" fmla="*/ 654816 w 722373"/>
                  <a:gd name="connsiteY119" fmla="*/ 28726 h 90554"/>
                  <a:gd name="connsiteX120" fmla="*/ 647370 w 722373"/>
                  <a:gd name="connsiteY120" fmla="*/ 27466 h 90554"/>
                  <a:gd name="connsiteX121" fmla="*/ 647370 w 722373"/>
                  <a:gd name="connsiteY121" fmla="*/ 21709 h 90554"/>
                  <a:gd name="connsiteX122" fmla="*/ 663835 w 722373"/>
                  <a:gd name="connsiteY122" fmla="*/ 21709 h 90554"/>
                  <a:gd name="connsiteX123" fmla="*/ 663835 w 722373"/>
                  <a:gd name="connsiteY123" fmla="*/ 63748 h 90554"/>
                  <a:gd name="connsiteX124" fmla="*/ 671281 w 722373"/>
                  <a:gd name="connsiteY124" fmla="*/ 65008 h 90554"/>
                  <a:gd name="connsiteX125" fmla="*/ 671281 w 722373"/>
                  <a:gd name="connsiteY125" fmla="*/ 70705 h 90554"/>
                  <a:gd name="connsiteX126" fmla="*/ 647370 w 722373"/>
                  <a:gd name="connsiteY126" fmla="*/ 70705 h 90554"/>
                  <a:gd name="connsiteX127" fmla="*/ 647370 w 722373"/>
                  <a:gd name="connsiteY127" fmla="*/ 65008 h 90554"/>
                  <a:gd name="connsiteX128" fmla="*/ 647370 w 722373"/>
                  <a:gd name="connsiteY128" fmla="*/ 65008 h 90554"/>
                  <a:gd name="connsiteX129" fmla="*/ 663835 w 722373"/>
                  <a:gd name="connsiteY129" fmla="*/ 9115 h 90554"/>
                  <a:gd name="connsiteX130" fmla="*/ 654816 w 722373"/>
                  <a:gd name="connsiteY130" fmla="*/ 9115 h 90554"/>
                  <a:gd name="connsiteX131" fmla="*/ 654816 w 722373"/>
                  <a:gd name="connsiteY131" fmla="*/ 0 h 90554"/>
                  <a:gd name="connsiteX132" fmla="*/ 663835 w 722373"/>
                  <a:gd name="connsiteY132" fmla="*/ 0 h 90554"/>
                  <a:gd name="connsiteX133" fmla="*/ 663835 w 722373"/>
                  <a:gd name="connsiteY133" fmla="*/ 9115 h 90554"/>
                  <a:gd name="connsiteX134" fmla="*/ 663835 w 722373"/>
                  <a:gd name="connsiteY134" fmla="*/ 9115 h 90554"/>
                  <a:gd name="connsiteX135" fmla="*/ 710508 w 722373"/>
                  <a:gd name="connsiteY135" fmla="*/ 70705 h 90554"/>
                  <a:gd name="connsiteX136" fmla="*/ 709903 w 722373"/>
                  <a:gd name="connsiteY136" fmla="*/ 67107 h 90554"/>
                  <a:gd name="connsiteX137" fmla="*/ 709600 w 722373"/>
                  <a:gd name="connsiteY137" fmla="*/ 63928 h 90554"/>
                  <a:gd name="connsiteX138" fmla="*/ 703062 w 722373"/>
                  <a:gd name="connsiteY138" fmla="*/ 69445 h 90554"/>
                  <a:gd name="connsiteX139" fmla="*/ 694708 w 722373"/>
                  <a:gd name="connsiteY139" fmla="*/ 71664 h 90554"/>
                  <a:gd name="connsiteX140" fmla="*/ 682965 w 722373"/>
                  <a:gd name="connsiteY140" fmla="*/ 67946 h 90554"/>
                  <a:gd name="connsiteX141" fmla="*/ 678909 w 722373"/>
                  <a:gd name="connsiteY141" fmla="*/ 57391 h 90554"/>
                  <a:gd name="connsiteX142" fmla="*/ 684599 w 722373"/>
                  <a:gd name="connsiteY142" fmla="*/ 46657 h 90554"/>
                  <a:gd name="connsiteX143" fmla="*/ 700217 w 722373"/>
                  <a:gd name="connsiteY143" fmla="*/ 42879 h 90554"/>
                  <a:gd name="connsiteX144" fmla="*/ 709540 w 722373"/>
                  <a:gd name="connsiteY144" fmla="*/ 42879 h 90554"/>
                  <a:gd name="connsiteX145" fmla="*/ 709540 w 722373"/>
                  <a:gd name="connsiteY145" fmla="*/ 37182 h 90554"/>
                  <a:gd name="connsiteX146" fmla="*/ 706816 w 722373"/>
                  <a:gd name="connsiteY146" fmla="*/ 30345 h 90554"/>
                  <a:gd name="connsiteX147" fmla="*/ 699188 w 722373"/>
                  <a:gd name="connsiteY147" fmla="*/ 27826 h 90554"/>
                  <a:gd name="connsiteX148" fmla="*/ 693195 w 722373"/>
                  <a:gd name="connsiteY148" fmla="*/ 28666 h 90554"/>
                  <a:gd name="connsiteX149" fmla="*/ 689018 w 722373"/>
                  <a:gd name="connsiteY149" fmla="*/ 31005 h 90554"/>
                  <a:gd name="connsiteX150" fmla="*/ 688110 w 722373"/>
                  <a:gd name="connsiteY150" fmla="*/ 36162 h 90554"/>
                  <a:gd name="connsiteX151" fmla="*/ 681148 w 722373"/>
                  <a:gd name="connsiteY151" fmla="*/ 36162 h 90554"/>
                  <a:gd name="connsiteX152" fmla="*/ 681148 w 722373"/>
                  <a:gd name="connsiteY152" fmla="*/ 26627 h 90554"/>
                  <a:gd name="connsiteX153" fmla="*/ 689381 w 722373"/>
                  <a:gd name="connsiteY153" fmla="*/ 22309 h 90554"/>
                  <a:gd name="connsiteX154" fmla="*/ 699793 w 722373"/>
                  <a:gd name="connsiteY154" fmla="*/ 20690 h 90554"/>
                  <a:gd name="connsiteX155" fmla="*/ 713414 w 722373"/>
                  <a:gd name="connsiteY155" fmla="*/ 24948 h 90554"/>
                  <a:gd name="connsiteX156" fmla="*/ 718620 w 722373"/>
                  <a:gd name="connsiteY156" fmla="*/ 37122 h 90554"/>
                  <a:gd name="connsiteX157" fmla="*/ 718620 w 722373"/>
                  <a:gd name="connsiteY157" fmla="*/ 62549 h 90554"/>
                  <a:gd name="connsiteX158" fmla="*/ 718741 w 722373"/>
                  <a:gd name="connsiteY158" fmla="*/ 64348 h 90554"/>
                  <a:gd name="connsiteX159" fmla="*/ 722374 w 722373"/>
                  <a:gd name="connsiteY159" fmla="*/ 64888 h 90554"/>
                  <a:gd name="connsiteX160" fmla="*/ 722374 w 722373"/>
                  <a:gd name="connsiteY160" fmla="*/ 70585 h 90554"/>
                  <a:gd name="connsiteX161" fmla="*/ 710569 w 722373"/>
                  <a:gd name="connsiteY161" fmla="*/ 70585 h 90554"/>
                  <a:gd name="connsiteX162" fmla="*/ 695979 w 722373"/>
                  <a:gd name="connsiteY162" fmla="*/ 64228 h 90554"/>
                  <a:gd name="connsiteX163" fmla="*/ 704213 w 722373"/>
                  <a:gd name="connsiteY163" fmla="*/ 62069 h 90554"/>
                  <a:gd name="connsiteX164" fmla="*/ 709540 w 722373"/>
                  <a:gd name="connsiteY164" fmla="*/ 56972 h 90554"/>
                  <a:gd name="connsiteX165" fmla="*/ 709540 w 722373"/>
                  <a:gd name="connsiteY165" fmla="*/ 48936 h 90554"/>
                  <a:gd name="connsiteX166" fmla="*/ 699914 w 722373"/>
                  <a:gd name="connsiteY166" fmla="*/ 48936 h 90554"/>
                  <a:gd name="connsiteX167" fmla="*/ 691137 w 722373"/>
                  <a:gd name="connsiteY167" fmla="*/ 51454 h 90554"/>
                  <a:gd name="connsiteX168" fmla="*/ 687928 w 722373"/>
                  <a:gd name="connsiteY168" fmla="*/ 57571 h 90554"/>
                  <a:gd name="connsiteX169" fmla="*/ 689926 w 722373"/>
                  <a:gd name="connsiteY169" fmla="*/ 62489 h 90554"/>
                  <a:gd name="connsiteX170" fmla="*/ 695979 w 722373"/>
                  <a:gd name="connsiteY170" fmla="*/ 64228 h 90554"/>
                  <a:gd name="connsiteX171" fmla="*/ 695979 w 722373"/>
                  <a:gd name="connsiteY171" fmla="*/ 64228 h 90554"/>
                  <a:gd name="connsiteX172" fmla="*/ 84932 w 722373"/>
                  <a:gd name="connsiteY172" fmla="*/ 71664 h 90554"/>
                  <a:gd name="connsiteX173" fmla="*/ 68527 w 722373"/>
                  <a:gd name="connsiteY173" fmla="*/ 64828 h 90554"/>
                  <a:gd name="connsiteX174" fmla="*/ 62413 w 722373"/>
                  <a:gd name="connsiteY174" fmla="*/ 47137 h 90554"/>
                  <a:gd name="connsiteX175" fmla="*/ 62413 w 722373"/>
                  <a:gd name="connsiteY175" fmla="*/ 45158 h 90554"/>
                  <a:gd name="connsiteX176" fmla="*/ 68708 w 722373"/>
                  <a:gd name="connsiteY176" fmla="*/ 27706 h 90554"/>
                  <a:gd name="connsiteX177" fmla="*/ 83600 w 722373"/>
                  <a:gd name="connsiteY177" fmla="*/ 20750 h 90554"/>
                  <a:gd name="connsiteX178" fmla="*/ 98734 w 722373"/>
                  <a:gd name="connsiteY178" fmla="*/ 26747 h 90554"/>
                  <a:gd name="connsiteX179" fmla="*/ 103880 w 722373"/>
                  <a:gd name="connsiteY179" fmla="*/ 42699 h 90554"/>
                  <a:gd name="connsiteX180" fmla="*/ 103880 w 722373"/>
                  <a:gd name="connsiteY180" fmla="*/ 48276 h 90554"/>
                  <a:gd name="connsiteX181" fmla="*/ 71735 w 722373"/>
                  <a:gd name="connsiteY181" fmla="*/ 48276 h 90554"/>
                  <a:gd name="connsiteX182" fmla="*/ 71614 w 722373"/>
                  <a:gd name="connsiteY182" fmla="*/ 48516 h 90554"/>
                  <a:gd name="connsiteX183" fmla="*/ 75246 w 722373"/>
                  <a:gd name="connsiteY183" fmla="*/ 60150 h 90554"/>
                  <a:gd name="connsiteX184" fmla="*/ 84992 w 722373"/>
                  <a:gd name="connsiteY184" fmla="*/ 64708 h 90554"/>
                  <a:gd name="connsiteX185" fmla="*/ 93043 w 722373"/>
                  <a:gd name="connsiteY185" fmla="*/ 63388 h 90554"/>
                  <a:gd name="connsiteX186" fmla="*/ 98976 w 722373"/>
                  <a:gd name="connsiteY186" fmla="*/ 59850 h 90554"/>
                  <a:gd name="connsiteX187" fmla="*/ 102487 w 722373"/>
                  <a:gd name="connsiteY187" fmla="*/ 65667 h 90554"/>
                  <a:gd name="connsiteX188" fmla="*/ 95465 w 722373"/>
                  <a:gd name="connsiteY188" fmla="*/ 69985 h 90554"/>
                  <a:gd name="connsiteX189" fmla="*/ 84992 w 722373"/>
                  <a:gd name="connsiteY189" fmla="*/ 71724 h 90554"/>
                  <a:gd name="connsiteX190" fmla="*/ 84992 w 722373"/>
                  <a:gd name="connsiteY190" fmla="*/ 71724 h 90554"/>
                  <a:gd name="connsiteX191" fmla="*/ 83600 w 722373"/>
                  <a:gd name="connsiteY191" fmla="*/ 27826 h 90554"/>
                  <a:gd name="connsiteX192" fmla="*/ 75851 w 722373"/>
                  <a:gd name="connsiteY192" fmla="*/ 31604 h 90554"/>
                  <a:gd name="connsiteX193" fmla="*/ 71917 w 722373"/>
                  <a:gd name="connsiteY193" fmla="*/ 41080 h 90554"/>
                  <a:gd name="connsiteX194" fmla="*/ 72038 w 722373"/>
                  <a:gd name="connsiteY194" fmla="*/ 41319 h 90554"/>
                  <a:gd name="connsiteX195" fmla="*/ 94860 w 722373"/>
                  <a:gd name="connsiteY195" fmla="*/ 41319 h 90554"/>
                  <a:gd name="connsiteX196" fmla="*/ 94860 w 722373"/>
                  <a:gd name="connsiteY196" fmla="*/ 40120 h 90554"/>
                  <a:gd name="connsiteX197" fmla="*/ 92015 w 722373"/>
                  <a:gd name="connsiteY197" fmla="*/ 31304 h 90554"/>
                  <a:gd name="connsiteX198" fmla="*/ 83600 w 722373"/>
                  <a:gd name="connsiteY198" fmla="*/ 27766 h 90554"/>
                  <a:gd name="connsiteX199" fmla="*/ 83600 w 722373"/>
                  <a:gd name="connsiteY199" fmla="*/ 27766 h 90554"/>
                  <a:gd name="connsiteX200" fmla="*/ 111386 w 722373"/>
                  <a:gd name="connsiteY200" fmla="*/ 65008 h 90554"/>
                  <a:gd name="connsiteX201" fmla="*/ 118832 w 722373"/>
                  <a:gd name="connsiteY201" fmla="*/ 63748 h 90554"/>
                  <a:gd name="connsiteX202" fmla="*/ 118832 w 722373"/>
                  <a:gd name="connsiteY202" fmla="*/ 28726 h 90554"/>
                  <a:gd name="connsiteX203" fmla="*/ 111386 w 722373"/>
                  <a:gd name="connsiteY203" fmla="*/ 27466 h 90554"/>
                  <a:gd name="connsiteX204" fmla="*/ 111386 w 722373"/>
                  <a:gd name="connsiteY204" fmla="*/ 21709 h 90554"/>
                  <a:gd name="connsiteX205" fmla="*/ 126883 w 722373"/>
                  <a:gd name="connsiteY205" fmla="*/ 21709 h 90554"/>
                  <a:gd name="connsiteX206" fmla="*/ 127549 w 722373"/>
                  <a:gd name="connsiteY206" fmla="*/ 29026 h 90554"/>
                  <a:gd name="connsiteX207" fmla="*/ 133784 w 722373"/>
                  <a:gd name="connsiteY207" fmla="*/ 22969 h 90554"/>
                  <a:gd name="connsiteX208" fmla="*/ 142259 w 722373"/>
                  <a:gd name="connsiteY208" fmla="*/ 20810 h 90554"/>
                  <a:gd name="connsiteX209" fmla="*/ 154669 w 722373"/>
                  <a:gd name="connsiteY209" fmla="*/ 25487 h 90554"/>
                  <a:gd name="connsiteX210" fmla="*/ 159088 w 722373"/>
                  <a:gd name="connsiteY210" fmla="*/ 39820 h 90554"/>
                  <a:gd name="connsiteX211" fmla="*/ 159088 w 722373"/>
                  <a:gd name="connsiteY211" fmla="*/ 63808 h 90554"/>
                  <a:gd name="connsiteX212" fmla="*/ 166534 w 722373"/>
                  <a:gd name="connsiteY212" fmla="*/ 65068 h 90554"/>
                  <a:gd name="connsiteX213" fmla="*/ 166534 w 722373"/>
                  <a:gd name="connsiteY213" fmla="*/ 70765 h 90554"/>
                  <a:gd name="connsiteX214" fmla="*/ 142623 w 722373"/>
                  <a:gd name="connsiteY214" fmla="*/ 70765 h 90554"/>
                  <a:gd name="connsiteX215" fmla="*/ 142623 w 722373"/>
                  <a:gd name="connsiteY215" fmla="*/ 65068 h 90554"/>
                  <a:gd name="connsiteX216" fmla="*/ 150068 w 722373"/>
                  <a:gd name="connsiteY216" fmla="*/ 63808 h 90554"/>
                  <a:gd name="connsiteX217" fmla="*/ 150068 w 722373"/>
                  <a:gd name="connsiteY217" fmla="*/ 40000 h 90554"/>
                  <a:gd name="connsiteX218" fmla="*/ 147465 w 722373"/>
                  <a:gd name="connsiteY218" fmla="*/ 30825 h 90554"/>
                  <a:gd name="connsiteX219" fmla="*/ 139596 w 722373"/>
                  <a:gd name="connsiteY219" fmla="*/ 28126 h 90554"/>
                  <a:gd name="connsiteX220" fmla="*/ 132695 w 722373"/>
                  <a:gd name="connsiteY220" fmla="*/ 29985 h 90554"/>
                  <a:gd name="connsiteX221" fmla="*/ 127912 w 722373"/>
                  <a:gd name="connsiteY221" fmla="*/ 35083 h 90554"/>
                  <a:gd name="connsiteX222" fmla="*/ 127912 w 722373"/>
                  <a:gd name="connsiteY222" fmla="*/ 63868 h 90554"/>
                  <a:gd name="connsiteX223" fmla="*/ 135358 w 722373"/>
                  <a:gd name="connsiteY223" fmla="*/ 65128 h 90554"/>
                  <a:gd name="connsiteX224" fmla="*/ 135358 w 722373"/>
                  <a:gd name="connsiteY224" fmla="*/ 70825 h 90554"/>
                  <a:gd name="connsiteX225" fmla="*/ 111447 w 722373"/>
                  <a:gd name="connsiteY225" fmla="*/ 70825 h 90554"/>
                  <a:gd name="connsiteX226" fmla="*/ 111447 w 722373"/>
                  <a:gd name="connsiteY226" fmla="*/ 65128 h 90554"/>
                  <a:gd name="connsiteX227" fmla="*/ 111447 w 722373"/>
                  <a:gd name="connsiteY227" fmla="*/ 65128 h 90554"/>
                  <a:gd name="connsiteX228" fmla="*/ 172588 w 722373"/>
                  <a:gd name="connsiteY228" fmla="*/ 47137 h 90554"/>
                  <a:gd name="connsiteX229" fmla="*/ 177793 w 722373"/>
                  <a:gd name="connsiteY229" fmla="*/ 28066 h 90554"/>
                  <a:gd name="connsiteX230" fmla="*/ 192201 w 722373"/>
                  <a:gd name="connsiteY230" fmla="*/ 20810 h 90554"/>
                  <a:gd name="connsiteX231" fmla="*/ 200373 w 722373"/>
                  <a:gd name="connsiteY231" fmla="*/ 22609 h 90554"/>
                  <a:gd name="connsiteX232" fmla="*/ 206246 w 722373"/>
                  <a:gd name="connsiteY232" fmla="*/ 27886 h 90554"/>
                  <a:gd name="connsiteX233" fmla="*/ 207093 w 722373"/>
                  <a:gd name="connsiteY233" fmla="*/ 21709 h 90554"/>
                  <a:gd name="connsiteX234" fmla="*/ 214720 w 722373"/>
                  <a:gd name="connsiteY234" fmla="*/ 21709 h 90554"/>
                  <a:gd name="connsiteX235" fmla="*/ 214720 w 722373"/>
                  <a:gd name="connsiteY235" fmla="*/ 70105 h 90554"/>
                  <a:gd name="connsiteX236" fmla="*/ 209333 w 722373"/>
                  <a:gd name="connsiteY236" fmla="*/ 85098 h 90554"/>
                  <a:gd name="connsiteX237" fmla="*/ 194078 w 722373"/>
                  <a:gd name="connsiteY237" fmla="*/ 90555 h 90554"/>
                  <a:gd name="connsiteX238" fmla="*/ 186329 w 722373"/>
                  <a:gd name="connsiteY238" fmla="*/ 89595 h 90554"/>
                  <a:gd name="connsiteX239" fmla="*/ 179005 w 722373"/>
                  <a:gd name="connsiteY239" fmla="*/ 86957 h 90554"/>
                  <a:gd name="connsiteX240" fmla="*/ 181366 w 722373"/>
                  <a:gd name="connsiteY240" fmla="*/ 80000 h 90554"/>
                  <a:gd name="connsiteX241" fmla="*/ 187298 w 722373"/>
                  <a:gd name="connsiteY241" fmla="*/ 82159 h 90554"/>
                  <a:gd name="connsiteX242" fmla="*/ 193957 w 722373"/>
                  <a:gd name="connsiteY242" fmla="*/ 82999 h 90554"/>
                  <a:gd name="connsiteX243" fmla="*/ 202795 w 722373"/>
                  <a:gd name="connsiteY243" fmla="*/ 79640 h 90554"/>
                  <a:gd name="connsiteX244" fmla="*/ 205640 w 722373"/>
                  <a:gd name="connsiteY244" fmla="*/ 70105 h 90554"/>
                  <a:gd name="connsiteX245" fmla="*/ 205640 w 722373"/>
                  <a:gd name="connsiteY245" fmla="*/ 65427 h 90554"/>
                  <a:gd name="connsiteX246" fmla="*/ 199829 w 722373"/>
                  <a:gd name="connsiteY246" fmla="*/ 70105 h 90554"/>
                  <a:gd name="connsiteX247" fmla="*/ 192080 w 722373"/>
                  <a:gd name="connsiteY247" fmla="*/ 71664 h 90554"/>
                  <a:gd name="connsiteX248" fmla="*/ 177733 w 722373"/>
                  <a:gd name="connsiteY248" fmla="*/ 65128 h 90554"/>
                  <a:gd name="connsiteX249" fmla="*/ 172527 w 722373"/>
                  <a:gd name="connsiteY249" fmla="*/ 48036 h 90554"/>
                  <a:gd name="connsiteX250" fmla="*/ 172527 w 722373"/>
                  <a:gd name="connsiteY250" fmla="*/ 47077 h 90554"/>
                  <a:gd name="connsiteX251" fmla="*/ 172527 w 722373"/>
                  <a:gd name="connsiteY251" fmla="*/ 47077 h 90554"/>
                  <a:gd name="connsiteX252" fmla="*/ 181607 w 722373"/>
                  <a:gd name="connsiteY252" fmla="*/ 48036 h 90554"/>
                  <a:gd name="connsiteX253" fmla="*/ 184755 w 722373"/>
                  <a:gd name="connsiteY253" fmla="*/ 59910 h 90554"/>
                  <a:gd name="connsiteX254" fmla="*/ 194380 w 722373"/>
                  <a:gd name="connsiteY254" fmla="*/ 64408 h 90554"/>
                  <a:gd name="connsiteX255" fmla="*/ 201221 w 722373"/>
                  <a:gd name="connsiteY255" fmla="*/ 62549 h 90554"/>
                  <a:gd name="connsiteX256" fmla="*/ 205761 w 722373"/>
                  <a:gd name="connsiteY256" fmla="*/ 57391 h 90554"/>
                  <a:gd name="connsiteX257" fmla="*/ 205761 w 722373"/>
                  <a:gd name="connsiteY257" fmla="*/ 34843 h 90554"/>
                  <a:gd name="connsiteX258" fmla="*/ 201221 w 722373"/>
                  <a:gd name="connsiteY258" fmla="*/ 29865 h 90554"/>
                  <a:gd name="connsiteX259" fmla="*/ 194501 w 722373"/>
                  <a:gd name="connsiteY259" fmla="*/ 28006 h 90554"/>
                  <a:gd name="connsiteX260" fmla="*/ 184876 w 722373"/>
                  <a:gd name="connsiteY260" fmla="*/ 33343 h 90554"/>
                  <a:gd name="connsiteX261" fmla="*/ 181668 w 722373"/>
                  <a:gd name="connsiteY261" fmla="*/ 47077 h 90554"/>
                  <a:gd name="connsiteX262" fmla="*/ 181668 w 722373"/>
                  <a:gd name="connsiteY262" fmla="*/ 48036 h 90554"/>
                  <a:gd name="connsiteX263" fmla="*/ 181668 w 722373"/>
                  <a:gd name="connsiteY263" fmla="*/ 48036 h 90554"/>
                  <a:gd name="connsiteX264" fmla="*/ 257882 w 722373"/>
                  <a:gd name="connsiteY264" fmla="*/ 70705 h 90554"/>
                  <a:gd name="connsiteX265" fmla="*/ 257216 w 722373"/>
                  <a:gd name="connsiteY265" fmla="*/ 67107 h 90554"/>
                  <a:gd name="connsiteX266" fmla="*/ 256914 w 722373"/>
                  <a:gd name="connsiteY266" fmla="*/ 63928 h 90554"/>
                  <a:gd name="connsiteX267" fmla="*/ 250376 w 722373"/>
                  <a:gd name="connsiteY267" fmla="*/ 69445 h 90554"/>
                  <a:gd name="connsiteX268" fmla="*/ 242022 w 722373"/>
                  <a:gd name="connsiteY268" fmla="*/ 71664 h 90554"/>
                  <a:gd name="connsiteX269" fmla="*/ 230278 w 722373"/>
                  <a:gd name="connsiteY269" fmla="*/ 67946 h 90554"/>
                  <a:gd name="connsiteX270" fmla="*/ 226222 w 722373"/>
                  <a:gd name="connsiteY270" fmla="*/ 57391 h 90554"/>
                  <a:gd name="connsiteX271" fmla="*/ 231913 w 722373"/>
                  <a:gd name="connsiteY271" fmla="*/ 46657 h 90554"/>
                  <a:gd name="connsiteX272" fmla="*/ 247531 w 722373"/>
                  <a:gd name="connsiteY272" fmla="*/ 42879 h 90554"/>
                  <a:gd name="connsiteX273" fmla="*/ 256793 w 722373"/>
                  <a:gd name="connsiteY273" fmla="*/ 42879 h 90554"/>
                  <a:gd name="connsiteX274" fmla="*/ 256793 w 722373"/>
                  <a:gd name="connsiteY274" fmla="*/ 37182 h 90554"/>
                  <a:gd name="connsiteX275" fmla="*/ 254068 w 722373"/>
                  <a:gd name="connsiteY275" fmla="*/ 30345 h 90554"/>
                  <a:gd name="connsiteX276" fmla="*/ 246442 w 722373"/>
                  <a:gd name="connsiteY276" fmla="*/ 27826 h 90554"/>
                  <a:gd name="connsiteX277" fmla="*/ 240448 w 722373"/>
                  <a:gd name="connsiteY277" fmla="*/ 28666 h 90554"/>
                  <a:gd name="connsiteX278" fmla="*/ 236271 w 722373"/>
                  <a:gd name="connsiteY278" fmla="*/ 31005 h 90554"/>
                  <a:gd name="connsiteX279" fmla="*/ 235302 w 722373"/>
                  <a:gd name="connsiteY279" fmla="*/ 36162 h 90554"/>
                  <a:gd name="connsiteX280" fmla="*/ 228341 w 722373"/>
                  <a:gd name="connsiteY280" fmla="*/ 36162 h 90554"/>
                  <a:gd name="connsiteX281" fmla="*/ 228341 w 722373"/>
                  <a:gd name="connsiteY281" fmla="*/ 26627 h 90554"/>
                  <a:gd name="connsiteX282" fmla="*/ 236514 w 722373"/>
                  <a:gd name="connsiteY282" fmla="*/ 22309 h 90554"/>
                  <a:gd name="connsiteX283" fmla="*/ 246926 w 722373"/>
                  <a:gd name="connsiteY283" fmla="*/ 20690 h 90554"/>
                  <a:gd name="connsiteX284" fmla="*/ 260546 w 722373"/>
                  <a:gd name="connsiteY284" fmla="*/ 24948 h 90554"/>
                  <a:gd name="connsiteX285" fmla="*/ 265752 w 722373"/>
                  <a:gd name="connsiteY285" fmla="*/ 37122 h 90554"/>
                  <a:gd name="connsiteX286" fmla="*/ 265752 w 722373"/>
                  <a:gd name="connsiteY286" fmla="*/ 60750 h 90554"/>
                  <a:gd name="connsiteX287" fmla="*/ 265752 w 722373"/>
                  <a:gd name="connsiteY287" fmla="*/ 62609 h 90554"/>
                  <a:gd name="connsiteX288" fmla="*/ 265873 w 722373"/>
                  <a:gd name="connsiteY288" fmla="*/ 64408 h 90554"/>
                  <a:gd name="connsiteX289" fmla="*/ 269505 w 722373"/>
                  <a:gd name="connsiteY289" fmla="*/ 64948 h 90554"/>
                  <a:gd name="connsiteX290" fmla="*/ 269505 w 722373"/>
                  <a:gd name="connsiteY290" fmla="*/ 70645 h 90554"/>
                  <a:gd name="connsiteX291" fmla="*/ 257701 w 722373"/>
                  <a:gd name="connsiteY291" fmla="*/ 70645 h 90554"/>
                  <a:gd name="connsiteX292" fmla="*/ 243415 w 722373"/>
                  <a:gd name="connsiteY292" fmla="*/ 64228 h 90554"/>
                  <a:gd name="connsiteX293" fmla="*/ 251587 w 722373"/>
                  <a:gd name="connsiteY293" fmla="*/ 62069 h 90554"/>
                  <a:gd name="connsiteX294" fmla="*/ 256914 w 722373"/>
                  <a:gd name="connsiteY294" fmla="*/ 56972 h 90554"/>
                  <a:gd name="connsiteX295" fmla="*/ 256914 w 722373"/>
                  <a:gd name="connsiteY295" fmla="*/ 48936 h 90554"/>
                  <a:gd name="connsiteX296" fmla="*/ 247288 w 722373"/>
                  <a:gd name="connsiteY296" fmla="*/ 48936 h 90554"/>
                  <a:gd name="connsiteX297" fmla="*/ 238511 w 722373"/>
                  <a:gd name="connsiteY297" fmla="*/ 51454 h 90554"/>
                  <a:gd name="connsiteX298" fmla="*/ 235302 w 722373"/>
                  <a:gd name="connsiteY298" fmla="*/ 57571 h 90554"/>
                  <a:gd name="connsiteX299" fmla="*/ 237301 w 722373"/>
                  <a:gd name="connsiteY299" fmla="*/ 62489 h 90554"/>
                  <a:gd name="connsiteX300" fmla="*/ 243354 w 722373"/>
                  <a:gd name="connsiteY300" fmla="*/ 64228 h 90554"/>
                  <a:gd name="connsiteX301" fmla="*/ 243354 w 722373"/>
                  <a:gd name="connsiteY301" fmla="*/ 64228 h 90554"/>
                  <a:gd name="connsiteX302" fmla="*/ 275982 w 722373"/>
                  <a:gd name="connsiteY302" fmla="*/ 5757 h 90554"/>
                  <a:gd name="connsiteX303" fmla="*/ 275982 w 722373"/>
                  <a:gd name="connsiteY303" fmla="*/ 0 h 90554"/>
                  <a:gd name="connsiteX304" fmla="*/ 292449 w 722373"/>
                  <a:gd name="connsiteY304" fmla="*/ 0 h 90554"/>
                  <a:gd name="connsiteX305" fmla="*/ 292449 w 722373"/>
                  <a:gd name="connsiteY305" fmla="*/ 63748 h 90554"/>
                  <a:gd name="connsiteX306" fmla="*/ 299894 w 722373"/>
                  <a:gd name="connsiteY306" fmla="*/ 65008 h 90554"/>
                  <a:gd name="connsiteX307" fmla="*/ 299894 w 722373"/>
                  <a:gd name="connsiteY307" fmla="*/ 70705 h 90554"/>
                  <a:gd name="connsiteX308" fmla="*/ 275982 w 722373"/>
                  <a:gd name="connsiteY308" fmla="*/ 70705 h 90554"/>
                  <a:gd name="connsiteX309" fmla="*/ 275982 w 722373"/>
                  <a:gd name="connsiteY309" fmla="*/ 65008 h 90554"/>
                  <a:gd name="connsiteX310" fmla="*/ 283429 w 722373"/>
                  <a:gd name="connsiteY310" fmla="*/ 63748 h 90554"/>
                  <a:gd name="connsiteX311" fmla="*/ 283429 w 722373"/>
                  <a:gd name="connsiteY311" fmla="*/ 7076 h 90554"/>
                  <a:gd name="connsiteX312" fmla="*/ 275982 w 722373"/>
                  <a:gd name="connsiteY312" fmla="*/ 5817 h 90554"/>
                  <a:gd name="connsiteX313" fmla="*/ 275982 w 722373"/>
                  <a:gd name="connsiteY313" fmla="*/ 5817 h 90554"/>
                  <a:gd name="connsiteX314" fmla="*/ 342088 w 722373"/>
                  <a:gd name="connsiteY314" fmla="*/ 63448 h 90554"/>
                  <a:gd name="connsiteX315" fmla="*/ 336095 w 722373"/>
                  <a:gd name="connsiteY315" fmla="*/ 69505 h 90554"/>
                  <a:gd name="connsiteX316" fmla="*/ 327619 w 722373"/>
                  <a:gd name="connsiteY316" fmla="*/ 71664 h 90554"/>
                  <a:gd name="connsiteX317" fmla="*/ 315028 w 722373"/>
                  <a:gd name="connsiteY317" fmla="*/ 66507 h 90554"/>
                  <a:gd name="connsiteX318" fmla="*/ 310488 w 722373"/>
                  <a:gd name="connsiteY318" fmla="*/ 50555 h 90554"/>
                  <a:gd name="connsiteX319" fmla="*/ 310488 w 722373"/>
                  <a:gd name="connsiteY319" fmla="*/ 28666 h 90554"/>
                  <a:gd name="connsiteX320" fmla="*/ 304797 w 722373"/>
                  <a:gd name="connsiteY320" fmla="*/ 27406 h 90554"/>
                  <a:gd name="connsiteX321" fmla="*/ 304797 w 722373"/>
                  <a:gd name="connsiteY321" fmla="*/ 21649 h 90554"/>
                  <a:gd name="connsiteX322" fmla="*/ 319508 w 722373"/>
                  <a:gd name="connsiteY322" fmla="*/ 21649 h 90554"/>
                  <a:gd name="connsiteX323" fmla="*/ 319508 w 722373"/>
                  <a:gd name="connsiteY323" fmla="*/ 50675 h 90554"/>
                  <a:gd name="connsiteX324" fmla="*/ 321808 w 722373"/>
                  <a:gd name="connsiteY324" fmla="*/ 61469 h 90554"/>
                  <a:gd name="connsiteX325" fmla="*/ 329072 w 722373"/>
                  <a:gd name="connsiteY325" fmla="*/ 64408 h 90554"/>
                  <a:gd name="connsiteX326" fmla="*/ 337003 w 722373"/>
                  <a:gd name="connsiteY326" fmla="*/ 62489 h 90554"/>
                  <a:gd name="connsiteX327" fmla="*/ 341725 w 722373"/>
                  <a:gd name="connsiteY327" fmla="*/ 57032 h 90554"/>
                  <a:gd name="connsiteX328" fmla="*/ 341725 w 722373"/>
                  <a:gd name="connsiteY328" fmla="*/ 28726 h 90554"/>
                  <a:gd name="connsiteX329" fmla="*/ 335065 w 722373"/>
                  <a:gd name="connsiteY329" fmla="*/ 27466 h 90554"/>
                  <a:gd name="connsiteX330" fmla="*/ 335065 w 722373"/>
                  <a:gd name="connsiteY330" fmla="*/ 21709 h 90554"/>
                  <a:gd name="connsiteX331" fmla="*/ 350684 w 722373"/>
                  <a:gd name="connsiteY331" fmla="*/ 21709 h 90554"/>
                  <a:gd name="connsiteX332" fmla="*/ 350684 w 722373"/>
                  <a:gd name="connsiteY332" fmla="*/ 63748 h 90554"/>
                  <a:gd name="connsiteX333" fmla="*/ 356374 w 722373"/>
                  <a:gd name="connsiteY333" fmla="*/ 65008 h 90554"/>
                  <a:gd name="connsiteX334" fmla="*/ 356374 w 722373"/>
                  <a:gd name="connsiteY334" fmla="*/ 70705 h 90554"/>
                  <a:gd name="connsiteX335" fmla="*/ 342632 w 722373"/>
                  <a:gd name="connsiteY335" fmla="*/ 70705 h 90554"/>
                  <a:gd name="connsiteX336" fmla="*/ 342027 w 722373"/>
                  <a:gd name="connsiteY336" fmla="*/ 63448 h 90554"/>
                  <a:gd name="connsiteX337" fmla="*/ 342027 w 722373"/>
                  <a:gd name="connsiteY337" fmla="*/ 63448 h 90554"/>
                  <a:gd name="connsiteX338" fmla="*/ 363639 w 722373"/>
                  <a:gd name="connsiteY338" fmla="*/ 27466 h 90554"/>
                  <a:gd name="connsiteX339" fmla="*/ 363639 w 722373"/>
                  <a:gd name="connsiteY339" fmla="*/ 21709 h 90554"/>
                  <a:gd name="connsiteX340" fmla="*/ 379135 w 722373"/>
                  <a:gd name="connsiteY340" fmla="*/ 21709 h 90554"/>
                  <a:gd name="connsiteX341" fmla="*/ 379983 w 722373"/>
                  <a:gd name="connsiteY341" fmla="*/ 28846 h 90554"/>
                  <a:gd name="connsiteX342" fmla="*/ 385189 w 722373"/>
                  <a:gd name="connsiteY342" fmla="*/ 22969 h 90554"/>
                  <a:gd name="connsiteX343" fmla="*/ 392272 w 722373"/>
                  <a:gd name="connsiteY343" fmla="*/ 20810 h 90554"/>
                  <a:gd name="connsiteX344" fmla="*/ 394451 w 722373"/>
                  <a:gd name="connsiteY344" fmla="*/ 20990 h 90554"/>
                  <a:gd name="connsiteX345" fmla="*/ 396146 w 722373"/>
                  <a:gd name="connsiteY345" fmla="*/ 21349 h 90554"/>
                  <a:gd name="connsiteX346" fmla="*/ 394935 w 722373"/>
                  <a:gd name="connsiteY346" fmla="*/ 29625 h 90554"/>
                  <a:gd name="connsiteX347" fmla="*/ 389850 w 722373"/>
                  <a:gd name="connsiteY347" fmla="*/ 29325 h 90554"/>
                  <a:gd name="connsiteX348" fmla="*/ 383857 w 722373"/>
                  <a:gd name="connsiteY348" fmla="*/ 31005 h 90554"/>
                  <a:gd name="connsiteX349" fmla="*/ 380104 w 722373"/>
                  <a:gd name="connsiteY349" fmla="*/ 35682 h 90554"/>
                  <a:gd name="connsiteX350" fmla="*/ 380104 w 722373"/>
                  <a:gd name="connsiteY350" fmla="*/ 63808 h 90554"/>
                  <a:gd name="connsiteX351" fmla="*/ 387550 w 722373"/>
                  <a:gd name="connsiteY351" fmla="*/ 65068 h 90554"/>
                  <a:gd name="connsiteX352" fmla="*/ 387550 w 722373"/>
                  <a:gd name="connsiteY352" fmla="*/ 70765 h 90554"/>
                  <a:gd name="connsiteX353" fmla="*/ 363639 w 722373"/>
                  <a:gd name="connsiteY353" fmla="*/ 70765 h 90554"/>
                  <a:gd name="connsiteX354" fmla="*/ 363639 w 722373"/>
                  <a:gd name="connsiteY354" fmla="*/ 65068 h 90554"/>
                  <a:gd name="connsiteX355" fmla="*/ 371084 w 722373"/>
                  <a:gd name="connsiteY355" fmla="*/ 63808 h 90554"/>
                  <a:gd name="connsiteX356" fmla="*/ 371084 w 722373"/>
                  <a:gd name="connsiteY356" fmla="*/ 28786 h 90554"/>
                  <a:gd name="connsiteX357" fmla="*/ 363639 w 722373"/>
                  <a:gd name="connsiteY357" fmla="*/ 27526 h 90554"/>
                  <a:gd name="connsiteX358" fmla="*/ 363639 w 722373"/>
                  <a:gd name="connsiteY358" fmla="*/ 27526 h 90554"/>
                  <a:gd name="connsiteX359" fmla="*/ 437795 w 722373"/>
                  <a:gd name="connsiteY359" fmla="*/ 63448 h 90554"/>
                  <a:gd name="connsiteX360" fmla="*/ 431741 w 722373"/>
                  <a:gd name="connsiteY360" fmla="*/ 69505 h 90554"/>
                  <a:gd name="connsiteX361" fmla="*/ 423266 w 722373"/>
                  <a:gd name="connsiteY361" fmla="*/ 71664 h 90554"/>
                  <a:gd name="connsiteX362" fmla="*/ 410674 w 722373"/>
                  <a:gd name="connsiteY362" fmla="*/ 66507 h 90554"/>
                  <a:gd name="connsiteX363" fmla="*/ 406134 w 722373"/>
                  <a:gd name="connsiteY363" fmla="*/ 50555 h 90554"/>
                  <a:gd name="connsiteX364" fmla="*/ 406134 w 722373"/>
                  <a:gd name="connsiteY364" fmla="*/ 28666 h 90554"/>
                  <a:gd name="connsiteX365" fmla="*/ 400444 w 722373"/>
                  <a:gd name="connsiteY365" fmla="*/ 27406 h 90554"/>
                  <a:gd name="connsiteX366" fmla="*/ 400444 w 722373"/>
                  <a:gd name="connsiteY366" fmla="*/ 21649 h 90554"/>
                  <a:gd name="connsiteX367" fmla="*/ 415155 w 722373"/>
                  <a:gd name="connsiteY367" fmla="*/ 21649 h 90554"/>
                  <a:gd name="connsiteX368" fmla="*/ 415155 w 722373"/>
                  <a:gd name="connsiteY368" fmla="*/ 50675 h 90554"/>
                  <a:gd name="connsiteX369" fmla="*/ 417455 w 722373"/>
                  <a:gd name="connsiteY369" fmla="*/ 61469 h 90554"/>
                  <a:gd name="connsiteX370" fmla="*/ 424719 w 722373"/>
                  <a:gd name="connsiteY370" fmla="*/ 64408 h 90554"/>
                  <a:gd name="connsiteX371" fmla="*/ 432649 w 722373"/>
                  <a:gd name="connsiteY371" fmla="*/ 62489 h 90554"/>
                  <a:gd name="connsiteX372" fmla="*/ 437371 w 722373"/>
                  <a:gd name="connsiteY372" fmla="*/ 57032 h 90554"/>
                  <a:gd name="connsiteX373" fmla="*/ 437371 w 722373"/>
                  <a:gd name="connsiteY373" fmla="*/ 28726 h 90554"/>
                  <a:gd name="connsiteX374" fmla="*/ 430712 w 722373"/>
                  <a:gd name="connsiteY374" fmla="*/ 27466 h 90554"/>
                  <a:gd name="connsiteX375" fmla="*/ 430712 w 722373"/>
                  <a:gd name="connsiteY375" fmla="*/ 21709 h 90554"/>
                  <a:gd name="connsiteX376" fmla="*/ 446330 w 722373"/>
                  <a:gd name="connsiteY376" fmla="*/ 21709 h 90554"/>
                  <a:gd name="connsiteX377" fmla="*/ 446330 w 722373"/>
                  <a:gd name="connsiteY377" fmla="*/ 63748 h 90554"/>
                  <a:gd name="connsiteX378" fmla="*/ 452021 w 722373"/>
                  <a:gd name="connsiteY378" fmla="*/ 65008 h 90554"/>
                  <a:gd name="connsiteX379" fmla="*/ 452021 w 722373"/>
                  <a:gd name="connsiteY379" fmla="*/ 70705 h 90554"/>
                  <a:gd name="connsiteX380" fmla="*/ 438279 w 722373"/>
                  <a:gd name="connsiteY380" fmla="*/ 70705 h 90554"/>
                  <a:gd name="connsiteX381" fmla="*/ 437674 w 722373"/>
                  <a:gd name="connsiteY381" fmla="*/ 63448 h 90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</a:cxnLst>
                <a:rect l="l" t="t" r="r" b="b"/>
                <a:pathLst>
                  <a:path w="722373" h="90554">
                    <a:moveTo>
                      <a:pt x="29179" y="4738"/>
                    </a:moveTo>
                    <a:cubicBezTo>
                      <a:pt x="36140" y="4738"/>
                      <a:pt x="41588" y="6237"/>
                      <a:pt x="45523" y="9175"/>
                    </a:cubicBezTo>
                    <a:cubicBezTo>
                      <a:pt x="49458" y="12174"/>
                      <a:pt x="51395" y="16612"/>
                      <a:pt x="51395" y="22549"/>
                    </a:cubicBezTo>
                    <a:cubicBezTo>
                      <a:pt x="51395" y="25487"/>
                      <a:pt x="50487" y="28126"/>
                      <a:pt x="48610" y="30405"/>
                    </a:cubicBezTo>
                    <a:cubicBezTo>
                      <a:pt x="46733" y="32684"/>
                      <a:pt x="44252" y="34423"/>
                      <a:pt x="41165" y="35562"/>
                    </a:cubicBezTo>
                    <a:cubicBezTo>
                      <a:pt x="45160" y="36402"/>
                      <a:pt x="48307" y="38321"/>
                      <a:pt x="50608" y="41379"/>
                    </a:cubicBezTo>
                    <a:cubicBezTo>
                      <a:pt x="52969" y="44438"/>
                      <a:pt x="54059" y="47976"/>
                      <a:pt x="54059" y="52054"/>
                    </a:cubicBezTo>
                    <a:cubicBezTo>
                      <a:pt x="54059" y="58111"/>
                      <a:pt x="52061" y="62729"/>
                      <a:pt x="48126" y="65907"/>
                    </a:cubicBezTo>
                    <a:cubicBezTo>
                      <a:pt x="44191" y="69086"/>
                      <a:pt x="38804" y="70705"/>
                      <a:pt x="32024" y="70705"/>
                    </a:cubicBezTo>
                    <a:lnTo>
                      <a:pt x="0" y="70705"/>
                    </a:lnTo>
                    <a:lnTo>
                      <a:pt x="0" y="65008"/>
                    </a:lnTo>
                    <a:lnTo>
                      <a:pt x="7446" y="63748"/>
                    </a:lnTo>
                    <a:lnTo>
                      <a:pt x="7446" y="11754"/>
                    </a:lnTo>
                    <a:lnTo>
                      <a:pt x="0" y="10495"/>
                    </a:lnTo>
                    <a:lnTo>
                      <a:pt x="0" y="4738"/>
                    </a:lnTo>
                    <a:lnTo>
                      <a:pt x="29179" y="4738"/>
                    </a:lnTo>
                    <a:close/>
                    <a:moveTo>
                      <a:pt x="16466" y="39760"/>
                    </a:moveTo>
                    <a:lnTo>
                      <a:pt x="16466" y="63748"/>
                    </a:lnTo>
                    <a:lnTo>
                      <a:pt x="32024" y="63748"/>
                    </a:lnTo>
                    <a:cubicBezTo>
                      <a:pt x="36140" y="63748"/>
                      <a:pt x="39348" y="62729"/>
                      <a:pt x="41588" y="60750"/>
                    </a:cubicBezTo>
                    <a:cubicBezTo>
                      <a:pt x="43828" y="58711"/>
                      <a:pt x="44978" y="55892"/>
                      <a:pt x="44978" y="52174"/>
                    </a:cubicBezTo>
                    <a:cubicBezTo>
                      <a:pt x="44978" y="48276"/>
                      <a:pt x="44010" y="45277"/>
                      <a:pt x="42133" y="43059"/>
                    </a:cubicBezTo>
                    <a:cubicBezTo>
                      <a:pt x="40256" y="40840"/>
                      <a:pt x="37290" y="39760"/>
                      <a:pt x="33355" y="39760"/>
                    </a:cubicBezTo>
                    <a:lnTo>
                      <a:pt x="16406" y="39760"/>
                    </a:lnTo>
                    <a:close/>
                    <a:moveTo>
                      <a:pt x="16466" y="32804"/>
                    </a:moveTo>
                    <a:lnTo>
                      <a:pt x="31540" y="32804"/>
                    </a:lnTo>
                    <a:cubicBezTo>
                      <a:pt x="34808" y="32744"/>
                      <a:pt x="37411" y="31724"/>
                      <a:pt x="39348" y="29925"/>
                    </a:cubicBezTo>
                    <a:cubicBezTo>
                      <a:pt x="41346" y="28126"/>
                      <a:pt x="42314" y="25607"/>
                      <a:pt x="42314" y="22429"/>
                    </a:cubicBezTo>
                    <a:cubicBezTo>
                      <a:pt x="42314" y="18891"/>
                      <a:pt x="41165" y="16192"/>
                      <a:pt x="38925" y="14453"/>
                    </a:cubicBezTo>
                    <a:cubicBezTo>
                      <a:pt x="36685" y="12654"/>
                      <a:pt x="33416" y="11814"/>
                      <a:pt x="29118" y="11814"/>
                    </a:cubicBezTo>
                    <a:lnTo>
                      <a:pt x="16406" y="11814"/>
                    </a:lnTo>
                    <a:lnTo>
                      <a:pt x="16406" y="32864"/>
                    </a:lnTo>
                    <a:lnTo>
                      <a:pt x="16406" y="32864"/>
                    </a:lnTo>
                    <a:close/>
                    <a:moveTo>
                      <a:pt x="469637" y="67466"/>
                    </a:moveTo>
                    <a:cubicBezTo>
                      <a:pt x="469637" y="70405"/>
                      <a:pt x="468910" y="73523"/>
                      <a:pt x="467397" y="76762"/>
                    </a:cubicBezTo>
                    <a:cubicBezTo>
                      <a:pt x="465944" y="80000"/>
                      <a:pt x="463886" y="82699"/>
                      <a:pt x="461403" y="84798"/>
                    </a:cubicBezTo>
                    <a:lnTo>
                      <a:pt x="456319" y="81440"/>
                    </a:lnTo>
                    <a:cubicBezTo>
                      <a:pt x="457771" y="79281"/>
                      <a:pt x="458861" y="77062"/>
                      <a:pt x="459588" y="74783"/>
                    </a:cubicBezTo>
                    <a:cubicBezTo>
                      <a:pt x="460314" y="72504"/>
                      <a:pt x="460677" y="70105"/>
                      <a:pt x="460677" y="67586"/>
                    </a:cubicBezTo>
                    <a:lnTo>
                      <a:pt x="460677" y="60690"/>
                    </a:lnTo>
                    <a:lnTo>
                      <a:pt x="469697" y="60690"/>
                    </a:lnTo>
                    <a:lnTo>
                      <a:pt x="469697" y="67466"/>
                    </a:lnTo>
                    <a:lnTo>
                      <a:pt x="469697" y="67466"/>
                    </a:lnTo>
                    <a:close/>
                    <a:moveTo>
                      <a:pt x="500207" y="10495"/>
                    </a:moveTo>
                    <a:lnTo>
                      <a:pt x="500207" y="4738"/>
                    </a:lnTo>
                    <a:lnTo>
                      <a:pt x="524119" y="4738"/>
                    </a:lnTo>
                    <a:lnTo>
                      <a:pt x="524119" y="10495"/>
                    </a:lnTo>
                    <a:lnTo>
                      <a:pt x="516673" y="11754"/>
                    </a:lnTo>
                    <a:lnTo>
                      <a:pt x="516673" y="63748"/>
                    </a:lnTo>
                    <a:lnTo>
                      <a:pt x="524119" y="65008"/>
                    </a:lnTo>
                    <a:lnTo>
                      <a:pt x="524119" y="70705"/>
                    </a:lnTo>
                    <a:lnTo>
                      <a:pt x="500207" y="70705"/>
                    </a:lnTo>
                    <a:lnTo>
                      <a:pt x="500207" y="65008"/>
                    </a:lnTo>
                    <a:lnTo>
                      <a:pt x="507713" y="63748"/>
                    </a:lnTo>
                    <a:lnTo>
                      <a:pt x="507713" y="11754"/>
                    </a:lnTo>
                    <a:lnTo>
                      <a:pt x="500207" y="10495"/>
                    </a:lnTo>
                    <a:lnTo>
                      <a:pt x="500207" y="10495"/>
                    </a:lnTo>
                    <a:close/>
                    <a:moveTo>
                      <a:pt x="530051" y="65008"/>
                    </a:moveTo>
                    <a:lnTo>
                      <a:pt x="537497" y="63748"/>
                    </a:lnTo>
                    <a:lnTo>
                      <a:pt x="537497" y="28726"/>
                    </a:lnTo>
                    <a:lnTo>
                      <a:pt x="530051" y="27466"/>
                    </a:lnTo>
                    <a:lnTo>
                      <a:pt x="530051" y="21709"/>
                    </a:lnTo>
                    <a:lnTo>
                      <a:pt x="545548" y="21709"/>
                    </a:lnTo>
                    <a:lnTo>
                      <a:pt x="546214" y="29026"/>
                    </a:lnTo>
                    <a:cubicBezTo>
                      <a:pt x="547849" y="26447"/>
                      <a:pt x="549907" y="24408"/>
                      <a:pt x="552449" y="22969"/>
                    </a:cubicBezTo>
                    <a:cubicBezTo>
                      <a:pt x="554932" y="21529"/>
                      <a:pt x="557777" y="20810"/>
                      <a:pt x="560925" y="20810"/>
                    </a:cubicBezTo>
                    <a:cubicBezTo>
                      <a:pt x="566312" y="20810"/>
                      <a:pt x="570428" y="22369"/>
                      <a:pt x="573335" y="25487"/>
                    </a:cubicBezTo>
                    <a:cubicBezTo>
                      <a:pt x="576301" y="28606"/>
                      <a:pt x="577754" y="33343"/>
                      <a:pt x="577754" y="39820"/>
                    </a:cubicBezTo>
                    <a:lnTo>
                      <a:pt x="577754" y="63808"/>
                    </a:lnTo>
                    <a:lnTo>
                      <a:pt x="585199" y="65068"/>
                    </a:lnTo>
                    <a:lnTo>
                      <a:pt x="585199" y="70765"/>
                    </a:lnTo>
                    <a:lnTo>
                      <a:pt x="561287" y="70765"/>
                    </a:lnTo>
                    <a:lnTo>
                      <a:pt x="561287" y="65068"/>
                    </a:lnTo>
                    <a:lnTo>
                      <a:pt x="568734" y="63808"/>
                    </a:lnTo>
                    <a:lnTo>
                      <a:pt x="568734" y="40000"/>
                    </a:lnTo>
                    <a:cubicBezTo>
                      <a:pt x="568734" y="35682"/>
                      <a:pt x="567886" y="32624"/>
                      <a:pt x="566131" y="30825"/>
                    </a:cubicBezTo>
                    <a:cubicBezTo>
                      <a:pt x="564435" y="29026"/>
                      <a:pt x="561772" y="28126"/>
                      <a:pt x="558261" y="28126"/>
                    </a:cubicBezTo>
                    <a:cubicBezTo>
                      <a:pt x="555658" y="28126"/>
                      <a:pt x="553358" y="28726"/>
                      <a:pt x="551360" y="29985"/>
                    </a:cubicBezTo>
                    <a:cubicBezTo>
                      <a:pt x="549362" y="31244"/>
                      <a:pt x="547788" y="32924"/>
                      <a:pt x="546578" y="35083"/>
                    </a:cubicBezTo>
                    <a:lnTo>
                      <a:pt x="546578" y="63868"/>
                    </a:lnTo>
                    <a:lnTo>
                      <a:pt x="554023" y="65128"/>
                    </a:lnTo>
                    <a:lnTo>
                      <a:pt x="554023" y="70825"/>
                    </a:lnTo>
                    <a:lnTo>
                      <a:pt x="530112" y="70825"/>
                    </a:lnTo>
                    <a:lnTo>
                      <a:pt x="530112" y="65128"/>
                    </a:lnTo>
                    <a:lnTo>
                      <a:pt x="530112" y="65128"/>
                    </a:lnTo>
                    <a:close/>
                    <a:moveTo>
                      <a:pt x="624548" y="64888"/>
                    </a:moveTo>
                    <a:cubicBezTo>
                      <a:pt x="622913" y="67107"/>
                      <a:pt x="620916" y="68786"/>
                      <a:pt x="618615" y="69925"/>
                    </a:cubicBezTo>
                    <a:cubicBezTo>
                      <a:pt x="616315" y="71065"/>
                      <a:pt x="613590" y="71664"/>
                      <a:pt x="610503" y="71664"/>
                    </a:cubicBezTo>
                    <a:cubicBezTo>
                      <a:pt x="604449" y="71664"/>
                      <a:pt x="599728" y="69505"/>
                      <a:pt x="596338" y="65128"/>
                    </a:cubicBezTo>
                    <a:cubicBezTo>
                      <a:pt x="592948" y="60810"/>
                      <a:pt x="591253" y="55113"/>
                      <a:pt x="591253" y="48036"/>
                    </a:cubicBezTo>
                    <a:lnTo>
                      <a:pt x="591253" y="47077"/>
                    </a:lnTo>
                    <a:cubicBezTo>
                      <a:pt x="591253" y="39161"/>
                      <a:pt x="592948" y="32804"/>
                      <a:pt x="596338" y="28006"/>
                    </a:cubicBezTo>
                    <a:cubicBezTo>
                      <a:pt x="599728" y="23148"/>
                      <a:pt x="604510" y="20750"/>
                      <a:pt x="610564" y="20750"/>
                    </a:cubicBezTo>
                    <a:cubicBezTo>
                      <a:pt x="613469" y="20750"/>
                      <a:pt x="616073" y="21289"/>
                      <a:pt x="618312" y="22369"/>
                    </a:cubicBezTo>
                    <a:cubicBezTo>
                      <a:pt x="620552" y="23448"/>
                      <a:pt x="622429" y="25008"/>
                      <a:pt x="624003" y="27047"/>
                    </a:cubicBezTo>
                    <a:lnTo>
                      <a:pt x="624003" y="7017"/>
                    </a:lnTo>
                    <a:lnTo>
                      <a:pt x="616557" y="5757"/>
                    </a:lnTo>
                    <a:lnTo>
                      <a:pt x="616557" y="0"/>
                    </a:lnTo>
                    <a:lnTo>
                      <a:pt x="633023" y="0"/>
                    </a:lnTo>
                    <a:lnTo>
                      <a:pt x="633023" y="63748"/>
                    </a:lnTo>
                    <a:lnTo>
                      <a:pt x="640469" y="65008"/>
                    </a:lnTo>
                    <a:lnTo>
                      <a:pt x="640469" y="70705"/>
                    </a:lnTo>
                    <a:lnTo>
                      <a:pt x="625153" y="70705"/>
                    </a:lnTo>
                    <a:lnTo>
                      <a:pt x="624426" y="64828"/>
                    </a:lnTo>
                    <a:lnTo>
                      <a:pt x="624426" y="64828"/>
                    </a:lnTo>
                    <a:close/>
                    <a:moveTo>
                      <a:pt x="600212" y="48036"/>
                    </a:moveTo>
                    <a:cubicBezTo>
                      <a:pt x="600212" y="52954"/>
                      <a:pt x="601242" y="56912"/>
                      <a:pt x="603239" y="59910"/>
                    </a:cubicBezTo>
                    <a:cubicBezTo>
                      <a:pt x="605297" y="62909"/>
                      <a:pt x="608445" y="64408"/>
                      <a:pt x="612743" y="64408"/>
                    </a:cubicBezTo>
                    <a:cubicBezTo>
                      <a:pt x="615407" y="64408"/>
                      <a:pt x="617707" y="63808"/>
                      <a:pt x="619523" y="62609"/>
                    </a:cubicBezTo>
                    <a:cubicBezTo>
                      <a:pt x="621339" y="61409"/>
                      <a:pt x="622852" y="59670"/>
                      <a:pt x="624063" y="57511"/>
                    </a:cubicBezTo>
                    <a:lnTo>
                      <a:pt x="624063" y="34783"/>
                    </a:lnTo>
                    <a:cubicBezTo>
                      <a:pt x="622913" y="32744"/>
                      <a:pt x="621400" y="31065"/>
                      <a:pt x="619523" y="29865"/>
                    </a:cubicBezTo>
                    <a:cubicBezTo>
                      <a:pt x="617647" y="28666"/>
                      <a:pt x="615467" y="28066"/>
                      <a:pt x="612864" y="28066"/>
                    </a:cubicBezTo>
                    <a:cubicBezTo>
                      <a:pt x="608566" y="28066"/>
                      <a:pt x="605358" y="29865"/>
                      <a:pt x="603360" y="33343"/>
                    </a:cubicBezTo>
                    <a:cubicBezTo>
                      <a:pt x="601302" y="36882"/>
                      <a:pt x="600273" y="41439"/>
                      <a:pt x="600273" y="47137"/>
                    </a:cubicBezTo>
                    <a:lnTo>
                      <a:pt x="600273" y="48096"/>
                    </a:lnTo>
                    <a:lnTo>
                      <a:pt x="600273" y="48096"/>
                    </a:lnTo>
                    <a:close/>
                    <a:moveTo>
                      <a:pt x="647370" y="65008"/>
                    </a:moveTo>
                    <a:lnTo>
                      <a:pt x="654816" y="63748"/>
                    </a:lnTo>
                    <a:lnTo>
                      <a:pt x="654816" y="28726"/>
                    </a:lnTo>
                    <a:lnTo>
                      <a:pt x="647370" y="27466"/>
                    </a:lnTo>
                    <a:lnTo>
                      <a:pt x="647370" y="21709"/>
                    </a:lnTo>
                    <a:lnTo>
                      <a:pt x="663835" y="21709"/>
                    </a:lnTo>
                    <a:lnTo>
                      <a:pt x="663835" y="63748"/>
                    </a:lnTo>
                    <a:lnTo>
                      <a:pt x="671281" y="65008"/>
                    </a:lnTo>
                    <a:lnTo>
                      <a:pt x="671281" y="70705"/>
                    </a:lnTo>
                    <a:lnTo>
                      <a:pt x="647370" y="70705"/>
                    </a:lnTo>
                    <a:lnTo>
                      <a:pt x="647370" y="65008"/>
                    </a:lnTo>
                    <a:lnTo>
                      <a:pt x="647370" y="65008"/>
                    </a:lnTo>
                    <a:close/>
                    <a:moveTo>
                      <a:pt x="663835" y="9115"/>
                    </a:moveTo>
                    <a:lnTo>
                      <a:pt x="654816" y="9115"/>
                    </a:lnTo>
                    <a:lnTo>
                      <a:pt x="654816" y="0"/>
                    </a:lnTo>
                    <a:lnTo>
                      <a:pt x="663835" y="0"/>
                    </a:lnTo>
                    <a:lnTo>
                      <a:pt x="663835" y="9115"/>
                    </a:lnTo>
                    <a:lnTo>
                      <a:pt x="663835" y="9115"/>
                    </a:lnTo>
                    <a:close/>
                    <a:moveTo>
                      <a:pt x="710508" y="70705"/>
                    </a:moveTo>
                    <a:cubicBezTo>
                      <a:pt x="710267" y="69386"/>
                      <a:pt x="710024" y="68186"/>
                      <a:pt x="709903" y="67107"/>
                    </a:cubicBezTo>
                    <a:cubicBezTo>
                      <a:pt x="709721" y="66027"/>
                      <a:pt x="709661" y="65008"/>
                      <a:pt x="709600" y="63928"/>
                    </a:cubicBezTo>
                    <a:cubicBezTo>
                      <a:pt x="707845" y="66147"/>
                      <a:pt x="705666" y="68006"/>
                      <a:pt x="703062" y="69445"/>
                    </a:cubicBezTo>
                    <a:cubicBezTo>
                      <a:pt x="700460" y="70945"/>
                      <a:pt x="697675" y="71604"/>
                      <a:pt x="694708" y="71664"/>
                    </a:cubicBezTo>
                    <a:cubicBezTo>
                      <a:pt x="689563" y="71664"/>
                      <a:pt x="685628" y="70405"/>
                      <a:pt x="682965" y="67946"/>
                    </a:cubicBezTo>
                    <a:cubicBezTo>
                      <a:pt x="680301" y="65427"/>
                      <a:pt x="678909" y="61949"/>
                      <a:pt x="678909" y="57391"/>
                    </a:cubicBezTo>
                    <a:cubicBezTo>
                      <a:pt x="678909" y="52834"/>
                      <a:pt x="680786" y="49176"/>
                      <a:pt x="684599" y="46657"/>
                    </a:cubicBezTo>
                    <a:cubicBezTo>
                      <a:pt x="688412" y="44138"/>
                      <a:pt x="693619" y="42879"/>
                      <a:pt x="700217" y="42879"/>
                    </a:cubicBezTo>
                    <a:lnTo>
                      <a:pt x="709540" y="42879"/>
                    </a:lnTo>
                    <a:lnTo>
                      <a:pt x="709540" y="37182"/>
                    </a:lnTo>
                    <a:cubicBezTo>
                      <a:pt x="709540" y="34303"/>
                      <a:pt x="708632" y="32024"/>
                      <a:pt x="706816" y="30345"/>
                    </a:cubicBezTo>
                    <a:cubicBezTo>
                      <a:pt x="705000" y="28666"/>
                      <a:pt x="702457" y="27826"/>
                      <a:pt x="699188" y="27826"/>
                    </a:cubicBezTo>
                    <a:cubicBezTo>
                      <a:pt x="696948" y="27826"/>
                      <a:pt x="694951" y="28066"/>
                      <a:pt x="693195" y="28666"/>
                    </a:cubicBezTo>
                    <a:cubicBezTo>
                      <a:pt x="691500" y="29205"/>
                      <a:pt x="690108" y="30045"/>
                      <a:pt x="689018" y="31005"/>
                    </a:cubicBezTo>
                    <a:lnTo>
                      <a:pt x="688110" y="36162"/>
                    </a:lnTo>
                    <a:lnTo>
                      <a:pt x="681148" y="36162"/>
                    </a:lnTo>
                    <a:lnTo>
                      <a:pt x="681148" y="26627"/>
                    </a:lnTo>
                    <a:cubicBezTo>
                      <a:pt x="683388" y="24828"/>
                      <a:pt x="686173" y="23448"/>
                      <a:pt x="689381" y="22309"/>
                    </a:cubicBezTo>
                    <a:cubicBezTo>
                      <a:pt x="692590" y="21229"/>
                      <a:pt x="696040" y="20690"/>
                      <a:pt x="699793" y="20690"/>
                    </a:cubicBezTo>
                    <a:cubicBezTo>
                      <a:pt x="705363" y="20690"/>
                      <a:pt x="709964" y="22129"/>
                      <a:pt x="713414" y="24948"/>
                    </a:cubicBezTo>
                    <a:cubicBezTo>
                      <a:pt x="716865" y="27766"/>
                      <a:pt x="718620" y="31844"/>
                      <a:pt x="718620" y="37122"/>
                    </a:cubicBezTo>
                    <a:lnTo>
                      <a:pt x="718620" y="62549"/>
                    </a:lnTo>
                    <a:cubicBezTo>
                      <a:pt x="718620" y="63149"/>
                      <a:pt x="718680" y="63748"/>
                      <a:pt x="718741" y="64348"/>
                    </a:cubicBezTo>
                    <a:lnTo>
                      <a:pt x="722374" y="64888"/>
                    </a:lnTo>
                    <a:lnTo>
                      <a:pt x="722374" y="70585"/>
                    </a:lnTo>
                    <a:lnTo>
                      <a:pt x="710569" y="70585"/>
                    </a:lnTo>
                    <a:close/>
                    <a:moveTo>
                      <a:pt x="695979" y="64228"/>
                    </a:moveTo>
                    <a:cubicBezTo>
                      <a:pt x="699006" y="64228"/>
                      <a:pt x="701731" y="63508"/>
                      <a:pt x="704213" y="62069"/>
                    </a:cubicBezTo>
                    <a:cubicBezTo>
                      <a:pt x="706694" y="60630"/>
                      <a:pt x="708450" y="58951"/>
                      <a:pt x="709540" y="56972"/>
                    </a:cubicBezTo>
                    <a:lnTo>
                      <a:pt x="709540" y="48936"/>
                    </a:lnTo>
                    <a:lnTo>
                      <a:pt x="699914" y="48936"/>
                    </a:lnTo>
                    <a:cubicBezTo>
                      <a:pt x="696222" y="48936"/>
                      <a:pt x="693316" y="49775"/>
                      <a:pt x="691137" y="51454"/>
                    </a:cubicBezTo>
                    <a:cubicBezTo>
                      <a:pt x="689018" y="53134"/>
                      <a:pt x="687928" y="55173"/>
                      <a:pt x="687928" y="57571"/>
                    </a:cubicBezTo>
                    <a:cubicBezTo>
                      <a:pt x="687928" y="59730"/>
                      <a:pt x="688594" y="61349"/>
                      <a:pt x="689926" y="62489"/>
                    </a:cubicBezTo>
                    <a:cubicBezTo>
                      <a:pt x="691258" y="63628"/>
                      <a:pt x="693316" y="64228"/>
                      <a:pt x="695979" y="64228"/>
                    </a:cubicBezTo>
                    <a:lnTo>
                      <a:pt x="695979" y="64228"/>
                    </a:lnTo>
                    <a:close/>
                    <a:moveTo>
                      <a:pt x="84932" y="71664"/>
                    </a:moveTo>
                    <a:cubicBezTo>
                      <a:pt x="78031" y="71664"/>
                      <a:pt x="72582" y="69386"/>
                      <a:pt x="68527" y="64828"/>
                    </a:cubicBezTo>
                    <a:cubicBezTo>
                      <a:pt x="64471" y="60270"/>
                      <a:pt x="62413" y="54333"/>
                      <a:pt x="62413" y="47137"/>
                    </a:cubicBezTo>
                    <a:lnTo>
                      <a:pt x="62413" y="45158"/>
                    </a:lnTo>
                    <a:cubicBezTo>
                      <a:pt x="62413" y="38141"/>
                      <a:pt x="64471" y="32384"/>
                      <a:pt x="68708" y="27706"/>
                    </a:cubicBezTo>
                    <a:cubicBezTo>
                      <a:pt x="72885" y="23029"/>
                      <a:pt x="77849" y="20750"/>
                      <a:pt x="83600" y="20750"/>
                    </a:cubicBezTo>
                    <a:cubicBezTo>
                      <a:pt x="90259" y="20750"/>
                      <a:pt x="95283" y="22729"/>
                      <a:pt x="98734" y="26747"/>
                    </a:cubicBezTo>
                    <a:cubicBezTo>
                      <a:pt x="102184" y="30765"/>
                      <a:pt x="103880" y="36042"/>
                      <a:pt x="103880" y="42699"/>
                    </a:cubicBezTo>
                    <a:lnTo>
                      <a:pt x="103880" y="48276"/>
                    </a:lnTo>
                    <a:lnTo>
                      <a:pt x="71735" y="48276"/>
                    </a:lnTo>
                    <a:lnTo>
                      <a:pt x="71614" y="48516"/>
                    </a:lnTo>
                    <a:cubicBezTo>
                      <a:pt x="71674" y="53254"/>
                      <a:pt x="72885" y="57092"/>
                      <a:pt x="75246" y="60150"/>
                    </a:cubicBezTo>
                    <a:cubicBezTo>
                      <a:pt x="77547" y="63209"/>
                      <a:pt x="80815" y="64708"/>
                      <a:pt x="84992" y="64708"/>
                    </a:cubicBezTo>
                    <a:cubicBezTo>
                      <a:pt x="88019" y="64708"/>
                      <a:pt x="90743" y="64288"/>
                      <a:pt x="93043" y="63388"/>
                    </a:cubicBezTo>
                    <a:cubicBezTo>
                      <a:pt x="95344" y="62549"/>
                      <a:pt x="97342" y="61349"/>
                      <a:pt x="98976" y="59850"/>
                    </a:cubicBezTo>
                    <a:lnTo>
                      <a:pt x="102487" y="65667"/>
                    </a:lnTo>
                    <a:cubicBezTo>
                      <a:pt x="100732" y="67347"/>
                      <a:pt x="98371" y="68786"/>
                      <a:pt x="95465" y="69985"/>
                    </a:cubicBezTo>
                    <a:cubicBezTo>
                      <a:pt x="92559" y="71125"/>
                      <a:pt x="89049" y="71724"/>
                      <a:pt x="84992" y="71724"/>
                    </a:cubicBezTo>
                    <a:lnTo>
                      <a:pt x="84992" y="71724"/>
                    </a:lnTo>
                    <a:close/>
                    <a:moveTo>
                      <a:pt x="83600" y="27826"/>
                    </a:moveTo>
                    <a:cubicBezTo>
                      <a:pt x="80573" y="27826"/>
                      <a:pt x="78031" y="29086"/>
                      <a:pt x="75851" y="31604"/>
                    </a:cubicBezTo>
                    <a:cubicBezTo>
                      <a:pt x="73733" y="34123"/>
                      <a:pt x="72401" y="37301"/>
                      <a:pt x="71917" y="41080"/>
                    </a:cubicBezTo>
                    <a:lnTo>
                      <a:pt x="72038" y="41319"/>
                    </a:lnTo>
                    <a:lnTo>
                      <a:pt x="94860" y="41319"/>
                    </a:lnTo>
                    <a:lnTo>
                      <a:pt x="94860" y="40120"/>
                    </a:lnTo>
                    <a:cubicBezTo>
                      <a:pt x="94860" y="36642"/>
                      <a:pt x="93891" y="33703"/>
                      <a:pt x="92015" y="31304"/>
                    </a:cubicBezTo>
                    <a:cubicBezTo>
                      <a:pt x="90138" y="28966"/>
                      <a:pt x="87293" y="27766"/>
                      <a:pt x="83600" y="27766"/>
                    </a:cubicBezTo>
                    <a:lnTo>
                      <a:pt x="83600" y="27766"/>
                    </a:lnTo>
                    <a:close/>
                    <a:moveTo>
                      <a:pt x="111386" y="65008"/>
                    </a:moveTo>
                    <a:lnTo>
                      <a:pt x="118832" y="63748"/>
                    </a:lnTo>
                    <a:lnTo>
                      <a:pt x="118832" y="28726"/>
                    </a:lnTo>
                    <a:lnTo>
                      <a:pt x="111386" y="27466"/>
                    </a:lnTo>
                    <a:lnTo>
                      <a:pt x="111386" y="21709"/>
                    </a:lnTo>
                    <a:lnTo>
                      <a:pt x="126883" y="21709"/>
                    </a:lnTo>
                    <a:lnTo>
                      <a:pt x="127549" y="29026"/>
                    </a:lnTo>
                    <a:cubicBezTo>
                      <a:pt x="129183" y="26447"/>
                      <a:pt x="131302" y="24408"/>
                      <a:pt x="133784" y="22969"/>
                    </a:cubicBezTo>
                    <a:cubicBezTo>
                      <a:pt x="136266" y="21529"/>
                      <a:pt x="139111" y="20810"/>
                      <a:pt x="142259" y="20810"/>
                    </a:cubicBezTo>
                    <a:cubicBezTo>
                      <a:pt x="147586" y="20810"/>
                      <a:pt x="151764" y="22369"/>
                      <a:pt x="154669" y="25487"/>
                    </a:cubicBezTo>
                    <a:cubicBezTo>
                      <a:pt x="157575" y="28606"/>
                      <a:pt x="159088" y="33343"/>
                      <a:pt x="159088" y="39820"/>
                    </a:cubicBezTo>
                    <a:lnTo>
                      <a:pt x="159088" y="63808"/>
                    </a:lnTo>
                    <a:lnTo>
                      <a:pt x="166534" y="65068"/>
                    </a:lnTo>
                    <a:lnTo>
                      <a:pt x="166534" y="70765"/>
                    </a:lnTo>
                    <a:lnTo>
                      <a:pt x="142623" y="70765"/>
                    </a:lnTo>
                    <a:lnTo>
                      <a:pt x="142623" y="65068"/>
                    </a:lnTo>
                    <a:lnTo>
                      <a:pt x="150068" y="63808"/>
                    </a:lnTo>
                    <a:lnTo>
                      <a:pt x="150068" y="40000"/>
                    </a:lnTo>
                    <a:cubicBezTo>
                      <a:pt x="150068" y="35682"/>
                      <a:pt x="149221" y="32624"/>
                      <a:pt x="147465" y="30825"/>
                    </a:cubicBezTo>
                    <a:cubicBezTo>
                      <a:pt x="145710" y="29026"/>
                      <a:pt x="143107" y="28126"/>
                      <a:pt x="139596" y="28126"/>
                    </a:cubicBezTo>
                    <a:cubicBezTo>
                      <a:pt x="136992" y="28126"/>
                      <a:pt x="134692" y="28726"/>
                      <a:pt x="132695" y="29985"/>
                    </a:cubicBezTo>
                    <a:cubicBezTo>
                      <a:pt x="130696" y="31244"/>
                      <a:pt x="129123" y="32924"/>
                      <a:pt x="127912" y="35083"/>
                    </a:cubicBezTo>
                    <a:lnTo>
                      <a:pt x="127912" y="63868"/>
                    </a:lnTo>
                    <a:lnTo>
                      <a:pt x="135358" y="65128"/>
                    </a:lnTo>
                    <a:lnTo>
                      <a:pt x="135358" y="70825"/>
                    </a:lnTo>
                    <a:lnTo>
                      <a:pt x="111447" y="70825"/>
                    </a:lnTo>
                    <a:lnTo>
                      <a:pt x="111447" y="65128"/>
                    </a:lnTo>
                    <a:lnTo>
                      <a:pt x="111447" y="65128"/>
                    </a:lnTo>
                    <a:close/>
                    <a:moveTo>
                      <a:pt x="172588" y="47137"/>
                    </a:moveTo>
                    <a:cubicBezTo>
                      <a:pt x="172588" y="39221"/>
                      <a:pt x="174343" y="32864"/>
                      <a:pt x="177793" y="28066"/>
                    </a:cubicBezTo>
                    <a:cubicBezTo>
                      <a:pt x="181244" y="23208"/>
                      <a:pt x="186087" y="20810"/>
                      <a:pt x="192201" y="20810"/>
                    </a:cubicBezTo>
                    <a:cubicBezTo>
                      <a:pt x="195288" y="20810"/>
                      <a:pt x="198013" y="21409"/>
                      <a:pt x="200373" y="22609"/>
                    </a:cubicBezTo>
                    <a:cubicBezTo>
                      <a:pt x="202734" y="23808"/>
                      <a:pt x="204672" y="25547"/>
                      <a:pt x="206246" y="27886"/>
                    </a:cubicBezTo>
                    <a:lnTo>
                      <a:pt x="207093" y="21709"/>
                    </a:lnTo>
                    <a:lnTo>
                      <a:pt x="214720" y="21709"/>
                    </a:lnTo>
                    <a:lnTo>
                      <a:pt x="214720" y="70105"/>
                    </a:lnTo>
                    <a:cubicBezTo>
                      <a:pt x="214720" y="76462"/>
                      <a:pt x="212905" y="81440"/>
                      <a:pt x="209333" y="85098"/>
                    </a:cubicBezTo>
                    <a:cubicBezTo>
                      <a:pt x="205761" y="88756"/>
                      <a:pt x="200676" y="90555"/>
                      <a:pt x="194078" y="90555"/>
                    </a:cubicBezTo>
                    <a:cubicBezTo>
                      <a:pt x="191656" y="90555"/>
                      <a:pt x="189114" y="90255"/>
                      <a:pt x="186329" y="89595"/>
                    </a:cubicBezTo>
                    <a:cubicBezTo>
                      <a:pt x="183545" y="88936"/>
                      <a:pt x="181123" y="88036"/>
                      <a:pt x="179005" y="86957"/>
                    </a:cubicBezTo>
                    <a:lnTo>
                      <a:pt x="181366" y="80000"/>
                    </a:lnTo>
                    <a:cubicBezTo>
                      <a:pt x="183060" y="80900"/>
                      <a:pt x="184998" y="81559"/>
                      <a:pt x="187298" y="82159"/>
                    </a:cubicBezTo>
                    <a:cubicBezTo>
                      <a:pt x="189598" y="82699"/>
                      <a:pt x="191838" y="82999"/>
                      <a:pt x="193957" y="82999"/>
                    </a:cubicBezTo>
                    <a:cubicBezTo>
                      <a:pt x="198013" y="82999"/>
                      <a:pt x="200979" y="81859"/>
                      <a:pt x="202795" y="79640"/>
                    </a:cubicBezTo>
                    <a:cubicBezTo>
                      <a:pt x="204672" y="77421"/>
                      <a:pt x="205640" y="74243"/>
                      <a:pt x="205640" y="70105"/>
                    </a:cubicBezTo>
                    <a:lnTo>
                      <a:pt x="205640" y="65427"/>
                    </a:lnTo>
                    <a:cubicBezTo>
                      <a:pt x="204006" y="67466"/>
                      <a:pt x="202068" y="69026"/>
                      <a:pt x="199829" y="70105"/>
                    </a:cubicBezTo>
                    <a:cubicBezTo>
                      <a:pt x="197589" y="71185"/>
                      <a:pt x="194986" y="71664"/>
                      <a:pt x="192080" y="71664"/>
                    </a:cubicBezTo>
                    <a:cubicBezTo>
                      <a:pt x="186026" y="71664"/>
                      <a:pt x="181244" y="69505"/>
                      <a:pt x="177733" y="65128"/>
                    </a:cubicBezTo>
                    <a:cubicBezTo>
                      <a:pt x="174283" y="60750"/>
                      <a:pt x="172527" y="55053"/>
                      <a:pt x="172527" y="48036"/>
                    </a:cubicBezTo>
                    <a:lnTo>
                      <a:pt x="172527" y="47077"/>
                    </a:lnTo>
                    <a:lnTo>
                      <a:pt x="172527" y="47077"/>
                    </a:lnTo>
                    <a:close/>
                    <a:moveTo>
                      <a:pt x="181607" y="48036"/>
                    </a:moveTo>
                    <a:cubicBezTo>
                      <a:pt x="181607" y="52954"/>
                      <a:pt x="182637" y="56912"/>
                      <a:pt x="184755" y="59910"/>
                    </a:cubicBezTo>
                    <a:cubicBezTo>
                      <a:pt x="186874" y="62909"/>
                      <a:pt x="190082" y="64408"/>
                      <a:pt x="194380" y="64408"/>
                    </a:cubicBezTo>
                    <a:cubicBezTo>
                      <a:pt x="197105" y="64408"/>
                      <a:pt x="199405" y="63808"/>
                      <a:pt x="201221" y="62549"/>
                    </a:cubicBezTo>
                    <a:cubicBezTo>
                      <a:pt x="203037" y="61349"/>
                      <a:pt x="204551" y="59610"/>
                      <a:pt x="205761" y="57391"/>
                    </a:cubicBezTo>
                    <a:lnTo>
                      <a:pt x="205761" y="34843"/>
                    </a:lnTo>
                    <a:cubicBezTo>
                      <a:pt x="204611" y="32744"/>
                      <a:pt x="203098" y="31125"/>
                      <a:pt x="201221" y="29865"/>
                    </a:cubicBezTo>
                    <a:cubicBezTo>
                      <a:pt x="199345" y="28666"/>
                      <a:pt x="197105" y="28006"/>
                      <a:pt x="194501" y="28006"/>
                    </a:cubicBezTo>
                    <a:cubicBezTo>
                      <a:pt x="190204" y="28006"/>
                      <a:pt x="186995" y="29805"/>
                      <a:pt x="184876" y="33343"/>
                    </a:cubicBezTo>
                    <a:cubicBezTo>
                      <a:pt x="182758" y="36882"/>
                      <a:pt x="181668" y="41499"/>
                      <a:pt x="181668" y="47077"/>
                    </a:cubicBezTo>
                    <a:lnTo>
                      <a:pt x="181668" y="48036"/>
                    </a:lnTo>
                    <a:lnTo>
                      <a:pt x="181668" y="48036"/>
                    </a:lnTo>
                    <a:close/>
                    <a:moveTo>
                      <a:pt x="257882" y="70705"/>
                    </a:moveTo>
                    <a:cubicBezTo>
                      <a:pt x="257641" y="69386"/>
                      <a:pt x="257398" y="68186"/>
                      <a:pt x="257216" y="67107"/>
                    </a:cubicBezTo>
                    <a:cubicBezTo>
                      <a:pt x="257095" y="66027"/>
                      <a:pt x="256975" y="65008"/>
                      <a:pt x="256914" y="63928"/>
                    </a:cubicBezTo>
                    <a:cubicBezTo>
                      <a:pt x="255158" y="66147"/>
                      <a:pt x="252979" y="68006"/>
                      <a:pt x="250376" y="69445"/>
                    </a:cubicBezTo>
                    <a:cubicBezTo>
                      <a:pt x="247773" y="70945"/>
                      <a:pt x="244988" y="71604"/>
                      <a:pt x="242022" y="71664"/>
                    </a:cubicBezTo>
                    <a:cubicBezTo>
                      <a:pt x="236876" y="71664"/>
                      <a:pt x="232941" y="70405"/>
                      <a:pt x="230278" y="67946"/>
                    </a:cubicBezTo>
                    <a:cubicBezTo>
                      <a:pt x="227614" y="65427"/>
                      <a:pt x="226222" y="61949"/>
                      <a:pt x="226222" y="57391"/>
                    </a:cubicBezTo>
                    <a:cubicBezTo>
                      <a:pt x="226222" y="52834"/>
                      <a:pt x="228099" y="49176"/>
                      <a:pt x="231913" y="46657"/>
                    </a:cubicBezTo>
                    <a:cubicBezTo>
                      <a:pt x="235727" y="44138"/>
                      <a:pt x="240933" y="42879"/>
                      <a:pt x="247531" y="42879"/>
                    </a:cubicBezTo>
                    <a:lnTo>
                      <a:pt x="256793" y="42879"/>
                    </a:lnTo>
                    <a:lnTo>
                      <a:pt x="256793" y="37182"/>
                    </a:lnTo>
                    <a:cubicBezTo>
                      <a:pt x="256793" y="34303"/>
                      <a:pt x="255885" y="32024"/>
                      <a:pt x="254068" y="30345"/>
                    </a:cubicBezTo>
                    <a:cubicBezTo>
                      <a:pt x="252253" y="28666"/>
                      <a:pt x="249710" y="27826"/>
                      <a:pt x="246442" y="27826"/>
                    </a:cubicBezTo>
                    <a:cubicBezTo>
                      <a:pt x="244201" y="27826"/>
                      <a:pt x="242204" y="28066"/>
                      <a:pt x="240448" y="28666"/>
                    </a:cubicBezTo>
                    <a:cubicBezTo>
                      <a:pt x="238753" y="29205"/>
                      <a:pt x="237361" y="30045"/>
                      <a:pt x="236271" y="31005"/>
                    </a:cubicBezTo>
                    <a:lnTo>
                      <a:pt x="235302" y="36162"/>
                    </a:lnTo>
                    <a:lnTo>
                      <a:pt x="228341" y="36162"/>
                    </a:lnTo>
                    <a:lnTo>
                      <a:pt x="228341" y="26627"/>
                    </a:lnTo>
                    <a:cubicBezTo>
                      <a:pt x="230580" y="24828"/>
                      <a:pt x="233305" y="23448"/>
                      <a:pt x="236514" y="22309"/>
                    </a:cubicBezTo>
                    <a:cubicBezTo>
                      <a:pt x="239721" y="21229"/>
                      <a:pt x="243172" y="20690"/>
                      <a:pt x="246926" y="20690"/>
                    </a:cubicBezTo>
                    <a:cubicBezTo>
                      <a:pt x="252555" y="20690"/>
                      <a:pt x="257095" y="22129"/>
                      <a:pt x="260546" y="24948"/>
                    </a:cubicBezTo>
                    <a:cubicBezTo>
                      <a:pt x="264057" y="27766"/>
                      <a:pt x="265752" y="31844"/>
                      <a:pt x="265752" y="37122"/>
                    </a:cubicBezTo>
                    <a:lnTo>
                      <a:pt x="265752" y="60750"/>
                    </a:lnTo>
                    <a:cubicBezTo>
                      <a:pt x="265752" y="61349"/>
                      <a:pt x="265752" y="62009"/>
                      <a:pt x="265752" y="62609"/>
                    </a:cubicBezTo>
                    <a:cubicBezTo>
                      <a:pt x="265752" y="63209"/>
                      <a:pt x="265752" y="63808"/>
                      <a:pt x="265873" y="64408"/>
                    </a:cubicBezTo>
                    <a:lnTo>
                      <a:pt x="269505" y="64948"/>
                    </a:lnTo>
                    <a:lnTo>
                      <a:pt x="269505" y="70645"/>
                    </a:lnTo>
                    <a:lnTo>
                      <a:pt x="257701" y="70645"/>
                    </a:lnTo>
                    <a:close/>
                    <a:moveTo>
                      <a:pt x="243415" y="64228"/>
                    </a:moveTo>
                    <a:cubicBezTo>
                      <a:pt x="246381" y="64228"/>
                      <a:pt x="249105" y="63508"/>
                      <a:pt x="251587" y="62069"/>
                    </a:cubicBezTo>
                    <a:cubicBezTo>
                      <a:pt x="254068" y="60630"/>
                      <a:pt x="255824" y="58951"/>
                      <a:pt x="256914" y="56972"/>
                    </a:cubicBezTo>
                    <a:lnTo>
                      <a:pt x="256914" y="48936"/>
                    </a:lnTo>
                    <a:lnTo>
                      <a:pt x="247288" y="48936"/>
                    </a:lnTo>
                    <a:cubicBezTo>
                      <a:pt x="243596" y="48936"/>
                      <a:pt x="240690" y="49775"/>
                      <a:pt x="238511" y="51454"/>
                    </a:cubicBezTo>
                    <a:cubicBezTo>
                      <a:pt x="236392" y="53134"/>
                      <a:pt x="235302" y="55173"/>
                      <a:pt x="235302" y="57571"/>
                    </a:cubicBezTo>
                    <a:cubicBezTo>
                      <a:pt x="235302" y="59730"/>
                      <a:pt x="235968" y="61349"/>
                      <a:pt x="237301" y="62489"/>
                    </a:cubicBezTo>
                    <a:cubicBezTo>
                      <a:pt x="238632" y="63628"/>
                      <a:pt x="240690" y="64228"/>
                      <a:pt x="243354" y="64228"/>
                    </a:cubicBezTo>
                    <a:lnTo>
                      <a:pt x="243354" y="64228"/>
                    </a:lnTo>
                    <a:close/>
                    <a:moveTo>
                      <a:pt x="275982" y="5757"/>
                    </a:moveTo>
                    <a:lnTo>
                      <a:pt x="275982" y="0"/>
                    </a:lnTo>
                    <a:lnTo>
                      <a:pt x="292449" y="0"/>
                    </a:lnTo>
                    <a:lnTo>
                      <a:pt x="292449" y="63748"/>
                    </a:lnTo>
                    <a:lnTo>
                      <a:pt x="299894" y="65008"/>
                    </a:lnTo>
                    <a:lnTo>
                      <a:pt x="299894" y="70705"/>
                    </a:lnTo>
                    <a:lnTo>
                      <a:pt x="275982" y="70705"/>
                    </a:lnTo>
                    <a:lnTo>
                      <a:pt x="275982" y="65008"/>
                    </a:lnTo>
                    <a:lnTo>
                      <a:pt x="283429" y="63748"/>
                    </a:lnTo>
                    <a:lnTo>
                      <a:pt x="283429" y="7076"/>
                    </a:lnTo>
                    <a:lnTo>
                      <a:pt x="275982" y="5817"/>
                    </a:lnTo>
                    <a:lnTo>
                      <a:pt x="275982" y="5817"/>
                    </a:lnTo>
                    <a:close/>
                    <a:moveTo>
                      <a:pt x="342088" y="63448"/>
                    </a:moveTo>
                    <a:cubicBezTo>
                      <a:pt x="340574" y="66087"/>
                      <a:pt x="338516" y="68126"/>
                      <a:pt x="336095" y="69505"/>
                    </a:cubicBezTo>
                    <a:cubicBezTo>
                      <a:pt x="333673" y="70945"/>
                      <a:pt x="330828" y="71604"/>
                      <a:pt x="327619" y="71664"/>
                    </a:cubicBezTo>
                    <a:cubicBezTo>
                      <a:pt x="322232" y="71664"/>
                      <a:pt x="318055" y="69925"/>
                      <a:pt x="315028" y="66507"/>
                    </a:cubicBezTo>
                    <a:cubicBezTo>
                      <a:pt x="312002" y="63089"/>
                      <a:pt x="310488" y="57751"/>
                      <a:pt x="310488" y="50555"/>
                    </a:cubicBezTo>
                    <a:lnTo>
                      <a:pt x="310488" y="28666"/>
                    </a:lnTo>
                    <a:lnTo>
                      <a:pt x="304797" y="27406"/>
                    </a:lnTo>
                    <a:lnTo>
                      <a:pt x="304797" y="21649"/>
                    </a:lnTo>
                    <a:lnTo>
                      <a:pt x="319508" y="21649"/>
                    </a:lnTo>
                    <a:lnTo>
                      <a:pt x="319508" y="50675"/>
                    </a:lnTo>
                    <a:cubicBezTo>
                      <a:pt x="319508" y="55892"/>
                      <a:pt x="320295" y="59490"/>
                      <a:pt x="321808" y="61469"/>
                    </a:cubicBezTo>
                    <a:cubicBezTo>
                      <a:pt x="323382" y="63448"/>
                      <a:pt x="325804" y="64408"/>
                      <a:pt x="329072" y="64408"/>
                    </a:cubicBezTo>
                    <a:cubicBezTo>
                      <a:pt x="332341" y="64408"/>
                      <a:pt x="334945" y="63748"/>
                      <a:pt x="337003" y="62489"/>
                    </a:cubicBezTo>
                    <a:cubicBezTo>
                      <a:pt x="339061" y="61230"/>
                      <a:pt x="340635" y="59430"/>
                      <a:pt x="341725" y="57032"/>
                    </a:cubicBezTo>
                    <a:lnTo>
                      <a:pt x="341725" y="28726"/>
                    </a:lnTo>
                    <a:lnTo>
                      <a:pt x="335065" y="27466"/>
                    </a:lnTo>
                    <a:lnTo>
                      <a:pt x="335065" y="21709"/>
                    </a:lnTo>
                    <a:lnTo>
                      <a:pt x="350684" y="21709"/>
                    </a:lnTo>
                    <a:lnTo>
                      <a:pt x="350684" y="63748"/>
                    </a:lnTo>
                    <a:lnTo>
                      <a:pt x="356374" y="65008"/>
                    </a:lnTo>
                    <a:lnTo>
                      <a:pt x="356374" y="70705"/>
                    </a:lnTo>
                    <a:lnTo>
                      <a:pt x="342632" y="70705"/>
                    </a:lnTo>
                    <a:lnTo>
                      <a:pt x="342027" y="63448"/>
                    </a:lnTo>
                    <a:lnTo>
                      <a:pt x="342027" y="63448"/>
                    </a:lnTo>
                    <a:close/>
                    <a:moveTo>
                      <a:pt x="363639" y="27466"/>
                    </a:moveTo>
                    <a:lnTo>
                      <a:pt x="363639" y="21709"/>
                    </a:lnTo>
                    <a:lnTo>
                      <a:pt x="379135" y="21709"/>
                    </a:lnTo>
                    <a:lnTo>
                      <a:pt x="379983" y="28846"/>
                    </a:lnTo>
                    <a:cubicBezTo>
                      <a:pt x="381375" y="26327"/>
                      <a:pt x="383131" y="24348"/>
                      <a:pt x="385189" y="22969"/>
                    </a:cubicBezTo>
                    <a:cubicBezTo>
                      <a:pt x="387247" y="21529"/>
                      <a:pt x="389608" y="20810"/>
                      <a:pt x="392272" y="20810"/>
                    </a:cubicBezTo>
                    <a:cubicBezTo>
                      <a:pt x="392998" y="20810"/>
                      <a:pt x="393664" y="20870"/>
                      <a:pt x="394451" y="20990"/>
                    </a:cubicBezTo>
                    <a:cubicBezTo>
                      <a:pt x="395178" y="21109"/>
                      <a:pt x="395783" y="21229"/>
                      <a:pt x="396146" y="21349"/>
                    </a:cubicBezTo>
                    <a:lnTo>
                      <a:pt x="394935" y="29625"/>
                    </a:lnTo>
                    <a:lnTo>
                      <a:pt x="389850" y="29325"/>
                    </a:lnTo>
                    <a:cubicBezTo>
                      <a:pt x="387489" y="29325"/>
                      <a:pt x="385431" y="29865"/>
                      <a:pt x="383857" y="31005"/>
                    </a:cubicBezTo>
                    <a:cubicBezTo>
                      <a:pt x="382223" y="32084"/>
                      <a:pt x="381012" y="33643"/>
                      <a:pt x="380104" y="35682"/>
                    </a:cubicBezTo>
                    <a:lnTo>
                      <a:pt x="380104" y="63808"/>
                    </a:lnTo>
                    <a:lnTo>
                      <a:pt x="387550" y="65068"/>
                    </a:lnTo>
                    <a:lnTo>
                      <a:pt x="387550" y="70765"/>
                    </a:lnTo>
                    <a:lnTo>
                      <a:pt x="363639" y="70765"/>
                    </a:lnTo>
                    <a:lnTo>
                      <a:pt x="363639" y="65068"/>
                    </a:lnTo>
                    <a:lnTo>
                      <a:pt x="371084" y="63808"/>
                    </a:lnTo>
                    <a:lnTo>
                      <a:pt x="371084" y="28786"/>
                    </a:lnTo>
                    <a:lnTo>
                      <a:pt x="363639" y="27526"/>
                    </a:lnTo>
                    <a:lnTo>
                      <a:pt x="363639" y="27526"/>
                    </a:lnTo>
                    <a:close/>
                    <a:moveTo>
                      <a:pt x="437795" y="63448"/>
                    </a:moveTo>
                    <a:cubicBezTo>
                      <a:pt x="436221" y="66087"/>
                      <a:pt x="434223" y="68126"/>
                      <a:pt x="431741" y="69505"/>
                    </a:cubicBezTo>
                    <a:cubicBezTo>
                      <a:pt x="429320" y="70945"/>
                      <a:pt x="426475" y="71604"/>
                      <a:pt x="423266" y="71664"/>
                    </a:cubicBezTo>
                    <a:cubicBezTo>
                      <a:pt x="417879" y="71664"/>
                      <a:pt x="413701" y="69925"/>
                      <a:pt x="410674" y="66507"/>
                    </a:cubicBezTo>
                    <a:cubicBezTo>
                      <a:pt x="407708" y="63089"/>
                      <a:pt x="406134" y="57751"/>
                      <a:pt x="406134" y="50555"/>
                    </a:cubicBezTo>
                    <a:lnTo>
                      <a:pt x="406134" y="28666"/>
                    </a:lnTo>
                    <a:lnTo>
                      <a:pt x="400444" y="27406"/>
                    </a:lnTo>
                    <a:lnTo>
                      <a:pt x="400444" y="21649"/>
                    </a:lnTo>
                    <a:lnTo>
                      <a:pt x="415155" y="21649"/>
                    </a:lnTo>
                    <a:lnTo>
                      <a:pt x="415155" y="50675"/>
                    </a:lnTo>
                    <a:cubicBezTo>
                      <a:pt x="415155" y="55892"/>
                      <a:pt x="415942" y="59490"/>
                      <a:pt x="417455" y="61469"/>
                    </a:cubicBezTo>
                    <a:cubicBezTo>
                      <a:pt x="419028" y="63448"/>
                      <a:pt x="421450" y="64408"/>
                      <a:pt x="424719" y="64408"/>
                    </a:cubicBezTo>
                    <a:cubicBezTo>
                      <a:pt x="427988" y="64408"/>
                      <a:pt x="430591" y="63748"/>
                      <a:pt x="432649" y="62489"/>
                    </a:cubicBezTo>
                    <a:cubicBezTo>
                      <a:pt x="434708" y="61230"/>
                      <a:pt x="436342" y="59430"/>
                      <a:pt x="437371" y="57032"/>
                    </a:cubicBezTo>
                    <a:lnTo>
                      <a:pt x="437371" y="28726"/>
                    </a:lnTo>
                    <a:lnTo>
                      <a:pt x="430712" y="27466"/>
                    </a:lnTo>
                    <a:lnTo>
                      <a:pt x="430712" y="21709"/>
                    </a:lnTo>
                    <a:lnTo>
                      <a:pt x="446330" y="21709"/>
                    </a:lnTo>
                    <a:lnTo>
                      <a:pt x="446330" y="63748"/>
                    </a:lnTo>
                    <a:lnTo>
                      <a:pt x="452021" y="65008"/>
                    </a:lnTo>
                    <a:lnTo>
                      <a:pt x="452021" y="70705"/>
                    </a:lnTo>
                    <a:lnTo>
                      <a:pt x="438279" y="70705"/>
                    </a:lnTo>
                    <a:lnTo>
                      <a:pt x="437674" y="63448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 213">
                <a:extLst>
                  <a:ext uri="{FF2B5EF4-FFF2-40B4-BE49-F238E27FC236}">
                    <a16:creationId xmlns:a16="http://schemas.microsoft.com/office/drawing/2014/main" id="{9A8A8B0D-4065-8585-A207-338F7E1E6217}"/>
                  </a:ext>
                </a:extLst>
              </p:cNvPr>
              <p:cNvSpPr/>
              <p:nvPr/>
            </p:nvSpPr>
            <p:spPr>
              <a:xfrm>
                <a:off x="8823238" y="257316"/>
                <a:ext cx="170287" cy="147646"/>
              </a:xfrm>
              <a:custGeom>
                <a:avLst/>
                <a:gdLst>
                  <a:gd name="connsiteX0" fmla="*/ 0 w 170287"/>
                  <a:gd name="connsiteY0" fmla="*/ 73823 h 147646"/>
                  <a:gd name="connsiteX1" fmla="*/ 74459 w 170287"/>
                  <a:gd name="connsiteY1" fmla="*/ 147647 h 147646"/>
                  <a:gd name="connsiteX2" fmla="*/ 170287 w 170287"/>
                  <a:gd name="connsiteY2" fmla="*/ 52774 h 147646"/>
                  <a:gd name="connsiteX3" fmla="*/ 148978 w 170287"/>
                  <a:gd name="connsiteY3" fmla="*/ 31664 h 147646"/>
                  <a:gd name="connsiteX4" fmla="*/ 74459 w 170287"/>
                  <a:gd name="connsiteY4" fmla="*/ 105428 h 147646"/>
                  <a:gd name="connsiteX5" fmla="*/ 42557 w 170287"/>
                  <a:gd name="connsiteY5" fmla="*/ 73823 h 147646"/>
                  <a:gd name="connsiteX6" fmla="*/ 74459 w 170287"/>
                  <a:gd name="connsiteY6" fmla="*/ 42159 h 147646"/>
                  <a:gd name="connsiteX7" fmla="*/ 95768 w 170287"/>
                  <a:gd name="connsiteY7" fmla="*/ 63269 h 147646"/>
                  <a:gd name="connsiteX8" fmla="*/ 117016 w 170287"/>
                  <a:gd name="connsiteY8" fmla="*/ 42159 h 147646"/>
                  <a:gd name="connsiteX9" fmla="*/ 74459 w 170287"/>
                  <a:gd name="connsiteY9" fmla="*/ 0 h 147646"/>
                  <a:gd name="connsiteX10" fmla="*/ 0 w 170287"/>
                  <a:gd name="connsiteY10" fmla="*/ 73823 h 147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0287" h="147646">
                    <a:moveTo>
                      <a:pt x="0" y="73823"/>
                    </a:moveTo>
                    <a:lnTo>
                      <a:pt x="74459" y="147647"/>
                    </a:lnTo>
                    <a:lnTo>
                      <a:pt x="170287" y="52774"/>
                    </a:lnTo>
                    <a:lnTo>
                      <a:pt x="148978" y="31664"/>
                    </a:lnTo>
                    <a:lnTo>
                      <a:pt x="74459" y="105428"/>
                    </a:lnTo>
                    <a:lnTo>
                      <a:pt x="42557" y="73823"/>
                    </a:lnTo>
                    <a:lnTo>
                      <a:pt x="74459" y="42159"/>
                    </a:lnTo>
                    <a:lnTo>
                      <a:pt x="95768" y="63269"/>
                    </a:lnTo>
                    <a:lnTo>
                      <a:pt x="117016" y="42159"/>
                    </a:lnTo>
                    <a:lnTo>
                      <a:pt x="74459" y="0"/>
                    </a:lnTo>
                    <a:lnTo>
                      <a:pt x="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 214">
                <a:extLst>
                  <a:ext uri="{FF2B5EF4-FFF2-40B4-BE49-F238E27FC236}">
                    <a16:creationId xmlns:a16="http://schemas.microsoft.com/office/drawing/2014/main" id="{854FD68D-245C-0F43-22CD-AD37298FD6AC}"/>
                  </a:ext>
                </a:extLst>
              </p:cNvPr>
              <p:cNvSpPr/>
              <p:nvPr/>
            </p:nvSpPr>
            <p:spPr>
              <a:xfrm>
                <a:off x="9121195" y="257436"/>
                <a:ext cx="170287" cy="147586"/>
              </a:xfrm>
              <a:custGeom>
                <a:avLst/>
                <a:gdLst>
                  <a:gd name="connsiteX0" fmla="*/ 170287 w 170287"/>
                  <a:gd name="connsiteY0" fmla="*/ 73763 h 147586"/>
                  <a:gd name="connsiteX1" fmla="*/ 95829 w 170287"/>
                  <a:gd name="connsiteY1" fmla="*/ 147587 h 147586"/>
                  <a:gd name="connsiteX2" fmla="*/ 53211 w 170287"/>
                  <a:gd name="connsiteY2" fmla="*/ 105428 h 147586"/>
                  <a:gd name="connsiteX3" fmla="*/ 74459 w 170287"/>
                  <a:gd name="connsiteY3" fmla="*/ 84378 h 147586"/>
                  <a:gd name="connsiteX4" fmla="*/ 95829 w 170287"/>
                  <a:gd name="connsiteY4" fmla="*/ 105428 h 147586"/>
                  <a:gd name="connsiteX5" fmla="*/ 127731 w 170287"/>
                  <a:gd name="connsiteY5" fmla="*/ 73763 h 147586"/>
                  <a:gd name="connsiteX6" fmla="*/ 95829 w 170287"/>
                  <a:gd name="connsiteY6" fmla="*/ 42159 h 147586"/>
                  <a:gd name="connsiteX7" fmla="*/ 21309 w 170287"/>
                  <a:gd name="connsiteY7" fmla="*/ 115982 h 147586"/>
                  <a:gd name="connsiteX8" fmla="*/ 0 w 170287"/>
                  <a:gd name="connsiteY8" fmla="*/ 94873 h 147586"/>
                  <a:gd name="connsiteX9" fmla="*/ 95829 w 170287"/>
                  <a:gd name="connsiteY9" fmla="*/ 0 h 147586"/>
                  <a:gd name="connsiteX10" fmla="*/ 170287 w 170287"/>
                  <a:gd name="connsiteY10" fmla="*/ 73763 h 147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0287" h="147586">
                    <a:moveTo>
                      <a:pt x="170287" y="73763"/>
                    </a:moveTo>
                    <a:lnTo>
                      <a:pt x="95829" y="147587"/>
                    </a:lnTo>
                    <a:lnTo>
                      <a:pt x="53211" y="105428"/>
                    </a:lnTo>
                    <a:lnTo>
                      <a:pt x="74459" y="84378"/>
                    </a:lnTo>
                    <a:lnTo>
                      <a:pt x="95829" y="105428"/>
                    </a:lnTo>
                    <a:lnTo>
                      <a:pt x="127731" y="73763"/>
                    </a:lnTo>
                    <a:lnTo>
                      <a:pt x="95829" y="42159"/>
                    </a:lnTo>
                    <a:lnTo>
                      <a:pt x="21309" y="115982"/>
                    </a:lnTo>
                    <a:lnTo>
                      <a:pt x="0" y="94873"/>
                    </a:lnTo>
                    <a:lnTo>
                      <a:pt x="95829" y="0"/>
                    </a:lnTo>
                    <a:lnTo>
                      <a:pt x="170287" y="7376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 215">
                <a:extLst>
                  <a:ext uri="{FF2B5EF4-FFF2-40B4-BE49-F238E27FC236}">
                    <a16:creationId xmlns:a16="http://schemas.microsoft.com/office/drawing/2014/main" id="{3F4ADD78-CC92-9968-8F07-E5F8D91FFF7D}"/>
                  </a:ext>
                </a:extLst>
              </p:cNvPr>
              <p:cNvSpPr/>
              <p:nvPr/>
            </p:nvSpPr>
            <p:spPr>
              <a:xfrm>
                <a:off x="8929660" y="151889"/>
                <a:ext cx="117075" cy="168696"/>
              </a:xfrm>
              <a:custGeom>
                <a:avLst/>
                <a:gdLst>
                  <a:gd name="connsiteX0" fmla="*/ 0 w 117075"/>
                  <a:gd name="connsiteY0" fmla="*/ 73823 h 168696"/>
                  <a:gd name="connsiteX1" fmla="*/ 74459 w 117075"/>
                  <a:gd name="connsiteY1" fmla="*/ 0 h 168696"/>
                  <a:gd name="connsiteX2" fmla="*/ 117076 w 117075"/>
                  <a:gd name="connsiteY2" fmla="*/ 42219 h 168696"/>
                  <a:gd name="connsiteX3" fmla="*/ 95707 w 117075"/>
                  <a:gd name="connsiteY3" fmla="*/ 63329 h 168696"/>
                  <a:gd name="connsiteX4" fmla="*/ 74459 w 117075"/>
                  <a:gd name="connsiteY4" fmla="*/ 42219 h 168696"/>
                  <a:gd name="connsiteX5" fmla="*/ 42556 w 117075"/>
                  <a:gd name="connsiteY5" fmla="*/ 73823 h 168696"/>
                  <a:gd name="connsiteX6" fmla="*/ 117076 w 117075"/>
                  <a:gd name="connsiteY6" fmla="*/ 147587 h 168696"/>
                  <a:gd name="connsiteX7" fmla="*/ 95707 w 117075"/>
                  <a:gd name="connsiteY7" fmla="*/ 168696 h 168696"/>
                  <a:gd name="connsiteX8" fmla="*/ 0 w 117075"/>
                  <a:gd name="connsiteY8" fmla="*/ 73823 h 168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075" h="168696">
                    <a:moveTo>
                      <a:pt x="0" y="73823"/>
                    </a:moveTo>
                    <a:lnTo>
                      <a:pt x="74459" y="0"/>
                    </a:lnTo>
                    <a:lnTo>
                      <a:pt x="117076" y="42219"/>
                    </a:lnTo>
                    <a:lnTo>
                      <a:pt x="95707" y="63329"/>
                    </a:lnTo>
                    <a:lnTo>
                      <a:pt x="74459" y="42219"/>
                    </a:lnTo>
                    <a:lnTo>
                      <a:pt x="42556" y="73823"/>
                    </a:lnTo>
                    <a:lnTo>
                      <a:pt x="117076" y="147587"/>
                    </a:lnTo>
                    <a:lnTo>
                      <a:pt x="95707" y="168696"/>
                    </a:lnTo>
                    <a:lnTo>
                      <a:pt x="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 216">
                <a:extLst>
                  <a:ext uri="{FF2B5EF4-FFF2-40B4-BE49-F238E27FC236}">
                    <a16:creationId xmlns:a16="http://schemas.microsoft.com/office/drawing/2014/main" id="{2041CC4E-5F0E-4C77-6B05-0EBA9E18DFDC}"/>
                  </a:ext>
                </a:extLst>
              </p:cNvPr>
              <p:cNvSpPr/>
              <p:nvPr/>
            </p:nvSpPr>
            <p:spPr>
              <a:xfrm>
                <a:off x="9067984" y="341694"/>
                <a:ext cx="117075" cy="168636"/>
              </a:xfrm>
              <a:custGeom>
                <a:avLst/>
                <a:gdLst>
                  <a:gd name="connsiteX0" fmla="*/ 117076 w 117075"/>
                  <a:gd name="connsiteY0" fmla="*/ 94873 h 168636"/>
                  <a:gd name="connsiteX1" fmla="*/ 42557 w 117075"/>
                  <a:gd name="connsiteY1" fmla="*/ 168636 h 168636"/>
                  <a:gd name="connsiteX2" fmla="*/ 0 w 117075"/>
                  <a:gd name="connsiteY2" fmla="*/ 126477 h 168636"/>
                  <a:gd name="connsiteX3" fmla="*/ 21248 w 117075"/>
                  <a:gd name="connsiteY3" fmla="*/ 105428 h 168636"/>
                  <a:gd name="connsiteX4" fmla="*/ 42557 w 117075"/>
                  <a:gd name="connsiteY4" fmla="*/ 126477 h 168636"/>
                  <a:gd name="connsiteX5" fmla="*/ 74519 w 117075"/>
                  <a:gd name="connsiteY5" fmla="*/ 94873 h 168636"/>
                  <a:gd name="connsiteX6" fmla="*/ 0 w 117075"/>
                  <a:gd name="connsiteY6" fmla="*/ 21050 h 168636"/>
                  <a:gd name="connsiteX7" fmla="*/ 21248 w 117075"/>
                  <a:gd name="connsiteY7" fmla="*/ 0 h 168636"/>
                  <a:gd name="connsiteX8" fmla="*/ 117076 w 117075"/>
                  <a:gd name="connsiteY8" fmla="*/ 94873 h 16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7075" h="168636">
                    <a:moveTo>
                      <a:pt x="117076" y="94873"/>
                    </a:moveTo>
                    <a:lnTo>
                      <a:pt x="42557" y="168636"/>
                    </a:lnTo>
                    <a:lnTo>
                      <a:pt x="0" y="126477"/>
                    </a:lnTo>
                    <a:lnTo>
                      <a:pt x="21248" y="105428"/>
                    </a:lnTo>
                    <a:lnTo>
                      <a:pt x="42557" y="126477"/>
                    </a:lnTo>
                    <a:lnTo>
                      <a:pt x="74519" y="94873"/>
                    </a:lnTo>
                    <a:lnTo>
                      <a:pt x="0" y="21050"/>
                    </a:lnTo>
                    <a:lnTo>
                      <a:pt x="21248" y="0"/>
                    </a:lnTo>
                    <a:lnTo>
                      <a:pt x="117076" y="9487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 217">
                <a:extLst>
                  <a:ext uri="{FF2B5EF4-FFF2-40B4-BE49-F238E27FC236}">
                    <a16:creationId xmlns:a16="http://schemas.microsoft.com/office/drawing/2014/main" id="{C710169B-FBFB-F68E-C699-F62F7959BCD6}"/>
                  </a:ext>
                </a:extLst>
              </p:cNvPr>
              <p:cNvSpPr/>
              <p:nvPr/>
            </p:nvSpPr>
            <p:spPr>
              <a:xfrm>
                <a:off x="9014773" y="151889"/>
                <a:ext cx="170287" cy="168696"/>
              </a:xfrm>
              <a:custGeom>
                <a:avLst/>
                <a:gdLst>
                  <a:gd name="connsiteX0" fmla="*/ 0 w 170287"/>
                  <a:gd name="connsiteY0" fmla="*/ 94873 h 168696"/>
                  <a:gd name="connsiteX1" fmla="*/ 21309 w 170287"/>
                  <a:gd name="connsiteY1" fmla="*/ 115982 h 168696"/>
                  <a:gd name="connsiteX2" fmla="*/ 42557 w 170287"/>
                  <a:gd name="connsiteY2" fmla="*/ 94873 h 168696"/>
                  <a:gd name="connsiteX3" fmla="*/ 117076 w 170287"/>
                  <a:gd name="connsiteY3" fmla="*/ 168696 h 168696"/>
                  <a:gd name="connsiteX4" fmla="*/ 138263 w 170287"/>
                  <a:gd name="connsiteY4" fmla="*/ 147587 h 168696"/>
                  <a:gd name="connsiteX5" fmla="*/ 63926 w 170287"/>
                  <a:gd name="connsiteY5" fmla="*/ 73823 h 168696"/>
                  <a:gd name="connsiteX6" fmla="*/ 95768 w 170287"/>
                  <a:gd name="connsiteY6" fmla="*/ 42219 h 168696"/>
                  <a:gd name="connsiteX7" fmla="*/ 127730 w 170287"/>
                  <a:gd name="connsiteY7" fmla="*/ 73823 h 168696"/>
                  <a:gd name="connsiteX8" fmla="*/ 106422 w 170287"/>
                  <a:gd name="connsiteY8" fmla="*/ 94873 h 168696"/>
                  <a:gd name="connsiteX9" fmla="*/ 127730 w 170287"/>
                  <a:gd name="connsiteY9" fmla="*/ 115982 h 168696"/>
                  <a:gd name="connsiteX10" fmla="*/ 170287 w 170287"/>
                  <a:gd name="connsiteY10" fmla="*/ 73823 h 168696"/>
                  <a:gd name="connsiteX11" fmla="*/ 95768 w 170287"/>
                  <a:gd name="connsiteY11" fmla="*/ 0 h 168696"/>
                  <a:gd name="connsiteX12" fmla="*/ 0 w 170287"/>
                  <a:gd name="connsiteY12" fmla="*/ 94873 h 168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287" h="168696">
                    <a:moveTo>
                      <a:pt x="0" y="94873"/>
                    </a:moveTo>
                    <a:lnTo>
                      <a:pt x="21309" y="115982"/>
                    </a:lnTo>
                    <a:lnTo>
                      <a:pt x="42557" y="94873"/>
                    </a:lnTo>
                    <a:lnTo>
                      <a:pt x="117076" y="168696"/>
                    </a:lnTo>
                    <a:lnTo>
                      <a:pt x="138263" y="147587"/>
                    </a:lnTo>
                    <a:lnTo>
                      <a:pt x="63926" y="73823"/>
                    </a:lnTo>
                    <a:lnTo>
                      <a:pt x="95768" y="42219"/>
                    </a:lnTo>
                    <a:lnTo>
                      <a:pt x="127730" y="73823"/>
                    </a:lnTo>
                    <a:lnTo>
                      <a:pt x="106422" y="94873"/>
                    </a:lnTo>
                    <a:lnTo>
                      <a:pt x="127730" y="115982"/>
                    </a:lnTo>
                    <a:lnTo>
                      <a:pt x="170287" y="73823"/>
                    </a:lnTo>
                    <a:lnTo>
                      <a:pt x="95768" y="0"/>
                    </a:lnTo>
                    <a:lnTo>
                      <a:pt x="0" y="9487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 218">
                <a:extLst>
                  <a:ext uri="{FF2B5EF4-FFF2-40B4-BE49-F238E27FC236}">
                    <a16:creationId xmlns:a16="http://schemas.microsoft.com/office/drawing/2014/main" id="{D39E8A7C-744C-3175-A383-E7A119E88F71}"/>
                  </a:ext>
                </a:extLst>
              </p:cNvPr>
              <p:cNvSpPr/>
              <p:nvPr/>
            </p:nvSpPr>
            <p:spPr>
              <a:xfrm>
                <a:off x="8929660" y="341694"/>
                <a:ext cx="170226" cy="168636"/>
              </a:xfrm>
              <a:custGeom>
                <a:avLst/>
                <a:gdLst>
                  <a:gd name="connsiteX0" fmla="*/ 127670 w 170226"/>
                  <a:gd name="connsiteY0" fmla="*/ 73823 h 168636"/>
                  <a:gd name="connsiteX1" fmla="*/ 53210 w 170226"/>
                  <a:gd name="connsiteY1" fmla="*/ 0 h 168636"/>
                  <a:gd name="connsiteX2" fmla="*/ 31962 w 170226"/>
                  <a:gd name="connsiteY2" fmla="*/ 20990 h 168636"/>
                  <a:gd name="connsiteX3" fmla="*/ 106422 w 170226"/>
                  <a:gd name="connsiteY3" fmla="*/ 94873 h 168636"/>
                  <a:gd name="connsiteX4" fmla="*/ 74459 w 170226"/>
                  <a:gd name="connsiteY4" fmla="*/ 126477 h 168636"/>
                  <a:gd name="connsiteX5" fmla="*/ 42556 w 170226"/>
                  <a:gd name="connsiteY5" fmla="*/ 94873 h 168636"/>
                  <a:gd name="connsiteX6" fmla="*/ 63804 w 170226"/>
                  <a:gd name="connsiteY6" fmla="*/ 73823 h 168636"/>
                  <a:gd name="connsiteX7" fmla="*/ 42556 w 170226"/>
                  <a:gd name="connsiteY7" fmla="*/ 52714 h 168636"/>
                  <a:gd name="connsiteX8" fmla="*/ 0 w 170226"/>
                  <a:gd name="connsiteY8" fmla="*/ 94873 h 168636"/>
                  <a:gd name="connsiteX9" fmla="*/ 74459 w 170226"/>
                  <a:gd name="connsiteY9" fmla="*/ 168636 h 168636"/>
                  <a:gd name="connsiteX10" fmla="*/ 170227 w 170226"/>
                  <a:gd name="connsiteY10" fmla="*/ 73823 h 168636"/>
                  <a:gd name="connsiteX11" fmla="*/ 148978 w 170226"/>
                  <a:gd name="connsiteY11" fmla="*/ 52714 h 168636"/>
                  <a:gd name="connsiteX12" fmla="*/ 127670 w 170226"/>
                  <a:gd name="connsiteY12" fmla="*/ 73823 h 168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226" h="168636">
                    <a:moveTo>
                      <a:pt x="127670" y="73823"/>
                    </a:moveTo>
                    <a:lnTo>
                      <a:pt x="53210" y="0"/>
                    </a:lnTo>
                    <a:lnTo>
                      <a:pt x="31962" y="20990"/>
                    </a:lnTo>
                    <a:lnTo>
                      <a:pt x="106422" y="94873"/>
                    </a:lnTo>
                    <a:lnTo>
                      <a:pt x="74459" y="126477"/>
                    </a:lnTo>
                    <a:lnTo>
                      <a:pt x="42556" y="94873"/>
                    </a:lnTo>
                    <a:lnTo>
                      <a:pt x="63804" y="73823"/>
                    </a:lnTo>
                    <a:lnTo>
                      <a:pt x="42556" y="52714"/>
                    </a:lnTo>
                    <a:lnTo>
                      <a:pt x="0" y="94873"/>
                    </a:lnTo>
                    <a:lnTo>
                      <a:pt x="74459" y="168636"/>
                    </a:lnTo>
                    <a:lnTo>
                      <a:pt x="170227" y="73823"/>
                    </a:lnTo>
                    <a:lnTo>
                      <a:pt x="148978" y="52714"/>
                    </a:lnTo>
                    <a:lnTo>
                      <a:pt x="127670" y="73823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 219">
                <a:extLst>
                  <a:ext uri="{FF2B5EF4-FFF2-40B4-BE49-F238E27FC236}">
                    <a16:creationId xmlns:a16="http://schemas.microsoft.com/office/drawing/2014/main" id="{2B0F3FD1-341F-94D6-7920-6E99590034FB}"/>
                  </a:ext>
                </a:extLst>
              </p:cNvPr>
              <p:cNvSpPr/>
              <p:nvPr/>
            </p:nvSpPr>
            <p:spPr>
              <a:xfrm rot="-2698799">
                <a:off x="9011910" y="315847"/>
                <a:ext cx="90319" cy="29805"/>
              </a:xfrm>
              <a:custGeom>
                <a:avLst/>
                <a:gdLst>
                  <a:gd name="connsiteX0" fmla="*/ 0 w 90319"/>
                  <a:gd name="connsiteY0" fmla="*/ 0 h 29805"/>
                  <a:gd name="connsiteX1" fmla="*/ 90319 w 90319"/>
                  <a:gd name="connsiteY1" fmla="*/ 0 h 29805"/>
                  <a:gd name="connsiteX2" fmla="*/ 90319 w 90319"/>
                  <a:gd name="connsiteY2" fmla="*/ 29805 h 29805"/>
                  <a:gd name="connsiteX3" fmla="*/ 0 w 90319"/>
                  <a:gd name="connsiteY3" fmla="*/ 29805 h 29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319" h="29805">
                    <a:moveTo>
                      <a:pt x="0" y="0"/>
                    </a:moveTo>
                    <a:lnTo>
                      <a:pt x="90319" y="0"/>
                    </a:lnTo>
                    <a:lnTo>
                      <a:pt x="90319" y="29805"/>
                    </a:lnTo>
                    <a:lnTo>
                      <a:pt x="0" y="29805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 220">
                <a:extLst>
                  <a:ext uri="{FF2B5EF4-FFF2-40B4-BE49-F238E27FC236}">
                    <a16:creationId xmlns:a16="http://schemas.microsoft.com/office/drawing/2014/main" id="{139600F2-FE80-1608-E649-C0D168998F5F}"/>
                  </a:ext>
                </a:extLst>
              </p:cNvPr>
              <p:cNvSpPr/>
              <p:nvPr/>
            </p:nvSpPr>
            <p:spPr>
              <a:xfrm rot="-2698799">
                <a:off x="9034776" y="108470"/>
                <a:ext cx="45159" cy="44737"/>
              </a:xfrm>
              <a:custGeom>
                <a:avLst/>
                <a:gdLst>
                  <a:gd name="connsiteX0" fmla="*/ 0 w 45159"/>
                  <a:gd name="connsiteY0" fmla="*/ 0 h 44737"/>
                  <a:gd name="connsiteX1" fmla="*/ 45160 w 45159"/>
                  <a:gd name="connsiteY1" fmla="*/ 0 h 44737"/>
                  <a:gd name="connsiteX2" fmla="*/ 45160 w 45159"/>
                  <a:gd name="connsiteY2" fmla="*/ 44738 h 44737"/>
                  <a:gd name="connsiteX3" fmla="*/ 0 w 45159"/>
                  <a:gd name="connsiteY3" fmla="*/ 44738 h 44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159" h="44737">
                    <a:moveTo>
                      <a:pt x="0" y="0"/>
                    </a:moveTo>
                    <a:lnTo>
                      <a:pt x="45160" y="0"/>
                    </a:lnTo>
                    <a:lnTo>
                      <a:pt x="45160" y="44738"/>
                    </a:lnTo>
                    <a:lnTo>
                      <a:pt x="0" y="44738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 221">
                <a:extLst>
                  <a:ext uri="{FF2B5EF4-FFF2-40B4-BE49-F238E27FC236}">
                    <a16:creationId xmlns:a16="http://schemas.microsoft.com/office/drawing/2014/main" id="{A1784B29-0747-E8FE-692B-CD56394D2539}"/>
                  </a:ext>
                </a:extLst>
              </p:cNvPr>
              <p:cNvSpPr/>
              <p:nvPr/>
            </p:nvSpPr>
            <p:spPr>
              <a:xfrm>
                <a:off x="9025428" y="499836"/>
                <a:ext cx="63804" cy="63268"/>
              </a:xfrm>
              <a:custGeom>
                <a:avLst/>
                <a:gdLst>
                  <a:gd name="connsiteX0" fmla="*/ 0 w 63804"/>
                  <a:gd name="connsiteY0" fmla="*/ 31604 h 63268"/>
                  <a:gd name="connsiteX1" fmla="*/ 31902 w 63804"/>
                  <a:gd name="connsiteY1" fmla="*/ 63269 h 63268"/>
                  <a:gd name="connsiteX2" fmla="*/ 63805 w 63804"/>
                  <a:gd name="connsiteY2" fmla="*/ 31604 h 63268"/>
                  <a:gd name="connsiteX3" fmla="*/ 31902 w 63804"/>
                  <a:gd name="connsiteY3" fmla="*/ 0 h 63268"/>
                  <a:gd name="connsiteX4" fmla="*/ 0 w 63804"/>
                  <a:gd name="connsiteY4" fmla="*/ 31604 h 63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804" h="63268">
                    <a:moveTo>
                      <a:pt x="0" y="31604"/>
                    </a:moveTo>
                    <a:lnTo>
                      <a:pt x="31902" y="63269"/>
                    </a:lnTo>
                    <a:lnTo>
                      <a:pt x="63805" y="31604"/>
                    </a:lnTo>
                    <a:lnTo>
                      <a:pt x="31902" y="0"/>
                    </a:lnTo>
                    <a:lnTo>
                      <a:pt x="0" y="31604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 222">
                <a:extLst>
                  <a:ext uri="{FF2B5EF4-FFF2-40B4-BE49-F238E27FC236}">
                    <a16:creationId xmlns:a16="http://schemas.microsoft.com/office/drawing/2014/main" id="{85F742BC-6E16-6154-0E19-7A6AD25E48C3}"/>
                  </a:ext>
                </a:extLst>
              </p:cNvPr>
              <p:cNvSpPr/>
              <p:nvPr/>
            </p:nvSpPr>
            <p:spPr>
              <a:xfrm>
                <a:off x="9455171" y="99235"/>
                <a:ext cx="209877" cy="228846"/>
              </a:xfrm>
              <a:custGeom>
                <a:avLst/>
                <a:gdLst>
                  <a:gd name="connsiteX0" fmla="*/ 183424 w 209877"/>
                  <a:gd name="connsiteY0" fmla="*/ 197182 h 228846"/>
                  <a:gd name="connsiteX1" fmla="*/ 209878 w 209877"/>
                  <a:gd name="connsiteY1" fmla="*/ 197182 h 228846"/>
                  <a:gd name="connsiteX2" fmla="*/ 209878 w 209877"/>
                  <a:gd name="connsiteY2" fmla="*/ 228846 h 228846"/>
                  <a:gd name="connsiteX3" fmla="*/ 176462 w 209877"/>
                  <a:gd name="connsiteY3" fmla="*/ 228846 h 228846"/>
                  <a:gd name="connsiteX4" fmla="*/ 153761 w 209877"/>
                  <a:gd name="connsiteY4" fmla="*/ 222669 h 228846"/>
                  <a:gd name="connsiteX5" fmla="*/ 144862 w 209877"/>
                  <a:gd name="connsiteY5" fmla="*/ 163779 h 228846"/>
                  <a:gd name="connsiteX6" fmla="*/ 137598 w 209877"/>
                  <a:gd name="connsiteY6" fmla="*/ 135293 h 228846"/>
                  <a:gd name="connsiteX7" fmla="*/ 115139 w 209877"/>
                  <a:gd name="connsiteY7" fmla="*/ 129056 h 228846"/>
                  <a:gd name="connsiteX8" fmla="*/ 66286 w 209877"/>
                  <a:gd name="connsiteY8" fmla="*/ 129056 h 228846"/>
                  <a:gd name="connsiteX9" fmla="*/ 66286 w 209877"/>
                  <a:gd name="connsiteY9" fmla="*/ 197782 h 228846"/>
                  <a:gd name="connsiteX10" fmla="*/ 98008 w 209877"/>
                  <a:gd name="connsiteY10" fmla="*/ 197782 h 228846"/>
                  <a:gd name="connsiteX11" fmla="*/ 98008 w 209877"/>
                  <a:gd name="connsiteY11" fmla="*/ 228846 h 228846"/>
                  <a:gd name="connsiteX12" fmla="*/ 0 w 209877"/>
                  <a:gd name="connsiteY12" fmla="*/ 228846 h 228846"/>
                  <a:gd name="connsiteX13" fmla="*/ 0 w 209877"/>
                  <a:gd name="connsiteY13" fmla="*/ 197782 h 228846"/>
                  <a:gd name="connsiteX14" fmla="*/ 30994 w 209877"/>
                  <a:gd name="connsiteY14" fmla="*/ 197782 h 228846"/>
                  <a:gd name="connsiteX15" fmla="*/ 30994 w 209877"/>
                  <a:gd name="connsiteY15" fmla="*/ 31065 h 228846"/>
                  <a:gd name="connsiteX16" fmla="*/ 0 w 209877"/>
                  <a:gd name="connsiteY16" fmla="*/ 31065 h 228846"/>
                  <a:gd name="connsiteX17" fmla="*/ 0 w 209877"/>
                  <a:gd name="connsiteY17" fmla="*/ 0 h 228846"/>
                  <a:gd name="connsiteX18" fmla="*/ 140201 w 209877"/>
                  <a:gd name="connsiteY18" fmla="*/ 0 h 228846"/>
                  <a:gd name="connsiteX19" fmla="*/ 172588 w 209877"/>
                  <a:gd name="connsiteY19" fmla="*/ 9415 h 228846"/>
                  <a:gd name="connsiteX20" fmla="*/ 185118 w 209877"/>
                  <a:gd name="connsiteY20" fmla="*/ 63748 h 228846"/>
                  <a:gd name="connsiteX21" fmla="*/ 149160 w 209877"/>
                  <a:gd name="connsiteY21" fmla="*/ 115682 h 228846"/>
                  <a:gd name="connsiteX22" fmla="*/ 149160 w 209877"/>
                  <a:gd name="connsiteY22" fmla="*/ 116282 h 228846"/>
                  <a:gd name="connsiteX23" fmla="*/ 181850 w 209877"/>
                  <a:gd name="connsiteY23" fmla="*/ 163419 h 228846"/>
                  <a:gd name="connsiteX24" fmla="*/ 183484 w 209877"/>
                  <a:gd name="connsiteY24" fmla="*/ 197122 h 228846"/>
                  <a:gd name="connsiteX25" fmla="*/ 183484 w 209877"/>
                  <a:gd name="connsiteY25" fmla="*/ 197122 h 228846"/>
                  <a:gd name="connsiteX26" fmla="*/ 128760 w 209877"/>
                  <a:gd name="connsiteY26" fmla="*/ 99730 h 228846"/>
                  <a:gd name="connsiteX27" fmla="*/ 143167 w 209877"/>
                  <a:gd name="connsiteY27" fmla="*/ 97152 h 228846"/>
                  <a:gd name="connsiteX28" fmla="*/ 147465 w 209877"/>
                  <a:gd name="connsiteY28" fmla="*/ 65727 h 228846"/>
                  <a:gd name="connsiteX29" fmla="*/ 143167 w 209877"/>
                  <a:gd name="connsiteY29" fmla="*/ 33703 h 228846"/>
                  <a:gd name="connsiteX30" fmla="*/ 128760 w 209877"/>
                  <a:gd name="connsiteY30" fmla="*/ 31065 h 228846"/>
                  <a:gd name="connsiteX31" fmla="*/ 66286 w 209877"/>
                  <a:gd name="connsiteY31" fmla="*/ 31065 h 228846"/>
                  <a:gd name="connsiteX32" fmla="*/ 66286 w 209877"/>
                  <a:gd name="connsiteY32" fmla="*/ 99730 h 228846"/>
                  <a:gd name="connsiteX33" fmla="*/ 128760 w 209877"/>
                  <a:gd name="connsiteY33" fmla="*/ 99730 h 228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09877" h="228846">
                    <a:moveTo>
                      <a:pt x="183424" y="197182"/>
                    </a:moveTo>
                    <a:lnTo>
                      <a:pt x="209878" y="197182"/>
                    </a:lnTo>
                    <a:lnTo>
                      <a:pt x="209878" y="228846"/>
                    </a:lnTo>
                    <a:lnTo>
                      <a:pt x="176462" y="228846"/>
                    </a:lnTo>
                    <a:cubicBezTo>
                      <a:pt x="162660" y="228846"/>
                      <a:pt x="157696" y="226567"/>
                      <a:pt x="153761" y="222669"/>
                    </a:cubicBezTo>
                    <a:cubicBezTo>
                      <a:pt x="148797" y="217752"/>
                      <a:pt x="146194" y="208936"/>
                      <a:pt x="144862" y="163779"/>
                    </a:cubicBezTo>
                    <a:cubicBezTo>
                      <a:pt x="144256" y="145428"/>
                      <a:pt x="141956" y="139551"/>
                      <a:pt x="137598" y="135293"/>
                    </a:cubicBezTo>
                    <a:cubicBezTo>
                      <a:pt x="132270" y="130075"/>
                      <a:pt x="126702" y="129056"/>
                      <a:pt x="115139" y="129056"/>
                    </a:cubicBezTo>
                    <a:lnTo>
                      <a:pt x="66286" y="129056"/>
                    </a:lnTo>
                    <a:lnTo>
                      <a:pt x="66286" y="197782"/>
                    </a:lnTo>
                    <a:lnTo>
                      <a:pt x="98008" y="197782"/>
                    </a:lnTo>
                    <a:lnTo>
                      <a:pt x="98008" y="228846"/>
                    </a:lnTo>
                    <a:lnTo>
                      <a:pt x="0" y="228846"/>
                    </a:lnTo>
                    <a:lnTo>
                      <a:pt x="0" y="197782"/>
                    </a:lnTo>
                    <a:lnTo>
                      <a:pt x="30994" y="197782"/>
                    </a:lnTo>
                    <a:lnTo>
                      <a:pt x="30994" y="31065"/>
                    </a:lnTo>
                    <a:lnTo>
                      <a:pt x="0" y="31065"/>
                    </a:lnTo>
                    <a:lnTo>
                      <a:pt x="0" y="0"/>
                    </a:lnTo>
                    <a:lnTo>
                      <a:pt x="140201" y="0"/>
                    </a:lnTo>
                    <a:cubicBezTo>
                      <a:pt x="155396" y="0"/>
                      <a:pt x="165626" y="2639"/>
                      <a:pt x="172588" y="9415"/>
                    </a:cubicBezTo>
                    <a:cubicBezTo>
                      <a:pt x="181486" y="18291"/>
                      <a:pt x="185118" y="29385"/>
                      <a:pt x="185118" y="63748"/>
                    </a:cubicBezTo>
                    <a:cubicBezTo>
                      <a:pt x="185118" y="103988"/>
                      <a:pt x="175554" y="112084"/>
                      <a:pt x="149160" y="115682"/>
                    </a:cubicBezTo>
                    <a:lnTo>
                      <a:pt x="149160" y="116282"/>
                    </a:lnTo>
                    <a:cubicBezTo>
                      <a:pt x="173617" y="120900"/>
                      <a:pt x="180457" y="130075"/>
                      <a:pt x="181850" y="163419"/>
                    </a:cubicBezTo>
                    <a:cubicBezTo>
                      <a:pt x="182152" y="173494"/>
                      <a:pt x="182818" y="186987"/>
                      <a:pt x="183484" y="197122"/>
                    </a:cubicBezTo>
                    <a:lnTo>
                      <a:pt x="183484" y="197122"/>
                    </a:lnTo>
                    <a:close/>
                    <a:moveTo>
                      <a:pt x="128760" y="99730"/>
                    </a:moveTo>
                    <a:cubicBezTo>
                      <a:pt x="138263" y="99730"/>
                      <a:pt x="141533" y="98711"/>
                      <a:pt x="143167" y="97152"/>
                    </a:cubicBezTo>
                    <a:cubicBezTo>
                      <a:pt x="146194" y="94153"/>
                      <a:pt x="147465" y="89296"/>
                      <a:pt x="147465" y="65727"/>
                    </a:cubicBezTo>
                    <a:cubicBezTo>
                      <a:pt x="147465" y="42159"/>
                      <a:pt x="146194" y="36642"/>
                      <a:pt x="143167" y="33703"/>
                    </a:cubicBezTo>
                    <a:cubicBezTo>
                      <a:pt x="141593" y="32084"/>
                      <a:pt x="138263" y="31065"/>
                      <a:pt x="128760" y="31065"/>
                    </a:cubicBezTo>
                    <a:lnTo>
                      <a:pt x="66286" y="31065"/>
                    </a:lnTo>
                    <a:lnTo>
                      <a:pt x="66286" y="99730"/>
                    </a:lnTo>
                    <a:lnTo>
                      <a:pt x="128760" y="99730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 223">
                <a:extLst>
                  <a:ext uri="{FF2B5EF4-FFF2-40B4-BE49-F238E27FC236}">
                    <a16:creationId xmlns:a16="http://schemas.microsoft.com/office/drawing/2014/main" id="{D1D45F8A-4667-3983-F4E9-9C6D0F2F668C}"/>
                  </a:ext>
                </a:extLst>
              </p:cNvPr>
              <p:cNvSpPr/>
              <p:nvPr/>
            </p:nvSpPr>
            <p:spPr>
              <a:xfrm>
                <a:off x="9691200" y="99235"/>
                <a:ext cx="183363" cy="228846"/>
              </a:xfrm>
              <a:custGeom>
                <a:avLst/>
                <a:gdLst>
                  <a:gd name="connsiteX0" fmla="*/ 0 w 183363"/>
                  <a:gd name="connsiteY0" fmla="*/ 0 h 228846"/>
                  <a:gd name="connsiteX1" fmla="*/ 0 w 183363"/>
                  <a:gd name="connsiteY1" fmla="*/ 31065 h 228846"/>
                  <a:gd name="connsiteX2" fmla="*/ 30873 w 183363"/>
                  <a:gd name="connsiteY2" fmla="*/ 31065 h 228846"/>
                  <a:gd name="connsiteX3" fmla="*/ 30873 w 183363"/>
                  <a:gd name="connsiteY3" fmla="*/ 197782 h 228846"/>
                  <a:gd name="connsiteX4" fmla="*/ 0 w 183363"/>
                  <a:gd name="connsiteY4" fmla="*/ 197782 h 228846"/>
                  <a:gd name="connsiteX5" fmla="*/ 0 w 183363"/>
                  <a:gd name="connsiteY5" fmla="*/ 228846 h 228846"/>
                  <a:gd name="connsiteX6" fmla="*/ 183363 w 183363"/>
                  <a:gd name="connsiteY6" fmla="*/ 228846 h 228846"/>
                  <a:gd name="connsiteX7" fmla="*/ 183363 w 183363"/>
                  <a:gd name="connsiteY7" fmla="*/ 155023 h 228846"/>
                  <a:gd name="connsiteX8" fmla="*/ 148797 w 183363"/>
                  <a:gd name="connsiteY8" fmla="*/ 155023 h 228846"/>
                  <a:gd name="connsiteX9" fmla="*/ 148797 w 183363"/>
                  <a:gd name="connsiteY9" fmla="*/ 197782 h 228846"/>
                  <a:gd name="connsiteX10" fmla="*/ 66227 w 183363"/>
                  <a:gd name="connsiteY10" fmla="*/ 197782 h 228846"/>
                  <a:gd name="connsiteX11" fmla="*/ 66227 w 183363"/>
                  <a:gd name="connsiteY11" fmla="*/ 125158 h 228846"/>
                  <a:gd name="connsiteX12" fmla="*/ 128336 w 183363"/>
                  <a:gd name="connsiteY12" fmla="*/ 125158 h 228846"/>
                  <a:gd name="connsiteX13" fmla="*/ 128336 w 183363"/>
                  <a:gd name="connsiteY13" fmla="*/ 95173 h 228846"/>
                  <a:gd name="connsiteX14" fmla="*/ 66227 w 183363"/>
                  <a:gd name="connsiteY14" fmla="*/ 95173 h 228846"/>
                  <a:gd name="connsiteX15" fmla="*/ 66227 w 183363"/>
                  <a:gd name="connsiteY15" fmla="*/ 31065 h 228846"/>
                  <a:gd name="connsiteX16" fmla="*/ 146133 w 183363"/>
                  <a:gd name="connsiteY16" fmla="*/ 31065 h 228846"/>
                  <a:gd name="connsiteX17" fmla="*/ 146133 w 183363"/>
                  <a:gd name="connsiteY17" fmla="*/ 68966 h 228846"/>
                  <a:gd name="connsiteX18" fmla="*/ 180760 w 183363"/>
                  <a:gd name="connsiteY18" fmla="*/ 68966 h 228846"/>
                  <a:gd name="connsiteX19" fmla="*/ 180760 w 183363"/>
                  <a:gd name="connsiteY19" fmla="*/ 0 h 228846"/>
                  <a:gd name="connsiteX20" fmla="*/ 0 w 183363"/>
                  <a:gd name="connsiteY20" fmla="*/ 0 h 228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3363" h="228846">
                    <a:moveTo>
                      <a:pt x="0" y="0"/>
                    </a:moveTo>
                    <a:lnTo>
                      <a:pt x="0" y="31065"/>
                    </a:lnTo>
                    <a:lnTo>
                      <a:pt x="30873" y="31065"/>
                    </a:lnTo>
                    <a:lnTo>
                      <a:pt x="30873" y="197782"/>
                    </a:lnTo>
                    <a:lnTo>
                      <a:pt x="0" y="197782"/>
                    </a:lnTo>
                    <a:lnTo>
                      <a:pt x="0" y="228846"/>
                    </a:lnTo>
                    <a:lnTo>
                      <a:pt x="183363" y="228846"/>
                    </a:lnTo>
                    <a:lnTo>
                      <a:pt x="183363" y="155023"/>
                    </a:lnTo>
                    <a:lnTo>
                      <a:pt x="148797" y="155023"/>
                    </a:lnTo>
                    <a:lnTo>
                      <a:pt x="148797" y="197782"/>
                    </a:lnTo>
                    <a:lnTo>
                      <a:pt x="66227" y="197782"/>
                    </a:lnTo>
                    <a:lnTo>
                      <a:pt x="66227" y="125158"/>
                    </a:lnTo>
                    <a:lnTo>
                      <a:pt x="128336" y="125158"/>
                    </a:lnTo>
                    <a:lnTo>
                      <a:pt x="128336" y="95173"/>
                    </a:lnTo>
                    <a:lnTo>
                      <a:pt x="66227" y="95173"/>
                    </a:lnTo>
                    <a:lnTo>
                      <a:pt x="66227" y="31065"/>
                    </a:lnTo>
                    <a:lnTo>
                      <a:pt x="146133" y="31065"/>
                    </a:lnTo>
                    <a:lnTo>
                      <a:pt x="146133" y="68966"/>
                    </a:lnTo>
                    <a:lnTo>
                      <a:pt x="180760" y="68966"/>
                    </a:lnTo>
                    <a:lnTo>
                      <a:pt x="1807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 224">
                <a:extLst>
                  <a:ext uri="{FF2B5EF4-FFF2-40B4-BE49-F238E27FC236}">
                    <a16:creationId xmlns:a16="http://schemas.microsoft.com/office/drawing/2014/main" id="{D2858B08-5EC2-2A71-D26A-8C12EB3F1460}"/>
                  </a:ext>
                </a:extLst>
              </p:cNvPr>
              <p:cNvSpPr/>
              <p:nvPr/>
            </p:nvSpPr>
            <p:spPr>
              <a:xfrm>
                <a:off x="9898474" y="99235"/>
                <a:ext cx="227554" cy="229865"/>
              </a:xfrm>
              <a:custGeom>
                <a:avLst/>
                <a:gdLst>
                  <a:gd name="connsiteX0" fmla="*/ 0 w 227554"/>
                  <a:gd name="connsiteY0" fmla="*/ 31065 h 229865"/>
                  <a:gd name="connsiteX1" fmla="*/ 0 w 227554"/>
                  <a:gd name="connsiteY1" fmla="*/ 0 h 229865"/>
                  <a:gd name="connsiteX2" fmla="*/ 96131 w 227554"/>
                  <a:gd name="connsiteY2" fmla="*/ 0 h 229865"/>
                  <a:gd name="connsiteX3" fmla="*/ 96131 w 227554"/>
                  <a:gd name="connsiteY3" fmla="*/ 31005 h 229865"/>
                  <a:gd name="connsiteX4" fmla="*/ 64834 w 227554"/>
                  <a:gd name="connsiteY4" fmla="*/ 31005 h 229865"/>
                  <a:gd name="connsiteX5" fmla="*/ 113021 w 227554"/>
                  <a:gd name="connsiteY5" fmla="*/ 194903 h 229865"/>
                  <a:gd name="connsiteX6" fmla="*/ 117924 w 227554"/>
                  <a:gd name="connsiteY6" fmla="*/ 194903 h 229865"/>
                  <a:gd name="connsiteX7" fmla="*/ 166473 w 227554"/>
                  <a:gd name="connsiteY7" fmla="*/ 31005 h 229865"/>
                  <a:gd name="connsiteX8" fmla="*/ 135116 w 227554"/>
                  <a:gd name="connsiteY8" fmla="*/ 31005 h 229865"/>
                  <a:gd name="connsiteX9" fmla="*/ 135116 w 227554"/>
                  <a:gd name="connsiteY9" fmla="*/ 0 h 229865"/>
                  <a:gd name="connsiteX10" fmla="*/ 227554 w 227554"/>
                  <a:gd name="connsiteY10" fmla="*/ 0 h 229865"/>
                  <a:gd name="connsiteX11" fmla="*/ 227554 w 227554"/>
                  <a:gd name="connsiteY11" fmla="*/ 31005 h 229865"/>
                  <a:gd name="connsiteX12" fmla="*/ 202190 w 227554"/>
                  <a:gd name="connsiteY12" fmla="*/ 31005 h 229865"/>
                  <a:gd name="connsiteX13" fmla="*/ 142744 w 227554"/>
                  <a:gd name="connsiteY13" fmla="*/ 218711 h 229865"/>
                  <a:gd name="connsiteX14" fmla="*/ 126883 w 227554"/>
                  <a:gd name="connsiteY14" fmla="*/ 229866 h 229865"/>
                  <a:gd name="connsiteX15" fmla="*/ 100853 w 227554"/>
                  <a:gd name="connsiteY15" fmla="*/ 229866 h 229865"/>
                  <a:gd name="connsiteX16" fmla="*/ 84932 w 227554"/>
                  <a:gd name="connsiteY16" fmla="*/ 218711 h 229865"/>
                  <a:gd name="connsiteX17" fmla="*/ 25546 w 227554"/>
                  <a:gd name="connsiteY17" fmla="*/ 31005 h 229865"/>
                  <a:gd name="connsiteX18" fmla="*/ 61 w 227554"/>
                  <a:gd name="connsiteY18" fmla="*/ 31005 h 229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27554" h="229865">
                    <a:moveTo>
                      <a:pt x="0" y="31065"/>
                    </a:moveTo>
                    <a:lnTo>
                      <a:pt x="0" y="0"/>
                    </a:lnTo>
                    <a:lnTo>
                      <a:pt x="96131" y="0"/>
                    </a:lnTo>
                    <a:lnTo>
                      <a:pt x="96131" y="31005"/>
                    </a:lnTo>
                    <a:lnTo>
                      <a:pt x="64834" y="31005"/>
                    </a:lnTo>
                    <a:lnTo>
                      <a:pt x="113021" y="194903"/>
                    </a:lnTo>
                    <a:lnTo>
                      <a:pt x="117924" y="194903"/>
                    </a:lnTo>
                    <a:lnTo>
                      <a:pt x="166473" y="31005"/>
                    </a:lnTo>
                    <a:lnTo>
                      <a:pt x="135116" y="31005"/>
                    </a:lnTo>
                    <a:lnTo>
                      <a:pt x="135116" y="0"/>
                    </a:lnTo>
                    <a:lnTo>
                      <a:pt x="227554" y="0"/>
                    </a:lnTo>
                    <a:lnTo>
                      <a:pt x="227554" y="31005"/>
                    </a:lnTo>
                    <a:lnTo>
                      <a:pt x="202190" y="31005"/>
                    </a:lnTo>
                    <a:lnTo>
                      <a:pt x="142744" y="218711"/>
                    </a:lnTo>
                    <a:cubicBezTo>
                      <a:pt x="139717" y="227887"/>
                      <a:pt x="136751" y="229866"/>
                      <a:pt x="126883" y="229866"/>
                    </a:cubicBezTo>
                    <a:lnTo>
                      <a:pt x="100853" y="229866"/>
                    </a:lnTo>
                    <a:cubicBezTo>
                      <a:pt x="90925" y="229866"/>
                      <a:pt x="87898" y="227887"/>
                      <a:pt x="84932" y="218711"/>
                    </a:cubicBezTo>
                    <a:lnTo>
                      <a:pt x="25546" y="31005"/>
                    </a:lnTo>
                    <a:lnTo>
                      <a:pt x="61" y="31005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 225">
                <a:extLst>
                  <a:ext uri="{FF2B5EF4-FFF2-40B4-BE49-F238E27FC236}">
                    <a16:creationId xmlns:a16="http://schemas.microsoft.com/office/drawing/2014/main" id="{16D8A8BF-59A4-D24B-356F-F0EA0C05D0BE}"/>
                  </a:ext>
                </a:extLst>
              </p:cNvPr>
              <p:cNvSpPr/>
              <p:nvPr/>
            </p:nvSpPr>
            <p:spPr>
              <a:xfrm>
                <a:off x="10101390" y="98156"/>
                <a:ext cx="229188" cy="229925"/>
              </a:xfrm>
              <a:custGeom>
                <a:avLst/>
                <a:gdLst>
                  <a:gd name="connsiteX0" fmla="*/ 61 w 229188"/>
                  <a:gd name="connsiteY0" fmla="*/ 229926 h 229925"/>
                  <a:gd name="connsiteX1" fmla="*/ 61 w 229188"/>
                  <a:gd name="connsiteY1" fmla="*/ 198801 h 229925"/>
                  <a:gd name="connsiteX2" fmla="*/ 25183 w 229188"/>
                  <a:gd name="connsiteY2" fmla="*/ 198801 h 229925"/>
                  <a:gd name="connsiteX3" fmla="*/ 84871 w 229188"/>
                  <a:gd name="connsiteY3" fmla="*/ 11094 h 229925"/>
                  <a:gd name="connsiteX4" fmla="*/ 100732 w 229188"/>
                  <a:gd name="connsiteY4" fmla="*/ 0 h 229925"/>
                  <a:gd name="connsiteX5" fmla="*/ 128396 w 229188"/>
                  <a:gd name="connsiteY5" fmla="*/ 0 h 229925"/>
                  <a:gd name="connsiteX6" fmla="*/ 144256 w 229188"/>
                  <a:gd name="connsiteY6" fmla="*/ 11094 h 229925"/>
                  <a:gd name="connsiteX7" fmla="*/ 204066 w 229188"/>
                  <a:gd name="connsiteY7" fmla="*/ 198801 h 229925"/>
                  <a:gd name="connsiteX8" fmla="*/ 229188 w 229188"/>
                  <a:gd name="connsiteY8" fmla="*/ 198801 h 229925"/>
                  <a:gd name="connsiteX9" fmla="*/ 229188 w 229188"/>
                  <a:gd name="connsiteY9" fmla="*/ 229926 h 229925"/>
                  <a:gd name="connsiteX10" fmla="*/ 133421 w 229188"/>
                  <a:gd name="connsiteY10" fmla="*/ 229926 h 229925"/>
                  <a:gd name="connsiteX11" fmla="*/ 133421 w 229188"/>
                  <a:gd name="connsiteY11" fmla="*/ 198801 h 229925"/>
                  <a:gd name="connsiteX12" fmla="*/ 165081 w 229188"/>
                  <a:gd name="connsiteY12" fmla="*/ 198801 h 229925"/>
                  <a:gd name="connsiteX13" fmla="*/ 152913 w 229188"/>
                  <a:gd name="connsiteY13" fmla="*/ 157961 h 229925"/>
                  <a:gd name="connsiteX14" fmla="*/ 72643 w 229188"/>
                  <a:gd name="connsiteY14" fmla="*/ 158261 h 229925"/>
                  <a:gd name="connsiteX15" fmla="*/ 60415 w 229188"/>
                  <a:gd name="connsiteY15" fmla="*/ 198801 h 229925"/>
                  <a:gd name="connsiteX16" fmla="*/ 92135 w 229188"/>
                  <a:gd name="connsiteY16" fmla="*/ 198801 h 229925"/>
                  <a:gd name="connsiteX17" fmla="*/ 92135 w 229188"/>
                  <a:gd name="connsiteY17" fmla="*/ 229926 h 229925"/>
                  <a:gd name="connsiteX18" fmla="*/ 0 w 229188"/>
                  <a:gd name="connsiteY18" fmla="*/ 229926 h 229925"/>
                  <a:gd name="connsiteX19" fmla="*/ 81300 w 229188"/>
                  <a:gd name="connsiteY19" fmla="*/ 128576 h 229925"/>
                  <a:gd name="connsiteX20" fmla="*/ 143954 w 229188"/>
                  <a:gd name="connsiteY20" fmla="*/ 128576 h 229925"/>
                  <a:gd name="connsiteX21" fmla="*/ 115260 w 229188"/>
                  <a:gd name="connsiteY21" fmla="*/ 32084 h 229925"/>
                  <a:gd name="connsiteX22" fmla="*/ 110296 w 229188"/>
                  <a:gd name="connsiteY22" fmla="*/ 32084 h 229925"/>
                  <a:gd name="connsiteX23" fmla="*/ 81300 w 229188"/>
                  <a:gd name="connsiteY23" fmla="*/ 128576 h 229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9188" h="229925">
                    <a:moveTo>
                      <a:pt x="61" y="229926"/>
                    </a:moveTo>
                    <a:lnTo>
                      <a:pt x="61" y="198801"/>
                    </a:lnTo>
                    <a:lnTo>
                      <a:pt x="25183" y="198801"/>
                    </a:lnTo>
                    <a:lnTo>
                      <a:pt x="84871" y="11094"/>
                    </a:lnTo>
                    <a:cubicBezTo>
                      <a:pt x="87898" y="1919"/>
                      <a:pt x="90804" y="0"/>
                      <a:pt x="100732" y="0"/>
                    </a:cubicBezTo>
                    <a:lnTo>
                      <a:pt x="128396" y="0"/>
                    </a:lnTo>
                    <a:cubicBezTo>
                      <a:pt x="138324" y="0"/>
                      <a:pt x="141290" y="1919"/>
                      <a:pt x="144256" y="11094"/>
                    </a:cubicBezTo>
                    <a:lnTo>
                      <a:pt x="204066" y="198801"/>
                    </a:lnTo>
                    <a:lnTo>
                      <a:pt x="229188" y="198801"/>
                    </a:lnTo>
                    <a:lnTo>
                      <a:pt x="229188" y="229926"/>
                    </a:lnTo>
                    <a:lnTo>
                      <a:pt x="133421" y="229926"/>
                    </a:lnTo>
                    <a:lnTo>
                      <a:pt x="133421" y="198801"/>
                    </a:lnTo>
                    <a:lnTo>
                      <a:pt x="165081" y="198801"/>
                    </a:lnTo>
                    <a:lnTo>
                      <a:pt x="152913" y="157961"/>
                    </a:lnTo>
                    <a:cubicBezTo>
                      <a:pt x="132755" y="157961"/>
                      <a:pt x="93830" y="158261"/>
                      <a:pt x="72643" y="158261"/>
                    </a:cubicBezTo>
                    <a:lnTo>
                      <a:pt x="60415" y="198801"/>
                    </a:lnTo>
                    <a:lnTo>
                      <a:pt x="92135" y="198801"/>
                    </a:lnTo>
                    <a:lnTo>
                      <a:pt x="92135" y="229926"/>
                    </a:lnTo>
                    <a:lnTo>
                      <a:pt x="0" y="229926"/>
                    </a:lnTo>
                    <a:close/>
                    <a:moveTo>
                      <a:pt x="81300" y="128576"/>
                    </a:moveTo>
                    <a:lnTo>
                      <a:pt x="143954" y="128576"/>
                    </a:lnTo>
                    <a:lnTo>
                      <a:pt x="115260" y="32084"/>
                    </a:lnTo>
                    <a:lnTo>
                      <a:pt x="110296" y="32084"/>
                    </a:lnTo>
                    <a:lnTo>
                      <a:pt x="81300" y="128576"/>
                    </a:lnTo>
                    <a:close/>
                  </a:path>
                </a:pathLst>
              </a:custGeom>
              <a:solidFill>
                <a:srgbClr val="EE780A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 226">
                <a:extLst>
                  <a:ext uri="{FF2B5EF4-FFF2-40B4-BE49-F238E27FC236}">
                    <a16:creationId xmlns:a16="http://schemas.microsoft.com/office/drawing/2014/main" id="{767FBBC3-45FD-091F-F6D0-186F3F400BFF}"/>
                  </a:ext>
                </a:extLst>
              </p:cNvPr>
              <p:cNvSpPr/>
              <p:nvPr/>
            </p:nvSpPr>
            <p:spPr>
              <a:xfrm>
                <a:off x="9455110" y="377077"/>
                <a:ext cx="183060" cy="183748"/>
              </a:xfrm>
              <a:custGeom>
                <a:avLst/>
                <a:gdLst>
                  <a:gd name="connsiteX0" fmla="*/ 114716 w 183060"/>
                  <a:gd name="connsiteY0" fmla="*/ 14573 h 183748"/>
                  <a:gd name="connsiteX1" fmla="*/ 114716 w 183060"/>
                  <a:gd name="connsiteY1" fmla="*/ 0 h 183748"/>
                  <a:gd name="connsiteX2" fmla="*/ 183060 w 183060"/>
                  <a:gd name="connsiteY2" fmla="*/ 0 h 183748"/>
                  <a:gd name="connsiteX3" fmla="*/ 183060 w 183060"/>
                  <a:gd name="connsiteY3" fmla="*/ 14573 h 183748"/>
                  <a:gd name="connsiteX4" fmla="*/ 157393 w 183060"/>
                  <a:gd name="connsiteY4" fmla="*/ 14573 h 183748"/>
                  <a:gd name="connsiteX5" fmla="*/ 157393 w 183060"/>
                  <a:gd name="connsiteY5" fmla="*/ 109985 h 183748"/>
                  <a:gd name="connsiteX6" fmla="*/ 144681 w 183060"/>
                  <a:gd name="connsiteY6" fmla="*/ 175653 h 183748"/>
                  <a:gd name="connsiteX7" fmla="*/ 111507 w 183060"/>
                  <a:gd name="connsiteY7" fmla="*/ 183749 h 183748"/>
                  <a:gd name="connsiteX8" fmla="*/ 70464 w 183060"/>
                  <a:gd name="connsiteY8" fmla="*/ 183749 h 183748"/>
                  <a:gd name="connsiteX9" fmla="*/ 38138 w 183060"/>
                  <a:gd name="connsiteY9" fmla="*/ 175653 h 183748"/>
                  <a:gd name="connsiteX10" fmla="*/ 25485 w 183060"/>
                  <a:gd name="connsiteY10" fmla="*/ 109985 h 183748"/>
                  <a:gd name="connsiteX11" fmla="*/ 25485 w 183060"/>
                  <a:gd name="connsiteY11" fmla="*/ 14573 h 183748"/>
                  <a:gd name="connsiteX12" fmla="*/ 0 w 183060"/>
                  <a:gd name="connsiteY12" fmla="*/ 14573 h 183748"/>
                  <a:gd name="connsiteX13" fmla="*/ 0 w 183060"/>
                  <a:gd name="connsiteY13" fmla="*/ 0 h 183748"/>
                  <a:gd name="connsiteX14" fmla="*/ 68285 w 183060"/>
                  <a:gd name="connsiteY14" fmla="*/ 0 h 183748"/>
                  <a:gd name="connsiteX15" fmla="*/ 68285 w 183060"/>
                  <a:gd name="connsiteY15" fmla="*/ 14573 h 183748"/>
                  <a:gd name="connsiteX16" fmla="*/ 40196 w 183060"/>
                  <a:gd name="connsiteY16" fmla="*/ 14573 h 183748"/>
                  <a:gd name="connsiteX17" fmla="*/ 40196 w 183060"/>
                  <a:gd name="connsiteY17" fmla="*/ 111005 h 183748"/>
                  <a:gd name="connsiteX18" fmla="*/ 49397 w 183060"/>
                  <a:gd name="connsiteY18" fmla="*/ 163599 h 183748"/>
                  <a:gd name="connsiteX19" fmla="*/ 73490 w 183060"/>
                  <a:gd name="connsiteY19" fmla="*/ 169116 h 183748"/>
                  <a:gd name="connsiteX20" fmla="*/ 109509 w 183060"/>
                  <a:gd name="connsiteY20" fmla="*/ 169116 h 183748"/>
                  <a:gd name="connsiteX21" fmla="*/ 133360 w 183060"/>
                  <a:gd name="connsiteY21" fmla="*/ 163599 h 183748"/>
                  <a:gd name="connsiteX22" fmla="*/ 142562 w 183060"/>
                  <a:gd name="connsiteY22" fmla="*/ 111005 h 183748"/>
                  <a:gd name="connsiteX23" fmla="*/ 142562 w 183060"/>
                  <a:gd name="connsiteY23" fmla="*/ 14573 h 183748"/>
                  <a:gd name="connsiteX24" fmla="*/ 114655 w 183060"/>
                  <a:gd name="connsiteY24" fmla="*/ 14573 h 183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3060" h="183748">
                    <a:moveTo>
                      <a:pt x="114716" y="14573"/>
                    </a:moveTo>
                    <a:lnTo>
                      <a:pt x="114716" y="0"/>
                    </a:lnTo>
                    <a:lnTo>
                      <a:pt x="183060" y="0"/>
                    </a:lnTo>
                    <a:lnTo>
                      <a:pt x="183060" y="14573"/>
                    </a:lnTo>
                    <a:lnTo>
                      <a:pt x="157393" y="14573"/>
                    </a:lnTo>
                    <a:lnTo>
                      <a:pt x="157393" y="109985"/>
                    </a:lnTo>
                    <a:cubicBezTo>
                      <a:pt x="157393" y="152744"/>
                      <a:pt x="153700" y="166657"/>
                      <a:pt x="144681" y="175653"/>
                    </a:cubicBezTo>
                    <a:cubicBezTo>
                      <a:pt x="138627" y="181410"/>
                      <a:pt x="129789" y="183749"/>
                      <a:pt x="111507" y="183749"/>
                    </a:cubicBezTo>
                    <a:lnTo>
                      <a:pt x="70464" y="183749"/>
                    </a:lnTo>
                    <a:cubicBezTo>
                      <a:pt x="52182" y="183749"/>
                      <a:pt x="44010" y="181410"/>
                      <a:pt x="38138" y="175653"/>
                    </a:cubicBezTo>
                    <a:cubicBezTo>
                      <a:pt x="29118" y="166657"/>
                      <a:pt x="25485" y="153044"/>
                      <a:pt x="25485" y="109985"/>
                    </a:cubicBezTo>
                    <a:lnTo>
                      <a:pt x="25485" y="14573"/>
                    </a:lnTo>
                    <a:lnTo>
                      <a:pt x="0" y="14573"/>
                    </a:lnTo>
                    <a:lnTo>
                      <a:pt x="0" y="0"/>
                    </a:lnTo>
                    <a:lnTo>
                      <a:pt x="68285" y="0"/>
                    </a:lnTo>
                    <a:lnTo>
                      <a:pt x="68285" y="14573"/>
                    </a:lnTo>
                    <a:lnTo>
                      <a:pt x="40196" y="14573"/>
                    </a:lnTo>
                    <a:lnTo>
                      <a:pt x="40196" y="111005"/>
                    </a:lnTo>
                    <a:cubicBezTo>
                      <a:pt x="40196" y="149326"/>
                      <a:pt x="43888" y="158081"/>
                      <a:pt x="49397" y="163599"/>
                    </a:cubicBezTo>
                    <a:cubicBezTo>
                      <a:pt x="52908" y="167017"/>
                      <a:pt x="57691" y="169116"/>
                      <a:pt x="73490" y="169116"/>
                    </a:cubicBezTo>
                    <a:lnTo>
                      <a:pt x="109509" y="169116"/>
                    </a:lnTo>
                    <a:cubicBezTo>
                      <a:pt x="125430" y="169116"/>
                      <a:pt x="129909" y="167017"/>
                      <a:pt x="133360" y="163599"/>
                    </a:cubicBezTo>
                    <a:cubicBezTo>
                      <a:pt x="139172" y="157902"/>
                      <a:pt x="142562" y="149386"/>
                      <a:pt x="142562" y="111005"/>
                    </a:cubicBezTo>
                    <a:lnTo>
                      <a:pt x="142562" y="14573"/>
                    </a:lnTo>
                    <a:lnTo>
                      <a:pt x="114655" y="1457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 227">
                <a:extLst>
                  <a:ext uri="{FF2B5EF4-FFF2-40B4-BE49-F238E27FC236}">
                    <a16:creationId xmlns:a16="http://schemas.microsoft.com/office/drawing/2014/main" id="{F04A0588-F095-682D-A58D-4FBE62156FD7}"/>
                  </a:ext>
                </a:extLst>
              </p:cNvPr>
              <p:cNvSpPr/>
              <p:nvPr/>
            </p:nvSpPr>
            <p:spPr>
              <a:xfrm>
                <a:off x="9654031" y="377017"/>
                <a:ext cx="178762" cy="183988"/>
              </a:xfrm>
              <a:custGeom>
                <a:avLst/>
                <a:gdLst>
                  <a:gd name="connsiteX0" fmla="*/ 139837 w 178762"/>
                  <a:gd name="connsiteY0" fmla="*/ 14633 h 183988"/>
                  <a:gd name="connsiteX1" fmla="*/ 111507 w 178762"/>
                  <a:gd name="connsiteY1" fmla="*/ 14633 h 183988"/>
                  <a:gd name="connsiteX2" fmla="*/ 111507 w 178762"/>
                  <a:gd name="connsiteY2" fmla="*/ 60 h 183988"/>
                  <a:gd name="connsiteX3" fmla="*/ 178762 w 178762"/>
                  <a:gd name="connsiteY3" fmla="*/ 60 h 183988"/>
                  <a:gd name="connsiteX4" fmla="*/ 178762 w 178762"/>
                  <a:gd name="connsiteY4" fmla="*/ 14633 h 183988"/>
                  <a:gd name="connsiteX5" fmla="*/ 154669 w 178762"/>
                  <a:gd name="connsiteY5" fmla="*/ 14633 h 183988"/>
                  <a:gd name="connsiteX6" fmla="*/ 154669 w 178762"/>
                  <a:gd name="connsiteY6" fmla="*/ 183989 h 183988"/>
                  <a:gd name="connsiteX7" fmla="*/ 137477 w 178762"/>
                  <a:gd name="connsiteY7" fmla="*/ 183989 h 183988"/>
                  <a:gd name="connsiteX8" fmla="*/ 127125 w 178762"/>
                  <a:gd name="connsiteY8" fmla="*/ 177752 h 183988"/>
                  <a:gd name="connsiteX9" fmla="*/ 42133 w 178762"/>
                  <a:gd name="connsiteY9" fmla="*/ 13913 h 183988"/>
                  <a:gd name="connsiteX10" fmla="*/ 39469 w 178762"/>
                  <a:gd name="connsiteY10" fmla="*/ 13913 h 183988"/>
                  <a:gd name="connsiteX11" fmla="*/ 39469 w 178762"/>
                  <a:gd name="connsiteY11" fmla="*/ 172234 h 183988"/>
                  <a:gd name="connsiteX12" fmla="*/ 68042 w 178762"/>
                  <a:gd name="connsiteY12" fmla="*/ 172234 h 183988"/>
                  <a:gd name="connsiteX13" fmla="*/ 68042 w 178762"/>
                  <a:gd name="connsiteY13" fmla="*/ 183749 h 183988"/>
                  <a:gd name="connsiteX14" fmla="*/ 0 w 178762"/>
                  <a:gd name="connsiteY14" fmla="*/ 183749 h 183988"/>
                  <a:gd name="connsiteX15" fmla="*/ 0 w 178762"/>
                  <a:gd name="connsiteY15" fmla="*/ 172234 h 183988"/>
                  <a:gd name="connsiteX16" fmla="*/ 24880 w 178762"/>
                  <a:gd name="connsiteY16" fmla="*/ 172234 h 183988"/>
                  <a:gd name="connsiteX17" fmla="*/ 24880 w 178762"/>
                  <a:gd name="connsiteY17" fmla="*/ 14573 h 183988"/>
                  <a:gd name="connsiteX18" fmla="*/ 0 w 178762"/>
                  <a:gd name="connsiteY18" fmla="*/ 14573 h 183988"/>
                  <a:gd name="connsiteX19" fmla="*/ 0 w 178762"/>
                  <a:gd name="connsiteY19" fmla="*/ 0 h 183988"/>
                  <a:gd name="connsiteX20" fmla="*/ 44373 w 178762"/>
                  <a:gd name="connsiteY20" fmla="*/ 0 h 183988"/>
                  <a:gd name="connsiteX21" fmla="*/ 54725 w 178762"/>
                  <a:gd name="connsiteY21" fmla="*/ 6237 h 183988"/>
                  <a:gd name="connsiteX22" fmla="*/ 138930 w 178762"/>
                  <a:gd name="connsiteY22" fmla="*/ 168216 h 183988"/>
                  <a:gd name="connsiteX23" fmla="*/ 139898 w 178762"/>
                  <a:gd name="connsiteY23" fmla="*/ 168216 h 183988"/>
                  <a:gd name="connsiteX24" fmla="*/ 139898 w 178762"/>
                  <a:gd name="connsiteY24" fmla="*/ 14513 h 183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8762" h="183988">
                    <a:moveTo>
                      <a:pt x="139837" y="14633"/>
                    </a:moveTo>
                    <a:lnTo>
                      <a:pt x="111507" y="14633"/>
                    </a:lnTo>
                    <a:lnTo>
                      <a:pt x="111507" y="60"/>
                    </a:lnTo>
                    <a:lnTo>
                      <a:pt x="178762" y="60"/>
                    </a:lnTo>
                    <a:lnTo>
                      <a:pt x="178762" y="14633"/>
                    </a:lnTo>
                    <a:lnTo>
                      <a:pt x="154669" y="14633"/>
                    </a:lnTo>
                    <a:lnTo>
                      <a:pt x="154669" y="183989"/>
                    </a:lnTo>
                    <a:lnTo>
                      <a:pt x="137477" y="183989"/>
                    </a:lnTo>
                    <a:cubicBezTo>
                      <a:pt x="131665" y="183989"/>
                      <a:pt x="129486" y="182489"/>
                      <a:pt x="127125" y="177752"/>
                    </a:cubicBezTo>
                    <a:lnTo>
                      <a:pt x="42133" y="13913"/>
                    </a:lnTo>
                    <a:lnTo>
                      <a:pt x="39469" y="13913"/>
                    </a:lnTo>
                    <a:lnTo>
                      <a:pt x="39469" y="172234"/>
                    </a:lnTo>
                    <a:lnTo>
                      <a:pt x="68042" y="172234"/>
                    </a:lnTo>
                    <a:lnTo>
                      <a:pt x="68042" y="183749"/>
                    </a:lnTo>
                    <a:lnTo>
                      <a:pt x="0" y="183749"/>
                    </a:lnTo>
                    <a:lnTo>
                      <a:pt x="0" y="172234"/>
                    </a:lnTo>
                    <a:lnTo>
                      <a:pt x="24880" y="172234"/>
                    </a:lnTo>
                    <a:lnTo>
                      <a:pt x="24880" y="14573"/>
                    </a:lnTo>
                    <a:lnTo>
                      <a:pt x="0" y="14573"/>
                    </a:lnTo>
                    <a:lnTo>
                      <a:pt x="0" y="0"/>
                    </a:lnTo>
                    <a:lnTo>
                      <a:pt x="44373" y="0"/>
                    </a:lnTo>
                    <a:cubicBezTo>
                      <a:pt x="50184" y="0"/>
                      <a:pt x="52242" y="1319"/>
                      <a:pt x="54725" y="6237"/>
                    </a:cubicBezTo>
                    <a:lnTo>
                      <a:pt x="138930" y="168216"/>
                    </a:lnTo>
                    <a:lnTo>
                      <a:pt x="139898" y="168216"/>
                    </a:lnTo>
                    <a:lnTo>
                      <a:pt x="139898" y="1451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 228">
                <a:extLst>
                  <a:ext uri="{FF2B5EF4-FFF2-40B4-BE49-F238E27FC236}">
                    <a16:creationId xmlns:a16="http://schemas.microsoft.com/office/drawing/2014/main" id="{29953E35-2689-E43B-B190-FFD90B6A5D0D}"/>
                  </a:ext>
                </a:extLst>
              </p:cNvPr>
              <p:cNvSpPr/>
              <p:nvPr/>
            </p:nvSpPr>
            <p:spPr>
              <a:xfrm>
                <a:off x="9852104" y="377077"/>
                <a:ext cx="69131" cy="183688"/>
              </a:xfrm>
              <a:custGeom>
                <a:avLst/>
                <a:gdLst>
                  <a:gd name="connsiteX0" fmla="*/ 0 w 69131"/>
                  <a:gd name="connsiteY0" fmla="*/ 0 h 183688"/>
                  <a:gd name="connsiteX1" fmla="*/ 0 w 69131"/>
                  <a:gd name="connsiteY1" fmla="*/ 14573 h 183688"/>
                  <a:gd name="connsiteX2" fmla="*/ 27301 w 69131"/>
                  <a:gd name="connsiteY2" fmla="*/ 14573 h 183688"/>
                  <a:gd name="connsiteX3" fmla="*/ 27301 w 69131"/>
                  <a:gd name="connsiteY3" fmla="*/ 169116 h 183688"/>
                  <a:gd name="connsiteX4" fmla="*/ 0 w 69131"/>
                  <a:gd name="connsiteY4" fmla="*/ 169116 h 183688"/>
                  <a:gd name="connsiteX5" fmla="*/ 0 w 69131"/>
                  <a:gd name="connsiteY5" fmla="*/ 183689 h 183688"/>
                  <a:gd name="connsiteX6" fmla="*/ 69131 w 69131"/>
                  <a:gd name="connsiteY6" fmla="*/ 183689 h 183688"/>
                  <a:gd name="connsiteX7" fmla="*/ 69131 w 69131"/>
                  <a:gd name="connsiteY7" fmla="*/ 169116 h 183688"/>
                  <a:gd name="connsiteX8" fmla="*/ 42193 w 69131"/>
                  <a:gd name="connsiteY8" fmla="*/ 169116 h 183688"/>
                  <a:gd name="connsiteX9" fmla="*/ 42193 w 69131"/>
                  <a:gd name="connsiteY9" fmla="*/ 14573 h 183688"/>
                  <a:gd name="connsiteX10" fmla="*/ 69131 w 69131"/>
                  <a:gd name="connsiteY10" fmla="*/ 14573 h 183688"/>
                  <a:gd name="connsiteX11" fmla="*/ 69131 w 69131"/>
                  <a:gd name="connsiteY11" fmla="*/ 0 h 183688"/>
                  <a:gd name="connsiteX12" fmla="*/ 0 w 69131"/>
                  <a:gd name="connsiteY1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1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7301" y="14573"/>
                    </a:lnTo>
                    <a:lnTo>
                      <a:pt x="27301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69131" y="183689"/>
                    </a:lnTo>
                    <a:lnTo>
                      <a:pt x="69131" y="169116"/>
                    </a:lnTo>
                    <a:lnTo>
                      <a:pt x="42193" y="169116"/>
                    </a:lnTo>
                    <a:lnTo>
                      <a:pt x="42193" y="14573"/>
                    </a:lnTo>
                    <a:lnTo>
                      <a:pt x="69131" y="14573"/>
                    </a:lnTo>
                    <a:lnTo>
                      <a:pt x="6913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 229">
                <a:extLst>
                  <a:ext uri="{FF2B5EF4-FFF2-40B4-BE49-F238E27FC236}">
                    <a16:creationId xmlns:a16="http://schemas.microsoft.com/office/drawing/2014/main" id="{3C26B0DA-0A85-8387-4247-DA419B90B9C5}"/>
                  </a:ext>
                </a:extLst>
              </p:cNvPr>
              <p:cNvSpPr/>
              <p:nvPr/>
            </p:nvSpPr>
            <p:spPr>
              <a:xfrm>
                <a:off x="9939154" y="377077"/>
                <a:ext cx="182939" cy="184768"/>
              </a:xfrm>
              <a:custGeom>
                <a:avLst/>
                <a:gdLst>
                  <a:gd name="connsiteX0" fmla="*/ 121 w 182939"/>
                  <a:gd name="connsiteY0" fmla="*/ 14573 h 184768"/>
                  <a:gd name="connsiteX1" fmla="*/ 121 w 182939"/>
                  <a:gd name="connsiteY1" fmla="*/ 0 h 184768"/>
                  <a:gd name="connsiteX2" fmla="*/ 66105 w 182939"/>
                  <a:gd name="connsiteY2" fmla="*/ 0 h 184768"/>
                  <a:gd name="connsiteX3" fmla="*/ 66105 w 182939"/>
                  <a:gd name="connsiteY3" fmla="*/ 14573 h 184768"/>
                  <a:gd name="connsiteX4" fmla="*/ 40559 w 182939"/>
                  <a:gd name="connsiteY4" fmla="*/ 14573 h 184768"/>
                  <a:gd name="connsiteX5" fmla="*/ 88927 w 182939"/>
                  <a:gd name="connsiteY5" fmla="*/ 169176 h 184768"/>
                  <a:gd name="connsiteX6" fmla="*/ 93952 w 182939"/>
                  <a:gd name="connsiteY6" fmla="*/ 169176 h 184768"/>
                  <a:gd name="connsiteX7" fmla="*/ 142562 w 182939"/>
                  <a:gd name="connsiteY7" fmla="*/ 14573 h 184768"/>
                  <a:gd name="connsiteX8" fmla="*/ 117985 w 182939"/>
                  <a:gd name="connsiteY8" fmla="*/ 14573 h 184768"/>
                  <a:gd name="connsiteX9" fmla="*/ 117985 w 182939"/>
                  <a:gd name="connsiteY9" fmla="*/ 0 h 184768"/>
                  <a:gd name="connsiteX10" fmla="*/ 182940 w 182939"/>
                  <a:gd name="connsiteY10" fmla="*/ 0 h 184768"/>
                  <a:gd name="connsiteX11" fmla="*/ 182940 w 182939"/>
                  <a:gd name="connsiteY11" fmla="*/ 14573 h 184768"/>
                  <a:gd name="connsiteX12" fmla="*/ 159028 w 182939"/>
                  <a:gd name="connsiteY12" fmla="*/ 14573 h 184768"/>
                  <a:gd name="connsiteX13" fmla="*/ 105454 w 182939"/>
                  <a:gd name="connsiteY13" fmla="*/ 177692 h 184768"/>
                  <a:gd name="connsiteX14" fmla="*/ 94860 w 182939"/>
                  <a:gd name="connsiteY14" fmla="*/ 184768 h 184768"/>
                  <a:gd name="connsiteX15" fmla="*/ 87717 w 182939"/>
                  <a:gd name="connsiteY15" fmla="*/ 184768 h 184768"/>
                  <a:gd name="connsiteX16" fmla="*/ 77123 w 182939"/>
                  <a:gd name="connsiteY16" fmla="*/ 177692 h 184768"/>
                  <a:gd name="connsiteX17" fmla="*/ 23851 w 182939"/>
                  <a:gd name="connsiteY17" fmla="*/ 14573 h 184768"/>
                  <a:gd name="connsiteX18" fmla="*/ 0 w 182939"/>
                  <a:gd name="connsiteY18" fmla="*/ 14573 h 184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2939" h="184768">
                    <a:moveTo>
                      <a:pt x="121" y="14573"/>
                    </a:moveTo>
                    <a:lnTo>
                      <a:pt x="121" y="0"/>
                    </a:lnTo>
                    <a:lnTo>
                      <a:pt x="66105" y="0"/>
                    </a:lnTo>
                    <a:lnTo>
                      <a:pt x="66105" y="14573"/>
                    </a:lnTo>
                    <a:lnTo>
                      <a:pt x="40559" y="14573"/>
                    </a:lnTo>
                    <a:lnTo>
                      <a:pt x="88927" y="169176"/>
                    </a:lnTo>
                    <a:lnTo>
                      <a:pt x="93952" y="169176"/>
                    </a:lnTo>
                    <a:lnTo>
                      <a:pt x="142562" y="14573"/>
                    </a:lnTo>
                    <a:lnTo>
                      <a:pt x="117985" y="14573"/>
                    </a:lnTo>
                    <a:lnTo>
                      <a:pt x="117985" y="0"/>
                    </a:lnTo>
                    <a:lnTo>
                      <a:pt x="182940" y="0"/>
                    </a:lnTo>
                    <a:lnTo>
                      <a:pt x="182940" y="14573"/>
                    </a:lnTo>
                    <a:lnTo>
                      <a:pt x="159028" y="14573"/>
                    </a:lnTo>
                    <a:lnTo>
                      <a:pt x="105454" y="177692"/>
                    </a:lnTo>
                    <a:cubicBezTo>
                      <a:pt x="103093" y="184288"/>
                      <a:pt x="102064" y="184768"/>
                      <a:pt x="94860" y="184768"/>
                    </a:cubicBezTo>
                    <a:lnTo>
                      <a:pt x="87717" y="184768"/>
                    </a:lnTo>
                    <a:cubicBezTo>
                      <a:pt x="80876" y="184768"/>
                      <a:pt x="78939" y="183209"/>
                      <a:pt x="77123" y="177692"/>
                    </a:cubicBezTo>
                    <a:lnTo>
                      <a:pt x="23851" y="14573"/>
                    </a:lnTo>
                    <a:lnTo>
                      <a:pt x="0" y="14573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 230">
                <a:extLst>
                  <a:ext uri="{FF2B5EF4-FFF2-40B4-BE49-F238E27FC236}">
                    <a16:creationId xmlns:a16="http://schemas.microsoft.com/office/drawing/2014/main" id="{0DFB7CCA-AB0C-7FAF-F11C-115CDF86FD7A}"/>
                  </a:ext>
                </a:extLst>
              </p:cNvPr>
              <p:cNvSpPr/>
              <p:nvPr/>
            </p:nvSpPr>
            <p:spPr>
              <a:xfrm>
                <a:off x="10140315" y="377077"/>
                <a:ext cx="141047" cy="183688"/>
              </a:xfrm>
              <a:custGeom>
                <a:avLst/>
                <a:gdLst>
                  <a:gd name="connsiteX0" fmla="*/ 0 w 141047"/>
                  <a:gd name="connsiteY0" fmla="*/ 0 h 183688"/>
                  <a:gd name="connsiteX1" fmla="*/ 0 w 141047"/>
                  <a:gd name="connsiteY1" fmla="*/ 14573 h 183688"/>
                  <a:gd name="connsiteX2" fmla="*/ 25062 w 141047"/>
                  <a:gd name="connsiteY2" fmla="*/ 14573 h 183688"/>
                  <a:gd name="connsiteX3" fmla="*/ 25062 w 141047"/>
                  <a:gd name="connsiteY3" fmla="*/ 169116 h 183688"/>
                  <a:gd name="connsiteX4" fmla="*/ 0 w 141047"/>
                  <a:gd name="connsiteY4" fmla="*/ 169116 h 183688"/>
                  <a:gd name="connsiteX5" fmla="*/ 0 w 141047"/>
                  <a:gd name="connsiteY5" fmla="*/ 183689 h 183688"/>
                  <a:gd name="connsiteX6" fmla="*/ 141048 w 141047"/>
                  <a:gd name="connsiteY6" fmla="*/ 183689 h 183688"/>
                  <a:gd name="connsiteX7" fmla="*/ 141048 w 141047"/>
                  <a:gd name="connsiteY7" fmla="*/ 144708 h 183688"/>
                  <a:gd name="connsiteX8" fmla="*/ 126399 w 141047"/>
                  <a:gd name="connsiteY8" fmla="*/ 144708 h 183688"/>
                  <a:gd name="connsiteX9" fmla="*/ 126399 w 141047"/>
                  <a:gd name="connsiteY9" fmla="*/ 169116 h 183688"/>
                  <a:gd name="connsiteX10" fmla="*/ 40014 w 141047"/>
                  <a:gd name="connsiteY10" fmla="*/ 169116 h 183688"/>
                  <a:gd name="connsiteX11" fmla="*/ 40014 w 141047"/>
                  <a:gd name="connsiteY11" fmla="*/ 95712 h 183688"/>
                  <a:gd name="connsiteX12" fmla="*/ 104848 w 141047"/>
                  <a:gd name="connsiteY12" fmla="*/ 95712 h 183688"/>
                  <a:gd name="connsiteX13" fmla="*/ 104848 w 141047"/>
                  <a:gd name="connsiteY13" fmla="*/ 81140 h 183688"/>
                  <a:gd name="connsiteX14" fmla="*/ 40014 w 141047"/>
                  <a:gd name="connsiteY14" fmla="*/ 81140 h 183688"/>
                  <a:gd name="connsiteX15" fmla="*/ 40014 w 141047"/>
                  <a:gd name="connsiteY15" fmla="*/ 14573 h 183688"/>
                  <a:gd name="connsiteX16" fmla="*/ 126399 w 141047"/>
                  <a:gd name="connsiteY16" fmla="*/ 14573 h 183688"/>
                  <a:gd name="connsiteX17" fmla="*/ 126399 w 141047"/>
                  <a:gd name="connsiteY17" fmla="*/ 38141 h 183688"/>
                  <a:gd name="connsiteX18" fmla="*/ 141048 w 141047"/>
                  <a:gd name="connsiteY18" fmla="*/ 38141 h 183688"/>
                  <a:gd name="connsiteX19" fmla="*/ 141048 w 141047"/>
                  <a:gd name="connsiteY19" fmla="*/ 0 h 183688"/>
                  <a:gd name="connsiteX20" fmla="*/ 0 w 141047"/>
                  <a:gd name="connsiteY20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1047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5062" y="14573"/>
                    </a:lnTo>
                    <a:lnTo>
                      <a:pt x="25062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141048" y="183689"/>
                    </a:lnTo>
                    <a:lnTo>
                      <a:pt x="141048" y="144708"/>
                    </a:lnTo>
                    <a:lnTo>
                      <a:pt x="126399" y="144708"/>
                    </a:lnTo>
                    <a:lnTo>
                      <a:pt x="126399" y="169116"/>
                    </a:lnTo>
                    <a:lnTo>
                      <a:pt x="40014" y="169116"/>
                    </a:lnTo>
                    <a:lnTo>
                      <a:pt x="40014" y="95712"/>
                    </a:lnTo>
                    <a:lnTo>
                      <a:pt x="104848" y="95712"/>
                    </a:lnTo>
                    <a:lnTo>
                      <a:pt x="104848" y="81140"/>
                    </a:lnTo>
                    <a:lnTo>
                      <a:pt x="40014" y="81140"/>
                    </a:lnTo>
                    <a:lnTo>
                      <a:pt x="40014" y="14573"/>
                    </a:lnTo>
                    <a:lnTo>
                      <a:pt x="126399" y="14573"/>
                    </a:lnTo>
                    <a:lnTo>
                      <a:pt x="126399" y="38141"/>
                    </a:lnTo>
                    <a:lnTo>
                      <a:pt x="141048" y="38141"/>
                    </a:lnTo>
                    <a:lnTo>
                      <a:pt x="14104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 231">
                <a:extLst>
                  <a:ext uri="{FF2B5EF4-FFF2-40B4-BE49-F238E27FC236}">
                    <a16:creationId xmlns:a16="http://schemas.microsoft.com/office/drawing/2014/main" id="{DD6DE401-B6B1-1E38-8768-42C621850F9E}"/>
                  </a:ext>
                </a:extLst>
              </p:cNvPr>
              <p:cNvSpPr/>
              <p:nvPr/>
            </p:nvSpPr>
            <p:spPr>
              <a:xfrm>
                <a:off x="10310360" y="377137"/>
                <a:ext cx="169016" cy="183628"/>
              </a:xfrm>
              <a:custGeom>
                <a:avLst/>
                <a:gdLst>
                  <a:gd name="connsiteX0" fmla="*/ 142501 w 169016"/>
                  <a:gd name="connsiteY0" fmla="*/ 169056 h 183628"/>
                  <a:gd name="connsiteX1" fmla="*/ 169016 w 169016"/>
                  <a:gd name="connsiteY1" fmla="*/ 169056 h 183628"/>
                  <a:gd name="connsiteX2" fmla="*/ 169016 w 169016"/>
                  <a:gd name="connsiteY2" fmla="*/ 183629 h 183628"/>
                  <a:gd name="connsiteX3" fmla="*/ 140624 w 169016"/>
                  <a:gd name="connsiteY3" fmla="*/ 183629 h 183628"/>
                  <a:gd name="connsiteX4" fmla="*/ 130818 w 169016"/>
                  <a:gd name="connsiteY4" fmla="*/ 180990 h 183628"/>
                  <a:gd name="connsiteX5" fmla="*/ 125793 w 169016"/>
                  <a:gd name="connsiteY5" fmla="*/ 136672 h 183628"/>
                  <a:gd name="connsiteX6" fmla="*/ 118650 w 169016"/>
                  <a:gd name="connsiteY6" fmla="*/ 105667 h 183628"/>
                  <a:gd name="connsiteX7" fmla="*/ 97160 w 169016"/>
                  <a:gd name="connsiteY7" fmla="*/ 100810 h 183628"/>
                  <a:gd name="connsiteX8" fmla="*/ 40014 w 169016"/>
                  <a:gd name="connsiteY8" fmla="*/ 100810 h 183628"/>
                  <a:gd name="connsiteX9" fmla="*/ 40014 w 169016"/>
                  <a:gd name="connsiteY9" fmla="*/ 169056 h 183628"/>
                  <a:gd name="connsiteX10" fmla="*/ 68345 w 169016"/>
                  <a:gd name="connsiteY10" fmla="*/ 169056 h 183628"/>
                  <a:gd name="connsiteX11" fmla="*/ 68345 w 169016"/>
                  <a:gd name="connsiteY11" fmla="*/ 183629 h 183628"/>
                  <a:gd name="connsiteX12" fmla="*/ 0 w 169016"/>
                  <a:gd name="connsiteY12" fmla="*/ 183629 h 183628"/>
                  <a:gd name="connsiteX13" fmla="*/ 0 w 169016"/>
                  <a:gd name="connsiteY13" fmla="*/ 169056 h 183628"/>
                  <a:gd name="connsiteX14" fmla="*/ 25364 w 169016"/>
                  <a:gd name="connsiteY14" fmla="*/ 169056 h 183628"/>
                  <a:gd name="connsiteX15" fmla="*/ 25364 w 169016"/>
                  <a:gd name="connsiteY15" fmla="*/ 14513 h 183628"/>
                  <a:gd name="connsiteX16" fmla="*/ 0 w 169016"/>
                  <a:gd name="connsiteY16" fmla="*/ 14513 h 183628"/>
                  <a:gd name="connsiteX17" fmla="*/ 0 w 169016"/>
                  <a:gd name="connsiteY17" fmla="*/ 0 h 183628"/>
                  <a:gd name="connsiteX18" fmla="*/ 102184 w 169016"/>
                  <a:gd name="connsiteY18" fmla="*/ 0 h 183628"/>
                  <a:gd name="connsiteX19" fmla="*/ 129547 w 169016"/>
                  <a:gd name="connsiteY19" fmla="*/ 7856 h 183628"/>
                  <a:gd name="connsiteX20" fmla="*/ 140927 w 169016"/>
                  <a:gd name="connsiteY20" fmla="*/ 49595 h 183628"/>
                  <a:gd name="connsiteX21" fmla="*/ 115441 w 169016"/>
                  <a:gd name="connsiteY21" fmla="*/ 93973 h 183628"/>
                  <a:gd name="connsiteX22" fmla="*/ 119437 w 169016"/>
                  <a:gd name="connsiteY22" fmla="*/ 94513 h 183628"/>
                  <a:gd name="connsiteX23" fmla="*/ 140382 w 169016"/>
                  <a:gd name="connsiteY23" fmla="*/ 136492 h 183628"/>
                  <a:gd name="connsiteX24" fmla="*/ 142501 w 169016"/>
                  <a:gd name="connsiteY24" fmla="*/ 169116 h 183628"/>
                  <a:gd name="connsiteX25" fmla="*/ 142501 w 169016"/>
                  <a:gd name="connsiteY25" fmla="*/ 169116 h 183628"/>
                  <a:gd name="connsiteX26" fmla="*/ 97887 w 169016"/>
                  <a:gd name="connsiteY26" fmla="*/ 86237 h 183628"/>
                  <a:gd name="connsiteX27" fmla="*/ 117621 w 169016"/>
                  <a:gd name="connsiteY27" fmla="*/ 81080 h 183628"/>
                  <a:gd name="connsiteX28" fmla="*/ 125975 w 169016"/>
                  <a:gd name="connsiteY28" fmla="*/ 49775 h 183628"/>
                  <a:gd name="connsiteX29" fmla="*/ 117984 w 169016"/>
                  <a:gd name="connsiteY29" fmla="*/ 19250 h 183628"/>
                  <a:gd name="connsiteX30" fmla="*/ 98371 w 169016"/>
                  <a:gd name="connsiteY30" fmla="*/ 14513 h 183628"/>
                  <a:gd name="connsiteX31" fmla="*/ 39953 w 169016"/>
                  <a:gd name="connsiteY31" fmla="*/ 14513 h 183628"/>
                  <a:gd name="connsiteX32" fmla="*/ 39953 w 169016"/>
                  <a:gd name="connsiteY32" fmla="*/ 86237 h 183628"/>
                  <a:gd name="connsiteX33" fmla="*/ 97826 w 169016"/>
                  <a:gd name="connsiteY33" fmla="*/ 86237 h 183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69016" h="183628">
                    <a:moveTo>
                      <a:pt x="142501" y="169056"/>
                    </a:moveTo>
                    <a:lnTo>
                      <a:pt x="169016" y="169056"/>
                    </a:lnTo>
                    <a:lnTo>
                      <a:pt x="169016" y="183629"/>
                    </a:lnTo>
                    <a:lnTo>
                      <a:pt x="140624" y="183629"/>
                    </a:lnTo>
                    <a:cubicBezTo>
                      <a:pt x="135358" y="183629"/>
                      <a:pt x="132695" y="182849"/>
                      <a:pt x="130818" y="180990"/>
                    </a:cubicBezTo>
                    <a:cubicBezTo>
                      <a:pt x="127912" y="178051"/>
                      <a:pt x="126822" y="174213"/>
                      <a:pt x="125793" y="136672"/>
                    </a:cubicBezTo>
                    <a:cubicBezTo>
                      <a:pt x="125006" y="115623"/>
                      <a:pt x="122585" y="109626"/>
                      <a:pt x="118650" y="105667"/>
                    </a:cubicBezTo>
                    <a:cubicBezTo>
                      <a:pt x="114413" y="101170"/>
                      <a:pt x="108540" y="100810"/>
                      <a:pt x="97160" y="100810"/>
                    </a:cubicBezTo>
                    <a:lnTo>
                      <a:pt x="40014" y="100810"/>
                    </a:lnTo>
                    <a:lnTo>
                      <a:pt x="40014" y="169056"/>
                    </a:lnTo>
                    <a:lnTo>
                      <a:pt x="68345" y="169056"/>
                    </a:lnTo>
                    <a:lnTo>
                      <a:pt x="68345" y="183629"/>
                    </a:lnTo>
                    <a:lnTo>
                      <a:pt x="0" y="183629"/>
                    </a:lnTo>
                    <a:lnTo>
                      <a:pt x="0" y="169056"/>
                    </a:lnTo>
                    <a:lnTo>
                      <a:pt x="25364" y="169056"/>
                    </a:lnTo>
                    <a:lnTo>
                      <a:pt x="25364" y="14513"/>
                    </a:lnTo>
                    <a:lnTo>
                      <a:pt x="0" y="14513"/>
                    </a:lnTo>
                    <a:lnTo>
                      <a:pt x="0" y="0"/>
                    </a:lnTo>
                    <a:lnTo>
                      <a:pt x="102184" y="0"/>
                    </a:lnTo>
                    <a:cubicBezTo>
                      <a:pt x="115805" y="0"/>
                      <a:pt x="123735" y="1799"/>
                      <a:pt x="129547" y="7856"/>
                    </a:cubicBezTo>
                    <a:cubicBezTo>
                      <a:pt x="136750" y="14933"/>
                      <a:pt x="140927" y="23328"/>
                      <a:pt x="140927" y="49595"/>
                    </a:cubicBezTo>
                    <a:cubicBezTo>
                      <a:pt x="140927" y="81140"/>
                      <a:pt x="131908" y="89775"/>
                      <a:pt x="115441" y="93973"/>
                    </a:cubicBezTo>
                    <a:lnTo>
                      <a:pt x="119437" y="94513"/>
                    </a:lnTo>
                    <a:cubicBezTo>
                      <a:pt x="136629" y="97931"/>
                      <a:pt x="139050" y="104948"/>
                      <a:pt x="140382" y="136492"/>
                    </a:cubicBezTo>
                    <a:cubicBezTo>
                      <a:pt x="141411" y="160600"/>
                      <a:pt x="141714" y="162759"/>
                      <a:pt x="142501" y="169116"/>
                    </a:cubicBezTo>
                    <a:lnTo>
                      <a:pt x="142501" y="169116"/>
                    </a:lnTo>
                    <a:close/>
                    <a:moveTo>
                      <a:pt x="97887" y="86237"/>
                    </a:moveTo>
                    <a:cubicBezTo>
                      <a:pt x="108722" y="86237"/>
                      <a:pt x="113989" y="84738"/>
                      <a:pt x="117621" y="81080"/>
                    </a:cubicBezTo>
                    <a:cubicBezTo>
                      <a:pt x="121314" y="77362"/>
                      <a:pt x="125975" y="72144"/>
                      <a:pt x="125975" y="49775"/>
                    </a:cubicBezTo>
                    <a:cubicBezTo>
                      <a:pt x="125975" y="27406"/>
                      <a:pt x="122040" y="23208"/>
                      <a:pt x="117984" y="19250"/>
                    </a:cubicBezTo>
                    <a:cubicBezTo>
                      <a:pt x="114292" y="15592"/>
                      <a:pt x="108480" y="14513"/>
                      <a:pt x="98371" y="14513"/>
                    </a:cubicBezTo>
                    <a:lnTo>
                      <a:pt x="39953" y="14513"/>
                    </a:lnTo>
                    <a:lnTo>
                      <a:pt x="39953" y="86237"/>
                    </a:lnTo>
                    <a:lnTo>
                      <a:pt x="97826" y="86237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 232">
                <a:extLst>
                  <a:ext uri="{FF2B5EF4-FFF2-40B4-BE49-F238E27FC236}">
                    <a16:creationId xmlns:a16="http://schemas.microsoft.com/office/drawing/2014/main" id="{FDBEEF7B-9963-4A41-BEE4-BE3774BCF4F5}"/>
                  </a:ext>
                </a:extLst>
              </p:cNvPr>
              <p:cNvSpPr/>
              <p:nvPr/>
            </p:nvSpPr>
            <p:spPr>
              <a:xfrm>
                <a:off x="10505345" y="376957"/>
                <a:ext cx="131968" cy="183808"/>
              </a:xfrm>
              <a:custGeom>
                <a:avLst/>
                <a:gdLst>
                  <a:gd name="connsiteX0" fmla="*/ 121072 w 131968"/>
                  <a:gd name="connsiteY0" fmla="*/ 175953 h 183808"/>
                  <a:gd name="connsiteX1" fmla="*/ 95102 w 131968"/>
                  <a:gd name="connsiteY1" fmla="*/ 183809 h 183808"/>
                  <a:gd name="connsiteX2" fmla="*/ 35474 w 131968"/>
                  <a:gd name="connsiteY2" fmla="*/ 183809 h 183808"/>
                  <a:gd name="connsiteX3" fmla="*/ 9565 w 131968"/>
                  <a:gd name="connsiteY3" fmla="*/ 176492 h 183808"/>
                  <a:gd name="connsiteX4" fmla="*/ 0 w 131968"/>
                  <a:gd name="connsiteY4" fmla="*/ 130255 h 183808"/>
                  <a:gd name="connsiteX5" fmla="*/ 14589 w 131968"/>
                  <a:gd name="connsiteY5" fmla="*/ 130255 h 183808"/>
                  <a:gd name="connsiteX6" fmla="*/ 20764 w 131968"/>
                  <a:gd name="connsiteY6" fmla="*/ 164198 h 183808"/>
                  <a:gd name="connsiteX7" fmla="*/ 38259 w 131968"/>
                  <a:gd name="connsiteY7" fmla="*/ 169236 h 183808"/>
                  <a:gd name="connsiteX8" fmla="*/ 93709 w 131968"/>
                  <a:gd name="connsiteY8" fmla="*/ 169236 h 183808"/>
                  <a:gd name="connsiteX9" fmla="*/ 111750 w 131968"/>
                  <a:gd name="connsiteY9" fmla="*/ 163959 h 183808"/>
                  <a:gd name="connsiteX10" fmla="*/ 116350 w 131968"/>
                  <a:gd name="connsiteY10" fmla="*/ 135233 h 183808"/>
                  <a:gd name="connsiteX11" fmla="*/ 112294 w 131968"/>
                  <a:gd name="connsiteY11" fmla="*/ 109386 h 183808"/>
                  <a:gd name="connsiteX12" fmla="*/ 92196 w 131968"/>
                  <a:gd name="connsiteY12" fmla="*/ 103509 h 183808"/>
                  <a:gd name="connsiteX13" fmla="*/ 38804 w 131968"/>
                  <a:gd name="connsiteY13" fmla="*/ 97452 h 183808"/>
                  <a:gd name="connsiteX14" fmla="*/ 11139 w 131968"/>
                  <a:gd name="connsiteY14" fmla="*/ 85877 h 183808"/>
                  <a:gd name="connsiteX15" fmla="*/ 2603 w 131968"/>
                  <a:gd name="connsiteY15" fmla="*/ 48276 h 183808"/>
                  <a:gd name="connsiteX16" fmla="*/ 13137 w 131968"/>
                  <a:gd name="connsiteY16" fmla="*/ 7856 h 183808"/>
                  <a:gd name="connsiteX17" fmla="*/ 38925 w 131968"/>
                  <a:gd name="connsiteY17" fmla="*/ 0 h 183808"/>
                  <a:gd name="connsiteX18" fmla="*/ 92741 w 131968"/>
                  <a:gd name="connsiteY18" fmla="*/ 0 h 183808"/>
                  <a:gd name="connsiteX19" fmla="*/ 118711 w 131968"/>
                  <a:gd name="connsiteY19" fmla="*/ 7376 h 183808"/>
                  <a:gd name="connsiteX20" fmla="*/ 128154 w 131968"/>
                  <a:gd name="connsiteY20" fmla="*/ 51994 h 183808"/>
                  <a:gd name="connsiteX21" fmla="*/ 113383 w 131968"/>
                  <a:gd name="connsiteY21" fmla="*/ 51994 h 183808"/>
                  <a:gd name="connsiteX22" fmla="*/ 107269 w 131968"/>
                  <a:gd name="connsiteY22" fmla="*/ 19550 h 183808"/>
                  <a:gd name="connsiteX23" fmla="*/ 89775 w 131968"/>
                  <a:gd name="connsiteY23" fmla="*/ 14573 h 183808"/>
                  <a:gd name="connsiteX24" fmla="*/ 42375 w 131968"/>
                  <a:gd name="connsiteY24" fmla="*/ 14573 h 183808"/>
                  <a:gd name="connsiteX25" fmla="*/ 24335 w 131968"/>
                  <a:gd name="connsiteY25" fmla="*/ 19790 h 183808"/>
                  <a:gd name="connsiteX26" fmla="*/ 17919 w 131968"/>
                  <a:gd name="connsiteY26" fmla="*/ 48036 h 183808"/>
                  <a:gd name="connsiteX27" fmla="*/ 23730 w 131968"/>
                  <a:gd name="connsiteY27" fmla="*/ 76162 h 183808"/>
                  <a:gd name="connsiteX28" fmla="*/ 43949 w 131968"/>
                  <a:gd name="connsiteY28" fmla="*/ 81859 h 183808"/>
                  <a:gd name="connsiteX29" fmla="*/ 95647 w 131968"/>
                  <a:gd name="connsiteY29" fmla="*/ 87137 h 183808"/>
                  <a:gd name="connsiteX30" fmla="*/ 123251 w 131968"/>
                  <a:gd name="connsiteY30" fmla="*/ 96072 h 183808"/>
                  <a:gd name="connsiteX31" fmla="*/ 131968 w 131968"/>
                  <a:gd name="connsiteY31" fmla="*/ 135233 h 183808"/>
                  <a:gd name="connsiteX32" fmla="*/ 121072 w 131968"/>
                  <a:gd name="connsiteY32" fmla="*/ 175893 h 183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31968" h="183808">
                    <a:moveTo>
                      <a:pt x="121072" y="175953"/>
                    </a:moveTo>
                    <a:cubicBezTo>
                      <a:pt x="116290" y="180990"/>
                      <a:pt x="108904" y="183809"/>
                      <a:pt x="95102" y="183809"/>
                    </a:cubicBezTo>
                    <a:lnTo>
                      <a:pt x="35474" y="183809"/>
                    </a:lnTo>
                    <a:cubicBezTo>
                      <a:pt x="22277" y="183809"/>
                      <a:pt x="15134" y="181710"/>
                      <a:pt x="9565" y="176492"/>
                    </a:cubicBezTo>
                    <a:cubicBezTo>
                      <a:pt x="2966" y="169596"/>
                      <a:pt x="0" y="163599"/>
                      <a:pt x="0" y="130255"/>
                    </a:cubicBezTo>
                    <a:lnTo>
                      <a:pt x="14589" y="130255"/>
                    </a:lnTo>
                    <a:cubicBezTo>
                      <a:pt x="14892" y="158621"/>
                      <a:pt x="16769" y="160240"/>
                      <a:pt x="20764" y="164198"/>
                    </a:cubicBezTo>
                    <a:cubicBezTo>
                      <a:pt x="24457" y="167917"/>
                      <a:pt x="29239" y="169236"/>
                      <a:pt x="38259" y="169236"/>
                    </a:cubicBezTo>
                    <a:lnTo>
                      <a:pt x="93709" y="169236"/>
                    </a:lnTo>
                    <a:cubicBezTo>
                      <a:pt x="103274" y="169236"/>
                      <a:pt x="108056" y="167677"/>
                      <a:pt x="111750" y="163959"/>
                    </a:cubicBezTo>
                    <a:cubicBezTo>
                      <a:pt x="116229" y="159761"/>
                      <a:pt x="116350" y="154663"/>
                      <a:pt x="116350" y="135233"/>
                    </a:cubicBezTo>
                    <a:cubicBezTo>
                      <a:pt x="116350" y="115802"/>
                      <a:pt x="117077" y="114123"/>
                      <a:pt x="112294" y="109386"/>
                    </a:cubicBezTo>
                    <a:cubicBezTo>
                      <a:pt x="108843" y="105967"/>
                      <a:pt x="104848" y="105368"/>
                      <a:pt x="92196" y="103509"/>
                    </a:cubicBezTo>
                    <a:lnTo>
                      <a:pt x="38804" y="97452"/>
                    </a:lnTo>
                    <a:cubicBezTo>
                      <a:pt x="22640" y="95772"/>
                      <a:pt x="15860" y="90555"/>
                      <a:pt x="11139" y="85877"/>
                    </a:cubicBezTo>
                    <a:cubicBezTo>
                      <a:pt x="5267" y="80000"/>
                      <a:pt x="2603" y="71664"/>
                      <a:pt x="2603" y="48276"/>
                    </a:cubicBezTo>
                    <a:cubicBezTo>
                      <a:pt x="2603" y="26747"/>
                      <a:pt x="5570" y="15472"/>
                      <a:pt x="13137" y="7856"/>
                    </a:cubicBezTo>
                    <a:cubicBezTo>
                      <a:pt x="18282" y="2879"/>
                      <a:pt x="25425" y="0"/>
                      <a:pt x="38925" y="0"/>
                    </a:cubicBezTo>
                    <a:lnTo>
                      <a:pt x="92741" y="0"/>
                    </a:lnTo>
                    <a:cubicBezTo>
                      <a:pt x="105998" y="0"/>
                      <a:pt x="113202" y="2099"/>
                      <a:pt x="118711" y="7376"/>
                    </a:cubicBezTo>
                    <a:cubicBezTo>
                      <a:pt x="125854" y="14693"/>
                      <a:pt x="127973" y="22069"/>
                      <a:pt x="128154" y="51994"/>
                    </a:cubicBezTo>
                    <a:lnTo>
                      <a:pt x="113383" y="51994"/>
                    </a:lnTo>
                    <a:cubicBezTo>
                      <a:pt x="113081" y="27047"/>
                      <a:pt x="111568" y="23748"/>
                      <a:pt x="107269" y="19550"/>
                    </a:cubicBezTo>
                    <a:cubicBezTo>
                      <a:pt x="103516" y="15892"/>
                      <a:pt x="98795" y="14573"/>
                      <a:pt x="89775" y="14573"/>
                    </a:cubicBezTo>
                    <a:lnTo>
                      <a:pt x="42375" y="14573"/>
                    </a:lnTo>
                    <a:cubicBezTo>
                      <a:pt x="32750" y="14573"/>
                      <a:pt x="28028" y="16192"/>
                      <a:pt x="24335" y="19790"/>
                    </a:cubicBezTo>
                    <a:cubicBezTo>
                      <a:pt x="19492" y="24528"/>
                      <a:pt x="17919" y="30645"/>
                      <a:pt x="17919" y="48036"/>
                    </a:cubicBezTo>
                    <a:cubicBezTo>
                      <a:pt x="17919" y="67227"/>
                      <a:pt x="19492" y="71904"/>
                      <a:pt x="23730" y="76162"/>
                    </a:cubicBezTo>
                    <a:cubicBezTo>
                      <a:pt x="27180" y="79520"/>
                      <a:pt x="31781" y="80240"/>
                      <a:pt x="43949" y="81859"/>
                    </a:cubicBezTo>
                    <a:lnTo>
                      <a:pt x="95647" y="87137"/>
                    </a:lnTo>
                    <a:cubicBezTo>
                      <a:pt x="110720" y="88696"/>
                      <a:pt x="118408" y="91335"/>
                      <a:pt x="123251" y="96072"/>
                    </a:cubicBezTo>
                    <a:cubicBezTo>
                      <a:pt x="129304" y="102129"/>
                      <a:pt x="131968" y="111305"/>
                      <a:pt x="131968" y="135233"/>
                    </a:cubicBezTo>
                    <a:cubicBezTo>
                      <a:pt x="131968" y="159161"/>
                      <a:pt x="128517" y="168516"/>
                      <a:pt x="121072" y="175893"/>
                    </a:cubicBez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 233">
                <a:extLst>
                  <a:ext uri="{FF2B5EF4-FFF2-40B4-BE49-F238E27FC236}">
                    <a16:creationId xmlns:a16="http://schemas.microsoft.com/office/drawing/2014/main" id="{6E00AFA5-9142-DBB3-0B22-84B86E98654E}"/>
                  </a:ext>
                </a:extLst>
              </p:cNvPr>
              <p:cNvSpPr/>
              <p:nvPr/>
            </p:nvSpPr>
            <p:spPr>
              <a:xfrm>
                <a:off x="10937873" y="377077"/>
                <a:ext cx="174584" cy="183688"/>
              </a:xfrm>
              <a:custGeom>
                <a:avLst/>
                <a:gdLst>
                  <a:gd name="connsiteX0" fmla="*/ 110417 w 174584"/>
                  <a:gd name="connsiteY0" fmla="*/ 0 h 183688"/>
                  <a:gd name="connsiteX1" fmla="*/ 110417 w 174584"/>
                  <a:gd name="connsiteY1" fmla="*/ 14573 h 183688"/>
                  <a:gd name="connsiteX2" fmla="*/ 137053 w 174584"/>
                  <a:gd name="connsiteY2" fmla="*/ 14573 h 183688"/>
                  <a:gd name="connsiteX3" fmla="*/ 88503 w 174584"/>
                  <a:gd name="connsiteY3" fmla="*/ 93673 h 183688"/>
                  <a:gd name="connsiteX4" fmla="*/ 87171 w 174584"/>
                  <a:gd name="connsiteY4" fmla="*/ 93673 h 183688"/>
                  <a:gd name="connsiteX5" fmla="*/ 39227 w 174584"/>
                  <a:gd name="connsiteY5" fmla="*/ 14573 h 183688"/>
                  <a:gd name="connsiteX6" fmla="*/ 65983 w 174584"/>
                  <a:gd name="connsiteY6" fmla="*/ 14573 h 183688"/>
                  <a:gd name="connsiteX7" fmla="*/ 65983 w 174584"/>
                  <a:gd name="connsiteY7" fmla="*/ 0 h 183688"/>
                  <a:gd name="connsiteX8" fmla="*/ 0 w 174584"/>
                  <a:gd name="connsiteY8" fmla="*/ 0 h 183688"/>
                  <a:gd name="connsiteX9" fmla="*/ 0 w 174584"/>
                  <a:gd name="connsiteY9" fmla="*/ 14573 h 183688"/>
                  <a:gd name="connsiteX10" fmla="*/ 21369 w 174584"/>
                  <a:gd name="connsiteY10" fmla="*/ 14573 h 183688"/>
                  <a:gd name="connsiteX11" fmla="*/ 80028 w 174584"/>
                  <a:gd name="connsiteY11" fmla="*/ 106267 h 183688"/>
                  <a:gd name="connsiteX12" fmla="*/ 80028 w 174584"/>
                  <a:gd name="connsiteY12" fmla="*/ 169116 h 183688"/>
                  <a:gd name="connsiteX13" fmla="*/ 52484 w 174584"/>
                  <a:gd name="connsiteY13" fmla="*/ 169116 h 183688"/>
                  <a:gd name="connsiteX14" fmla="*/ 52484 w 174584"/>
                  <a:gd name="connsiteY14" fmla="*/ 183689 h 183688"/>
                  <a:gd name="connsiteX15" fmla="*/ 121859 w 174584"/>
                  <a:gd name="connsiteY15" fmla="*/ 183689 h 183688"/>
                  <a:gd name="connsiteX16" fmla="*/ 121859 w 174584"/>
                  <a:gd name="connsiteY16" fmla="*/ 169116 h 183688"/>
                  <a:gd name="connsiteX17" fmla="*/ 94678 w 174584"/>
                  <a:gd name="connsiteY17" fmla="*/ 169116 h 183688"/>
                  <a:gd name="connsiteX18" fmla="*/ 94678 w 174584"/>
                  <a:gd name="connsiteY18" fmla="*/ 105967 h 183688"/>
                  <a:gd name="connsiteX19" fmla="*/ 152489 w 174584"/>
                  <a:gd name="connsiteY19" fmla="*/ 14573 h 183688"/>
                  <a:gd name="connsiteX20" fmla="*/ 174585 w 174584"/>
                  <a:gd name="connsiteY20" fmla="*/ 14573 h 183688"/>
                  <a:gd name="connsiteX21" fmla="*/ 174585 w 174584"/>
                  <a:gd name="connsiteY21" fmla="*/ 0 h 183688"/>
                  <a:gd name="connsiteX22" fmla="*/ 110417 w 174584"/>
                  <a:gd name="connsiteY2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74584" h="183688">
                    <a:moveTo>
                      <a:pt x="110417" y="0"/>
                    </a:moveTo>
                    <a:lnTo>
                      <a:pt x="110417" y="14573"/>
                    </a:lnTo>
                    <a:lnTo>
                      <a:pt x="137053" y="14573"/>
                    </a:lnTo>
                    <a:lnTo>
                      <a:pt x="88503" y="93673"/>
                    </a:lnTo>
                    <a:lnTo>
                      <a:pt x="87171" y="93673"/>
                    </a:lnTo>
                    <a:lnTo>
                      <a:pt x="39227" y="14573"/>
                    </a:lnTo>
                    <a:lnTo>
                      <a:pt x="65983" y="14573"/>
                    </a:lnTo>
                    <a:lnTo>
                      <a:pt x="65983" y="0"/>
                    </a:lnTo>
                    <a:lnTo>
                      <a:pt x="0" y="0"/>
                    </a:lnTo>
                    <a:lnTo>
                      <a:pt x="0" y="14573"/>
                    </a:lnTo>
                    <a:lnTo>
                      <a:pt x="21369" y="14573"/>
                    </a:lnTo>
                    <a:lnTo>
                      <a:pt x="80028" y="106267"/>
                    </a:lnTo>
                    <a:lnTo>
                      <a:pt x="80028" y="169116"/>
                    </a:lnTo>
                    <a:lnTo>
                      <a:pt x="52484" y="169116"/>
                    </a:lnTo>
                    <a:lnTo>
                      <a:pt x="52484" y="183689"/>
                    </a:lnTo>
                    <a:lnTo>
                      <a:pt x="121859" y="183689"/>
                    </a:lnTo>
                    <a:lnTo>
                      <a:pt x="121859" y="169116"/>
                    </a:lnTo>
                    <a:lnTo>
                      <a:pt x="94678" y="169116"/>
                    </a:lnTo>
                    <a:lnTo>
                      <a:pt x="94678" y="105967"/>
                    </a:lnTo>
                    <a:lnTo>
                      <a:pt x="152489" y="14573"/>
                    </a:lnTo>
                    <a:lnTo>
                      <a:pt x="174585" y="14573"/>
                    </a:lnTo>
                    <a:lnTo>
                      <a:pt x="174585" y="0"/>
                    </a:lnTo>
                    <a:lnTo>
                      <a:pt x="110417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 234">
                <a:extLst>
                  <a:ext uri="{FF2B5EF4-FFF2-40B4-BE49-F238E27FC236}">
                    <a16:creationId xmlns:a16="http://schemas.microsoft.com/office/drawing/2014/main" id="{6DF3953E-3881-075C-20B7-743359A0FE93}"/>
                  </a:ext>
                </a:extLst>
              </p:cNvPr>
              <p:cNvSpPr/>
              <p:nvPr/>
            </p:nvSpPr>
            <p:spPr>
              <a:xfrm>
                <a:off x="10762743" y="377077"/>
                <a:ext cx="152549" cy="183688"/>
              </a:xfrm>
              <a:custGeom>
                <a:avLst/>
                <a:gdLst>
                  <a:gd name="connsiteX0" fmla="*/ 0 w 152549"/>
                  <a:gd name="connsiteY0" fmla="*/ 0 h 183688"/>
                  <a:gd name="connsiteX1" fmla="*/ 0 w 152549"/>
                  <a:gd name="connsiteY1" fmla="*/ 48456 h 183688"/>
                  <a:gd name="connsiteX2" fmla="*/ 14650 w 152549"/>
                  <a:gd name="connsiteY2" fmla="*/ 48456 h 183688"/>
                  <a:gd name="connsiteX3" fmla="*/ 14650 w 152549"/>
                  <a:gd name="connsiteY3" fmla="*/ 11514 h 183688"/>
                  <a:gd name="connsiteX4" fmla="*/ 68950 w 152549"/>
                  <a:gd name="connsiteY4" fmla="*/ 11514 h 183688"/>
                  <a:gd name="connsiteX5" fmla="*/ 68950 w 152549"/>
                  <a:gd name="connsiteY5" fmla="*/ 169116 h 183688"/>
                  <a:gd name="connsiteX6" fmla="*/ 41527 w 152549"/>
                  <a:gd name="connsiteY6" fmla="*/ 169116 h 183688"/>
                  <a:gd name="connsiteX7" fmla="*/ 41527 w 152549"/>
                  <a:gd name="connsiteY7" fmla="*/ 183689 h 183688"/>
                  <a:gd name="connsiteX8" fmla="*/ 110902 w 152549"/>
                  <a:gd name="connsiteY8" fmla="*/ 183689 h 183688"/>
                  <a:gd name="connsiteX9" fmla="*/ 110902 w 152549"/>
                  <a:gd name="connsiteY9" fmla="*/ 169116 h 183688"/>
                  <a:gd name="connsiteX10" fmla="*/ 83600 w 152549"/>
                  <a:gd name="connsiteY10" fmla="*/ 169116 h 183688"/>
                  <a:gd name="connsiteX11" fmla="*/ 83600 w 152549"/>
                  <a:gd name="connsiteY11" fmla="*/ 11514 h 183688"/>
                  <a:gd name="connsiteX12" fmla="*/ 137840 w 152549"/>
                  <a:gd name="connsiteY12" fmla="*/ 11514 h 183688"/>
                  <a:gd name="connsiteX13" fmla="*/ 137840 w 152549"/>
                  <a:gd name="connsiteY13" fmla="*/ 48456 h 183688"/>
                  <a:gd name="connsiteX14" fmla="*/ 152550 w 152549"/>
                  <a:gd name="connsiteY14" fmla="*/ 48456 h 183688"/>
                  <a:gd name="connsiteX15" fmla="*/ 152550 w 152549"/>
                  <a:gd name="connsiteY15" fmla="*/ 0 h 183688"/>
                  <a:gd name="connsiteX16" fmla="*/ 0 w 152549"/>
                  <a:gd name="connsiteY16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2549" h="183688">
                    <a:moveTo>
                      <a:pt x="0" y="0"/>
                    </a:moveTo>
                    <a:lnTo>
                      <a:pt x="0" y="48456"/>
                    </a:lnTo>
                    <a:lnTo>
                      <a:pt x="14650" y="48456"/>
                    </a:lnTo>
                    <a:lnTo>
                      <a:pt x="14650" y="11514"/>
                    </a:lnTo>
                    <a:lnTo>
                      <a:pt x="68950" y="11514"/>
                    </a:lnTo>
                    <a:lnTo>
                      <a:pt x="68950" y="169116"/>
                    </a:lnTo>
                    <a:lnTo>
                      <a:pt x="41527" y="169116"/>
                    </a:lnTo>
                    <a:lnTo>
                      <a:pt x="41527" y="183689"/>
                    </a:lnTo>
                    <a:lnTo>
                      <a:pt x="110902" y="183689"/>
                    </a:lnTo>
                    <a:lnTo>
                      <a:pt x="110902" y="169116"/>
                    </a:lnTo>
                    <a:lnTo>
                      <a:pt x="83600" y="169116"/>
                    </a:lnTo>
                    <a:lnTo>
                      <a:pt x="83600" y="11514"/>
                    </a:lnTo>
                    <a:lnTo>
                      <a:pt x="137840" y="11514"/>
                    </a:lnTo>
                    <a:lnTo>
                      <a:pt x="137840" y="48456"/>
                    </a:lnTo>
                    <a:lnTo>
                      <a:pt x="152550" y="48456"/>
                    </a:lnTo>
                    <a:lnTo>
                      <a:pt x="1525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 235">
                <a:extLst>
                  <a:ext uri="{FF2B5EF4-FFF2-40B4-BE49-F238E27FC236}">
                    <a16:creationId xmlns:a16="http://schemas.microsoft.com/office/drawing/2014/main" id="{695A94BB-75D0-5F62-AE76-C131C6EB7692}"/>
                  </a:ext>
                </a:extLst>
              </p:cNvPr>
              <p:cNvSpPr/>
              <p:nvPr/>
            </p:nvSpPr>
            <p:spPr>
              <a:xfrm>
                <a:off x="10667460" y="377077"/>
                <a:ext cx="69132" cy="183688"/>
              </a:xfrm>
              <a:custGeom>
                <a:avLst/>
                <a:gdLst>
                  <a:gd name="connsiteX0" fmla="*/ 0 w 69132"/>
                  <a:gd name="connsiteY0" fmla="*/ 0 h 183688"/>
                  <a:gd name="connsiteX1" fmla="*/ 0 w 69132"/>
                  <a:gd name="connsiteY1" fmla="*/ 14573 h 183688"/>
                  <a:gd name="connsiteX2" fmla="*/ 27180 w 69132"/>
                  <a:gd name="connsiteY2" fmla="*/ 14573 h 183688"/>
                  <a:gd name="connsiteX3" fmla="*/ 27180 w 69132"/>
                  <a:gd name="connsiteY3" fmla="*/ 169116 h 183688"/>
                  <a:gd name="connsiteX4" fmla="*/ 0 w 69132"/>
                  <a:gd name="connsiteY4" fmla="*/ 169116 h 183688"/>
                  <a:gd name="connsiteX5" fmla="*/ 0 w 69132"/>
                  <a:gd name="connsiteY5" fmla="*/ 183689 h 183688"/>
                  <a:gd name="connsiteX6" fmla="*/ 69132 w 69132"/>
                  <a:gd name="connsiteY6" fmla="*/ 183689 h 183688"/>
                  <a:gd name="connsiteX7" fmla="*/ 69132 w 69132"/>
                  <a:gd name="connsiteY7" fmla="*/ 169116 h 183688"/>
                  <a:gd name="connsiteX8" fmla="*/ 42133 w 69132"/>
                  <a:gd name="connsiteY8" fmla="*/ 169116 h 183688"/>
                  <a:gd name="connsiteX9" fmla="*/ 42133 w 69132"/>
                  <a:gd name="connsiteY9" fmla="*/ 14573 h 183688"/>
                  <a:gd name="connsiteX10" fmla="*/ 69132 w 69132"/>
                  <a:gd name="connsiteY10" fmla="*/ 14573 h 183688"/>
                  <a:gd name="connsiteX11" fmla="*/ 69132 w 69132"/>
                  <a:gd name="connsiteY11" fmla="*/ 0 h 183688"/>
                  <a:gd name="connsiteX12" fmla="*/ 0 w 69132"/>
                  <a:gd name="connsiteY12" fmla="*/ 0 h 18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132" h="183688">
                    <a:moveTo>
                      <a:pt x="0" y="0"/>
                    </a:moveTo>
                    <a:lnTo>
                      <a:pt x="0" y="14573"/>
                    </a:lnTo>
                    <a:lnTo>
                      <a:pt x="27180" y="14573"/>
                    </a:lnTo>
                    <a:lnTo>
                      <a:pt x="27180" y="169116"/>
                    </a:lnTo>
                    <a:lnTo>
                      <a:pt x="0" y="169116"/>
                    </a:lnTo>
                    <a:lnTo>
                      <a:pt x="0" y="183689"/>
                    </a:lnTo>
                    <a:lnTo>
                      <a:pt x="69132" y="183689"/>
                    </a:lnTo>
                    <a:lnTo>
                      <a:pt x="69132" y="169116"/>
                    </a:lnTo>
                    <a:lnTo>
                      <a:pt x="42133" y="169116"/>
                    </a:lnTo>
                    <a:lnTo>
                      <a:pt x="42133" y="14573"/>
                    </a:lnTo>
                    <a:lnTo>
                      <a:pt x="69132" y="14573"/>
                    </a:lnTo>
                    <a:lnTo>
                      <a:pt x="6913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25059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8" name="Graphic 6">
              <a:extLst>
                <a:ext uri="{FF2B5EF4-FFF2-40B4-BE49-F238E27FC236}">
                  <a16:creationId xmlns:a16="http://schemas.microsoft.com/office/drawing/2014/main" id="{9262295C-9FFC-91AE-D685-56EDDF509DD2}"/>
                </a:ext>
              </a:extLst>
            </p:cNvPr>
            <p:cNvGrpSpPr/>
            <p:nvPr/>
          </p:nvGrpSpPr>
          <p:grpSpPr>
            <a:xfrm>
              <a:off x="231304" y="206042"/>
              <a:ext cx="1465696" cy="522615"/>
              <a:chOff x="152400" y="206042"/>
              <a:chExt cx="1166221" cy="415833"/>
            </a:xfrm>
          </p:grpSpPr>
          <p:grpSp>
            <p:nvGrpSpPr>
              <p:cNvPr id="65" name="Graphic 6">
                <a:extLst>
                  <a:ext uri="{FF2B5EF4-FFF2-40B4-BE49-F238E27FC236}">
                    <a16:creationId xmlns:a16="http://schemas.microsoft.com/office/drawing/2014/main" id="{C8E4F2F7-9BEF-7A6F-4781-690419BCFA1E}"/>
                  </a:ext>
                </a:extLst>
              </p:cNvPr>
              <p:cNvGrpSpPr/>
              <p:nvPr/>
            </p:nvGrpSpPr>
            <p:grpSpPr>
              <a:xfrm>
                <a:off x="156576" y="584634"/>
                <a:ext cx="655178" cy="37181"/>
                <a:chOff x="156576" y="584634"/>
                <a:chExt cx="655178" cy="37181"/>
              </a:xfrm>
              <a:solidFill>
                <a:srgbClr val="DF8026"/>
              </a:solidFill>
            </p:grpSpPr>
            <p:sp>
              <p:nvSpPr>
                <p:cNvPr id="81" name="Freeform 192">
                  <a:extLst>
                    <a:ext uri="{FF2B5EF4-FFF2-40B4-BE49-F238E27FC236}">
                      <a16:creationId xmlns:a16="http://schemas.microsoft.com/office/drawing/2014/main" id="{89C41C37-91C4-C7C1-EA69-ADBF31289C43}"/>
                    </a:ext>
                  </a:extLst>
                </p:cNvPr>
                <p:cNvSpPr/>
                <p:nvPr/>
              </p:nvSpPr>
              <p:spPr>
                <a:xfrm>
                  <a:off x="156576" y="584994"/>
                  <a:ext cx="34021" cy="36461"/>
                </a:xfrm>
                <a:custGeom>
                  <a:avLst/>
                  <a:gdLst>
                    <a:gd name="connsiteX0" fmla="*/ 15073 w 34021"/>
                    <a:gd name="connsiteY0" fmla="*/ 0 h 36461"/>
                    <a:gd name="connsiteX1" fmla="*/ 19008 w 34021"/>
                    <a:gd name="connsiteY1" fmla="*/ 0 h 36461"/>
                    <a:gd name="connsiteX2" fmla="*/ 34021 w 34021"/>
                    <a:gd name="connsiteY2" fmla="*/ 36462 h 36461"/>
                    <a:gd name="connsiteX3" fmla="*/ 29057 w 34021"/>
                    <a:gd name="connsiteY3" fmla="*/ 36462 h 36461"/>
                    <a:gd name="connsiteX4" fmla="*/ 24699 w 34021"/>
                    <a:gd name="connsiteY4" fmla="*/ 25787 h 36461"/>
                    <a:gd name="connsiteX5" fmla="*/ 9262 w 34021"/>
                    <a:gd name="connsiteY5" fmla="*/ 25787 h 36461"/>
                    <a:gd name="connsiteX6" fmla="*/ 4964 w 34021"/>
                    <a:gd name="connsiteY6" fmla="*/ 36462 h 36461"/>
                    <a:gd name="connsiteX7" fmla="*/ 0 w 34021"/>
                    <a:gd name="connsiteY7" fmla="*/ 36462 h 36461"/>
                    <a:gd name="connsiteX8" fmla="*/ 15073 w 34021"/>
                    <a:gd name="connsiteY8" fmla="*/ 0 h 36461"/>
                    <a:gd name="connsiteX9" fmla="*/ 23669 w 34021"/>
                    <a:gd name="connsiteY9" fmla="*/ 22189 h 36461"/>
                    <a:gd name="connsiteX10" fmla="*/ 17011 w 34021"/>
                    <a:gd name="connsiteY10" fmla="*/ 5337 h 36461"/>
                    <a:gd name="connsiteX11" fmla="*/ 10170 w 34021"/>
                    <a:gd name="connsiteY11" fmla="*/ 22189 h 36461"/>
                    <a:gd name="connsiteX12" fmla="*/ 23669 w 34021"/>
                    <a:gd name="connsiteY12" fmla="*/ 22189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4021" h="36461">
                      <a:moveTo>
                        <a:pt x="15073" y="0"/>
                      </a:moveTo>
                      <a:lnTo>
                        <a:pt x="19008" y="0"/>
                      </a:lnTo>
                      <a:lnTo>
                        <a:pt x="34021" y="36462"/>
                      </a:lnTo>
                      <a:lnTo>
                        <a:pt x="29057" y="36462"/>
                      </a:lnTo>
                      <a:lnTo>
                        <a:pt x="24699" y="25787"/>
                      </a:lnTo>
                      <a:lnTo>
                        <a:pt x="9262" y="25787"/>
                      </a:lnTo>
                      <a:lnTo>
                        <a:pt x="4964" y="36462"/>
                      </a:lnTo>
                      <a:lnTo>
                        <a:pt x="0" y="36462"/>
                      </a:lnTo>
                      <a:lnTo>
                        <a:pt x="15073" y="0"/>
                      </a:lnTo>
                      <a:close/>
                      <a:moveTo>
                        <a:pt x="23669" y="22189"/>
                      </a:moveTo>
                      <a:lnTo>
                        <a:pt x="17011" y="5337"/>
                      </a:lnTo>
                      <a:lnTo>
                        <a:pt x="10170" y="22189"/>
                      </a:lnTo>
                      <a:lnTo>
                        <a:pt x="23669" y="22189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" name="Freeform 193">
                  <a:extLst>
                    <a:ext uri="{FF2B5EF4-FFF2-40B4-BE49-F238E27FC236}">
                      <a16:creationId xmlns:a16="http://schemas.microsoft.com/office/drawing/2014/main" id="{9FFC0258-9DE5-29B7-818B-487659FAEDDC}"/>
                    </a:ext>
                  </a:extLst>
                </p:cNvPr>
                <p:cNvSpPr/>
                <p:nvPr/>
              </p:nvSpPr>
              <p:spPr>
                <a:xfrm>
                  <a:off x="191687" y="584754"/>
                  <a:ext cx="31902" cy="36941"/>
                </a:xfrm>
                <a:custGeom>
                  <a:avLst/>
                  <a:gdLst>
                    <a:gd name="connsiteX0" fmla="*/ 121 w 31902"/>
                    <a:gd name="connsiteY0" fmla="*/ 18231 h 36941"/>
                    <a:gd name="connsiteX1" fmla="*/ 1271 w 31902"/>
                    <a:gd name="connsiteY1" fmla="*/ 11694 h 36941"/>
                    <a:gd name="connsiteX2" fmla="*/ 4722 w 31902"/>
                    <a:gd name="connsiteY2" fmla="*/ 5817 h 36941"/>
                    <a:gd name="connsiteX3" fmla="*/ 10231 w 31902"/>
                    <a:gd name="connsiteY3" fmla="*/ 1619 h 36941"/>
                    <a:gd name="connsiteX4" fmla="*/ 17616 w 31902"/>
                    <a:gd name="connsiteY4" fmla="*/ 0 h 36941"/>
                    <a:gd name="connsiteX5" fmla="*/ 26091 w 31902"/>
                    <a:gd name="connsiteY5" fmla="*/ 2219 h 36941"/>
                    <a:gd name="connsiteX6" fmla="*/ 31358 w 31902"/>
                    <a:gd name="connsiteY6" fmla="*/ 7976 h 36941"/>
                    <a:gd name="connsiteX7" fmla="*/ 27665 w 31902"/>
                    <a:gd name="connsiteY7" fmla="*/ 10315 h 36941"/>
                    <a:gd name="connsiteX8" fmla="*/ 25667 w 31902"/>
                    <a:gd name="connsiteY8" fmla="*/ 7376 h 36941"/>
                    <a:gd name="connsiteX9" fmla="*/ 23125 w 31902"/>
                    <a:gd name="connsiteY9" fmla="*/ 5457 h 36941"/>
                    <a:gd name="connsiteX10" fmla="*/ 20279 w 31902"/>
                    <a:gd name="connsiteY10" fmla="*/ 4438 h 36941"/>
                    <a:gd name="connsiteX11" fmla="*/ 17434 w 31902"/>
                    <a:gd name="connsiteY11" fmla="*/ 4138 h 36941"/>
                    <a:gd name="connsiteX12" fmla="*/ 11986 w 31902"/>
                    <a:gd name="connsiteY12" fmla="*/ 5397 h 36941"/>
                    <a:gd name="connsiteX13" fmla="*/ 7991 w 31902"/>
                    <a:gd name="connsiteY13" fmla="*/ 8696 h 36941"/>
                    <a:gd name="connsiteX14" fmla="*/ 5569 w 31902"/>
                    <a:gd name="connsiteY14" fmla="*/ 13253 h 36941"/>
                    <a:gd name="connsiteX15" fmla="*/ 4782 w 31902"/>
                    <a:gd name="connsiteY15" fmla="*/ 18351 h 36941"/>
                    <a:gd name="connsiteX16" fmla="*/ 5751 w 31902"/>
                    <a:gd name="connsiteY16" fmla="*/ 23808 h 36941"/>
                    <a:gd name="connsiteX17" fmla="*/ 8414 w 31902"/>
                    <a:gd name="connsiteY17" fmla="*/ 28426 h 36941"/>
                    <a:gd name="connsiteX18" fmla="*/ 12470 w 31902"/>
                    <a:gd name="connsiteY18" fmla="*/ 31604 h 36941"/>
                    <a:gd name="connsiteX19" fmla="*/ 17555 w 31902"/>
                    <a:gd name="connsiteY19" fmla="*/ 32804 h 36941"/>
                    <a:gd name="connsiteX20" fmla="*/ 20522 w 31902"/>
                    <a:gd name="connsiteY20" fmla="*/ 32444 h 36941"/>
                    <a:gd name="connsiteX21" fmla="*/ 23427 w 31902"/>
                    <a:gd name="connsiteY21" fmla="*/ 31304 h 36941"/>
                    <a:gd name="connsiteX22" fmla="*/ 26030 w 31902"/>
                    <a:gd name="connsiteY22" fmla="*/ 29325 h 36941"/>
                    <a:gd name="connsiteX23" fmla="*/ 28028 w 31902"/>
                    <a:gd name="connsiteY23" fmla="*/ 26447 h 36941"/>
                    <a:gd name="connsiteX24" fmla="*/ 31902 w 31902"/>
                    <a:gd name="connsiteY24" fmla="*/ 28546 h 36941"/>
                    <a:gd name="connsiteX25" fmla="*/ 29420 w 31902"/>
                    <a:gd name="connsiteY25" fmla="*/ 32144 h 36941"/>
                    <a:gd name="connsiteX26" fmla="*/ 25849 w 31902"/>
                    <a:gd name="connsiteY26" fmla="*/ 34783 h 36941"/>
                    <a:gd name="connsiteX27" fmla="*/ 21611 w 31902"/>
                    <a:gd name="connsiteY27" fmla="*/ 36402 h 36941"/>
                    <a:gd name="connsiteX28" fmla="*/ 17253 w 31902"/>
                    <a:gd name="connsiteY28" fmla="*/ 36942 h 36941"/>
                    <a:gd name="connsiteX29" fmla="*/ 10291 w 31902"/>
                    <a:gd name="connsiteY29" fmla="*/ 35322 h 36941"/>
                    <a:gd name="connsiteX30" fmla="*/ 4843 w 31902"/>
                    <a:gd name="connsiteY30" fmla="*/ 31065 h 36941"/>
                    <a:gd name="connsiteX31" fmla="*/ 1271 w 31902"/>
                    <a:gd name="connsiteY31" fmla="*/ 25068 h 36941"/>
                    <a:gd name="connsiteX32" fmla="*/ 0 w 31902"/>
                    <a:gd name="connsiteY32" fmla="*/ 18231 h 36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1902" h="36941">
                      <a:moveTo>
                        <a:pt x="121" y="18231"/>
                      </a:moveTo>
                      <a:cubicBezTo>
                        <a:pt x="121" y="16012"/>
                        <a:pt x="484" y="13853"/>
                        <a:pt x="1271" y="11694"/>
                      </a:cubicBezTo>
                      <a:cubicBezTo>
                        <a:pt x="2058" y="9535"/>
                        <a:pt x="3208" y="7556"/>
                        <a:pt x="4722" y="5817"/>
                      </a:cubicBezTo>
                      <a:cubicBezTo>
                        <a:pt x="6235" y="4078"/>
                        <a:pt x="8051" y="2699"/>
                        <a:pt x="10231" y="1619"/>
                      </a:cubicBezTo>
                      <a:cubicBezTo>
                        <a:pt x="12410" y="540"/>
                        <a:pt x="14892" y="0"/>
                        <a:pt x="17616" y="0"/>
                      </a:cubicBezTo>
                      <a:cubicBezTo>
                        <a:pt x="20885" y="0"/>
                        <a:pt x="23730" y="720"/>
                        <a:pt x="26091" y="2219"/>
                      </a:cubicBezTo>
                      <a:cubicBezTo>
                        <a:pt x="28452" y="3718"/>
                        <a:pt x="30207" y="5637"/>
                        <a:pt x="31358" y="7976"/>
                      </a:cubicBezTo>
                      <a:lnTo>
                        <a:pt x="27665" y="10315"/>
                      </a:lnTo>
                      <a:cubicBezTo>
                        <a:pt x="27120" y="9175"/>
                        <a:pt x="26454" y="8156"/>
                        <a:pt x="25667" y="7376"/>
                      </a:cubicBezTo>
                      <a:cubicBezTo>
                        <a:pt x="24880" y="6597"/>
                        <a:pt x="24033" y="5937"/>
                        <a:pt x="23125" y="5457"/>
                      </a:cubicBezTo>
                      <a:cubicBezTo>
                        <a:pt x="22217" y="4978"/>
                        <a:pt x="21248" y="4618"/>
                        <a:pt x="20279" y="4438"/>
                      </a:cubicBezTo>
                      <a:cubicBezTo>
                        <a:pt x="19311" y="4258"/>
                        <a:pt x="18342" y="4138"/>
                        <a:pt x="17434" y="4138"/>
                      </a:cubicBezTo>
                      <a:cubicBezTo>
                        <a:pt x="15376" y="4138"/>
                        <a:pt x="13560" y="4558"/>
                        <a:pt x="11986" y="5397"/>
                      </a:cubicBezTo>
                      <a:cubicBezTo>
                        <a:pt x="10412" y="6237"/>
                        <a:pt x="9080" y="7316"/>
                        <a:pt x="7991" y="8696"/>
                      </a:cubicBezTo>
                      <a:cubicBezTo>
                        <a:pt x="6901" y="10075"/>
                        <a:pt x="6114" y="11574"/>
                        <a:pt x="5569" y="13253"/>
                      </a:cubicBezTo>
                      <a:cubicBezTo>
                        <a:pt x="5024" y="14933"/>
                        <a:pt x="4782" y="16672"/>
                        <a:pt x="4782" y="18351"/>
                      </a:cubicBezTo>
                      <a:cubicBezTo>
                        <a:pt x="4782" y="20270"/>
                        <a:pt x="5085" y="22069"/>
                        <a:pt x="5751" y="23808"/>
                      </a:cubicBezTo>
                      <a:cubicBezTo>
                        <a:pt x="6417" y="25547"/>
                        <a:pt x="7264" y="27047"/>
                        <a:pt x="8414" y="28426"/>
                      </a:cubicBezTo>
                      <a:cubicBezTo>
                        <a:pt x="9565" y="29745"/>
                        <a:pt x="10896" y="30825"/>
                        <a:pt x="12470" y="31604"/>
                      </a:cubicBezTo>
                      <a:cubicBezTo>
                        <a:pt x="14044" y="32384"/>
                        <a:pt x="15739" y="32804"/>
                        <a:pt x="17555" y="32804"/>
                      </a:cubicBezTo>
                      <a:cubicBezTo>
                        <a:pt x="18524" y="32804"/>
                        <a:pt x="19493" y="32684"/>
                        <a:pt x="20522" y="32444"/>
                      </a:cubicBezTo>
                      <a:cubicBezTo>
                        <a:pt x="21551" y="32204"/>
                        <a:pt x="22519" y="31844"/>
                        <a:pt x="23427" y="31304"/>
                      </a:cubicBezTo>
                      <a:cubicBezTo>
                        <a:pt x="24335" y="30765"/>
                        <a:pt x="25243" y="30105"/>
                        <a:pt x="26030" y="29325"/>
                      </a:cubicBezTo>
                      <a:cubicBezTo>
                        <a:pt x="26817" y="28546"/>
                        <a:pt x="27483" y="27526"/>
                        <a:pt x="28028" y="26447"/>
                      </a:cubicBezTo>
                      <a:lnTo>
                        <a:pt x="31902" y="28546"/>
                      </a:lnTo>
                      <a:cubicBezTo>
                        <a:pt x="31297" y="29925"/>
                        <a:pt x="30510" y="31125"/>
                        <a:pt x="29420" y="32144"/>
                      </a:cubicBezTo>
                      <a:cubicBezTo>
                        <a:pt x="28391" y="33164"/>
                        <a:pt x="27181" y="34063"/>
                        <a:pt x="25849" y="34783"/>
                      </a:cubicBezTo>
                      <a:cubicBezTo>
                        <a:pt x="24517" y="35502"/>
                        <a:pt x="23125" y="36042"/>
                        <a:pt x="21611" y="36402"/>
                      </a:cubicBezTo>
                      <a:cubicBezTo>
                        <a:pt x="20098" y="36762"/>
                        <a:pt x="18645" y="36942"/>
                        <a:pt x="17253" y="36942"/>
                      </a:cubicBezTo>
                      <a:cubicBezTo>
                        <a:pt x="14710" y="36942"/>
                        <a:pt x="12410" y="36402"/>
                        <a:pt x="10291" y="35322"/>
                      </a:cubicBezTo>
                      <a:cubicBezTo>
                        <a:pt x="8172" y="34243"/>
                        <a:pt x="6356" y="32804"/>
                        <a:pt x="4843" y="31065"/>
                      </a:cubicBezTo>
                      <a:cubicBezTo>
                        <a:pt x="3329" y="29325"/>
                        <a:pt x="2119" y="27286"/>
                        <a:pt x="1271" y="25068"/>
                      </a:cubicBezTo>
                      <a:cubicBezTo>
                        <a:pt x="424" y="22849"/>
                        <a:pt x="0" y="20570"/>
                        <a:pt x="0" y="1823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" name="Freeform 194">
                  <a:extLst>
                    <a:ext uri="{FF2B5EF4-FFF2-40B4-BE49-F238E27FC236}">
                      <a16:creationId xmlns:a16="http://schemas.microsoft.com/office/drawing/2014/main" id="{D72AF5D4-52FE-2FC9-7D2A-8FC4D53BE709}"/>
                    </a:ext>
                  </a:extLst>
                </p:cNvPr>
                <p:cNvSpPr/>
                <p:nvPr/>
              </p:nvSpPr>
              <p:spPr>
                <a:xfrm>
                  <a:off x="226616" y="584754"/>
                  <a:ext cx="31902" cy="36941"/>
                </a:xfrm>
                <a:custGeom>
                  <a:avLst/>
                  <a:gdLst>
                    <a:gd name="connsiteX0" fmla="*/ 121 w 31902"/>
                    <a:gd name="connsiteY0" fmla="*/ 18231 h 36941"/>
                    <a:gd name="connsiteX1" fmla="*/ 1271 w 31902"/>
                    <a:gd name="connsiteY1" fmla="*/ 11694 h 36941"/>
                    <a:gd name="connsiteX2" fmla="*/ 4722 w 31902"/>
                    <a:gd name="connsiteY2" fmla="*/ 5817 h 36941"/>
                    <a:gd name="connsiteX3" fmla="*/ 10231 w 31902"/>
                    <a:gd name="connsiteY3" fmla="*/ 1619 h 36941"/>
                    <a:gd name="connsiteX4" fmla="*/ 17616 w 31902"/>
                    <a:gd name="connsiteY4" fmla="*/ 0 h 36941"/>
                    <a:gd name="connsiteX5" fmla="*/ 26091 w 31902"/>
                    <a:gd name="connsiteY5" fmla="*/ 2219 h 36941"/>
                    <a:gd name="connsiteX6" fmla="*/ 31358 w 31902"/>
                    <a:gd name="connsiteY6" fmla="*/ 7976 h 36941"/>
                    <a:gd name="connsiteX7" fmla="*/ 27665 w 31902"/>
                    <a:gd name="connsiteY7" fmla="*/ 10315 h 36941"/>
                    <a:gd name="connsiteX8" fmla="*/ 25667 w 31902"/>
                    <a:gd name="connsiteY8" fmla="*/ 7376 h 36941"/>
                    <a:gd name="connsiteX9" fmla="*/ 23125 w 31902"/>
                    <a:gd name="connsiteY9" fmla="*/ 5457 h 36941"/>
                    <a:gd name="connsiteX10" fmla="*/ 20279 w 31902"/>
                    <a:gd name="connsiteY10" fmla="*/ 4438 h 36941"/>
                    <a:gd name="connsiteX11" fmla="*/ 17434 w 31902"/>
                    <a:gd name="connsiteY11" fmla="*/ 4138 h 36941"/>
                    <a:gd name="connsiteX12" fmla="*/ 11986 w 31902"/>
                    <a:gd name="connsiteY12" fmla="*/ 5397 h 36941"/>
                    <a:gd name="connsiteX13" fmla="*/ 7991 w 31902"/>
                    <a:gd name="connsiteY13" fmla="*/ 8696 h 36941"/>
                    <a:gd name="connsiteX14" fmla="*/ 5569 w 31902"/>
                    <a:gd name="connsiteY14" fmla="*/ 13253 h 36941"/>
                    <a:gd name="connsiteX15" fmla="*/ 4782 w 31902"/>
                    <a:gd name="connsiteY15" fmla="*/ 18351 h 36941"/>
                    <a:gd name="connsiteX16" fmla="*/ 5751 w 31902"/>
                    <a:gd name="connsiteY16" fmla="*/ 23808 h 36941"/>
                    <a:gd name="connsiteX17" fmla="*/ 8414 w 31902"/>
                    <a:gd name="connsiteY17" fmla="*/ 28426 h 36941"/>
                    <a:gd name="connsiteX18" fmla="*/ 12470 w 31902"/>
                    <a:gd name="connsiteY18" fmla="*/ 31604 h 36941"/>
                    <a:gd name="connsiteX19" fmla="*/ 17555 w 31902"/>
                    <a:gd name="connsiteY19" fmla="*/ 32804 h 36941"/>
                    <a:gd name="connsiteX20" fmla="*/ 20522 w 31902"/>
                    <a:gd name="connsiteY20" fmla="*/ 32444 h 36941"/>
                    <a:gd name="connsiteX21" fmla="*/ 23427 w 31902"/>
                    <a:gd name="connsiteY21" fmla="*/ 31304 h 36941"/>
                    <a:gd name="connsiteX22" fmla="*/ 26030 w 31902"/>
                    <a:gd name="connsiteY22" fmla="*/ 29325 h 36941"/>
                    <a:gd name="connsiteX23" fmla="*/ 28028 w 31902"/>
                    <a:gd name="connsiteY23" fmla="*/ 26447 h 36941"/>
                    <a:gd name="connsiteX24" fmla="*/ 31902 w 31902"/>
                    <a:gd name="connsiteY24" fmla="*/ 28546 h 36941"/>
                    <a:gd name="connsiteX25" fmla="*/ 29420 w 31902"/>
                    <a:gd name="connsiteY25" fmla="*/ 32144 h 36941"/>
                    <a:gd name="connsiteX26" fmla="*/ 25849 w 31902"/>
                    <a:gd name="connsiteY26" fmla="*/ 34783 h 36941"/>
                    <a:gd name="connsiteX27" fmla="*/ 21611 w 31902"/>
                    <a:gd name="connsiteY27" fmla="*/ 36402 h 36941"/>
                    <a:gd name="connsiteX28" fmla="*/ 17253 w 31902"/>
                    <a:gd name="connsiteY28" fmla="*/ 36942 h 36941"/>
                    <a:gd name="connsiteX29" fmla="*/ 10291 w 31902"/>
                    <a:gd name="connsiteY29" fmla="*/ 35322 h 36941"/>
                    <a:gd name="connsiteX30" fmla="*/ 4843 w 31902"/>
                    <a:gd name="connsiteY30" fmla="*/ 31065 h 36941"/>
                    <a:gd name="connsiteX31" fmla="*/ 1271 w 31902"/>
                    <a:gd name="connsiteY31" fmla="*/ 25068 h 36941"/>
                    <a:gd name="connsiteX32" fmla="*/ 0 w 31902"/>
                    <a:gd name="connsiteY32" fmla="*/ 18231 h 36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1902" h="36941">
                      <a:moveTo>
                        <a:pt x="121" y="18231"/>
                      </a:moveTo>
                      <a:cubicBezTo>
                        <a:pt x="121" y="16012"/>
                        <a:pt x="484" y="13853"/>
                        <a:pt x="1271" y="11694"/>
                      </a:cubicBezTo>
                      <a:cubicBezTo>
                        <a:pt x="2058" y="9535"/>
                        <a:pt x="3208" y="7556"/>
                        <a:pt x="4722" y="5817"/>
                      </a:cubicBezTo>
                      <a:cubicBezTo>
                        <a:pt x="6235" y="4078"/>
                        <a:pt x="8051" y="2699"/>
                        <a:pt x="10231" y="1619"/>
                      </a:cubicBezTo>
                      <a:cubicBezTo>
                        <a:pt x="12410" y="540"/>
                        <a:pt x="14892" y="0"/>
                        <a:pt x="17616" y="0"/>
                      </a:cubicBezTo>
                      <a:cubicBezTo>
                        <a:pt x="20885" y="0"/>
                        <a:pt x="23730" y="720"/>
                        <a:pt x="26091" y="2219"/>
                      </a:cubicBezTo>
                      <a:cubicBezTo>
                        <a:pt x="28452" y="3718"/>
                        <a:pt x="30207" y="5637"/>
                        <a:pt x="31358" y="7976"/>
                      </a:cubicBezTo>
                      <a:lnTo>
                        <a:pt x="27665" y="10315"/>
                      </a:lnTo>
                      <a:cubicBezTo>
                        <a:pt x="27120" y="9175"/>
                        <a:pt x="26454" y="8156"/>
                        <a:pt x="25667" y="7376"/>
                      </a:cubicBezTo>
                      <a:cubicBezTo>
                        <a:pt x="24880" y="6597"/>
                        <a:pt x="24033" y="5937"/>
                        <a:pt x="23125" y="5457"/>
                      </a:cubicBezTo>
                      <a:cubicBezTo>
                        <a:pt x="22217" y="4978"/>
                        <a:pt x="21248" y="4618"/>
                        <a:pt x="20279" y="4438"/>
                      </a:cubicBezTo>
                      <a:cubicBezTo>
                        <a:pt x="19311" y="4258"/>
                        <a:pt x="18342" y="4138"/>
                        <a:pt x="17434" y="4138"/>
                      </a:cubicBezTo>
                      <a:cubicBezTo>
                        <a:pt x="15376" y="4138"/>
                        <a:pt x="13560" y="4558"/>
                        <a:pt x="11986" y="5397"/>
                      </a:cubicBezTo>
                      <a:cubicBezTo>
                        <a:pt x="10412" y="6237"/>
                        <a:pt x="9080" y="7316"/>
                        <a:pt x="7991" y="8696"/>
                      </a:cubicBezTo>
                      <a:cubicBezTo>
                        <a:pt x="6901" y="10075"/>
                        <a:pt x="6114" y="11574"/>
                        <a:pt x="5569" y="13253"/>
                      </a:cubicBezTo>
                      <a:cubicBezTo>
                        <a:pt x="5024" y="14933"/>
                        <a:pt x="4782" y="16672"/>
                        <a:pt x="4782" y="18351"/>
                      </a:cubicBezTo>
                      <a:cubicBezTo>
                        <a:pt x="4782" y="20270"/>
                        <a:pt x="5085" y="22069"/>
                        <a:pt x="5751" y="23808"/>
                      </a:cubicBezTo>
                      <a:cubicBezTo>
                        <a:pt x="6417" y="25547"/>
                        <a:pt x="7264" y="27047"/>
                        <a:pt x="8414" y="28426"/>
                      </a:cubicBezTo>
                      <a:cubicBezTo>
                        <a:pt x="9565" y="29745"/>
                        <a:pt x="10896" y="30825"/>
                        <a:pt x="12470" y="31604"/>
                      </a:cubicBezTo>
                      <a:cubicBezTo>
                        <a:pt x="14044" y="32384"/>
                        <a:pt x="15739" y="32804"/>
                        <a:pt x="17555" y="32804"/>
                      </a:cubicBezTo>
                      <a:cubicBezTo>
                        <a:pt x="18524" y="32804"/>
                        <a:pt x="19493" y="32684"/>
                        <a:pt x="20522" y="32444"/>
                      </a:cubicBezTo>
                      <a:cubicBezTo>
                        <a:pt x="21551" y="32204"/>
                        <a:pt x="22519" y="31844"/>
                        <a:pt x="23427" y="31304"/>
                      </a:cubicBezTo>
                      <a:cubicBezTo>
                        <a:pt x="24335" y="30765"/>
                        <a:pt x="25243" y="30105"/>
                        <a:pt x="26030" y="29325"/>
                      </a:cubicBezTo>
                      <a:cubicBezTo>
                        <a:pt x="26817" y="28546"/>
                        <a:pt x="27483" y="27526"/>
                        <a:pt x="28028" y="26447"/>
                      </a:cubicBezTo>
                      <a:lnTo>
                        <a:pt x="31902" y="28546"/>
                      </a:lnTo>
                      <a:cubicBezTo>
                        <a:pt x="31297" y="29925"/>
                        <a:pt x="30510" y="31125"/>
                        <a:pt x="29420" y="32144"/>
                      </a:cubicBezTo>
                      <a:cubicBezTo>
                        <a:pt x="28391" y="33164"/>
                        <a:pt x="27181" y="34063"/>
                        <a:pt x="25849" y="34783"/>
                      </a:cubicBezTo>
                      <a:cubicBezTo>
                        <a:pt x="24517" y="35502"/>
                        <a:pt x="23125" y="36042"/>
                        <a:pt x="21611" y="36402"/>
                      </a:cubicBezTo>
                      <a:cubicBezTo>
                        <a:pt x="20098" y="36762"/>
                        <a:pt x="18645" y="36942"/>
                        <a:pt x="17253" y="36942"/>
                      </a:cubicBezTo>
                      <a:cubicBezTo>
                        <a:pt x="14710" y="36942"/>
                        <a:pt x="12410" y="36402"/>
                        <a:pt x="10291" y="35322"/>
                      </a:cubicBezTo>
                      <a:cubicBezTo>
                        <a:pt x="8172" y="34243"/>
                        <a:pt x="6356" y="32804"/>
                        <a:pt x="4843" y="31065"/>
                      </a:cubicBezTo>
                      <a:cubicBezTo>
                        <a:pt x="3329" y="29325"/>
                        <a:pt x="2119" y="27286"/>
                        <a:pt x="1271" y="25068"/>
                      </a:cubicBezTo>
                      <a:cubicBezTo>
                        <a:pt x="424" y="22849"/>
                        <a:pt x="0" y="20570"/>
                        <a:pt x="0" y="1823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" name="Freeform 195">
                  <a:extLst>
                    <a:ext uri="{FF2B5EF4-FFF2-40B4-BE49-F238E27FC236}">
                      <a16:creationId xmlns:a16="http://schemas.microsoft.com/office/drawing/2014/main" id="{DF3877D9-C7AC-A9A6-14B6-58791C9C44BD}"/>
                    </a:ext>
                  </a:extLst>
                </p:cNvPr>
                <p:cNvSpPr/>
                <p:nvPr/>
              </p:nvSpPr>
              <p:spPr>
                <a:xfrm>
                  <a:off x="264451" y="584994"/>
                  <a:ext cx="28088" cy="36521"/>
                </a:xfrm>
                <a:custGeom>
                  <a:avLst/>
                  <a:gdLst>
                    <a:gd name="connsiteX0" fmla="*/ 61 w 28088"/>
                    <a:gd name="connsiteY0" fmla="*/ 36462 h 36521"/>
                    <a:gd name="connsiteX1" fmla="*/ 61 w 28088"/>
                    <a:gd name="connsiteY1" fmla="*/ 0 h 36521"/>
                    <a:gd name="connsiteX2" fmla="*/ 15800 w 28088"/>
                    <a:gd name="connsiteY2" fmla="*/ 0 h 36521"/>
                    <a:gd name="connsiteX3" fmla="*/ 20279 w 28088"/>
                    <a:gd name="connsiteY3" fmla="*/ 1019 h 36521"/>
                    <a:gd name="connsiteX4" fmla="*/ 23791 w 28088"/>
                    <a:gd name="connsiteY4" fmla="*/ 3658 h 36521"/>
                    <a:gd name="connsiteX5" fmla="*/ 26091 w 28088"/>
                    <a:gd name="connsiteY5" fmla="*/ 7436 h 36521"/>
                    <a:gd name="connsiteX6" fmla="*/ 26938 w 28088"/>
                    <a:gd name="connsiteY6" fmla="*/ 11694 h 36521"/>
                    <a:gd name="connsiteX7" fmla="*/ 26394 w 28088"/>
                    <a:gd name="connsiteY7" fmla="*/ 15352 h 36521"/>
                    <a:gd name="connsiteX8" fmla="*/ 24820 w 28088"/>
                    <a:gd name="connsiteY8" fmla="*/ 18591 h 36521"/>
                    <a:gd name="connsiteX9" fmla="*/ 22398 w 28088"/>
                    <a:gd name="connsiteY9" fmla="*/ 21050 h 36521"/>
                    <a:gd name="connsiteX10" fmla="*/ 19190 w 28088"/>
                    <a:gd name="connsiteY10" fmla="*/ 22549 h 36521"/>
                    <a:gd name="connsiteX11" fmla="*/ 28089 w 28088"/>
                    <a:gd name="connsiteY11" fmla="*/ 36522 h 36521"/>
                    <a:gd name="connsiteX12" fmla="*/ 22822 w 28088"/>
                    <a:gd name="connsiteY12" fmla="*/ 36522 h 36521"/>
                    <a:gd name="connsiteX13" fmla="*/ 14408 w 28088"/>
                    <a:gd name="connsiteY13" fmla="*/ 23448 h 36521"/>
                    <a:gd name="connsiteX14" fmla="*/ 4661 w 28088"/>
                    <a:gd name="connsiteY14" fmla="*/ 23448 h 36521"/>
                    <a:gd name="connsiteX15" fmla="*/ 4661 w 28088"/>
                    <a:gd name="connsiteY15" fmla="*/ 36522 h 36521"/>
                    <a:gd name="connsiteX16" fmla="*/ 0 w 28088"/>
                    <a:gd name="connsiteY16" fmla="*/ 36522 h 36521"/>
                    <a:gd name="connsiteX17" fmla="*/ 4722 w 28088"/>
                    <a:gd name="connsiteY17" fmla="*/ 19310 h 36521"/>
                    <a:gd name="connsiteX18" fmla="*/ 15860 w 28088"/>
                    <a:gd name="connsiteY18" fmla="*/ 19310 h 36521"/>
                    <a:gd name="connsiteX19" fmla="*/ 18463 w 28088"/>
                    <a:gd name="connsiteY19" fmla="*/ 18711 h 36521"/>
                    <a:gd name="connsiteX20" fmla="*/ 20461 w 28088"/>
                    <a:gd name="connsiteY20" fmla="*/ 17032 h 36521"/>
                    <a:gd name="connsiteX21" fmla="*/ 21732 w 28088"/>
                    <a:gd name="connsiteY21" fmla="*/ 14573 h 36521"/>
                    <a:gd name="connsiteX22" fmla="*/ 22217 w 28088"/>
                    <a:gd name="connsiteY22" fmla="*/ 11694 h 36521"/>
                    <a:gd name="connsiteX23" fmla="*/ 21672 w 28088"/>
                    <a:gd name="connsiteY23" fmla="*/ 8816 h 36521"/>
                    <a:gd name="connsiteX24" fmla="*/ 20219 w 28088"/>
                    <a:gd name="connsiteY24" fmla="*/ 6417 h 36521"/>
                    <a:gd name="connsiteX25" fmla="*/ 18100 w 28088"/>
                    <a:gd name="connsiteY25" fmla="*/ 4798 h 36521"/>
                    <a:gd name="connsiteX26" fmla="*/ 15558 w 28088"/>
                    <a:gd name="connsiteY26" fmla="*/ 4198 h 36521"/>
                    <a:gd name="connsiteX27" fmla="*/ 4722 w 28088"/>
                    <a:gd name="connsiteY27" fmla="*/ 4198 h 36521"/>
                    <a:gd name="connsiteX28" fmla="*/ 4722 w 28088"/>
                    <a:gd name="connsiteY28" fmla="*/ 1937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8088" h="3652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5800" y="0"/>
                      </a:lnTo>
                      <a:cubicBezTo>
                        <a:pt x="17434" y="0"/>
                        <a:pt x="18887" y="360"/>
                        <a:pt x="20279" y="1019"/>
                      </a:cubicBezTo>
                      <a:cubicBezTo>
                        <a:pt x="21672" y="1679"/>
                        <a:pt x="22822" y="2579"/>
                        <a:pt x="23791" y="3658"/>
                      </a:cubicBezTo>
                      <a:cubicBezTo>
                        <a:pt x="24759" y="4798"/>
                        <a:pt x="25546" y="5997"/>
                        <a:pt x="26091" y="7436"/>
                      </a:cubicBezTo>
                      <a:cubicBezTo>
                        <a:pt x="26636" y="8816"/>
                        <a:pt x="26938" y="10255"/>
                        <a:pt x="26938" y="11694"/>
                      </a:cubicBezTo>
                      <a:cubicBezTo>
                        <a:pt x="26938" y="12954"/>
                        <a:pt x="26757" y="14213"/>
                        <a:pt x="26394" y="15352"/>
                      </a:cubicBezTo>
                      <a:cubicBezTo>
                        <a:pt x="26030" y="16552"/>
                        <a:pt x="25486" y="17631"/>
                        <a:pt x="24820" y="18591"/>
                      </a:cubicBezTo>
                      <a:cubicBezTo>
                        <a:pt x="24154" y="19550"/>
                        <a:pt x="23306" y="20390"/>
                        <a:pt x="22398" y="21050"/>
                      </a:cubicBezTo>
                      <a:cubicBezTo>
                        <a:pt x="21430" y="21709"/>
                        <a:pt x="20401" y="22249"/>
                        <a:pt x="19190" y="22549"/>
                      </a:cubicBezTo>
                      <a:lnTo>
                        <a:pt x="28089" y="36522"/>
                      </a:lnTo>
                      <a:lnTo>
                        <a:pt x="22822" y="36522"/>
                      </a:lnTo>
                      <a:lnTo>
                        <a:pt x="14408" y="23448"/>
                      </a:lnTo>
                      <a:lnTo>
                        <a:pt x="4661" y="23448"/>
                      </a:lnTo>
                      <a:lnTo>
                        <a:pt x="4661" y="36522"/>
                      </a:lnTo>
                      <a:lnTo>
                        <a:pt x="0" y="36522"/>
                      </a:lnTo>
                      <a:close/>
                      <a:moveTo>
                        <a:pt x="4722" y="19310"/>
                      </a:moveTo>
                      <a:lnTo>
                        <a:pt x="15860" y="19310"/>
                      </a:lnTo>
                      <a:cubicBezTo>
                        <a:pt x="16829" y="19310"/>
                        <a:pt x="17676" y="19131"/>
                        <a:pt x="18463" y="18711"/>
                      </a:cubicBezTo>
                      <a:cubicBezTo>
                        <a:pt x="19250" y="18291"/>
                        <a:pt x="19916" y="17751"/>
                        <a:pt x="20461" y="17032"/>
                      </a:cubicBezTo>
                      <a:cubicBezTo>
                        <a:pt x="21006" y="16312"/>
                        <a:pt x="21430" y="15532"/>
                        <a:pt x="21732" y="14573"/>
                      </a:cubicBezTo>
                      <a:cubicBezTo>
                        <a:pt x="22035" y="13673"/>
                        <a:pt x="22217" y="12714"/>
                        <a:pt x="22217" y="11694"/>
                      </a:cubicBezTo>
                      <a:cubicBezTo>
                        <a:pt x="22217" y="10675"/>
                        <a:pt x="22035" y="9715"/>
                        <a:pt x="21672" y="8816"/>
                      </a:cubicBezTo>
                      <a:cubicBezTo>
                        <a:pt x="21309" y="7916"/>
                        <a:pt x="20824" y="7136"/>
                        <a:pt x="20219" y="6417"/>
                      </a:cubicBezTo>
                      <a:cubicBezTo>
                        <a:pt x="19614" y="5697"/>
                        <a:pt x="18887" y="5157"/>
                        <a:pt x="18100" y="4798"/>
                      </a:cubicBezTo>
                      <a:cubicBezTo>
                        <a:pt x="17313" y="4438"/>
                        <a:pt x="16405" y="4198"/>
                        <a:pt x="15558" y="4198"/>
                      </a:cubicBezTo>
                      <a:lnTo>
                        <a:pt x="4722" y="4198"/>
                      </a:lnTo>
                      <a:lnTo>
                        <a:pt x="4722" y="1937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 196">
                  <a:extLst>
                    <a:ext uri="{FF2B5EF4-FFF2-40B4-BE49-F238E27FC236}">
                      <a16:creationId xmlns:a16="http://schemas.microsoft.com/office/drawing/2014/main" id="{A3F6210E-53EB-D7BD-9E80-D21CC3D35539}"/>
                    </a:ext>
                  </a:extLst>
                </p:cNvPr>
                <p:cNvSpPr/>
                <p:nvPr/>
              </p:nvSpPr>
              <p:spPr>
                <a:xfrm>
                  <a:off x="298593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" name="Freeform 197">
                  <a:extLst>
                    <a:ext uri="{FF2B5EF4-FFF2-40B4-BE49-F238E27FC236}">
                      <a16:creationId xmlns:a16="http://schemas.microsoft.com/office/drawing/2014/main" id="{A34C0D42-2B25-EB74-44A3-77FA1B334191}"/>
                    </a:ext>
                  </a:extLst>
                </p:cNvPr>
                <p:cNvSpPr/>
                <p:nvPr/>
              </p:nvSpPr>
              <p:spPr>
                <a:xfrm>
                  <a:off x="329890" y="584994"/>
                  <a:ext cx="30570" cy="36461"/>
                </a:xfrm>
                <a:custGeom>
                  <a:avLst/>
                  <a:gdLst>
                    <a:gd name="connsiteX0" fmla="*/ 61 w 30570"/>
                    <a:gd name="connsiteY0" fmla="*/ 36462 h 36461"/>
                    <a:gd name="connsiteX1" fmla="*/ 61 w 30570"/>
                    <a:gd name="connsiteY1" fmla="*/ 0 h 36461"/>
                    <a:gd name="connsiteX2" fmla="*/ 12834 w 30570"/>
                    <a:gd name="connsiteY2" fmla="*/ 0 h 36461"/>
                    <a:gd name="connsiteX3" fmla="*/ 20582 w 30570"/>
                    <a:gd name="connsiteY3" fmla="*/ 1439 h 36461"/>
                    <a:gd name="connsiteX4" fmla="*/ 26151 w 30570"/>
                    <a:gd name="connsiteY4" fmla="*/ 5337 h 36461"/>
                    <a:gd name="connsiteX5" fmla="*/ 29481 w 30570"/>
                    <a:gd name="connsiteY5" fmla="*/ 11094 h 36461"/>
                    <a:gd name="connsiteX6" fmla="*/ 30571 w 30570"/>
                    <a:gd name="connsiteY6" fmla="*/ 18171 h 36461"/>
                    <a:gd name="connsiteX7" fmla="*/ 29299 w 30570"/>
                    <a:gd name="connsiteY7" fmla="*/ 25667 h 36461"/>
                    <a:gd name="connsiteX8" fmla="*/ 25728 w 30570"/>
                    <a:gd name="connsiteY8" fmla="*/ 31424 h 36461"/>
                    <a:gd name="connsiteX9" fmla="*/ 20098 w 30570"/>
                    <a:gd name="connsiteY9" fmla="*/ 35143 h 36461"/>
                    <a:gd name="connsiteX10" fmla="*/ 12773 w 30570"/>
                    <a:gd name="connsiteY10" fmla="*/ 36462 h 36461"/>
                    <a:gd name="connsiteX11" fmla="*/ 0 w 30570"/>
                    <a:gd name="connsiteY11" fmla="*/ 36462 h 36461"/>
                    <a:gd name="connsiteX12" fmla="*/ 25849 w 30570"/>
                    <a:gd name="connsiteY12" fmla="*/ 18231 h 36461"/>
                    <a:gd name="connsiteX13" fmla="*/ 25001 w 30570"/>
                    <a:gd name="connsiteY13" fmla="*/ 12534 h 36461"/>
                    <a:gd name="connsiteX14" fmla="*/ 22459 w 30570"/>
                    <a:gd name="connsiteY14" fmla="*/ 8096 h 36461"/>
                    <a:gd name="connsiteX15" fmla="*/ 18342 w 30570"/>
                    <a:gd name="connsiteY15" fmla="*/ 5217 h 36461"/>
                    <a:gd name="connsiteX16" fmla="*/ 12773 w 30570"/>
                    <a:gd name="connsiteY16" fmla="*/ 4138 h 36461"/>
                    <a:gd name="connsiteX17" fmla="*/ 4661 w 30570"/>
                    <a:gd name="connsiteY17" fmla="*/ 4138 h 36461"/>
                    <a:gd name="connsiteX18" fmla="*/ 4661 w 30570"/>
                    <a:gd name="connsiteY18" fmla="*/ 32384 h 36461"/>
                    <a:gd name="connsiteX19" fmla="*/ 12773 w 30570"/>
                    <a:gd name="connsiteY19" fmla="*/ 32384 h 36461"/>
                    <a:gd name="connsiteX20" fmla="*/ 18403 w 30570"/>
                    <a:gd name="connsiteY20" fmla="*/ 31304 h 36461"/>
                    <a:gd name="connsiteX21" fmla="*/ 22519 w 30570"/>
                    <a:gd name="connsiteY21" fmla="*/ 28306 h 36461"/>
                    <a:gd name="connsiteX22" fmla="*/ 25001 w 30570"/>
                    <a:gd name="connsiteY22" fmla="*/ 23808 h 36461"/>
                    <a:gd name="connsiteX23" fmla="*/ 25849 w 30570"/>
                    <a:gd name="connsiteY23" fmla="*/ 18171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0570" h="3646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2834" y="0"/>
                      </a:lnTo>
                      <a:cubicBezTo>
                        <a:pt x="15800" y="0"/>
                        <a:pt x="18342" y="480"/>
                        <a:pt x="20582" y="1439"/>
                      </a:cubicBezTo>
                      <a:cubicBezTo>
                        <a:pt x="22822" y="2399"/>
                        <a:pt x="24699" y="3718"/>
                        <a:pt x="26151" y="5337"/>
                      </a:cubicBezTo>
                      <a:cubicBezTo>
                        <a:pt x="27665" y="6957"/>
                        <a:pt x="28754" y="8936"/>
                        <a:pt x="29481" y="11094"/>
                      </a:cubicBezTo>
                      <a:cubicBezTo>
                        <a:pt x="30207" y="13313"/>
                        <a:pt x="30571" y="15652"/>
                        <a:pt x="30571" y="18171"/>
                      </a:cubicBezTo>
                      <a:cubicBezTo>
                        <a:pt x="30571" y="20930"/>
                        <a:pt x="30147" y="23448"/>
                        <a:pt x="29299" y="25667"/>
                      </a:cubicBezTo>
                      <a:cubicBezTo>
                        <a:pt x="28452" y="27886"/>
                        <a:pt x="27302" y="29805"/>
                        <a:pt x="25728" y="31424"/>
                      </a:cubicBezTo>
                      <a:cubicBezTo>
                        <a:pt x="24154" y="33044"/>
                        <a:pt x="22277" y="34243"/>
                        <a:pt x="20098" y="35143"/>
                      </a:cubicBezTo>
                      <a:cubicBezTo>
                        <a:pt x="17919" y="36042"/>
                        <a:pt x="15437" y="36462"/>
                        <a:pt x="12773" y="36462"/>
                      </a:cubicBezTo>
                      <a:lnTo>
                        <a:pt x="0" y="36462"/>
                      </a:lnTo>
                      <a:close/>
                      <a:moveTo>
                        <a:pt x="25849" y="18231"/>
                      </a:moveTo>
                      <a:cubicBezTo>
                        <a:pt x="25849" y="16192"/>
                        <a:pt x="25546" y="14273"/>
                        <a:pt x="25001" y="12534"/>
                      </a:cubicBezTo>
                      <a:cubicBezTo>
                        <a:pt x="24456" y="10795"/>
                        <a:pt x="23609" y="9295"/>
                        <a:pt x="22459" y="8096"/>
                      </a:cubicBezTo>
                      <a:cubicBezTo>
                        <a:pt x="21309" y="6897"/>
                        <a:pt x="19977" y="5877"/>
                        <a:pt x="18342" y="5217"/>
                      </a:cubicBezTo>
                      <a:cubicBezTo>
                        <a:pt x="16708" y="4498"/>
                        <a:pt x="14892" y="4138"/>
                        <a:pt x="12773" y="4138"/>
                      </a:cubicBezTo>
                      <a:lnTo>
                        <a:pt x="4661" y="4138"/>
                      </a:lnTo>
                      <a:lnTo>
                        <a:pt x="4661" y="32384"/>
                      </a:lnTo>
                      <a:lnTo>
                        <a:pt x="12773" y="32384"/>
                      </a:lnTo>
                      <a:cubicBezTo>
                        <a:pt x="14892" y="32384"/>
                        <a:pt x="16768" y="32024"/>
                        <a:pt x="18403" y="31304"/>
                      </a:cubicBezTo>
                      <a:cubicBezTo>
                        <a:pt x="20037" y="30585"/>
                        <a:pt x="21430" y="29565"/>
                        <a:pt x="22519" y="28306"/>
                      </a:cubicBezTo>
                      <a:cubicBezTo>
                        <a:pt x="23609" y="27047"/>
                        <a:pt x="24456" y="25547"/>
                        <a:pt x="25001" y="23808"/>
                      </a:cubicBezTo>
                      <a:cubicBezTo>
                        <a:pt x="25546" y="22069"/>
                        <a:pt x="25849" y="20210"/>
                        <a:pt x="25849" y="1817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" name="Freeform 198">
                  <a:extLst>
                    <a:ext uri="{FF2B5EF4-FFF2-40B4-BE49-F238E27FC236}">
                      <a16:creationId xmlns:a16="http://schemas.microsoft.com/office/drawing/2014/main" id="{072BB92B-7C24-5461-C03E-2A213A3FE653}"/>
                    </a:ext>
                  </a:extLst>
                </p:cNvPr>
                <p:cNvSpPr/>
                <p:nvPr/>
              </p:nvSpPr>
              <p:spPr>
                <a:xfrm>
                  <a:off x="367059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" name="Freeform 199">
                  <a:extLst>
                    <a:ext uri="{FF2B5EF4-FFF2-40B4-BE49-F238E27FC236}">
                      <a16:creationId xmlns:a16="http://schemas.microsoft.com/office/drawing/2014/main" id="{1FA82382-88E1-3DF5-1D23-3EFF50885B0F}"/>
                    </a:ext>
                  </a:extLst>
                </p:cNvPr>
                <p:cNvSpPr/>
                <p:nvPr/>
              </p:nvSpPr>
              <p:spPr>
                <a:xfrm>
                  <a:off x="377048" y="585053"/>
                  <a:ext cx="30086" cy="36461"/>
                </a:xfrm>
                <a:custGeom>
                  <a:avLst/>
                  <a:gdLst>
                    <a:gd name="connsiteX0" fmla="*/ 30086 w 30086"/>
                    <a:gd name="connsiteY0" fmla="*/ 4078 h 36461"/>
                    <a:gd name="connsiteX1" fmla="*/ 17374 w 30086"/>
                    <a:gd name="connsiteY1" fmla="*/ 4078 h 36461"/>
                    <a:gd name="connsiteX2" fmla="*/ 17374 w 30086"/>
                    <a:gd name="connsiteY2" fmla="*/ 36462 h 36461"/>
                    <a:gd name="connsiteX3" fmla="*/ 12712 w 30086"/>
                    <a:gd name="connsiteY3" fmla="*/ 36462 h 36461"/>
                    <a:gd name="connsiteX4" fmla="*/ 12712 w 30086"/>
                    <a:gd name="connsiteY4" fmla="*/ 4078 h 36461"/>
                    <a:gd name="connsiteX5" fmla="*/ 0 w 30086"/>
                    <a:gd name="connsiteY5" fmla="*/ 4078 h 36461"/>
                    <a:gd name="connsiteX6" fmla="*/ 0 w 30086"/>
                    <a:gd name="connsiteY6" fmla="*/ 0 h 36461"/>
                    <a:gd name="connsiteX7" fmla="*/ 30086 w 30086"/>
                    <a:gd name="connsiteY7" fmla="*/ 0 h 36461"/>
                    <a:gd name="connsiteX8" fmla="*/ 30086 w 30086"/>
                    <a:gd name="connsiteY8" fmla="*/ 4078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086" h="36461">
                      <a:moveTo>
                        <a:pt x="30086" y="4078"/>
                      </a:moveTo>
                      <a:lnTo>
                        <a:pt x="17374" y="4078"/>
                      </a:lnTo>
                      <a:lnTo>
                        <a:pt x="17374" y="36462"/>
                      </a:lnTo>
                      <a:lnTo>
                        <a:pt x="12712" y="36462"/>
                      </a:lnTo>
                      <a:lnTo>
                        <a:pt x="12712" y="4078"/>
                      </a:lnTo>
                      <a:lnTo>
                        <a:pt x="0" y="4078"/>
                      </a:lnTo>
                      <a:lnTo>
                        <a:pt x="0" y="0"/>
                      </a:lnTo>
                      <a:lnTo>
                        <a:pt x="30086" y="0"/>
                      </a:lnTo>
                      <a:lnTo>
                        <a:pt x="30086" y="407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" name="Freeform 200">
                  <a:extLst>
                    <a:ext uri="{FF2B5EF4-FFF2-40B4-BE49-F238E27FC236}">
                      <a16:creationId xmlns:a16="http://schemas.microsoft.com/office/drawing/2014/main" id="{5D960032-23B6-E002-F8C0-118660E21523}"/>
                    </a:ext>
                  </a:extLst>
                </p:cNvPr>
                <p:cNvSpPr/>
                <p:nvPr/>
              </p:nvSpPr>
              <p:spPr>
                <a:xfrm>
                  <a:off x="412401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0" name="Freeform 201">
                  <a:extLst>
                    <a:ext uri="{FF2B5EF4-FFF2-40B4-BE49-F238E27FC236}">
                      <a16:creationId xmlns:a16="http://schemas.microsoft.com/office/drawing/2014/main" id="{B257CCFE-8CC1-A033-403B-95817DD226F9}"/>
                    </a:ext>
                  </a:extLst>
                </p:cNvPr>
                <p:cNvSpPr/>
                <p:nvPr/>
              </p:nvSpPr>
              <p:spPr>
                <a:xfrm>
                  <a:off x="443698" y="584994"/>
                  <a:ext cx="30570" cy="36461"/>
                </a:xfrm>
                <a:custGeom>
                  <a:avLst/>
                  <a:gdLst>
                    <a:gd name="connsiteX0" fmla="*/ 61 w 30570"/>
                    <a:gd name="connsiteY0" fmla="*/ 36462 h 36461"/>
                    <a:gd name="connsiteX1" fmla="*/ 61 w 30570"/>
                    <a:gd name="connsiteY1" fmla="*/ 0 h 36461"/>
                    <a:gd name="connsiteX2" fmla="*/ 12834 w 30570"/>
                    <a:gd name="connsiteY2" fmla="*/ 0 h 36461"/>
                    <a:gd name="connsiteX3" fmla="*/ 20582 w 30570"/>
                    <a:gd name="connsiteY3" fmla="*/ 1439 h 36461"/>
                    <a:gd name="connsiteX4" fmla="*/ 26151 w 30570"/>
                    <a:gd name="connsiteY4" fmla="*/ 5337 h 36461"/>
                    <a:gd name="connsiteX5" fmla="*/ 29481 w 30570"/>
                    <a:gd name="connsiteY5" fmla="*/ 11094 h 36461"/>
                    <a:gd name="connsiteX6" fmla="*/ 30571 w 30570"/>
                    <a:gd name="connsiteY6" fmla="*/ 18171 h 36461"/>
                    <a:gd name="connsiteX7" fmla="*/ 29299 w 30570"/>
                    <a:gd name="connsiteY7" fmla="*/ 25667 h 36461"/>
                    <a:gd name="connsiteX8" fmla="*/ 25728 w 30570"/>
                    <a:gd name="connsiteY8" fmla="*/ 31424 h 36461"/>
                    <a:gd name="connsiteX9" fmla="*/ 20098 w 30570"/>
                    <a:gd name="connsiteY9" fmla="*/ 35143 h 36461"/>
                    <a:gd name="connsiteX10" fmla="*/ 12773 w 30570"/>
                    <a:gd name="connsiteY10" fmla="*/ 36462 h 36461"/>
                    <a:gd name="connsiteX11" fmla="*/ 0 w 30570"/>
                    <a:gd name="connsiteY11" fmla="*/ 36462 h 36461"/>
                    <a:gd name="connsiteX12" fmla="*/ 25909 w 30570"/>
                    <a:gd name="connsiteY12" fmla="*/ 18231 h 36461"/>
                    <a:gd name="connsiteX13" fmla="*/ 25062 w 30570"/>
                    <a:gd name="connsiteY13" fmla="*/ 12534 h 36461"/>
                    <a:gd name="connsiteX14" fmla="*/ 22519 w 30570"/>
                    <a:gd name="connsiteY14" fmla="*/ 8096 h 36461"/>
                    <a:gd name="connsiteX15" fmla="*/ 18403 w 30570"/>
                    <a:gd name="connsiteY15" fmla="*/ 5217 h 36461"/>
                    <a:gd name="connsiteX16" fmla="*/ 12834 w 30570"/>
                    <a:gd name="connsiteY16" fmla="*/ 4138 h 36461"/>
                    <a:gd name="connsiteX17" fmla="*/ 4722 w 30570"/>
                    <a:gd name="connsiteY17" fmla="*/ 4138 h 36461"/>
                    <a:gd name="connsiteX18" fmla="*/ 4722 w 30570"/>
                    <a:gd name="connsiteY18" fmla="*/ 32384 h 36461"/>
                    <a:gd name="connsiteX19" fmla="*/ 12834 w 30570"/>
                    <a:gd name="connsiteY19" fmla="*/ 32384 h 36461"/>
                    <a:gd name="connsiteX20" fmla="*/ 18463 w 30570"/>
                    <a:gd name="connsiteY20" fmla="*/ 31304 h 36461"/>
                    <a:gd name="connsiteX21" fmla="*/ 22580 w 30570"/>
                    <a:gd name="connsiteY21" fmla="*/ 28306 h 36461"/>
                    <a:gd name="connsiteX22" fmla="*/ 25062 w 30570"/>
                    <a:gd name="connsiteY22" fmla="*/ 23808 h 36461"/>
                    <a:gd name="connsiteX23" fmla="*/ 25909 w 30570"/>
                    <a:gd name="connsiteY23" fmla="*/ 18171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0570" h="3646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2834" y="0"/>
                      </a:lnTo>
                      <a:cubicBezTo>
                        <a:pt x="15800" y="0"/>
                        <a:pt x="18342" y="480"/>
                        <a:pt x="20582" y="1439"/>
                      </a:cubicBezTo>
                      <a:cubicBezTo>
                        <a:pt x="22822" y="2399"/>
                        <a:pt x="24699" y="3718"/>
                        <a:pt x="26151" y="5337"/>
                      </a:cubicBezTo>
                      <a:cubicBezTo>
                        <a:pt x="27665" y="6957"/>
                        <a:pt x="28754" y="8936"/>
                        <a:pt x="29481" y="11094"/>
                      </a:cubicBezTo>
                      <a:cubicBezTo>
                        <a:pt x="30207" y="13313"/>
                        <a:pt x="30571" y="15652"/>
                        <a:pt x="30571" y="18171"/>
                      </a:cubicBezTo>
                      <a:cubicBezTo>
                        <a:pt x="30571" y="20930"/>
                        <a:pt x="30147" y="23448"/>
                        <a:pt x="29299" y="25667"/>
                      </a:cubicBezTo>
                      <a:cubicBezTo>
                        <a:pt x="28452" y="27886"/>
                        <a:pt x="27302" y="29805"/>
                        <a:pt x="25728" y="31424"/>
                      </a:cubicBezTo>
                      <a:cubicBezTo>
                        <a:pt x="24154" y="33044"/>
                        <a:pt x="22277" y="34243"/>
                        <a:pt x="20098" y="35143"/>
                      </a:cubicBezTo>
                      <a:cubicBezTo>
                        <a:pt x="17919" y="36042"/>
                        <a:pt x="15437" y="36462"/>
                        <a:pt x="12773" y="36462"/>
                      </a:cubicBezTo>
                      <a:lnTo>
                        <a:pt x="0" y="36462"/>
                      </a:lnTo>
                      <a:close/>
                      <a:moveTo>
                        <a:pt x="25909" y="18231"/>
                      </a:moveTo>
                      <a:cubicBezTo>
                        <a:pt x="25909" y="16192"/>
                        <a:pt x="25607" y="14273"/>
                        <a:pt x="25062" y="12534"/>
                      </a:cubicBezTo>
                      <a:cubicBezTo>
                        <a:pt x="24517" y="10795"/>
                        <a:pt x="23669" y="9295"/>
                        <a:pt x="22519" y="8096"/>
                      </a:cubicBezTo>
                      <a:cubicBezTo>
                        <a:pt x="21369" y="6897"/>
                        <a:pt x="20037" y="5877"/>
                        <a:pt x="18403" y="5217"/>
                      </a:cubicBezTo>
                      <a:cubicBezTo>
                        <a:pt x="16768" y="4498"/>
                        <a:pt x="14952" y="4138"/>
                        <a:pt x="12834" y="4138"/>
                      </a:cubicBezTo>
                      <a:lnTo>
                        <a:pt x="4722" y="4138"/>
                      </a:lnTo>
                      <a:lnTo>
                        <a:pt x="4722" y="32384"/>
                      </a:lnTo>
                      <a:lnTo>
                        <a:pt x="12834" y="32384"/>
                      </a:lnTo>
                      <a:cubicBezTo>
                        <a:pt x="14952" y="32384"/>
                        <a:pt x="16829" y="32024"/>
                        <a:pt x="18463" y="31304"/>
                      </a:cubicBezTo>
                      <a:cubicBezTo>
                        <a:pt x="20098" y="30585"/>
                        <a:pt x="21490" y="29565"/>
                        <a:pt x="22580" y="28306"/>
                      </a:cubicBezTo>
                      <a:cubicBezTo>
                        <a:pt x="23669" y="27047"/>
                        <a:pt x="24517" y="25547"/>
                        <a:pt x="25062" y="23808"/>
                      </a:cubicBezTo>
                      <a:cubicBezTo>
                        <a:pt x="25607" y="22069"/>
                        <a:pt x="25909" y="20210"/>
                        <a:pt x="25909" y="18171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1" name="Freeform 202">
                  <a:extLst>
                    <a:ext uri="{FF2B5EF4-FFF2-40B4-BE49-F238E27FC236}">
                      <a16:creationId xmlns:a16="http://schemas.microsoft.com/office/drawing/2014/main" id="{3D3C98E4-124C-193A-E0AB-BBC728F768D2}"/>
                    </a:ext>
                  </a:extLst>
                </p:cNvPr>
                <p:cNvSpPr/>
                <p:nvPr/>
              </p:nvSpPr>
              <p:spPr>
                <a:xfrm>
                  <a:off x="493518" y="584874"/>
                  <a:ext cx="31357" cy="36761"/>
                </a:xfrm>
                <a:custGeom>
                  <a:avLst/>
                  <a:gdLst>
                    <a:gd name="connsiteX0" fmla="*/ 15618 w 31357"/>
                    <a:gd name="connsiteY0" fmla="*/ 32684 h 36761"/>
                    <a:gd name="connsiteX1" fmla="*/ 20945 w 31357"/>
                    <a:gd name="connsiteY1" fmla="*/ 31424 h 36761"/>
                    <a:gd name="connsiteX2" fmla="*/ 24335 w 31357"/>
                    <a:gd name="connsiteY2" fmla="*/ 28186 h 36761"/>
                    <a:gd name="connsiteX3" fmla="*/ 26151 w 31357"/>
                    <a:gd name="connsiteY3" fmla="*/ 23688 h 36761"/>
                    <a:gd name="connsiteX4" fmla="*/ 26696 w 31357"/>
                    <a:gd name="connsiteY4" fmla="*/ 18531 h 36761"/>
                    <a:gd name="connsiteX5" fmla="*/ 26696 w 31357"/>
                    <a:gd name="connsiteY5" fmla="*/ 60 h 36761"/>
                    <a:gd name="connsiteX6" fmla="*/ 31358 w 31357"/>
                    <a:gd name="connsiteY6" fmla="*/ 60 h 36761"/>
                    <a:gd name="connsiteX7" fmla="*/ 31358 w 31357"/>
                    <a:gd name="connsiteY7" fmla="*/ 18531 h 36761"/>
                    <a:gd name="connsiteX8" fmla="*/ 30510 w 31357"/>
                    <a:gd name="connsiteY8" fmla="*/ 25547 h 36761"/>
                    <a:gd name="connsiteX9" fmla="*/ 27786 w 31357"/>
                    <a:gd name="connsiteY9" fmla="*/ 31364 h 36761"/>
                    <a:gd name="connsiteX10" fmla="*/ 22943 w 31357"/>
                    <a:gd name="connsiteY10" fmla="*/ 35322 h 36761"/>
                    <a:gd name="connsiteX11" fmla="*/ 15679 w 31357"/>
                    <a:gd name="connsiteY11" fmla="*/ 36762 h 36761"/>
                    <a:gd name="connsiteX12" fmla="*/ 8293 w 31357"/>
                    <a:gd name="connsiteY12" fmla="*/ 35202 h 36761"/>
                    <a:gd name="connsiteX13" fmla="*/ 3451 w 31357"/>
                    <a:gd name="connsiteY13" fmla="*/ 31124 h 36761"/>
                    <a:gd name="connsiteX14" fmla="*/ 787 w 31357"/>
                    <a:gd name="connsiteY14" fmla="*/ 25247 h 36761"/>
                    <a:gd name="connsiteX15" fmla="*/ 0 w 31357"/>
                    <a:gd name="connsiteY15" fmla="*/ 18471 h 36761"/>
                    <a:gd name="connsiteX16" fmla="*/ 0 w 31357"/>
                    <a:gd name="connsiteY16" fmla="*/ 0 h 36761"/>
                    <a:gd name="connsiteX17" fmla="*/ 4661 w 31357"/>
                    <a:gd name="connsiteY17" fmla="*/ 0 h 36761"/>
                    <a:gd name="connsiteX18" fmla="*/ 4661 w 31357"/>
                    <a:gd name="connsiteY18" fmla="*/ 18471 h 36761"/>
                    <a:gd name="connsiteX19" fmla="*/ 5206 w 31357"/>
                    <a:gd name="connsiteY19" fmla="*/ 23748 h 36761"/>
                    <a:gd name="connsiteX20" fmla="*/ 7022 w 31357"/>
                    <a:gd name="connsiteY20" fmla="*/ 28246 h 36761"/>
                    <a:gd name="connsiteX21" fmla="*/ 10412 w 31357"/>
                    <a:gd name="connsiteY21" fmla="*/ 31424 h 36761"/>
                    <a:gd name="connsiteX22" fmla="*/ 15679 w 31357"/>
                    <a:gd name="connsiteY22" fmla="*/ 32624 h 36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1357" h="36761">
                      <a:moveTo>
                        <a:pt x="15618" y="32684"/>
                      </a:moveTo>
                      <a:cubicBezTo>
                        <a:pt x="17737" y="32684"/>
                        <a:pt x="19553" y="32264"/>
                        <a:pt x="20945" y="31424"/>
                      </a:cubicBezTo>
                      <a:cubicBezTo>
                        <a:pt x="22338" y="30585"/>
                        <a:pt x="23488" y="29505"/>
                        <a:pt x="24335" y="28186"/>
                      </a:cubicBezTo>
                      <a:cubicBezTo>
                        <a:pt x="25183" y="26867"/>
                        <a:pt x="25788" y="25367"/>
                        <a:pt x="26151" y="23688"/>
                      </a:cubicBezTo>
                      <a:cubicBezTo>
                        <a:pt x="26515" y="22009"/>
                        <a:pt x="26696" y="20270"/>
                        <a:pt x="26696" y="18531"/>
                      </a:cubicBezTo>
                      <a:lnTo>
                        <a:pt x="26696" y="60"/>
                      </a:lnTo>
                      <a:lnTo>
                        <a:pt x="31358" y="60"/>
                      </a:lnTo>
                      <a:lnTo>
                        <a:pt x="31358" y="18531"/>
                      </a:lnTo>
                      <a:cubicBezTo>
                        <a:pt x="31358" y="20990"/>
                        <a:pt x="31055" y="23328"/>
                        <a:pt x="30510" y="25547"/>
                      </a:cubicBezTo>
                      <a:cubicBezTo>
                        <a:pt x="29965" y="27766"/>
                        <a:pt x="29057" y="29685"/>
                        <a:pt x="27786" y="31364"/>
                      </a:cubicBezTo>
                      <a:cubicBezTo>
                        <a:pt x="26515" y="33044"/>
                        <a:pt x="24941" y="34363"/>
                        <a:pt x="22943" y="35322"/>
                      </a:cubicBezTo>
                      <a:cubicBezTo>
                        <a:pt x="20945" y="36282"/>
                        <a:pt x="18524" y="36762"/>
                        <a:pt x="15679" y="36762"/>
                      </a:cubicBezTo>
                      <a:cubicBezTo>
                        <a:pt x="12834" y="36762"/>
                        <a:pt x="10291" y="36222"/>
                        <a:pt x="8293" y="35202"/>
                      </a:cubicBezTo>
                      <a:cubicBezTo>
                        <a:pt x="6296" y="34183"/>
                        <a:pt x="4661" y="32804"/>
                        <a:pt x="3451" y="31124"/>
                      </a:cubicBezTo>
                      <a:cubicBezTo>
                        <a:pt x="2240" y="29445"/>
                        <a:pt x="1332" y="27466"/>
                        <a:pt x="787" y="25247"/>
                      </a:cubicBezTo>
                      <a:cubicBezTo>
                        <a:pt x="242" y="23029"/>
                        <a:pt x="0" y="20750"/>
                        <a:pt x="0" y="18471"/>
                      </a:cubicBez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18471"/>
                      </a:lnTo>
                      <a:cubicBezTo>
                        <a:pt x="4661" y="20270"/>
                        <a:pt x="4843" y="22069"/>
                        <a:pt x="5206" y="23748"/>
                      </a:cubicBezTo>
                      <a:cubicBezTo>
                        <a:pt x="5569" y="25427"/>
                        <a:pt x="6175" y="26927"/>
                        <a:pt x="7022" y="28246"/>
                      </a:cubicBezTo>
                      <a:cubicBezTo>
                        <a:pt x="7870" y="29565"/>
                        <a:pt x="9020" y="30585"/>
                        <a:pt x="10412" y="31424"/>
                      </a:cubicBezTo>
                      <a:cubicBezTo>
                        <a:pt x="11804" y="32264"/>
                        <a:pt x="13560" y="32624"/>
                        <a:pt x="15679" y="32624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" name="Freeform 203">
                  <a:extLst>
                    <a:ext uri="{FF2B5EF4-FFF2-40B4-BE49-F238E27FC236}">
                      <a16:creationId xmlns:a16="http://schemas.microsoft.com/office/drawing/2014/main" id="{2D2833D8-7EDF-2986-657A-EE0B369BE122}"/>
                    </a:ext>
                  </a:extLst>
                </p:cNvPr>
                <p:cNvSpPr/>
                <p:nvPr/>
              </p:nvSpPr>
              <p:spPr>
                <a:xfrm>
                  <a:off x="535228" y="584994"/>
                  <a:ext cx="31115" cy="36461"/>
                </a:xfrm>
                <a:custGeom>
                  <a:avLst/>
                  <a:gdLst>
                    <a:gd name="connsiteX0" fmla="*/ 4661 w 31115"/>
                    <a:gd name="connsiteY0" fmla="*/ 8636 h 36461"/>
                    <a:gd name="connsiteX1" fmla="*/ 4661 w 31115"/>
                    <a:gd name="connsiteY1" fmla="*/ 36462 h 36461"/>
                    <a:gd name="connsiteX2" fmla="*/ 0 w 31115"/>
                    <a:gd name="connsiteY2" fmla="*/ 36462 h 36461"/>
                    <a:gd name="connsiteX3" fmla="*/ 0 w 31115"/>
                    <a:gd name="connsiteY3" fmla="*/ 0 h 36461"/>
                    <a:gd name="connsiteX4" fmla="*/ 3632 w 31115"/>
                    <a:gd name="connsiteY4" fmla="*/ 0 h 36461"/>
                    <a:gd name="connsiteX5" fmla="*/ 26454 w 31115"/>
                    <a:gd name="connsiteY5" fmla="*/ 28426 h 36461"/>
                    <a:gd name="connsiteX6" fmla="*/ 26454 w 31115"/>
                    <a:gd name="connsiteY6" fmla="*/ 60 h 36461"/>
                    <a:gd name="connsiteX7" fmla="*/ 31115 w 31115"/>
                    <a:gd name="connsiteY7" fmla="*/ 60 h 36461"/>
                    <a:gd name="connsiteX8" fmla="*/ 31115 w 31115"/>
                    <a:gd name="connsiteY8" fmla="*/ 36462 h 36461"/>
                    <a:gd name="connsiteX9" fmla="*/ 27181 w 31115"/>
                    <a:gd name="connsiteY9" fmla="*/ 36462 h 36461"/>
                    <a:gd name="connsiteX10" fmla="*/ 4661 w 31115"/>
                    <a:gd name="connsiteY10" fmla="*/ 8636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1115" h="36461">
                      <a:moveTo>
                        <a:pt x="4661" y="8636"/>
                      </a:moveTo>
                      <a:lnTo>
                        <a:pt x="466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3632" y="0"/>
                      </a:lnTo>
                      <a:lnTo>
                        <a:pt x="26454" y="28426"/>
                      </a:lnTo>
                      <a:lnTo>
                        <a:pt x="26454" y="60"/>
                      </a:lnTo>
                      <a:lnTo>
                        <a:pt x="31115" y="60"/>
                      </a:lnTo>
                      <a:lnTo>
                        <a:pt x="31115" y="36462"/>
                      </a:lnTo>
                      <a:lnTo>
                        <a:pt x="27181" y="36462"/>
                      </a:lnTo>
                      <a:lnTo>
                        <a:pt x="4661" y="8636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3" name="Freeform 204">
                  <a:extLst>
                    <a:ext uri="{FF2B5EF4-FFF2-40B4-BE49-F238E27FC236}">
                      <a16:creationId xmlns:a16="http://schemas.microsoft.com/office/drawing/2014/main" id="{9701E546-2568-8B69-48E7-27C2A489B722}"/>
                    </a:ext>
                  </a:extLst>
                </p:cNvPr>
                <p:cNvSpPr/>
                <p:nvPr/>
              </p:nvSpPr>
              <p:spPr>
                <a:xfrm>
                  <a:off x="577239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" name="Freeform 205">
                  <a:extLst>
                    <a:ext uri="{FF2B5EF4-FFF2-40B4-BE49-F238E27FC236}">
                      <a16:creationId xmlns:a16="http://schemas.microsoft.com/office/drawing/2014/main" id="{57565DA8-996E-0F13-4106-34C5ECDF14D7}"/>
                    </a:ext>
                  </a:extLst>
                </p:cNvPr>
                <p:cNvSpPr/>
                <p:nvPr/>
              </p:nvSpPr>
              <p:spPr>
                <a:xfrm>
                  <a:off x="588862" y="584994"/>
                  <a:ext cx="34142" cy="36461"/>
                </a:xfrm>
                <a:custGeom>
                  <a:avLst/>
                  <a:gdLst>
                    <a:gd name="connsiteX0" fmla="*/ 4964 w 34142"/>
                    <a:gd name="connsiteY0" fmla="*/ 0 h 36461"/>
                    <a:gd name="connsiteX1" fmla="*/ 17132 w 34142"/>
                    <a:gd name="connsiteY1" fmla="*/ 30645 h 36461"/>
                    <a:gd name="connsiteX2" fmla="*/ 29239 w 34142"/>
                    <a:gd name="connsiteY2" fmla="*/ 0 h 36461"/>
                    <a:gd name="connsiteX3" fmla="*/ 34142 w 34142"/>
                    <a:gd name="connsiteY3" fmla="*/ 0 h 36461"/>
                    <a:gd name="connsiteX4" fmla="*/ 19129 w 34142"/>
                    <a:gd name="connsiteY4" fmla="*/ 36462 h 36461"/>
                    <a:gd name="connsiteX5" fmla="*/ 15073 w 34142"/>
                    <a:gd name="connsiteY5" fmla="*/ 36462 h 36461"/>
                    <a:gd name="connsiteX6" fmla="*/ 0 w 34142"/>
                    <a:gd name="connsiteY6" fmla="*/ 0 h 36461"/>
                    <a:gd name="connsiteX7" fmla="*/ 4903 w 34142"/>
                    <a:gd name="connsiteY7" fmla="*/ 0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4142" h="36461">
                      <a:moveTo>
                        <a:pt x="4964" y="0"/>
                      </a:moveTo>
                      <a:lnTo>
                        <a:pt x="17132" y="30645"/>
                      </a:lnTo>
                      <a:lnTo>
                        <a:pt x="29239" y="0"/>
                      </a:lnTo>
                      <a:lnTo>
                        <a:pt x="34142" y="0"/>
                      </a:lnTo>
                      <a:lnTo>
                        <a:pt x="19129" y="36462"/>
                      </a:lnTo>
                      <a:lnTo>
                        <a:pt x="15073" y="36462"/>
                      </a:lnTo>
                      <a:lnTo>
                        <a:pt x="0" y="0"/>
                      </a:lnTo>
                      <a:lnTo>
                        <a:pt x="4903" y="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" name="Freeform 206">
                  <a:extLst>
                    <a:ext uri="{FF2B5EF4-FFF2-40B4-BE49-F238E27FC236}">
                      <a16:creationId xmlns:a16="http://schemas.microsoft.com/office/drawing/2014/main" id="{086409E6-0023-5CB5-8DFC-385FDF679349}"/>
                    </a:ext>
                  </a:extLst>
                </p:cNvPr>
                <p:cNvSpPr/>
                <p:nvPr/>
              </p:nvSpPr>
              <p:spPr>
                <a:xfrm>
                  <a:off x="630148" y="584994"/>
                  <a:ext cx="25001" cy="36461"/>
                </a:xfrm>
                <a:custGeom>
                  <a:avLst/>
                  <a:gdLst>
                    <a:gd name="connsiteX0" fmla="*/ 25001 w 25001"/>
                    <a:gd name="connsiteY0" fmla="*/ 32384 h 36461"/>
                    <a:gd name="connsiteX1" fmla="*/ 25001 w 25001"/>
                    <a:gd name="connsiteY1" fmla="*/ 36462 h 36461"/>
                    <a:gd name="connsiteX2" fmla="*/ 0 w 25001"/>
                    <a:gd name="connsiteY2" fmla="*/ 36462 h 36461"/>
                    <a:gd name="connsiteX3" fmla="*/ 0 w 25001"/>
                    <a:gd name="connsiteY3" fmla="*/ 0 h 36461"/>
                    <a:gd name="connsiteX4" fmla="*/ 24517 w 25001"/>
                    <a:gd name="connsiteY4" fmla="*/ 0 h 36461"/>
                    <a:gd name="connsiteX5" fmla="*/ 24517 w 25001"/>
                    <a:gd name="connsiteY5" fmla="*/ 4078 h 36461"/>
                    <a:gd name="connsiteX6" fmla="*/ 4661 w 25001"/>
                    <a:gd name="connsiteY6" fmla="*/ 4078 h 36461"/>
                    <a:gd name="connsiteX7" fmla="*/ 4661 w 25001"/>
                    <a:gd name="connsiteY7" fmla="*/ 15892 h 36461"/>
                    <a:gd name="connsiteX8" fmla="*/ 21914 w 25001"/>
                    <a:gd name="connsiteY8" fmla="*/ 15892 h 36461"/>
                    <a:gd name="connsiteX9" fmla="*/ 21914 w 25001"/>
                    <a:gd name="connsiteY9" fmla="*/ 19730 h 36461"/>
                    <a:gd name="connsiteX10" fmla="*/ 4661 w 25001"/>
                    <a:gd name="connsiteY10" fmla="*/ 19730 h 36461"/>
                    <a:gd name="connsiteX11" fmla="*/ 4661 w 25001"/>
                    <a:gd name="connsiteY11" fmla="*/ 32324 h 36461"/>
                    <a:gd name="connsiteX12" fmla="*/ 25001 w 25001"/>
                    <a:gd name="connsiteY12" fmla="*/ 32324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01" h="36461">
                      <a:moveTo>
                        <a:pt x="25001" y="32384"/>
                      </a:moveTo>
                      <a:lnTo>
                        <a:pt x="25001" y="36462"/>
                      </a:lnTo>
                      <a:lnTo>
                        <a:pt x="0" y="36462"/>
                      </a:lnTo>
                      <a:lnTo>
                        <a:pt x="0" y="0"/>
                      </a:lnTo>
                      <a:lnTo>
                        <a:pt x="24517" y="0"/>
                      </a:lnTo>
                      <a:lnTo>
                        <a:pt x="24517" y="4078"/>
                      </a:lnTo>
                      <a:lnTo>
                        <a:pt x="4661" y="4078"/>
                      </a:lnTo>
                      <a:lnTo>
                        <a:pt x="4661" y="15892"/>
                      </a:lnTo>
                      <a:lnTo>
                        <a:pt x="21914" y="15892"/>
                      </a:lnTo>
                      <a:lnTo>
                        <a:pt x="21914" y="19730"/>
                      </a:lnTo>
                      <a:lnTo>
                        <a:pt x="4661" y="19730"/>
                      </a:lnTo>
                      <a:lnTo>
                        <a:pt x="4661" y="32324"/>
                      </a:lnTo>
                      <a:lnTo>
                        <a:pt x="25001" y="32324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" name="Freeform 207">
                  <a:extLst>
                    <a:ext uri="{FF2B5EF4-FFF2-40B4-BE49-F238E27FC236}">
                      <a16:creationId xmlns:a16="http://schemas.microsoft.com/office/drawing/2014/main" id="{D77D9FE1-4E9B-6042-6B27-CF2CBB4CF59D}"/>
                    </a:ext>
                  </a:extLst>
                </p:cNvPr>
                <p:cNvSpPr/>
                <p:nvPr/>
              </p:nvSpPr>
              <p:spPr>
                <a:xfrm>
                  <a:off x="663503" y="584994"/>
                  <a:ext cx="28088" cy="36521"/>
                </a:xfrm>
                <a:custGeom>
                  <a:avLst/>
                  <a:gdLst>
                    <a:gd name="connsiteX0" fmla="*/ 61 w 28088"/>
                    <a:gd name="connsiteY0" fmla="*/ 36462 h 36521"/>
                    <a:gd name="connsiteX1" fmla="*/ 61 w 28088"/>
                    <a:gd name="connsiteY1" fmla="*/ 0 h 36521"/>
                    <a:gd name="connsiteX2" fmla="*/ 15800 w 28088"/>
                    <a:gd name="connsiteY2" fmla="*/ 0 h 36521"/>
                    <a:gd name="connsiteX3" fmla="*/ 20279 w 28088"/>
                    <a:gd name="connsiteY3" fmla="*/ 1019 h 36521"/>
                    <a:gd name="connsiteX4" fmla="*/ 23791 w 28088"/>
                    <a:gd name="connsiteY4" fmla="*/ 3658 h 36521"/>
                    <a:gd name="connsiteX5" fmla="*/ 26091 w 28088"/>
                    <a:gd name="connsiteY5" fmla="*/ 7436 h 36521"/>
                    <a:gd name="connsiteX6" fmla="*/ 26938 w 28088"/>
                    <a:gd name="connsiteY6" fmla="*/ 11694 h 36521"/>
                    <a:gd name="connsiteX7" fmla="*/ 26394 w 28088"/>
                    <a:gd name="connsiteY7" fmla="*/ 15352 h 36521"/>
                    <a:gd name="connsiteX8" fmla="*/ 24820 w 28088"/>
                    <a:gd name="connsiteY8" fmla="*/ 18591 h 36521"/>
                    <a:gd name="connsiteX9" fmla="*/ 22398 w 28088"/>
                    <a:gd name="connsiteY9" fmla="*/ 21050 h 36521"/>
                    <a:gd name="connsiteX10" fmla="*/ 19190 w 28088"/>
                    <a:gd name="connsiteY10" fmla="*/ 22549 h 36521"/>
                    <a:gd name="connsiteX11" fmla="*/ 28089 w 28088"/>
                    <a:gd name="connsiteY11" fmla="*/ 36522 h 36521"/>
                    <a:gd name="connsiteX12" fmla="*/ 22822 w 28088"/>
                    <a:gd name="connsiteY12" fmla="*/ 36522 h 36521"/>
                    <a:gd name="connsiteX13" fmla="*/ 14407 w 28088"/>
                    <a:gd name="connsiteY13" fmla="*/ 23448 h 36521"/>
                    <a:gd name="connsiteX14" fmla="*/ 4661 w 28088"/>
                    <a:gd name="connsiteY14" fmla="*/ 23448 h 36521"/>
                    <a:gd name="connsiteX15" fmla="*/ 4661 w 28088"/>
                    <a:gd name="connsiteY15" fmla="*/ 36522 h 36521"/>
                    <a:gd name="connsiteX16" fmla="*/ 0 w 28088"/>
                    <a:gd name="connsiteY16" fmla="*/ 36522 h 36521"/>
                    <a:gd name="connsiteX17" fmla="*/ 4722 w 28088"/>
                    <a:gd name="connsiteY17" fmla="*/ 19310 h 36521"/>
                    <a:gd name="connsiteX18" fmla="*/ 15860 w 28088"/>
                    <a:gd name="connsiteY18" fmla="*/ 19310 h 36521"/>
                    <a:gd name="connsiteX19" fmla="*/ 18463 w 28088"/>
                    <a:gd name="connsiteY19" fmla="*/ 18711 h 36521"/>
                    <a:gd name="connsiteX20" fmla="*/ 20461 w 28088"/>
                    <a:gd name="connsiteY20" fmla="*/ 17032 h 36521"/>
                    <a:gd name="connsiteX21" fmla="*/ 21732 w 28088"/>
                    <a:gd name="connsiteY21" fmla="*/ 14573 h 36521"/>
                    <a:gd name="connsiteX22" fmla="*/ 22217 w 28088"/>
                    <a:gd name="connsiteY22" fmla="*/ 11694 h 36521"/>
                    <a:gd name="connsiteX23" fmla="*/ 21672 w 28088"/>
                    <a:gd name="connsiteY23" fmla="*/ 8816 h 36521"/>
                    <a:gd name="connsiteX24" fmla="*/ 20219 w 28088"/>
                    <a:gd name="connsiteY24" fmla="*/ 6417 h 36521"/>
                    <a:gd name="connsiteX25" fmla="*/ 18100 w 28088"/>
                    <a:gd name="connsiteY25" fmla="*/ 4798 h 36521"/>
                    <a:gd name="connsiteX26" fmla="*/ 15558 w 28088"/>
                    <a:gd name="connsiteY26" fmla="*/ 4198 h 36521"/>
                    <a:gd name="connsiteX27" fmla="*/ 4722 w 28088"/>
                    <a:gd name="connsiteY27" fmla="*/ 4198 h 36521"/>
                    <a:gd name="connsiteX28" fmla="*/ 4722 w 28088"/>
                    <a:gd name="connsiteY28" fmla="*/ 1937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28088" h="36521">
                      <a:moveTo>
                        <a:pt x="61" y="36462"/>
                      </a:moveTo>
                      <a:lnTo>
                        <a:pt x="61" y="0"/>
                      </a:lnTo>
                      <a:lnTo>
                        <a:pt x="15800" y="0"/>
                      </a:lnTo>
                      <a:cubicBezTo>
                        <a:pt x="17434" y="0"/>
                        <a:pt x="18887" y="360"/>
                        <a:pt x="20279" y="1019"/>
                      </a:cubicBezTo>
                      <a:cubicBezTo>
                        <a:pt x="21672" y="1679"/>
                        <a:pt x="22822" y="2579"/>
                        <a:pt x="23791" y="3658"/>
                      </a:cubicBezTo>
                      <a:cubicBezTo>
                        <a:pt x="24759" y="4798"/>
                        <a:pt x="25546" y="5997"/>
                        <a:pt x="26091" y="7436"/>
                      </a:cubicBezTo>
                      <a:cubicBezTo>
                        <a:pt x="26636" y="8816"/>
                        <a:pt x="26938" y="10255"/>
                        <a:pt x="26938" y="11694"/>
                      </a:cubicBezTo>
                      <a:cubicBezTo>
                        <a:pt x="26938" y="12954"/>
                        <a:pt x="26757" y="14213"/>
                        <a:pt x="26394" y="15352"/>
                      </a:cubicBezTo>
                      <a:cubicBezTo>
                        <a:pt x="26030" y="16552"/>
                        <a:pt x="25486" y="17631"/>
                        <a:pt x="24820" y="18591"/>
                      </a:cubicBezTo>
                      <a:cubicBezTo>
                        <a:pt x="24154" y="19550"/>
                        <a:pt x="23306" y="20390"/>
                        <a:pt x="22398" y="21050"/>
                      </a:cubicBezTo>
                      <a:cubicBezTo>
                        <a:pt x="21430" y="21709"/>
                        <a:pt x="20401" y="22249"/>
                        <a:pt x="19190" y="22549"/>
                      </a:cubicBezTo>
                      <a:lnTo>
                        <a:pt x="28089" y="36522"/>
                      </a:lnTo>
                      <a:lnTo>
                        <a:pt x="22822" y="36522"/>
                      </a:lnTo>
                      <a:lnTo>
                        <a:pt x="14407" y="23448"/>
                      </a:lnTo>
                      <a:lnTo>
                        <a:pt x="4661" y="23448"/>
                      </a:lnTo>
                      <a:lnTo>
                        <a:pt x="4661" y="36522"/>
                      </a:lnTo>
                      <a:lnTo>
                        <a:pt x="0" y="36522"/>
                      </a:lnTo>
                      <a:close/>
                      <a:moveTo>
                        <a:pt x="4722" y="19310"/>
                      </a:moveTo>
                      <a:lnTo>
                        <a:pt x="15860" y="19310"/>
                      </a:lnTo>
                      <a:cubicBezTo>
                        <a:pt x="16829" y="19310"/>
                        <a:pt x="17676" y="19131"/>
                        <a:pt x="18463" y="18711"/>
                      </a:cubicBezTo>
                      <a:cubicBezTo>
                        <a:pt x="19250" y="18291"/>
                        <a:pt x="19916" y="17751"/>
                        <a:pt x="20461" y="17032"/>
                      </a:cubicBezTo>
                      <a:cubicBezTo>
                        <a:pt x="21006" y="16312"/>
                        <a:pt x="21430" y="15532"/>
                        <a:pt x="21732" y="14573"/>
                      </a:cubicBezTo>
                      <a:cubicBezTo>
                        <a:pt x="22035" y="13673"/>
                        <a:pt x="22217" y="12714"/>
                        <a:pt x="22217" y="11694"/>
                      </a:cubicBezTo>
                      <a:cubicBezTo>
                        <a:pt x="22217" y="10675"/>
                        <a:pt x="22035" y="9715"/>
                        <a:pt x="21672" y="8816"/>
                      </a:cubicBezTo>
                      <a:cubicBezTo>
                        <a:pt x="21309" y="7916"/>
                        <a:pt x="20824" y="7136"/>
                        <a:pt x="20219" y="6417"/>
                      </a:cubicBezTo>
                      <a:cubicBezTo>
                        <a:pt x="19614" y="5697"/>
                        <a:pt x="18887" y="5157"/>
                        <a:pt x="18100" y="4798"/>
                      </a:cubicBezTo>
                      <a:cubicBezTo>
                        <a:pt x="17313" y="4438"/>
                        <a:pt x="16405" y="4198"/>
                        <a:pt x="15558" y="4198"/>
                      </a:cubicBezTo>
                      <a:lnTo>
                        <a:pt x="4722" y="4198"/>
                      </a:lnTo>
                      <a:lnTo>
                        <a:pt x="4722" y="1937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7" name="Freeform 208">
                  <a:extLst>
                    <a:ext uri="{FF2B5EF4-FFF2-40B4-BE49-F238E27FC236}">
                      <a16:creationId xmlns:a16="http://schemas.microsoft.com/office/drawing/2014/main" id="{619B1851-9C9D-9944-677D-7859AAD028BF}"/>
                    </a:ext>
                  </a:extLst>
                </p:cNvPr>
                <p:cNvSpPr/>
                <p:nvPr/>
              </p:nvSpPr>
              <p:spPr>
                <a:xfrm>
                  <a:off x="696737" y="584634"/>
                  <a:ext cx="28330" cy="37181"/>
                </a:xfrm>
                <a:custGeom>
                  <a:avLst/>
                  <a:gdLst>
                    <a:gd name="connsiteX0" fmla="*/ 24578 w 28330"/>
                    <a:gd name="connsiteY0" fmla="*/ 8036 h 37181"/>
                    <a:gd name="connsiteX1" fmla="*/ 22943 w 28330"/>
                    <a:gd name="connsiteY1" fmla="*/ 6657 h 37181"/>
                    <a:gd name="connsiteX2" fmla="*/ 20582 w 28330"/>
                    <a:gd name="connsiteY2" fmla="*/ 5457 h 37181"/>
                    <a:gd name="connsiteX3" fmla="*/ 17737 w 28330"/>
                    <a:gd name="connsiteY3" fmla="*/ 4558 h 37181"/>
                    <a:gd name="connsiteX4" fmla="*/ 14529 w 28330"/>
                    <a:gd name="connsiteY4" fmla="*/ 4198 h 37181"/>
                    <a:gd name="connsiteX5" fmla="*/ 8233 w 28330"/>
                    <a:gd name="connsiteY5" fmla="*/ 5817 h 37181"/>
                    <a:gd name="connsiteX6" fmla="*/ 6235 w 28330"/>
                    <a:gd name="connsiteY6" fmla="*/ 10195 h 37181"/>
                    <a:gd name="connsiteX7" fmla="*/ 6780 w 28330"/>
                    <a:gd name="connsiteY7" fmla="*/ 12654 h 37181"/>
                    <a:gd name="connsiteX8" fmla="*/ 8596 w 28330"/>
                    <a:gd name="connsiteY8" fmla="*/ 14333 h 37181"/>
                    <a:gd name="connsiteX9" fmla="*/ 11623 w 28330"/>
                    <a:gd name="connsiteY9" fmla="*/ 15532 h 37181"/>
                    <a:gd name="connsiteX10" fmla="*/ 15921 w 28330"/>
                    <a:gd name="connsiteY10" fmla="*/ 16612 h 37181"/>
                    <a:gd name="connsiteX11" fmla="*/ 21066 w 28330"/>
                    <a:gd name="connsiteY11" fmla="*/ 17991 h 37181"/>
                    <a:gd name="connsiteX12" fmla="*/ 25001 w 28330"/>
                    <a:gd name="connsiteY12" fmla="*/ 19970 h 37181"/>
                    <a:gd name="connsiteX13" fmla="*/ 27483 w 28330"/>
                    <a:gd name="connsiteY13" fmla="*/ 22849 h 37181"/>
                    <a:gd name="connsiteX14" fmla="*/ 28331 w 28330"/>
                    <a:gd name="connsiteY14" fmla="*/ 26987 h 37181"/>
                    <a:gd name="connsiteX15" fmla="*/ 27302 w 28330"/>
                    <a:gd name="connsiteY15" fmla="*/ 31544 h 37181"/>
                    <a:gd name="connsiteX16" fmla="*/ 24456 w 28330"/>
                    <a:gd name="connsiteY16" fmla="*/ 34723 h 37181"/>
                    <a:gd name="connsiteX17" fmla="*/ 20219 w 28330"/>
                    <a:gd name="connsiteY17" fmla="*/ 36582 h 37181"/>
                    <a:gd name="connsiteX18" fmla="*/ 14952 w 28330"/>
                    <a:gd name="connsiteY18" fmla="*/ 37182 h 37181"/>
                    <a:gd name="connsiteX19" fmla="*/ 6901 w 28330"/>
                    <a:gd name="connsiteY19" fmla="*/ 35862 h 37181"/>
                    <a:gd name="connsiteX20" fmla="*/ 0 w 28330"/>
                    <a:gd name="connsiteY20" fmla="*/ 32024 h 37181"/>
                    <a:gd name="connsiteX21" fmla="*/ 2240 w 28330"/>
                    <a:gd name="connsiteY21" fmla="*/ 28126 h 37181"/>
                    <a:gd name="connsiteX22" fmla="*/ 4419 w 28330"/>
                    <a:gd name="connsiteY22" fmla="*/ 29865 h 37181"/>
                    <a:gd name="connsiteX23" fmla="*/ 7446 w 28330"/>
                    <a:gd name="connsiteY23" fmla="*/ 31424 h 37181"/>
                    <a:gd name="connsiteX24" fmla="*/ 11078 w 28330"/>
                    <a:gd name="connsiteY24" fmla="*/ 32564 h 37181"/>
                    <a:gd name="connsiteX25" fmla="*/ 15134 w 28330"/>
                    <a:gd name="connsiteY25" fmla="*/ 32984 h 37181"/>
                    <a:gd name="connsiteX26" fmla="*/ 21248 w 28330"/>
                    <a:gd name="connsiteY26" fmla="*/ 31604 h 37181"/>
                    <a:gd name="connsiteX27" fmla="*/ 23427 w 28330"/>
                    <a:gd name="connsiteY27" fmla="*/ 27466 h 37181"/>
                    <a:gd name="connsiteX28" fmla="*/ 22701 w 28330"/>
                    <a:gd name="connsiteY28" fmla="*/ 24888 h 37181"/>
                    <a:gd name="connsiteX29" fmla="*/ 20643 w 28330"/>
                    <a:gd name="connsiteY29" fmla="*/ 23089 h 37181"/>
                    <a:gd name="connsiteX30" fmla="*/ 17313 w 28330"/>
                    <a:gd name="connsiteY30" fmla="*/ 21709 h 37181"/>
                    <a:gd name="connsiteX31" fmla="*/ 12773 w 28330"/>
                    <a:gd name="connsiteY31" fmla="*/ 20510 h 37181"/>
                    <a:gd name="connsiteX32" fmla="*/ 7870 w 28330"/>
                    <a:gd name="connsiteY32" fmla="*/ 19071 h 37181"/>
                    <a:gd name="connsiteX33" fmla="*/ 4298 w 28330"/>
                    <a:gd name="connsiteY33" fmla="*/ 17211 h 37181"/>
                    <a:gd name="connsiteX34" fmla="*/ 2119 w 28330"/>
                    <a:gd name="connsiteY34" fmla="*/ 14573 h 37181"/>
                    <a:gd name="connsiteX35" fmla="*/ 1392 w 28330"/>
                    <a:gd name="connsiteY35" fmla="*/ 10855 h 37181"/>
                    <a:gd name="connsiteX36" fmla="*/ 2361 w 28330"/>
                    <a:gd name="connsiteY36" fmla="*/ 6237 h 37181"/>
                    <a:gd name="connsiteX37" fmla="*/ 5085 w 28330"/>
                    <a:gd name="connsiteY37" fmla="*/ 2819 h 37181"/>
                    <a:gd name="connsiteX38" fmla="*/ 9262 w 28330"/>
                    <a:gd name="connsiteY38" fmla="*/ 720 h 37181"/>
                    <a:gd name="connsiteX39" fmla="*/ 14529 w 28330"/>
                    <a:gd name="connsiteY39" fmla="*/ 0 h 37181"/>
                    <a:gd name="connsiteX40" fmla="*/ 21248 w 28330"/>
                    <a:gd name="connsiteY40" fmla="*/ 1139 h 37181"/>
                    <a:gd name="connsiteX41" fmla="*/ 26575 w 28330"/>
                    <a:gd name="connsiteY41" fmla="*/ 4198 h 37181"/>
                    <a:gd name="connsiteX42" fmla="*/ 24396 w 28330"/>
                    <a:gd name="connsiteY42" fmla="*/ 7976 h 37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28330" h="37181">
                      <a:moveTo>
                        <a:pt x="24578" y="8036"/>
                      </a:moveTo>
                      <a:cubicBezTo>
                        <a:pt x="24154" y="7556"/>
                        <a:pt x="23609" y="7076"/>
                        <a:pt x="22943" y="6657"/>
                      </a:cubicBezTo>
                      <a:cubicBezTo>
                        <a:pt x="22277" y="6237"/>
                        <a:pt x="21490" y="5817"/>
                        <a:pt x="20582" y="5457"/>
                      </a:cubicBezTo>
                      <a:cubicBezTo>
                        <a:pt x="19674" y="5097"/>
                        <a:pt x="18766" y="4798"/>
                        <a:pt x="17737" y="4558"/>
                      </a:cubicBezTo>
                      <a:cubicBezTo>
                        <a:pt x="16708" y="4318"/>
                        <a:pt x="15679" y="4198"/>
                        <a:pt x="14529" y="4198"/>
                      </a:cubicBezTo>
                      <a:cubicBezTo>
                        <a:pt x="11683" y="4198"/>
                        <a:pt x="9565" y="4738"/>
                        <a:pt x="8233" y="5817"/>
                      </a:cubicBezTo>
                      <a:cubicBezTo>
                        <a:pt x="6901" y="6897"/>
                        <a:pt x="6235" y="8336"/>
                        <a:pt x="6235" y="10195"/>
                      </a:cubicBezTo>
                      <a:cubicBezTo>
                        <a:pt x="6235" y="11214"/>
                        <a:pt x="6417" y="11994"/>
                        <a:pt x="6780" y="12654"/>
                      </a:cubicBezTo>
                      <a:cubicBezTo>
                        <a:pt x="7143" y="13313"/>
                        <a:pt x="7749" y="13853"/>
                        <a:pt x="8596" y="14333"/>
                      </a:cubicBezTo>
                      <a:cubicBezTo>
                        <a:pt x="9444" y="14813"/>
                        <a:pt x="10412" y="15172"/>
                        <a:pt x="11623" y="15532"/>
                      </a:cubicBezTo>
                      <a:cubicBezTo>
                        <a:pt x="12834" y="15892"/>
                        <a:pt x="14286" y="16252"/>
                        <a:pt x="15921" y="16612"/>
                      </a:cubicBezTo>
                      <a:cubicBezTo>
                        <a:pt x="17798" y="17032"/>
                        <a:pt x="19553" y="17511"/>
                        <a:pt x="21066" y="17991"/>
                      </a:cubicBezTo>
                      <a:cubicBezTo>
                        <a:pt x="22580" y="18531"/>
                        <a:pt x="23912" y="19190"/>
                        <a:pt x="25001" y="19970"/>
                      </a:cubicBezTo>
                      <a:cubicBezTo>
                        <a:pt x="26091" y="20750"/>
                        <a:pt x="26938" y="21709"/>
                        <a:pt x="27483" y="22849"/>
                      </a:cubicBezTo>
                      <a:cubicBezTo>
                        <a:pt x="28028" y="23988"/>
                        <a:pt x="28331" y="25367"/>
                        <a:pt x="28331" y="26987"/>
                      </a:cubicBezTo>
                      <a:cubicBezTo>
                        <a:pt x="28331" y="28726"/>
                        <a:pt x="27968" y="30225"/>
                        <a:pt x="27302" y="31544"/>
                      </a:cubicBezTo>
                      <a:cubicBezTo>
                        <a:pt x="26636" y="32804"/>
                        <a:pt x="25667" y="33883"/>
                        <a:pt x="24456" y="34723"/>
                      </a:cubicBezTo>
                      <a:cubicBezTo>
                        <a:pt x="23246" y="35562"/>
                        <a:pt x="21853" y="36162"/>
                        <a:pt x="20219" y="36582"/>
                      </a:cubicBezTo>
                      <a:cubicBezTo>
                        <a:pt x="18584" y="37002"/>
                        <a:pt x="16829" y="37182"/>
                        <a:pt x="14952" y="37182"/>
                      </a:cubicBezTo>
                      <a:cubicBezTo>
                        <a:pt x="12107" y="37182"/>
                        <a:pt x="9444" y="36762"/>
                        <a:pt x="6901" y="35862"/>
                      </a:cubicBezTo>
                      <a:cubicBezTo>
                        <a:pt x="4359" y="34963"/>
                        <a:pt x="2058" y="33703"/>
                        <a:pt x="0" y="32024"/>
                      </a:cubicBezTo>
                      <a:lnTo>
                        <a:pt x="2240" y="28126"/>
                      </a:lnTo>
                      <a:cubicBezTo>
                        <a:pt x="2785" y="28726"/>
                        <a:pt x="3511" y="29265"/>
                        <a:pt x="4419" y="29865"/>
                      </a:cubicBezTo>
                      <a:cubicBezTo>
                        <a:pt x="5327" y="30465"/>
                        <a:pt x="6296" y="30945"/>
                        <a:pt x="7446" y="31424"/>
                      </a:cubicBezTo>
                      <a:cubicBezTo>
                        <a:pt x="8596" y="31904"/>
                        <a:pt x="9807" y="32264"/>
                        <a:pt x="11078" y="32564"/>
                      </a:cubicBezTo>
                      <a:cubicBezTo>
                        <a:pt x="12349" y="32864"/>
                        <a:pt x="13742" y="32984"/>
                        <a:pt x="15134" y="32984"/>
                      </a:cubicBezTo>
                      <a:cubicBezTo>
                        <a:pt x="17737" y="32984"/>
                        <a:pt x="19795" y="32504"/>
                        <a:pt x="21248" y="31604"/>
                      </a:cubicBezTo>
                      <a:cubicBezTo>
                        <a:pt x="22701" y="30705"/>
                        <a:pt x="23427" y="29265"/>
                        <a:pt x="23427" y="27466"/>
                      </a:cubicBezTo>
                      <a:cubicBezTo>
                        <a:pt x="23427" y="26447"/>
                        <a:pt x="23185" y="25607"/>
                        <a:pt x="22701" y="24888"/>
                      </a:cubicBezTo>
                      <a:cubicBezTo>
                        <a:pt x="22217" y="24168"/>
                        <a:pt x="21551" y="23568"/>
                        <a:pt x="20643" y="23089"/>
                      </a:cubicBezTo>
                      <a:cubicBezTo>
                        <a:pt x="19735" y="22549"/>
                        <a:pt x="18645" y="22129"/>
                        <a:pt x="17313" y="21709"/>
                      </a:cubicBezTo>
                      <a:cubicBezTo>
                        <a:pt x="15981" y="21289"/>
                        <a:pt x="14468" y="20930"/>
                        <a:pt x="12773" y="20510"/>
                      </a:cubicBezTo>
                      <a:cubicBezTo>
                        <a:pt x="10896" y="20090"/>
                        <a:pt x="9262" y="19610"/>
                        <a:pt x="7870" y="19071"/>
                      </a:cubicBezTo>
                      <a:cubicBezTo>
                        <a:pt x="6477" y="18531"/>
                        <a:pt x="5267" y="17931"/>
                        <a:pt x="4298" y="17211"/>
                      </a:cubicBezTo>
                      <a:cubicBezTo>
                        <a:pt x="3329" y="16492"/>
                        <a:pt x="2603" y="15592"/>
                        <a:pt x="2119" y="14573"/>
                      </a:cubicBezTo>
                      <a:cubicBezTo>
                        <a:pt x="1634" y="13553"/>
                        <a:pt x="1392" y="12294"/>
                        <a:pt x="1392" y="10855"/>
                      </a:cubicBezTo>
                      <a:cubicBezTo>
                        <a:pt x="1392" y="9115"/>
                        <a:pt x="1695" y="7556"/>
                        <a:pt x="2361" y="6237"/>
                      </a:cubicBezTo>
                      <a:cubicBezTo>
                        <a:pt x="3027" y="4918"/>
                        <a:pt x="3935" y="3778"/>
                        <a:pt x="5085" y="2819"/>
                      </a:cubicBezTo>
                      <a:cubicBezTo>
                        <a:pt x="6235" y="1859"/>
                        <a:pt x="7688" y="1199"/>
                        <a:pt x="9262" y="720"/>
                      </a:cubicBezTo>
                      <a:cubicBezTo>
                        <a:pt x="10896" y="240"/>
                        <a:pt x="12652" y="0"/>
                        <a:pt x="14529" y="0"/>
                      </a:cubicBezTo>
                      <a:cubicBezTo>
                        <a:pt x="17011" y="0"/>
                        <a:pt x="19250" y="360"/>
                        <a:pt x="21248" y="1139"/>
                      </a:cubicBezTo>
                      <a:cubicBezTo>
                        <a:pt x="23246" y="1919"/>
                        <a:pt x="25062" y="2879"/>
                        <a:pt x="26575" y="4198"/>
                      </a:cubicBezTo>
                      <a:lnTo>
                        <a:pt x="24396" y="7976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8" name="Freeform 209">
                  <a:extLst>
                    <a:ext uri="{FF2B5EF4-FFF2-40B4-BE49-F238E27FC236}">
                      <a16:creationId xmlns:a16="http://schemas.microsoft.com/office/drawing/2014/main" id="{7D61EA02-4378-55CC-196B-0528D8282F7C}"/>
                    </a:ext>
                  </a:extLst>
                </p:cNvPr>
                <p:cNvSpPr/>
                <p:nvPr/>
              </p:nvSpPr>
              <p:spPr>
                <a:xfrm>
                  <a:off x="733361" y="584994"/>
                  <a:ext cx="4661" cy="36461"/>
                </a:xfrm>
                <a:custGeom>
                  <a:avLst/>
                  <a:gdLst>
                    <a:gd name="connsiteX0" fmla="*/ 0 w 4661"/>
                    <a:gd name="connsiteY0" fmla="*/ 36462 h 36461"/>
                    <a:gd name="connsiteX1" fmla="*/ 0 w 4661"/>
                    <a:gd name="connsiteY1" fmla="*/ 0 h 36461"/>
                    <a:gd name="connsiteX2" fmla="*/ 4661 w 4661"/>
                    <a:gd name="connsiteY2" fmla="*/ 0 h 36461"/>
                    <a:gd name="connsiteX3" fmla="*/ 4661 w 4661"/>
                    <a:gd name="connsiteY3" fmla="*/ 36462 h 36461"/>
                    <a:gd name="connsiteX4" fmla="*/ 0 w 4661"/>
                    <a:gd name="connsiteY4" fmla="*/ 36462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61" h="36461">
                      <a:moveTo>
                        <a:pt x="0" y="36462"/>
                      </a:moveTo>
                      <a:lnTo>
                        <a:pt x="0" y="0"/>
                      </a:lnTo>
                      <a:lnTo>
                        <a:pt x="4661" y="0"/>
                      </a:lnTo>
                      <a:lnTo>
                        <a:pt x="4661" y="36462"/>
                      </a:lnTo>
                      <a:lnTo>
                        <a:pt x="0" y="36462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" name="Freeform 210">
                  <a:extLst>
                    <a:ext uri="{FF2B5EF4-FFF2-40B4-BE49-F238E27FC236}">
                      <a16:creationId xmlns:a16="http://schemas.microsoft.com/office/drawing/2014/main" id="{BF01D578-7631-F853-2883-423E5DC59D52}"/>
                    </a:ext>
                  </a:extLst>
                </p:cNvPr>
                <p:cNvSpPr/>
                <p:nvPr/>
              </p:nvSpPr>
              <p:spPr>
                <a:xfrm>
                  <a:off x="745408" y="585053"/>
                  <a:ext cx="30086" cy="36461"/>
                </a:xfrm>
                <a:custGeom>
                  <a:avLst/>
                  <a:gdLst>
                    <a:gd name="connsiteX0" fmla="*/ 30086 w 30086"/>
                    <a:gd name="connsiteY0" fmla="*/ 4078 h 36461"/>
                    <a:gd name="connsiteX1" fmla="*/ 17374 w 30086"/>
                    <a:gd name="connsiteY1" fmla="*/ 4078 h 36461"/>
                    <a:gd name="connsiteX2" fmla="*/ 17374 w 30086"/>
                    <a:gd name="connsiteY2" fmla="*/ 36462 h 36461"/>
                    <a:gd name="connsiteX3" fmla="*/ 12712 w 30086"/>
                    <a:gd name="connsiteY3" fmla="*/ 36462 h 36461"/>
                    <a:gd name="connsiteX4" fmla="*/ 12712 w 30086"/>
                    <a:gd name="connsiteY4" fmla="*/ 4078 h 36461"/>
                    <a:gd name="connsiteX5" fmla="*/ 0 w 30086"/>
                    <a:gd name="connsiteY5" fmla="*/ 4078 h 36461"/>
                    <a:gd name="connsiteX6" fmla="*/ 0 w 30086"/>
                    <a:gd name="connsiteY6" fmla="*/ 0 h 36461"/>
                    <a:gd name="connsiteX7" fmla="*/ 30086 w 30086"/>
                    <a:gd name="connsiteY7" fmla="*/ 0 h 36461"/>
                    <a:gd name="connsiteX8" fmla="*/ 30086 w 30086"/>
                    <a:gd name="connsiteY8" fmla="*/ 4078 h 3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086" h="36461">
                      <a:moveTo>
                        <a:pt x="30086" y="4078"/>
                      </a:moveTo>
                      <a:lnTo>
                        <a:pt x="17374" y="4078"/>
                      </a:lnTo>
                      <a:lnTo>
                        <a:pt x="17374" y="36462"/>
                      </a:lnTo>
                      <a:lnTo>
                        <a:pt x="12712" y="36462"/>
                      </a:lnTo>
                      <a:lnTo>
                        <a:pt x="12712" y="4078"/>
                      </a:lnTo>
                      <a:lnTo>
                        <a:pt x="0" y="4078"/>
                      </a:lnTo>
                      <a:lnTo>
                        <a:pt x="0" y="0"/>
                      </a:lnTo>
                      <a:lnTo>
                        <a:pt x="30086" y="0"/>
                      </a:lnTo>
                      <a:lnTo>
                        <a:pt x="30086" y="407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" name="Freeform 211">
                  <a:extLst>
                    <a:ext uri="{FF2B5EF4-FFF2-40B4-BE49-F238E27FC236}">
                      <a16:creationId xmlns:a16="http://schemas.microsoft.com/office/drawing/2014/main" id="{D52DCA72-1B7D-031B-7347-20B4439B6AD6}"/>
                    </a:ext>
                  </a:extLst>
                </p:cNvPr>
                <p:cNvSpPr/>
                <p:nvPr/>
              </p:nvSpPr>
              <p:spPr>
                <a:xfrm>
                  <a:off x="779187" y="584934"/>
                  <a:ext cx="32568" cy="36521"/>
                </a:xfrm>
                <a:custGeom>
                  <a:avLst/>
                  <a:gdLst>
                    <a:gd name="connsiteX0" fmla="*/ 5085 w 32568"/>
                    <a:gd name="connsiteY0" fmla="*/ 60 h 36521"/>
                    <a:gd name="connsiteX1" fmla="*/ 16224 w 32568"/>
                    <a:gd name="connsiteY1" fmla="*/ 19071 h 36521"/>
                    <a:gd name="connsiteX2" fmla="*/ 27483 w 32568"/>
                    <a:gd name="connsiteY2" fmla="*/ 60 h 36521"/>
                    <a:gd name="connsiteX3" fmla="*/ 32568 w 32568"/>
                    <a:gd name="connsiteY3" fmla="*/ 60 h 36521"/>
                    <a:gd name="connsiteX4" fmla="*/ 18584 w 32568"/>
                    <a:gd name="connsiteY4" fmla="*/ 23208 h 36521"/>
                    <a:gd name="connsiteX5" fmla="*/ 18584 w 32568"/>
                    <a:gd name="connsiteY5" fmla="*/ 36522 h 36521"/>
                    <a:gd name="connsiteX6" fmla="*/ 13923 w 32568"/>
                    <a:gd name="connsiteY6" fmla="*/ 36522 h 36521"/>
                    <a:gd name="connsiteX7" fmla="*/ 13923 w 32568"/>
                    <a:gd name="connsiteY7" fmla="*/ 23089 h 36521"/>
                    <a:gd name="connsiteX8" fmla="*/ 0 w 32568"/>
                    <a:gd name="connsiteY8" fmla="*/ 0 h 36521"/>
                    <a:gd name="connsiteX9" fmla="*/ 5146 w 32568"/>
                    <a:gd name="connsiteY9" fmla="*/ 0 h 365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568" h="36521">
                      <a:moveTo>
                        <a:pt x="5085" y="60"/>
                      </a:moveTo>
                      <a:lnTo>
                        <a:pt x="16224" y="19071"/>
                      </a:lnTo>
                      <a:lnTo>
                        <a:pt x="27483" y="60"/>
                      </a:lnTo>
                      <a:lnTo>
                        <a:pt x="32568" y="60"/>
                      </a:lnTo>
                      <a:lnTo>
                        <a:pt x="18584" y="23208"/>
                      </a:lnTo>
                      <a:lnTo>
                        <a:pt x="18584" y="36522"/>
                      </a:lnTo>
                      <a:lnTo>
                        <a:pt x="13923" y="36522"/>
                      </a:lnTo>
                      <a:lnTo>
                        <a:pt x="13923" y="23089"/>
                      </a:lnTo>
                      <a:lnTo>
                        <a:pt x="0" y="0"/>
                      </a:lnTo>
                      <a:lnTo>
                        <a:pt x="5146" y="0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6" name="Graphic 6">
                <a:extLst>
                  <a:ext uri="{FF2B5EF4-FFF2-40B4-BE49-F238E27FC236}">
                    <a16:creationId xmlns:a16="http://schemas.microsoft.com/office/drawing/2014/main" id="{4F6DABBC-C26B-8883-11BF-26D63821D91B}"/>
                  </a:ext>
                </a:extLst>
              </p:cNvPr>
              <p:cNvGrpSpPr/>
              <p:nvPr/>
            </p:nvGrpSpPr>
            <p:grpSpPr>
              <a:xfrm>
                <a:off x="154155" y="211019"/>
                <a:ext cx="713171" cy="190705"/>
                <a:chOff x="154155" y="211019"/>
                <a:chExt cx="713171" cy="190705"/>
              </a:xfrm>
              <a:solidFill>
                <a:srgbClr val="DF8026"/>
              </a:solidFill>
            </p:grpSpPr>
            <p:sp>
              <p:nvSpPr>
                <p:cNvPr id="77" name="Freeform 188">
                  <a:extLst>
                    <a:ext uri="{FF2B5EF4-FFF2-40B4-BE49-F238E27FC236}">
                      <a16:creationId xmlns:a16="http://schemas.microsoft.com/office/drawing/2014/main" id="{A792EBEC-AA9A-FAA1-1090-264EFF5D2554}"/>
                    </a:ext>
                  </a:extLst>
                </p:cNvPr>
                <p:cNvSpPr/>
                <p:nvPr/>
              </p:nvSpPr>
              <p:spPr>
                <a:xfrm>
                  <a:off x="154155" y="212099"/>
                  <a:ext cx="160480" cy="188126"/>
                </a:xfrm>
                <a:custGeom>
                  <a:avLst/>
                  <a:gdLst>
                    <a:gd name="connsiteX0" fmla="*/ 24093 w 160480"/>
                    <a:gd name="connsiteY0" fmla="*/ 44498 h 188126"/>
                    <a:gd name="connsiteX1" fmla="*/ 24093 w 160480"/>
                    <a:gd name="connsiteY1" fmla="*/ 188067 h 188126"/>
                    <a:gd name="connsiteX2" fmla="*/ 0 w 160480"/>
                    <a:gd name="connsiteY2" fmla="*/ 188067 h 188126"/>
                    <a:gd name="connsiteX3" fmla="*/ 0 w 160480"/>
                    <a:gd name="connsiteY3" fmla="*/ 0 h 188126"/>
                    <a:gd name="connsiteX4" fmla="*/ 18706 w 160480"/>
                    <a:gd name="connsiteY4" fmla="*/ 0 h 188126"/>
                    <a:gd name="connsiteX5" fmla="*/ 136387 w 160480"/>
                    <a:gd name="connsiteY5" fmla="*/ 146507 h 188126"/>
                    <a:gd name="connsiteX6" fmla="*/ 136387 w 160480"/>
                    <a:gd name="connsiteY6" fmla="*/ 300 h 188126"/>
                    <a:gd name="connsiteX7" fmla="*/ 160480 w 160480"/>
                    <a:gd name="connsiteY7" fmla="*/ 300 h 188126"/>
                    <a:gd name="connsiteX8" fmla="*/ 160480 w 160480"/>
                    <a:gd name="connsiteY8" fmla="*/ 188126 h 188126"/>
                    <a:gd name="connsiteX9" fmla="*/ 140140 w 160480"/>
                    <a:gd name="connsiteY9" fmla="*/ 188126 h 188126"/>
                    <a:gd name="connsiteX10" fmla="*/ 24093 w 160480"/>
                    <a:gd name="connsiteY10" fmla="*/ 44498 h 1881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60480" h="188126">
                      <a:moveTo>
                        <a:pt x="24093" y="44498"/>
                      </a:moveTo>
                      <a:lnTo>
                        <a:pt x="24093" y="188067"/>
                      </a:lnTo>
                      <a:lnTo>
                        <a:pt x="0" y="188067"/>
                      </a:lnTo>
                      <a:lnTo>
                        <a:pt x="0" y="0"/>
                      </a:lnTo>
                      <a:lnTo>
                        <a:pt x="18706" y="0"/>
                      </a:lnTo>
                      <a:lnTo>
                        <a:pt x="136387" y="146507"/>
                      </a:lnTo>
                      <a:lnTo>
                        <a:pt x="136387" y="300"/>
                      </a:lnTo>
                      <a:lnTo>
                        <a:pt x="160480" y="300"/>
                      </a:lnTo>
                      <a:lnTo>
                        <a:pt x="160480" y="188126"/>
                      </a:lnTo>
                      <a:lnTo>
                        <a:pt x="140140" y="188126"/>
                      </a:lnTo>
                      <a:lnTo>
                        <a:pt x="24093" y="44498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" name="Freeform 189">
                  <a:extLst>
                    <a:ext uri="{FF2B5EF4-FFF2-40B4-BE49-F238E27FC236}">
                      <a16:creationId xmlns:a16="http://schemas.microsoft.com/office/drawing/2014/main" id="{D0359BC7-968E-3B8D-4E95-FB5AC270FD32}"/>
                    </a:ext>
                  </a:extLst>
                </p:cNvPr>
                <p:cNvSpPr/>
                <p:nvPr/>
              </p:nvSpPr>
              <p:spPr>
                <a:xfrm>
                  <a:off x="340060" y="212099"/>
                  <a:ext cx="175674" cy="188066"/>
                </a:xfrm>
                <a:custGeom>
                  <a:avLst/>
                  <a:gdLst>
                    <a:gd name="connsiteX0" fmla="*/ 77788 w 175674"/>
                    <a:gd name="connsiteY0" fmla="*/ 0 h 188066"/>
                    <a:gd name="connsiteX1" fmla="*/ 98128 w 175674"/>
                    <a:gd name="connsiteY1" fmla="*/ 0 h 188066"/>
                    <a:gd name="connsiteX2" fmla="*/ 175675 w 175674"/>
                    <a:gd name="connsiteY2" fmla="*/ 188067 h 188066"/>
                    <a:gd name="connsiteX3" fmla="*/ 150008 w 175674"/>
                    <a:gd name="connsiteY3" fmla="*/ 188067 h 188066"/>
                    <a:gd name="connsiteX4" fmla="*/ 127549 w 175674"/>
                    <a:gd name="connsiteY4" fmla="*/ 132954 h 188066"/>
                    <a:gd name="connsiteX5" fmla="*/ 47884 w 175674"/>
                    <a:gd name="connsiteY5" fmla="*/ 132954 h 188066"/>
                    <a:gd name="connsiteX6" fmla="*/ 25667 w 175674"/>
                    <a:gd name="connsiteY6" fmla="*/ 188067 h 188066"/>
                    <a:gd name="connsiteX7" fmla="*/ 0 w 175674"/>
                    <a:gd name="connsiteY7" fmla="*/ 188067 h 188066"/>
                    <a:gd name="connsiteX8" fmla="*/ 77788 w 175674"/>
                    <a:gd name="connsiteY8" fmla="*/ 0 h 188066"/>
                    <a:gd name="connsiteX9" fmla="*/ 122161 w 175674"/>
                    <a:gd name="connsiteY9" fmla="*/ 114423 h 188066"/>
                    <a:gd name="connsiteX10" fmla="*/ 87958 w 175674"/>
                    <a:gd name="connsiteY10" fmla="*/ 27526 h 188066"/>
                    <a:gd name="connsiteX11" fmla="*/ 52666 w 175674"/>
                    <a:gd name="connsiteY11" fmla="*/ 114423 h 188066"/>
                    <a:gd name="connsiteX12" fmla="*/ 122161 w 175674"/>
                    <a:gd name="connsiteY12" fmla="*/ 114423 h 188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74" h="188066">
                      <a:moveTo>
                        <a:pt x="77788" y="0"/>
                      </a:moveTo>
                      <a:lnTo>
                        <a:pt x="98128" y="0"/>
                      </a:lnTo>
                      <a:lnTo>
                        <a:pt x="175675" y="188067"/>
                      </a:lnTo>
                      <a:lnTo>
                        <a:pt x="150008" y="188067"/>
                      </a:lnTo>
                      <a:lnTo>
                        <a:pt x="127549" y="132954"/>
                      </a:lnTo>
                      <a:lnTo>
                        <a:pt x="47884" y="132954"/>
                      </a:lnTo>
                      <a:lnTo>
                        <a:pt x="25667" y="188067"/>
                      </a:lnTo>
                      <a:lnTo>
                        <a:pt x="0" y="188067"/>
                      </a:lnTo>
                      <a:lnTo>
                        <a:pt x="77788" y="0"/>
                      </a:lnTo>
                      <a:close/>
                      <a:moveTo>
                        <a:pt x="122161" y="114423"/>
                      </a:moveTo>
                      <a:lnTo>
                        <a:pt x="87958" y="27526"/>
                      </a:lnTo>
                      <a:lnTo>
                        <a:pt x="52666" y="114423"/>
                      </a:lnTo>
                      <a:lnTo>
                        <a:pt x="122161" y="114423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9" name="Freeform 190">
                  <a:extLst>
                    <a:ext uri="{FF2B5EF4-FFF2-40B4-BE49-F238E27FC236}">
                      <a16:creationId xmlns:a16="http://schemas.microsoft.com/office/drawing/2014/main" id="{0CB0AD44-B224-7ED5-0344-2214C8E25272}"/>
                    </a:ext>
                  </a:extLst>
                </p:cNvPr>
                <p:cNvSpPr/>
                <p:nvPr/>
              </p:nvSpPr>
              <p:spPr>
                <a:xfrm>
                  <a:off x="521062" y="212099"/>
                  <a:ext cx="175674" cy="188066"/>
                </a:xfrm>
                <a:custGeom>
                  <a:avLst/>
                  <a:gdLst>
                    <a:gd name="connsiteX0" fmla="*/ 77788 w 175674"/>
                    <a:gd name="connsiteY0" fmla="*/ 0 h 188066"/>
                    <a:gd name="connsiteX1" fmla="*/ 98128 w 175674"/>
                    <a:gd name="connsiteY1" fmla="*/ 0 h 188066"/>
                    <a:gd name="connsiteX2" fmla="*/ 175675 w 175674"/>
                    <a:gd name="connsiteY2" fmla="*/ 188067 h 188066"/>
                    <a:gd name="connsiteX3" fmla="*/ 150008 w 175674"/>
                    <a:gd name="connsiteY3" fmla="*/ 188067 h 188066"/>
                    <a:gd name="connsiteX4" fmla="*/ 127549 w 175674"/>
                    <a:gd name="connsiteY4" fmla="*/ 132954 h 188066"/>
                    <a:gd name="connsiteX5" fmla="*/ 47884 w 175674"/>
                    <a:gd name="connsiteY5" fmla="*/ 132954 h 188066"/>
                    <a:gd name="connsiteX6" fmla="*/ 25667 w 175674"/>
                    <a:gd name="connsiteY6" fmla="*/ 188067 h 188066"/>
                    <a:gd name="connsiteX7" fmla="*/ 0 w 175674"/>
                    <a:gd name="connsiteY7" fmla="*/ 188067 h 188066"/>
                    <a:gd name="connsiteX8" fmla="*/ 77788 w 175674"/>
                    <a:gd name="connsiteY8" fmla="*/ 0 h 188066"/>
                    <a:gd name="connsiteX9" fmla="*/ 122161 w 175674"/>
                    <a:gd name="connsiteY9" fmla="*/ 114423 h 188066"/>
                    <a:gd name="connsiteX10" fmla="*/ 87958 w 175674"/>
                    <a:gd name="connsiteY10" fmla="*/ 27526 h 188066"/>
                    <a:gd name="connsiteX11" fmla="*/ 52666 w 175674"/>
                    <a:gd name="connsiteY11" fmla="*/ 114423 h 188066"/>
                    <a:gd name="connsiteX12" fmla="*/ 122161 w 175674"/>
                    <a:gd name="connsiteY12" fmla="*/ 114423 h 188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75674" h="188066">
                      <a:moveTo>
                        <a:pt x="77788" y="0"/>
                      </a:moveTo>
                      <a:lnTo>
                        <a:pt x="98128" y="0"/>
                      </a:lnTo>
                      <a:lnTo>
                        <a:pt x="175675" y="188067"/>
                      </a:lnTo>
                      <a:lnTo>
                        <a:pt x="150008" y="188067"/>
                      </a:lnTo>
                      <a:lnTo>
                        <a:pt x="127549" y="132954"/>
                      </a:lnTo>
                      <a:lnTo>
                        <a:pt x="47884" y="132954"/>
                      </a:lnTo>
                      <a:lnTo>
                        <a:pt x="25667" y="188067"/>
                      </a:lnTo>
                      <a:lnTo>
                        <a:pt x="0" y="188067"/>
                      </a:lnTo>
                      <a:lnTo>
                        <a:pt x="77788" y="0"/>
                      </a:lnTo>
                      <a:close/>
                      <a:moveTo>
                        <a:pt x="122161" y="114423"/>
                      </a:moveTo>
                      <a:lnTo>
                        <a:pt x="87958" y="27526"/>
                      </a:lnTo>
                      <a:lnTo>
                        <a:pt x="52666" y="114423"/>
                      </a:lnTo>
                      <a:lnTo>
                        <a:pt x="122161" y="114423"/>
                      </a:ln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0" name="Freeform 191">
                  <a:extLst>
                    <a:ext uri="{FF2B5EF4-FFF2-40B4-BE49-F238E27FC236}">
                      <a16:creationId xmlns:a16="http://schemas.microsoft.com/office/drawing/2014/main" id="{AF1E61F4-B56A-0C51-3E58-71F627328FEA}"/>
                    </a:ext>
                  </a:extLst>
                </p:cNvPr>
                <p:cNvSpPr/>
                <p:nvPr/>
              </p:nvSpPr>
              <p:spPr>
                <a:xfrm>
                  <a:off x="702851" y="211019"/>
                  <a:ext cx="164475" cy="190705"/>
                </a:xfrm>
                <a:custGeom>
                  <a:avLst/>
                  <a:gdLst>
                    <a:gd name="connsiteX0" fmla="*/ 0 w 164475"/>
                    <a:gd name="connsiteY0" fmla="*/ 93793 h 190705"/>
                    <a:gd name="connsiteX1" fmla="*/ 5993 w 164475"/>
                    <a:gd name="connsiteY1" fmla="*/ 60030 h 190705"/>
                    <a:gd name="connsiteX2" fmla="*/ 23669 w 164475"/>
                    <a:gd name="connsiteY2" fmla="*/ 29805 h 190705"/>
                    <a:gd name="connsiteX3" fmla="*/ 52121 w 164475"/>
                    <a:gd name="connsiteY3" fmla="*/ 8216 h 190705"/>
                    <a:gd name="connsiteX4" fmla="*/ 90380 w 164475"/>
                    <a:gd name="connsiteY4" fmla="*/ 0 h 190705"/>
                    <a:gd name="connsiteX5" fmla="*/ 133966 w 164475"/>
                    <a:gd name="connsiteY5" fmla="*/ 11394 h 190705"/>
                    <a:gd name="connsiteX6" fmla="*/ 160965 w 164475"/>
                    <a:gd name="connsiteY6" fmla="*/ 41080 h 190705"/>
                    <a:gd name="connsiteX7" fmla="*/ 141956 w 164475"/>
                    <a:gd name="connsiteY7" fmla="*/ 53254 h 190705"/>
                    <a:gd name="connsiteX8" fmla="*/ 131665 w 164475"/>
                    <a:gd name="connsiteY8" fmla="*/ 38141 h 190705"/>
                    <a:gd name="connsiteX9" fmla="*/ 118590 w 164475"/>
                    <a:gd name="connsiteY9" fmla="*/ 28366 h 190705"/>
                    <a:gd name="connsiteX10" fmla="*/ 104000 w 164475"/>
                    <a:gd name="connsiteY10" fmla="*/ 23089 h 190705"/>
                    <a:gd name="connsiteX11" fmla="*/ 89290 w 164475"/>
                    <a:gd name="connsiteY11" fmla="*/ 21469 h 190705"/>
                    <a:gd name="connsiteX12" fmla="*/ 61323 w 164475"/>
                    <a:gd name="connsiteY12" fmla="*/ 27946 h 190705"/>
                    <a:gd name="connsiteX13" fmla="*/ 40862 w 164475"/>
                    <a:gd name="connsiteY13" fmla="*/ 44918 h 190705"/>
                    <a:gd name="connsiteX14" fmla="*/ 28452 w 164475"/>
                    <a:gd name="connsiteY14" fmla="*/ 68486 h 190705"/>
                    <a:gd name="connsiteX15" fmla="*/ 24335 w 164475"/>
                    <a:gd name="connsiteY15" fmla="*/ 94873 h 190705"/>
                    <a:gd name="connsiteX16" fmla="*/ 29299 w 164475"/>
                    <a:gd name="connsiteY16" fmla="*/ 123059 h 190705"/>
                    <a:gd name="connsiteX17" fmla="*/ 43041 w 164475"/>
                    <a:gd name="connsiteY17" fmla="*/ 146747 h 190705"/>
                    <a:gd name="connsiteX18" fmla="*/ 63926 w 164475"/>
                    <a:gd name="connsiteY18" fmla="*/ 163179 h 190705"/>
                    <a:gd name="connsiteX19" fmla="*/ 90138 w 164475"/>
                    <a:gd name="connsiteY19" fmla="*/ 169296 h 190705"/>
                    <a:gd name="connsiteX20" fmla="*/ 105514 w 164475"/>
                    <a:gd name="connsiteY20" fmla="*/ 167437 h 190705"/>
                    <a:gd name="connsiteX21" fmla="*/ 120648 w 164475"/>
                    <a:gd name="connsiteY21" fmla="*/ 161500 h 190705"/>
                    <a:gd name="connsiteX22" fmla="*/ 134147 w 164475"/>
                    <a:gd name="connsiteY22" fmla="*/ 151185 h 190705"/>
                    <a:gd name="connsiteX23" fmla="*/ 144438 w 164475"/>
                    <a:gd name="connsiteY23" fmla="*/ 136192 h 190705"/>
                    <a:gd name="connsiteX24" fmla="*/ 164476 w 164475"/>
                    <a:gd name="connsiteY24" fmla="*/ 147047 h 190705"/>
                    <a:gd name="connsiteX25" fmla="*/ 151763 w 164475"/>
                    <a:gd name="connsiteY25" fmla="*/ 165698 h 190705"/>
                    <a:gd name="connsiteX26" fmla="*/ 133300 w 164475"/>
                    <a:gd name="connsiteY26" fmla="*/ 179311 h 190705"/>
                    <a:gd name="connsiteX27" fmla="*/ 111507 w 164475"/>
                    <a:gd name="connsiteY27" fmla="*/ 187767 h 190705"/>
                    <a:gd name="connsiteX28" fmla="*/ 89048 w 164475"/>
                    <a:gd name="connsiteY28" fmla="*/ 190705 h 190705"/>
                    <a:gd name="connsiteX29" fmla="*/ 53211 w 164475"/>
                    <a:gd name="connsiteY29" fmla="*/ 182249 h 190705"/>
                    <a:gd name="connsiteX30" fmla="*/ 25001 w 164475"/>
                    <a:gd name="connsiteY30" fmla="*/ 160120 h 190705"/>
                    <a:gd name="connsiteX31" fmla="*/ 6538 w 164475"/>
                    <a:gd name="connsiteY31" fmla="*/ 129116 h 190705"/>
                    <a:gd name="connsiteX32" fmla="*/ 0 w 164475"/>
                    <a:gd name="connsiteY32" fmla="*/ 93733 h 190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164475" h="190705">
                      <a:moveTo>
                        <a:pt x="0" y="93793"/>
                      </a:moveTo>
                      <a:cubicBezTo>
                        <a:pt x="0" y="82459"/>
                        <a:pt x="1998" y="71245"/>
                        <a:pt x="5993" y="60030"/>
                      </a:cubicBezTo>
                      <a:cubicBezTo>
                        <a:pt x="9988" y="48816"/>
                        <a:pt x="15860" y="38741"/>
                        <a:pt x="23669" y="29805"/>
                      </a:cubicBezTo>
                      <a:cubicBezTo>
                        <a:pt x="31418" y="20870"/>
                        <a:pt x="40922" y="13673"/>
                        <a:pt x="52121" y="8216"/>
                      </a:cubicBezTo>
                      <a:cubicBezTo>
                        <a:pt x="63381" y="2759"/>
                        <a:pt x="76093" y="0"/>
                        <a:pt x="90380" y="0"/>
                      </a:cubicBezTo>
                      <a:cubicBezTo>
                        <a:pt x="107330" y="0"/>
                        <a:pt x="121858" y="3778"/>
                        <a:pt x="133966" y="11394"/>
                      </a:cubicBezTo>
                      <a:cubicBezTo>
                        <a:pt x="146073" y="19011"/>
                        <a:pt x="155093" y="28906"/>
                        <a:pt x="160965" y="41080"/>
                      </a:cubicBezTo>
                      <a:lnTo>
                        <a:pt x="141956" y="53254"/>
                      </a:lnTo>
                      <a:cubicBezTo>
                        <a:pt x="139111" y="47257"/>
                        <a:pt x="135661" y="42219"/>
                        <a:pt x="131665" y="38141"/>
                      </a:cubicBezTo>
                      <a:cubicBezTo>
                        <a:pt x="127670" y="34063"/>
                        <a:pt x="123311" y="30825"/>
                        <a:pt x="118590" y="28366"/>
                      </a:cubicBezTo>
                      <a:cubicBezTo>
                        <a:pt x="113868" y="25907"/>
                        <a:pt x="109025" y="24108"/>
                        <a:pt x="104000" y="23089"/>
                      </a:cubicBezTo>
                      <a:cubicBezTo>
                        <a:pt x="99037" y="22009"/>
                        <a:pt x="94133" y="21469"/>
                        <a:pt x="89290" y="21469"/>
                      </a:cubicBezTo>
                      <a:cubicBezTo>
                        <a:pt x="78757" y="21469"/>
                        <a:pt x="69435" y="23628"/>
                        <a:pt x="61323" y="27946"/>
                      </a:cubicBezTo>
                      <a:cubicBezTo>
                        <a:pt x="53211" y="32264"/>
                        <a:pt x="46370" y="37901"/>
                        <a:pt x="40862" y="44918"/>
                      </a:cubicBezTo>
                      <a:cubicBezTo>
                        <a:pt x="35353" y="51874"/>
                        <a:pt x="31176" y="59730"/>
                        <a:pt x="28452" y="68486"/>
                      </a:cubicBezTo>
                      <a:cubicBezTo>
                        <a:pt x="25667" y="77242"/>
                        <a:pt x="24335" y="85997"/>
                        <a:pt x="24335" y="94873"/>
                      </a:cubicBezTo>
                      <a:cubicBezTo>
                        <a:pt x="24335" y="104768"/>
                        <a:pt x="25970" y="114183"/>
                        <a:pt x="29299" y="123059"/>
                      </a:cubicBezTo>
                      <a:cubicBezTo>
                        <a:pt x="32568" y="131994"/>
                        <a:pt x="37169" y="139850"/>
                        <a:pt x="43041" y="146747"/>
                      </a:cubicBezTo>
                      <a:cubicBezTo>
                        <a:pt x="48913" y="153644"/>
                        <a:pt x="55875" y="159101"/>
                        <a:pt x="63926" y="163179"/>
                      </a:cubicBezTo>
                      <a:cubicBezTo>
                        <a:pt x="71977" y="167257"/>
                        <a:pt x="80694" y="169296"/>
                        <a:pt x="90138" y="169296"/>
                      </a:cubicBezTo>
                      <a:cubicBezTo>
                        <a:pt x="95102" y="169296"/>
                        <a:pt x="100247" y="168696"/>
                        <a:pt x="105514" y="167437"/>
                      </a:cubicBezTo>
                      <a:cubicBezTo>
                        <a:pt x="110780" y="166177"/>
                        <a:pt x="115805" y="164198"/>
                        <a:pt x="120648" y="161500"/>
                      </a:cubicBezTo>
                      <a:cubicBezTo>
                        <a:pt x="125491" y="158741"/>
                        <a:pt x="129970" y="155323"/>
                        <a:pt x="134147" y="151185"/>
                      </a:cubicBezTo>
                      <a:cubicBezTo>
                        <a:pt x="138324" y="147047"/>
                        <a:pt x="141775" y="142069"/>
                        <a:pt x="144438" y="136192"/>
                      </a:cubicBezTo>
                      <a:lnTo>
                        <a:pt x="164476" y="147047"/>
                      </a:lnTo>
                      <a:cubicBezTo>
                        <a:pt x="161449" y="154123"/>
                        <a:pt x="157211" y="160360"/>
                        <a:pt x="151763" y="165698"/>
                      </a:cubicBezTo>
                      <a:cubicBezTo>
                        <a:pt x="146315" y="171095"/>
                        <a:pt x="140201" y="175653"/>
                        <a:pt x="133300" y="179311"/>
                      </a:cubicBezTo>
                      <a:cubicBezTo>
                        <a:pt x="126459" y="183029"/>
                        <a:pt x="119195" y="185848"/>
                        <a:pt x="111507" y="187767"/>
                      </a:cubicBezTo>
                      <a:cubicBezTo>
                        <a:pt x="103819" y="189686"/>
                        <a:pt x="96373" y="190705"/>
                        <a:pt x="89048" y="190705"/>
                      </a:cubicBezTo>
                      <a:cubicBezTo>
                        <a:pt x="76033" y="190705"/>
                        <a:pt x="64107" y="187887"/>
                        <a:pt x="53211" y="182249"/>
                      </a:cubicBezTo>
                      <a:cubicBezTo>
                        <a:pt x="42314" y="176612"/>
                        <a:pt x="32931" y="169236"/>
                        <a:pt x="25001" y="160120"/>
                      </a:cubicBezTo>
                      <a:cubicBezTo>
                        <a:pt x="17071" y="151005"/>
                        <a:pt x="10896" y="140690"/>
                        <a:pt x="6538" y="129116"/>
                      </a:cubicBezTo>
                      <a:cubicBezTo>
                        <a:pt x="2179" y="117542"/>
                        <a:pt x="0" y="105787"/>
                        <a:pt x="0" y="93733"/>
                      </a:cubicBezTo>
                      <a:close/>
                    </a:path>
                  </a:pathLst>
                </a:custGeom>
                <a:solidFill>
                  <a:srgbClr val="DF8026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67" name="Graphic 6">
                <a:extLst>
                  <a:ext uri="{FF2B5EF4-FFF2-40B4-BE49-F238E27FC236}">
                    <a16:creationId xmlns:a16="http://schemas.microsoft.com/office/drawing/2014/main" id="{0CC82003-48B0-8CF5-8D24-E03FDED09D7C}"/>
                  </a:ext>
                </a:extLst>
              </p:cNvPr>
              <p:cNvGrpSpPr/>
              <p:nvPr/>
            </p:nvGrpSpPr>
            <p:grpSpPr>
              <a:xfrm>
                <a:off x="152400" y="417017"/>
                <a:ext cx="659294" cy="143688"/>
                <a:chOff x="152400" y="417017"/>
                <a:chExt cx="659294" cy="143688"/>
              </a:xfrm>
              <a:solidFill>
                <a:srgbClr val="424343"/>
              </a:solidFill>
            </p:grpSpPr>
            <p:sp>
              <p:nvSpPr>
                <p:cNvPr id="72" name="Freeform 183">
                  <a:extLst>
                    <a:ext uri="{FF2B5EF4-FFF2-40B4-BE49-F238E27FC236}">
                      <a16:creationId xmlns:a16="http://schemas.microsoft.com/office/drawing/2014/main" id="{2405FF9B-9C31-D2C6-C13C-85207596F1CA}"/>
                    </a:ext>
                  </a:extLst>
                </p:cNvPr>
                <p:cNvSpPr/>
                <p:nvPr/>
              </p:nvSpPr>
              <p:spPr>
                <a:xfrm>
                  <a:off x="152400" y="417017"/>
                  <a:ext cx="124643" cy="143688"/>
                </a:xfrm>
                <a:custGeom>
                  <a:avLst/>
                  <a:gdLst>
                    <a:gd name="connsiteX0" fmla="*/ 112778 w 124643"/>
                    <a:gd name="connsiteY0" fmla="*/ 121919 h 143688"/>
                    <a:gd name="connsiteX1" fmla="*/ 66831 w 124643"/>
                    <a:gd name="connsiteY1" fmla="*/ 143689 h 143688"/>
                    <a:gd name="connsiteX2" fmla="*/ 40135 w 124643"/>
                    <a:gd name="connsiteY2" fmla="*/ 137512 h 143688"/>
                    <a:gd name="connsiteX3" fmla="*/ 19008 w 124643"/>
                    <a:gd name="connsiteY3" fmla="*/ 121140 h 143688"/>
                    <a:gd name="connsiteX4" fmla="*/ 5024 w 124643"/>
                    <a:gd name="connsiteY4" fmla="*/ 98111 h 143688"/>
                    <a:gd name="connsiteX5" fmla="*/ 0 w 124643"/>
                    <a:gd name="connsiteY5" fmla="*/ 71664 h 143688"/>
                    <a:gd name="connsiteX6" fmla="*/ 4964 w 124643"/>
                    <a:gd name="connsiteY6" fmla="*/ 44498 h 143688"/>
                    <a:gd name="connsiteX7" fmla="*/ 18766 w 124643"/>
                    <a:gd name="connsiteY7" fmla="*/ 21649 h 143688"/>
                    <a:gd name="connsiteX8" fmla="*/ 39711 w 124643"/>
                    <a:gd name="connsiteY8" fmla="*/ 5877 h 143688"/>
                    <a:gd name="connsiteX9" fmla="*/ 66105 w 124643"/>
                    <a:gd name="connsiteY9" fmla="*/ 0 h 143688"/>
                    <a:gd name="connsiteX10" fmla="*/ 85234 w 124643"/>
                    <a:gd name="connsiteY10" fmla="*/ 2279 h 143688"/>
                    <a:gd name="connsiteX11" fmla="*/ 100671 w 124643"/>
                    <a:gd name="connsiteY11" fmla="*/ 8696 h 143688"/>
                    <a:gd name="connsiteX12" fmla="*/ 112354 w 124643"/>
                    <a:gd name="connsiteY12" fmla="*/ 18471 h 143688"/>
                    <a:gd name="connsiteX13" fmla="*/ 120708 w 124643"/>
                    <a:gd name="connsiteY13" fmla="*/ 30945 h 143688"/>
                    <a:gd name="connsiteX14" fmla="*/ 109812 w 124643"/>
                    <a:gd name="connsiteY14" fmla="*/ 38141 h 143688"/>
                    <a:gd name="connsiteX15" fmla="*/ 91470 w 124643"/>
                    <a:gd name="connsiteY15" fmla="*/ 18771 h 143688"/>
                    <a:gd name="connsiteX16" fmla="*/ 65863 w 124643"/>
                    <a:gd name="connsiteY16" fmla="*/ 12594 h 143688"/>
                    <a:gd name="connsiteX17" fmla="*/ 44433 w 124643"/>
                    <a:gd name="connsiteY17" fmla="*/ 17571 h 143688"/>
                    <a:gd name="connsiteX18" fmla="*/ 28089 w 124643"/>
                    <a:gd name="connsiteY18" fmla="*/ 30825 h 143688"/>
                    <a:gd name="connsiteX19" fmla="*/ 17737 w 124643"/>
                    <a:gd name="connsiteY19" fmla="*/ 49775 h 143688"/>
                    <a:gd name="connsiteX20" fmla="*/ 14105 w 124643"/>
                    <a:gd name="connsiteY20" fmla="*/ 71844 h 143688"/>
                    <a:gd name="connsiteX21" fmla="*/ 18221 w 124643"/>
                    <a:gd name="connsiteY21" fmla="*/ 94573 h 143688"/>
                    <a:gd name="connsiteX22" fmla="*/ 29602 w 124643"/>
                    <a:gd name="connsiteY22" fmla="*/ 113404 h 143688"/>
                    <a:gd name="connsiteX23" fmla="*/ 46613 w 124643"/>
                    <a:gd name="connsiteY23" fmla="*/ 126297 h 143688"/>
                    <a:gd name="connsiteX24" fmla="*/ 67861 w 124643"/>
                    <a:gd name="connsiteY24" fmla="*/ 131095 h 143688"/>
                    <a:gd name="connsiteX25" fmla="*/ 91348 w 124643"/>
                    <a:gd name="connsiteY25" fmla="*/ 125398 h 143688"/>
                    <a:gd name="connsiteX26" fmla="*/ 112778 w 124643"/>
                    <a:gd name="connsiteY26" fmla="*/ 107347 h 143688"/>
                    <a:gd name="connsiteX27" fmla="*/ 112778 w 124643"/>
                    <a:gd name="connsiteY27" fmla="*/ 83778 h 143688"/>
                    <a:gd name="connsiteX28" fmla="*/ 80936 w 124643"/>
                    <a:gd name="connsiteY28" fmla="*/ 83778 h 143688"/>
                    <a:gd name="connsiteX29" fmla="*/ 80936 w 124643"/>
                    <a:gd name="connsiteY29" fmla="*/ 72984 h 143688"/>
                    <a:gd name="connsiteX30" fmla="*/ 124643 w 124643"/>
                    <a:gd name="connsiteY30" fmla="*/ 72984 h 143688"/>
                    <a:gd name="connsiteX31" fmla="*/ 124643 w 124643"/>
                    <a:gd name="connsiteY31" fmla="*/ 142609 h 143688"/>
                    <a:gd name="connsiteX32" fmla="*/ 112778 w 124643"/>
                    <a:gd name="connsiteY32" fmla="*/ 142609 h 143688"/>
                    <a:gd name="connsiteX33" fmla="*/ 112778 w 124643"/>
                    <a:gd name="connsiteY33" fmla="*/ 121859 h 143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124643" h="143688">
                      <a:moveTo>
                        <a:pt x="112778" y="121919"/>
                      </a:moveTo>
                      <a:cubicBezTo>
                        <a:pt x="99460" y="136432"/>
                        <a:pt x="84205" y="143689"/>
                        <a:pt x="66831" y="143689"/>
                      </a:cubicBezTo>
                      <a:cubicBezTo>
                        <a:pt x="57146" y="143689"/>
                        <a:pt x="48247" y="141650"/>
                        <a:pt x="40135" y="137512"/>
                      </a:cubicBezTo>
                      <a:cubicBezTo>
                        <a:pt x="32023" y="133374"/>
                        <a:pt x="24941" y="127916"/>
                        <a:pt x="19008" y="121140"/>
                      </a:cubicBezTo>
                      <a:cubicBezTo>
                        <a:pt x="13015" y="114363"/>
                        <a:pt x="8354" y="106687"/>
                        <a:pt x="5024" y="98111"/>
                      </a:cubicBezTo>
                      <a:cubicBezTo>
                        <a:pt x="1695" y="89536"/>
                        <a:pt x="0" y="80720"/>
                        <a:pt x="0" y="71664"/>
                      </a:cubicBezTo>
                      <a:cubicBezTo>
                        <a:pt x="0" y="62609"/>
                        <a:pt x="1634" y="53194"/>
                        <a:pt x="4964" y="44498"/>
                      </a:cubicBezTo>
                      <a:cubicBezTo>
                        <a:pt x="8233" y="35862"/>
                        <a:pt x="12834" y="28246"/>
                        <a:pt x="18766" y="21649"/>
                      </a:cubicBezTo>
                      <a:cubicBezTo>
                        <a:pt x="24699" y="15053"/>
                        <a:pt x="31660" y="9835"/>
                        <a:pt x="39711" y="5877"/>
                      </a:cubicBezTo>
                      <a:cubicBezTo>
                        <a:pt x="47763" y="1979"/>
                        <a:pt x="56540" y="0"/>
                        <a:pt x="66105" y="0"/>
                      </a:cubicBezTo>
                      <a:cubicBezTo>
                        <a:pt x="73067" y="0"/>
                        <a:pt x="79483" y="780"/>
                        <a:pt x="85234" y="2279"/>
                      </a:cubicBezTo>
                      <a:cubicBezTo>
                        <a:pt x="90985" y="3838"/>
                        <a:pt x="96131" y="5937"/>
                        <a:pt x="100671" y="8696"/>
                      </a:cubicBezTo>
                      <a:cubicBezTo>
                        <a:pt x="105151" y="11454"/>
                        <a:pt x="109085" y="14693"/>
                        <a:pt x="112354" y="18471"/>
                      </a:cubicBezTo>
                      <a:cubicBezTo>
                        <a:pt x="115623" y="22249"/>
                        <a:pt x="118408" y="26447"/>
                        <a:pt x="120708" y="30945"/>
                      </a:cubicBezTo>
                      <a:lnTo>
                        <a:pt x="109812" y="38141"/>
                      </a:lnTo>
                      <a:cubicBezTo>
                        <a:pt x="105090" y="29385"/>
                        <a:pt x="98976" y="22909"/>
                        <a:pt x="91470" y="18771"/>
                      </a:cubicBezTo>
                      <a:cubicBezTo>
                        <a:pt x="83963" y="14633"/>
                        <a:pt x="75428" y="12594"/>
                        <a:pt x="65863" y="12594"/>
                      </a:cubicBezTo>
                      <a:cubicBezTo>
                        <a:pt x="57933" y="12594"/>
                        <a:pt x="50790" y="14273"/>
                        <a:pt x="44433" y="17571"/>
                      </a:cubicBezTo>
                      <a:cubicBezTo>
                        <a:pt x="38077" y="20870"/>
                        <a:pt x="32629" y="25307"/>
                        <a:pt x="28089" y="30825"/>
                      </a:cubicBezTo>
                      <a:cubicBezTo>
                        <a:pt x="23609" y="36342"/>
                        <a:pt x="20158" y="42699"/>
                        <a:pt x="17737" y="49775"/>
                      </a:cubicBezTo>
                      <a:cubicBezTo>
                        <a:pt x="15316" y="56912"/>
                        <a:pt x="14105" y="64228"/>
                        <a:pt x="14105" y="71844"/>
                      </a:cubicBezTo>
                      <a:cubicBezTo>
                        <a:pt x="14105" y="79820"/>
                        <a:pt x="15497" y="87377"/>
                        <a:pt x="18221" y="94573"/>
                      </a:cubicBezTo>
                      <a:cubicBezTo>
                        <a:pt x="20945" y="101769"/>
                        <a:pt x="24759" y="108066"/>
                        <a:pt x="29602" y="113404"/>
                      </a:cubicBezTo>
                      <a:cubicBezTo>
                        <a:pt x="34445" y="118801"/>
                        <a:pt x="40135" y="123059"/>
                        <a:pt x="46613" y="126297"/>
                      </a:cubicBezTo>
                      <a:cubicBezTo>
                        <a:pt x="53150" y="129476"/>
                        <a:pt x="60233" y="131095"/>
                        <a:pt x="67861" y="131095"/>
                      </a:cubicBezTo>
                      <a:cubicBezTo>
                        <a:pt x="76033" y="131095"/>
                        <a:pt x="83903" y="129176"/>
                        <a:pt x="91348" y="125398"/>
                      </a:cubicBezTo>
                      <a:cubicBezTo>
                        <a:pt x="98794" y="121620"/>
                        <a:pt x="105938" y="115563"/>
                        <a:pt x="112778" y="107347"/>
                      </a:cubicBezTo>
                      <a:lnTo>
                        <a:pt x="112778" y="83778"/>
                      </a:lnTo>
                      <a:lnTo>
                        <a:pt x="80936" y="83778"/>
                      </a:lnTo>
                      <a:lnTo>
                        <a:pt x="80936" y="72984"/>
                      </a:lnTo>
                      <a:lnTo>
                        <a:pt x="124643" y="72984"/>
                      </a:lnTo>
                      <a:lnTo>
                        <a:pt x="124643" y="142609"/>
                      </a:lnTo>
                      <a:lnTo>
                        <a:pt x="112778" y="142609"/>
                      </a:lnTo>
                      <a:lnTo>
                        <a:pt x="112778" y="121859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3" name="Freeform 184">
                  <a:extLst>
                    <a:ext uri="{FF2B5EF4-FFF2-40B4-BE49-F238E27FC236}">
                      <a16:creationId xmlns:a16="http://schemas.microsoft.com/office/drawing/2014/main" id="{D8E0BBEA-4CAE-F14D-2A39-7BBA58BEA2EE}"/>
                    </a:ext>
                  </a:extLst>
                </p:cNvPr>
                <p:cNvSpPr/>
                <p:nvPr/>
              </p:nvSpPr>
              <p:spPr>
                <a:xfrm>
                  <a:off x="306100" y="417977"/>
                  <a:ext cx="105998" cy="141769"/>
                </a:xfrm>
                <a:custGeom>
                  <a:avLst/>
                  <a:gdLst>
                    <a:gd name="connsiteX0" fmla="*/ 0 w 105998"/>
                    <a:gd name="connsiteY0" fmla="*/ 141710 h 141769"/>
                    <a:gd name="connsiteX1" fmla="*/ 0 w 105998"/>
                    <a:gd name="connsiteY1" fmla="*/ 0 h 141769"/>
                    <a:gd name="connsiteX2" fmla="*/ 60415 w 105998"/>
                    <a:gd name="connsiteY2" fmla="*/ 0 h 141769"/>
                    <a:gd name="connsiteX3" fmla="*/ 77425 w 105998"/>
                    <a:gd name="connsiteY3" fmla="*/ 3898 h 141769"/>
                    <a:gd name="connsiteX4" fmla="*/ 90804 w 105998"/>
                    <a:gd name="connsiteY4" fmla="*/ 14093 h 141769"/>
                    <a:gd name="connsiteX5" fmla="*/ 99581 w 105998"/>
                    <a:gd name="connsiteY5" fmla="*/ 28366 h 141769"/>
                    <a:gd name="connsiteX6" fmla="*/ 102729 w 105998"/>
                    <a:gd name="connsiteY6" fmla="*/ 44558 h 141769"/>
                    <a:gd name="connsiteX7" fmla="*/ 100429 w 105998"/>
                    <a:gd name="connsiteY7" fmla="*/ 59430 h 141769"/>
                    <a:gd name="connsiteX8" fmla="*/ 94012 w 105998"/>
                    <a:gd name="connsiteY8" fmla="*/ 72204 h 141769"/>
                    <a:gd name="connsiteX9" fmla="*/ 84024 w 105998"/>
                    <a:gd name="connsiteY9" fmla="*/ 81799 h 141769"/>
                    <a:gd name="connsiteX10" fmla="*/ 70948 w 105998"/>
                    <a:gd name="connsiteY10" fmla="*/ 87077 h 141769"/>
                    <a:gd name="connsiteX11" fmla="*/ 105998 w 105998"/>
                    <a:gd name="connsiteY11" fmla="*/ 141770 h 141769"/>
                    <a:gd name="connsiteX12" fmla="*/ 90077 w 105998"/>
                    <a:gd name="connsiteY12" fmla="*/ 141770 h 141769"/>
                    <a:gd name="connsiteX13" fmla="*/ 56419 w 105998"/>
                    <a:gd name="connsiteY13" fmla="*/ 89476 h 141769"/>
                    <a:gd name="connsiteX14" fmla="*/ 14105 w 105998"/>
                    <a:gd name="connsiteY14" fmla="*/ 89476 h 141769"/>
                    <a:gd name="connsiteX15" fmla="*/ 14105 w 105998"/>
                    <a:gd name="connsiteY15" fmla="*/ 141770 h 141769"/>
                    <a:gd name="connsiteX16" fmla="*/ 0 w 105998"/>
                    <a:gd name="connsiteY16" fmla="*/ 141770 h 141769"/>
                    <a:gd name="connsiteX17" fmla="*/ 14105 w 105998"/>
                    <a:gd name="connsiteY17" fmla="*/ 77062 h 141769"/>
                    <a:gd name="connsiteX18" fmla="*/ 60838 w 105998"/>
                    <a:gd name="connsiteY18" fmla="*/ 77062 h 141769"/>
                    <a:gd name="connsiteX19" fmla="*/ 72219 w 105998"/>
                    <a:gd name="connsiteY19" fmla="*/ 74363 h 141769"/>
                    <a:gd name="connsiteX20" fmla="*/ 80997 w 105998"/>
                    <a:gd name="connsiteY20" fmla="*/ 67107 h 141769"/>
                    <a:gd name="connsiteX21" fmla="*/ 86627 w 105998"/>
                    <a:gd name="connsiteY21" fmla="*/ 56732 h 141769"/>
                    <a:gd name="connsiteX22" fmla="*/ 88624 w 105998"/>
                    <a:gd name="connsiteY22" fmla="*/ 44558 h 141769"/>
                    <a:gd name="connsiteX23" fmla="*/ 86324 w 105998"/>
                    <a:gd name="connsiteY23" fmla="*/ 32264 h 141769"/>
                    <a:gd name="connsiteX24" fmla="*/ 80089 w 105998"/>
                    <a:gd name="connsiteY24" fmla="*/ 22009 h 141769"/>
                    <a:gd name="connsiteX25" fmla="*/ 70827 w 105998"/>
                    <a:gd name="connsiteY25" fmla="*/ 15053 h 141769"/>
                    <a:gd name="connsiteX26" fmla="*/ 59628 w 105998"/>
                    <a:gd name="connsiteY26" fmla="*/ 12474 h 141769"/>
                    <a:gd name="connsiteX27" fmla="*/ 14105 w 105998"/>
                    <a:gd name="connsiteY27" fmla="*/ 12474 h 141769"/>
                    <a:gd name="connsiteX28" fmla="*/ 14105 w 105998"/>
                    <a:gd name="connsiteY28" fmla="*/ 77122 h 141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05998" h="141769">
                      <a:moveTo>
                        <a:pt x="0" y="141710"/>
                      </a:moveTo>
                      <a:lnTo>
                        <a:pt x="0" y="0"/>
                      </a:lnTo>
                      <a:lnTo>
                        <a:pt x="60415" y="0"/>
                      </a:lnTo>
                      <a:cubicBezTo>
                        <a:pt x="66589" y="0"/>
                        <a:pt x="72280" y="1319"/>
                        <a:pt x="77425" y="3898"/>
                      </a:cubicBezTo>
                      <a:cubicBezTo>
                        <a:pt x="82571" y="6477"/>
                        <a:pt x="87050" y="9895"/>
                        <a:pt x="90804" y="14093"/>
                      </a:cubicBezTo>
                      <a:cubicBezTo>
                        <a:pt x="94557" y="18291"/>
                        <a:pt x="97463" y="23029"/>
                        <a:pt x="99581" y="28366"/>
                      </a:cubicBezTo>
                      <a:cubicBezTo>
                        <a:pt x="101640" y="33703"/>
                        <a:pt x="102729" y="39101"/>
                        <a:pt x="102729" y="44558"/>
                      </a:cubicBezTo>
                      <a:cubicBezTo>
                        <a:pt x="102729" y="50015"/>
                        <a:pt x="101942" y="54693"/>
                        <a:pt x="100429" y="59430"/>
                      </a:cubicBezTo>
                      <a:cubicBezTo>
                        <a:pt x="98855" y="64168"/>
                        <a:pt x="96736" y="68426"/>
                        <a:pt x="94012" y="72204"/>
                      </a:cubicBezTo>
                      <a:cubicBezTo>
                        <a:pt x="91227" y="75982"/>
                        <a:pt x="87958" y="79161"/>
                        <a:pt x="84024" y="81799"/>
                      </a:cubicBezTo>
                      <a:cubicBezTo>
                        <a:pt x="80149" y="84378"/>
                        <a:pt x="75791" y="86177"/>
                        <a:pt x="70948" y="87077"/>
                      </a:cubicBezTo>
                      <a:lnTo>
                        <a:pt x="105998" y="141770"/>
                      </a:lnTo>
                      <a:lnTo>
                        <a:pt x="90077" y="141770"/>
                      </a:lnTo>
                      <a:lnTo>
                        <a:pt x="56419" y="89476"/>
                      </a:lnTo>
                      <a:lnTo>
                        <a:pt x="14105" y="89476"/>
                      </a:lnTo>
                      <a:lnTo>
                        <a:pt x="14105" y="141770"/>
                      </a:lnTo>
                      <a:lnTo>
                        <a:pt x="0" y="141770"/>
                      </a:lnTo>
                      <a:close/>
                      <a:moveTo>
                        <a:pt x="14105" y="77062"/>
                      </a:moveTo>
                      <a:lnTo>
                        <a:pt x="60838" y="77062"/>
                      </a:lnTo>
                      <a:cubicBezTo>
                        <a:pt x="65015" y="77062"/>
                        <a:pt x="68769" y="76162"/>
                        <a:pt x="72219" y="74363"/>
                      </a:cubicBezTo>
                      <a:cubicBezTo>
                        <a:pt x="75670" y="72564"/>
                        <a:pt x="78575" y="70165"/>
                        <a:pt x="80997" y="67107"/>
                      </a:cubicBezTo>
                      <a:cubicBezTo>
                        <a:pt x="83418" y="64048"/>
                        <a:pt x="85295" y="60570"/>
                        <a:pt x="86627" y="56732"/>
                      </a:cubicBezTo>
                      <a:cubicBezTo>
                        <a:pt x="87958" y="52894"/>
                        <a:pt x="88624" y="48816"/>
                        <a:pt x="88624" y="44558"/>
                      </a:cubicBezTo>
                      <a:cubicBezTo>
                        <a:pt x="88624" y="40300"/>
                        <a:pt x="87837" y="36222"/>
                        <a:pt x="86324" y="32264"/>
                      </a:cubicBezTo>
                      <a:cubicBezTo>
                        <a:pt x="84750" y="28366"/>
                        <a:pt x="82692" y="24888"/>
                        <a:pt x="80089" y="22009"/>
                      </a:cubicBezTo>
                      <a:cubicBezTo>
                        <a:pt x="77486" y="19071"/>
                        <a:pt x="74398" y="16732"/>
                        <a:pt x="70827" y="15053"/>
                      </a:cubicBezTo>
                      <a:cubicBezTo>
                        <a:pt x="67255" y="13313"/>
                        <a:pt x="63563" y="12474"/>
                        <a:pt x="59628" y="12474"/>
                      </a:cubicBezTo>
                      <a:lnTo>
                        <a:pt x="14105" y="12474"/>
                      </a:lnTo>
                      <a:lnTo>
                        <a:pt x="14105" y="77122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" name="Freeform 185">
                  <a:extLst>
                    <a:ext uri="{FF2B5EF4-FFF2-40B4-BE49-F238E27FC236}">
                      <a16:creationId xmlns:a16="http://schemas.microsoft.com/office/drawing/2014/main" id="{FFC213C6-603D-199E-4041-9D5802783502}"/>
                    </a:ext>
                  </a:extLst>
                </p:cNvPr>
                <p:cNvSpPr/>
                <p:nvPr/>
              </p:nvSpPr>
              <p:spPr>
                <a:xfrm>
                  <a:off x="419846" y="417977"/>
                  <a:ext cx="131180" cy="141709"/>
                </a:xfrm>
                <a:custGeom>
                  <a:avLst/>
                  <a:gdLst>
                    <a:gd name="connsiteX0" fmla="*/ 59870 w 131180"/>
                    <a:gd name="connsiteY0" fmla="*/ 0 h 141709"/>
                    <a:gd name="connsiteX1" fmla="*/ 71735 w 131180"/>
                    <a:gd name="connsiteY1" fmla="*/ 0 h 141709"/>
                    <a:gd name="connsiteX2" fmla="*/ 131181 w 131180"/>
                    <a:gd name="connsiteY2" fmla="*/ 141710 h 141709"/>
                    <a:gd name="connsiteX3" fmla="*/ 116289 w 131180"/>
                    <a:gd name="connsiteY3" fmla="*/ 141710 h 141709"/>
                    <a:gd name="connsiteX4" fmla="*/ 97765 w 131180"/>
                    <a:gd name="connsiteY4" fmla="*/ 97392 h 141709"/>
                    <a:gd name="connsiteX5" fmla="*/ 33476 w 131180"/>
                    <a:gd name="connsiteY5" fmla="*/ 97392 h 141709"/>
                    <a:gd name="connsiteX6" fmla="*/ 15134 w 131180"/>
                    <a:gd name="connsiteY6" fmla="*/ 141710 h 141709"/>
                    <a:gd name="connsiteX7" fmla="*/ 0 w 131180"/>
                    <a:gd name="connsiteY7" fmla="*/ 141710 h 141709"/>
                    <a:gd name="connsiteX8" fmla="*/ 59809 w 131180"/>
                    <a:gd name="connsiteY8" fmla="*/ 0 h 141709"/>
                    <a:gd name="connsiteX9" fmla="*/ 94557 w 131180"/>
                    <a:gd name="connsiteY9" fmla="*/ 86417 h 141709"/>
                    <a:gd name="connsiteX10" fmla="*/ 65742 w 131180"/>
                    <a:gd name="connsiteY10" fmla="*/ 16372 h 141709"/>
                    <a:gd name="connsiteX11" fmla="*/ 36503 w 131180"/>
                    <a:gd name="connsiteY11" fmla="*/ 86417 h 141709"/>
                    <a:gd name="connsiteX12" fmla="*/ 94496 w 131180"/>
                    <a:gd name="connsiteY12" fmla="*/ 86417 h 141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31180" h="141709">
                      <a:moveTo>
                        <a:pt x="59870" y="0"/>
                      </a:moveTo>
                      <a:lnTo>
                        <a:pt x="71735" y="0"/>
                      </a:lnTo>
                      <a:lnTo>
                        <a:pt x="131181" y="141710"/>
                      </a:lnTo>
                      <a:lnTo>
                        <a:pt x="116289" y="141710"/>
                      </a:lnTo>
                      <a:lnTo>
                        <a:pt x="97765" y="97392"/>
                      </a:lnTo>
                      <a:lnTo>
                        <a:pt x="33476" y="97392"/>
                      </a:lnTo>
                      <a:lnTo>
                        <a:pt x="15134" y="141710"/>
                      </a:lnTo>
                      <a:lnTo>
                        <a:pt x="0" y="141710"/>
                      </a:lnTo>
                      <a:lnTo>
                        <a:pt x="59809" y="0"/>
                      </a:lnTo>
                      <a:close/>
                      <a:moveTo>
                        <a:pt x="94557" y="86417"/>
                      </a:moveTo>
                      <a:lnTo>
                        <a:pt x="65742" y="16372"/>
                      </a:lnTo>
                      <a:lnTo>
                        <a:pt x="36503" y="86417"/>
                      </a:lnTo>
                      <a:lnTo>
                        <a:pt x="94496" y="86417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" name="Freeform 186">
                  <a:extLst>
                    <a:ext uri="{FF2B5EF4-FFF2-40B4-BE49-F238E27FC236}">
                      <a16:creationId xmlns:a16="http://schemas.microsoft.com/office/drawing/2014/main" id="{131B8F2A-08C0-5E1D-78E0-13FBBF91B8F2}"/>
                    </a:ext>
                  </a:extLst>
                </p:cNvPr>
                <p:cNvSpPr/>
                <p:nvPr/>
              </p:nvSpPr>
              <p:spPr>
                <a:xfrm>
                  <a:off x="571610" y="417977"/>
                  <a:ext cx="117076" cy="141769"/>
                </a:xfrm>
                <a:custGeom>
                  <a:avLst/>
                  <a:gdLst>
                    <a:gd name="connsiteX0" fmla="*/ 0 w 117076"/>
                    <a:gd name="connsiteY0" fmla="*/ 141710 h 141769"/>
                    <a:gd name="connsiteX1" fmla="*/ 0 w 117076"/>
                    <a:gd name="connsiteY1" fmla="*/ 0 h 141769"/>
                    <a:gd name="connsiteX2" fmla="*/ 48550 w 117076"/>
                    <a:gd name="connsiteY2" fmla="*/ 0 h 141769"/>
                    <a:gd name="connsiteX3" fmla="*/ 78454 w 117076"/>
                    <a:gd name="connsiteY3" fmla="*/ 5577 h 141769"/>
                    <a:gd name="connsiteX4" fmla="*/ 99823 w 117076"/>
                    <a:gd name="connsiteY4" fmla="*/ 20750 h 141769"/>
                    <a:gd name="connsiteX5" fmla="*/ 112718 w 117076"/>
                    <a:gd name="connsiteY5" fmla="*/ 43179 h 141769"/>
                    <a:gd name="connsiteX6" fmla="*/ 117076 w 117076"/>
                    <a:gd name="connsiteY6" fmla="*/ 70645 h 141769"/>
                    <a:gd name="connsiteX7" fmla="*/ 112233 w 117076"/>
                    <a:gd name="connsiteY7" fmla="*/ 99910 h 141769"/>
                    <a:gd name="connsiteX8" fmla="*/ 98431 w 117076"/>
                    <a:gd name="connsiteY8" fmla="*/ 122279 h 141769"/>
                    <a:gd name="connsiteX9" fmla="*/ 76880 w 117076"/>
                    <a:gd name="connsiteY9" fmla="*/ 136672 h 141769"/>
                    <a:gd name="connsiteX10" fmla="*/ 48550 w 117076"/>
                    <a:gd name="connsiteY10" fmla="*/ 141770 h 141769"/>
                    <a:gd name="connsiteX11" fmla="*/ 0 w 117076"/>
                    <a:gd name="connsiteY11" fmla="*/ 141770 h 141769"/>
                    <a:gd name="connsiteX12" fmla="*/ 102911 w 117076"/>
                    <a:gd name="connsiteY12" fmla="*/ 70645 h 141769"/>
                    <a:gd name="connsiteX13" fmla="*/ 99279 w 117076"/>
                    <a:gd name="connsiteY13" fmla="*/ 47197 h 141769"/>
                    <a:gd name="connsiteX14" fmla="*/ 88685 w 117076"/>
                    <a:gd name="connsiteY14" fmla="*/ 28726 h 141769"/>
                    <a:gd name="connsiteX15" fmla="*/ 71674 w 117076"/>
                    <a:gd name="connsiteY15" fmla="*/ 16672 h 141769"/>
                    <a:gd name="connsiteX16" fmla="*/ 48489 w 117076"/>
                    <a:gd name="connsiteY16" fmla="*/ 12414 h 141769"/>
                    <a:gd name="connsiteX17" fmla="*/ 14044 w 117076"/>
                    <a:gd name="connsiteY17" fmla="*/ 12414 h 141769"/>
                    <a:gd name="connsiteX18" fmla="*/ 14044 w 117076"/>
                    <a:gd name="connsiteY18" fmla="*/ 129356 h 141769"/>
                    <a:gd name="connsiteX19" fmla="*/ 48489 w 117076"/>
                    <a:gd name="connsiteY19" fmla="*/ 129356 h 141769"/>
                    <a:gd name="connsiteX20" fmla="*/ 71977 w 117076"/>
                    <a:gd name="connsiteY20" fmla="*/ 124858 h 141769"/>
                    <a:gd name="connsiteX21" fmla="*/ 88988 w 117076"/>
                    <a:gd name="connsiteY21" fmla="*/ 112504 h 141769"/>
                    <a:gd name="connsiteX22" fmla="*/ 99339 w 117076"/>
                    <a:gd name="connsiteY22" fmla="*/ 93973 h 141769"/>
                    <a:gd name="connsiteX23" fmla="*/ 102850 w 117076"/>
                    <a:gd name="connsiteY23" fmla="*/ 70705 h 1417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17076" h="141769">
                      <a:moveTo>
                        <a:pt x="0" y="141710"/>
                      </a:moveTo>
                      <a:lnTo>
                        <a:pt x="0" y="0"/>
                      </a:lnTo>
                      <a:lnTo>
                        <a:pt x="48550" y="0"/>
                      </a:lnTo>
                      <a:cubicBezTo>
                        <a:pt x="59991" y="0"/>
                        <a:pt x="69919" y="1859"/>
                        <a:pt x="78454" y="5577"/>
                      </a:cubicBezTo>
                      <a:cubicBezTo>
                        <a:pt x="86990" y="9295"/>
                        <a:pt x="94073" y="14333"/>
                        <a:pt x="99823" y="20750"/>
                      </a:cubicBezTo>
                      <a:cubicBezTo>
                        <a:pt x="105514" y="27166"/>
                        <a:pt x="109812" y="34603"/>
                        <a:pt x="112718" y="43179"/>
                      </a:cubicBezTo>
                      <a:cubicBezTo>
                        <a:pt x="115623" y="51754"/>
                        <a:pt x="117076" y="60930"/>
                        <a:pt x="117076" y="70645"/>
                      </a:cubicBezTo>
                      <a:cubicBezTo>
                        <a:pt x="117076" y="81440"/>
                        <a:pt x="115442" y="91155"/>
                        <a:pt x="112233" y="99910"/>
                      </a:cubicBezTo>
                      <a:cubicBezTo>
                        <a:pt x="109025" y="108606"/>
                        <a:pt x="104424" y="116042"/>
                        <a:pt x="98431" y="122279"/>
                      </a:cubicBezTo>
                      <a:cubicBezTo>
                        <a:pt x="92438" y="128456"/>
                        <a:pt x="85295" y="133254"/>
                        <a:pt x="76880" y="136672"/>
                      </a:cubicBezTo>
                      <a:cubicBezTo>
                        <a:pt x="68466" y="140090"/>
                        <a:pt x="59022" y="141770"/>
                        <a:pt x="48550" y="141770"/>
                      </a:cubicBezTo>
                      <a:lnTo>
                        <a:pt x="0" y="141770"/>
                      </a:lnTo>
                      <a:close/>
                      <a:moveTo>
                        <a:pt x="102911" y="70645"/>
                      </a:moveTo>
                      <a:cubicBezTo>
                        <a:pt x="102911" y="62129"/>
                        <a:pt x="101700" y="54333"/>
                        <a:pt x="99279" y="47197"/>
                      </a:cubicBezTo>
                      <a:cubicBezTo>
                        <a:pt x="96857" y="40060"/>
                        <a:pt x="93346" y="33943"/>
                        <a:pt x="88685" y="28726"/>
                      </a:cubicBezTo>
                      <a:cubicBezTo>
                        <a:pt x="84084" y="23568"/>
                        <a:pt x="78394" y="19490"/>
                        <a:pt x="71674" y="16672"/>
                      </a:cubicBezTo>
                      <a:cubicBezTo>
                        <a:pt x="64955" y="13793"/>
                        <a:pt x="57206" y="12414"/>
                        <a:pt x="48489" y="12414"/>
                      </a:cubicBezTo>
                      <a:lnTo>
                        <a:pt x="14044" y="12414"/>
                      </a:lnTo>
                      <a:lnTo>
                        <a:pt x="14044" y="129356"/>
                      </a:lnTo>
                      <a:lnTo>
                        <a:pt x="48489" y="129356"/>
                      </a:lnTo>
                      <a:cubicBezTo>
                        <a:pt x="57327" y="129356"/>
                        <a:pt x="65197" y="127856"/>
                        <a:pt x="71977" y="124858"/>
                      </a:cubicBezTo>
                      <a:cubicBezTo>
                        <a:pt x="78757" y="121859"/>
                        <a:pt x="84447" y="117721"/>
                        <a:pt x="88988" y="112504"/>
                      </a:cubicBezTo>
                      <a:cubicBezTo>
                        <a:pt x="93528" y="107227"/>
                        <a:pt x="97039" y="101050"/>
                        <a:pt x="99339" y="93973"/>
                      </a:cubicBezTo>
                      <a:cubicBezTo>
                        <a:pt x="101700" y="86837"/>
                        <a:pt x="102850" y="79101"/>
                        <a:pt x="102850" y="70705"/>
                      </a:cubicBez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" name="Freeform 187">
                  <a:extLst>
                    <a:ext uri="{FF2B5EF4-FFF2-40B4-BE49-F238E27FC236}">
                      <a16:creationId xmlns:a16="http://schemas.microsoft.com/office/drawing/2014/main" id="{88BBC4C6-306E-BBD4-42F6-A8ADAA9CDD79}"/>
                    </a:ext>
                  </a:extLst>
                </p:cNvPr>
                <p:cNvSpPr/>
                <p:nvPr/>
              </p:nvSpPr>
              <p:spPr>
                <a:xfrm>
                  <a:off x="715624" y="417977"/>
                  <a:ext cx="96070" cy="141709"/>
                </a:xfrm>
                <a:custGeom>
                  <a:avLst/>
                  <a:gdLst>
                    <a:gd name="connsiteX0" fmla="*/ 96070 w 96070"/>
                    <a:gd name="connsiteY0" fmla="*/ 129356 h 141709"/>
                    <a:gd name="connsiteX1" fmla="*/ 96070 w 96070"/>
                    <a:gd name="connsiteY1" fmla="*/ 141710 h 141709"/>
                    <a:gd name="connsiteX2" fmla="*/ 0 w 96070"/>
                    <a:gd name="connsiteY2" fmla="*/ 141710 h 141709"/>
                    <a:gd name="connsiteX3" fmla="*/ 0 w 96070"/>
                    <a:gd name="connsiteY3" fmla="*/ 0 h 141709"/>
                    <a:gd name="connsiteX4" fmla="*/ 94254 w 96070"/>
                    <a:gd name="connsiteY4" fmla="*/ 0 h 141709"/>
                    <a:gd name="connsiteX5" fmla="*/ 94254 w 96070"/>
                    <a:gd name="connsiteY5" fmla="*/ 12354 h 141709"/>
                    <a:gd name="connsiteX6" fmla="*/ 14105 w 96070"/>
                    <a:gd name="connsiteY6" fmla="*/ 12354 h 141709"/>
                    <a:gd name="connsiteX7" fmla="*/ 14105 w 96070"/>
                    <a:gd name="connsiteY7" fmla="*/ 63448 h 141709"/>
                    <a:gd name="connsiteX8" fmla="*/ 84024 w 96070"/>
                    <a:gd name="connsiteY8" fmla="*/ 63448 h 141709"/>
                    <a:gd name="connsiteX9" fmla="*/ 84024 w 96070"/>
                    <a:gd name="connsiteY9" fmla="*/ 75203 h 141709"/>
                    <a:gd name="connsiteX10" fmla="*/ 14105 w 96070"/>
                    <a:gd name="connsiteY10" fmla="*/ 75203 h 141709"/>
                    <a:gd name="connsiteX11" fmla="*/ 14105 w 96070"/>
                    <a:gd name="connsiteY11" fmla="*/ 129296 h 141709"/>
                    <a:gd name="connsiteX12" fmla="*/ 96070 w 96070"/>
                    <a:gd name="connsiteY12" fmla="*/ 129296 h 141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96070" h="141709">
                      <a:moveTo>
                        <a:pt x="96070" y="129356"/>
                      </a:moveTo>
                      <a:lnTo>
                        <a:pt x="96070" y="141710"/>
                      </a:lnTo>
                      <a:lnTo>
                        <a:pt x="0" y="141710"/>
                      </a:lnTo>
                      <a:lnTo>
                        <a:pt x="0" y="0"/>
                      </a:lnTo>
                      <a:lnTo>
                        <a:pt x="94254" y="0"/>
                      </a:lnTo>
                      <a:lnTo>
                        <a:pt x="94254" y="12354"/>
                      </a:lnTo>
                      <a:lnTo>
                        <a:pt x="14105" y="12354"/>
                      </a:lnTo>
                      <a:lnTo>
                        <a:pt x="14105" y="63448"/>
                      </a:lnTo>
                      <a:lnTo>
                        <a:pt x="84024" y="63448"/>
                      </a:lnTo>
                      <a:lnTo>
                        <a:pt x="84024" y="75203"/>
                      </a:lnTo>
                      <a:lnTo>
                        <a:pt x="14105" y="75203"/>
                      </a:lnTo>
                      <a:lnTo>
                        <a:pt x="14105" y="129296"/>
                      </a:lnTo>
                      <a:lnTo>
                        <a:pt x="96070" y="129296"/>
                      </a:lnTo>
                      <a:close/>
                    </a:path>
                  </a:pathLst>
                </a:custGeom>
                <a:solidFill>
                  <a:srgbClr val="424343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68" name="Freeform 179">
                <a:extLst>
                  <a:ext uri="{FF2B5EF4-FFF2-40B4-BE49-F238E27FC236}">
                    <a16:creationId xmlns:a16="http://schemas.microsoft.com/office/drawing/2014/main" id="{9B609AFA-81B2-CC79-38B5-CC9F26573409}"/>
                  </a:ext>
                </a:extLst>
              </p:cNvPr>
              <p:cNvSpPr/>
              <p:nvPr/>
            </p:nvSpPr>
            <p:spPr>
              <a:xfrm>
                <a:off x="852314" y="214977"/>
                <a:ext cx="383554" cy="406897"/>
              </a:xfrm>
              <a:custGeom>
                <a:avLst/>
                <a:gdLst>
                  <a:gd name="connsiteX0" fmla="*/ 156788 w 383554"/>
                  <a:gd name="connsiteY0" fmla="*/ 0 h 406897"/>
                  <a:gd name="connsiteX1" fmla="*/ 227372 w 383554"/>
                  <a:gd name="connsiteY1" fmla="*/ 0 h 406897"/>
                  <a:gd name="connsiteX2" fmla="*/ 383555 w 383554"/>
                  <a:gd name="connsiteY2" fmla="*/ 406898 h 406897"/>
                  <a:gd name="connsiteX3" fmla="*/ 301408 w 383554"/>
                  <a:gd name="connsiteY3" fmla="*/ 406898 h 406897"/>
                  <a:gd name="connsiteX4" fmla="*/ 263209 w 383554"/>
                  <a:gd name="connsiteY4" fmla="*/ 305488 h 406897"/>
                  <a:gd name="connsiteX5" fmla="*/ 119740 w 383554"/>
                  <a:gd name="connsiteY5" fmla="*/ 305488 h 406897"/>
                  <a:gd name="connsiteX6" fmla="*/ 82147 w 383554"/>
                  <a:gd name="connsiteY6" fmla="*/ 406898 h 406897"/>
                  <a:gd name="connsiteX7" fmla="*/ 0 w 383554"/>
                  <a:gd name="connsiteY7" fmla="*/ 406898 h 406897"/>
                  <a:gd name="connsiteX8" fmla="*/ 156788 w 383554"/>
                  <a:gd name="connsiteY8" fmla="*/ 0 h 406897"/>
                  <a:gd name="connsiteX9" fmla="*/ 248802 w 383554"/>
                  <a:gd name="connsiteY9" fmla="*/ 249836 h 406897"/>
                  <a:gd name="connsiteX10" fmla="*/ 192140 w 383554"/>
                  <a:gd name="connsiteY10" fmla="*/ 89955 h 406897"/>
                  <a:gd name="connsiteX11" fmla="*/ 133118 w 383554"/>
                  <a:gd name="connsiteY11" fmla="*/ 249836 h 406897"/>
                  <a:gd name="connsiteX12" fmla="*/ 248802 w 383554"/>
                  <a:gd name="connsiteY12" fmla="*/ 249836 h 40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3554" h="406897">
                    <a:moveTo>
                      <a:pt x="156788" y="0"/>
                    </a:moveTo>
                    <a:lnTo>
                      <a:pt x="227372" y="0"/>
                    </a:lnTo>
                    <a:lnTo>
                      <a:pt x="383555" y="406898"/>
                    </a:lnTo>
                    <a:lnTo>
                      <a:pt x="301408" y="406898"/>
                    </a:lnTo>
                    <a:lnTo>
                      <a:pt x="263209" y="305488"/>
                    </a:lnTo>
                    <a:lnTo>
                      <a:pt x="119740" y="305488"/>
                    </a:lnTo>
                    <a:lnTo>
                      <a:pt x="82147" y="406898"/>
                    </a:lnTo>
                    <a:lnTo>
                      <a:pt x="0" y="406898"/>
                    </a:lnTo>
                    <a:lnTo>
                      <a:pt x="156788" y="0"/>
                    </a:lnTo>
                    <a:close/>
                    <a:moveTo>
                      <a:pt x="248802" y="249836"/>
                    </a:moveTo>
                    <a:lnTo>
                      <a:pt x="192140" y="89955"/>
                    </a:lnTo>
                    <a:lnTo>
                      <a:pt x="133118" y="249836"/>
                    </a:lnTo>
                    <a:lnTo>
                      <a:pt x="248802" y="249836"/>
                    </a:lnTo>
                    <a:close/>
                  </a:path>
                </a:pathLst>
              </a:custGeom>
              <a:solidFill>
                <a:srgbClr val="AC5F27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 180">
                <a:extLst>
                  <a:ext uri="{FF2B5EF4-FFF2-40B4-BE49-F238E27FC236}">
                    <a16:creationId xmlns:a16="http://schemas.microsoft.com/office/drawing/2014/main" id="{6B976040-E0ED-51A8-F011-72406C68D920}"/>
                  </a:ext>
                </a:extLst>
              </p:cNvPr>
              <p:cNvSpPr/>
              <p:nvPr/>
            </p:nvSpPr>
            <p:spPr>
              <a:xfrm>
                <a:off x="1143067" y="206042"/>
                <a:ext cx="175553" cy="180390"/>
              </a:xfrm>
              <a:custGeom>
                <a:avLst/>
                <a:gdLst>
                  <a:gd name="connsiteX0" fmla="*/ 175554 w 175553"/>
                  <a:gd name="connsiteY0" fmla="*/ 70405 h 180390"/>
                  <a:gd name="connsiteX1" fmla="*/ 175554 w 175553"/>
                  <a:gd name="connsiteY1" fmla="*/ 109985 h 180390"/>
                  <a:gd name="connsiteX2" fmla="*/ 109994 w 175553"/>
                  <a:gd name="connsiteY2" fmla="*/ 109985 h 180390"/>
                  <a:gd name="connsiteX3" fmla="*/ 109994 w 175553"/>
                  <a:gd name="connsiteY3" fmla="*/ 180390 h 180390"/>
                  <a:gd name="connsiteX4" fmla="*/ 65560 w 175553"/>
                  <a:gd name="connsiteY4" fmla="*/ 180390 h 180390"/>
                  <a:gd name="connsiteX5" fmla="*/ 65560 w 175553"/>
                  <a:gd name="connsiteY5" fmla="*/ 109985 h 180390"/>
                  <a:gd name="connsiteX6" fmla="*/ 0 w 175553"/>
                  <a:gd name="connsiteY6" fmla="*/ 109985 h 180390"/>
                  <a:gd name="connsiteX7" fmla="*/ 0 w 175553"/>
                  <a:gd name="connsiteY7" fmla="*/ 70405 h 180390"/>
                  <a:gd name="connsiteX8" fmla="*/ 65560 w 175553"/>
                  <a:gd name="connsiteY8" fmla="*/ 70405 h 180390"/>
                  <a:gd name="connsiteX9" fmla="*/ 65560 w 175553"/>
                  <a:gd name="connsiteY9" fmla="*/ 0 h 180390"/>
                  <a:gd name="connsiteX10" fmla="*/ 109994 w 175553"/>
                  <a:gd name="connsiteY10" fmla="*/ 0 h 180390"/>
                  <a:gd name="connsiteX11" fmla="*/ 109994 w 175553"/>
                  <a:gd name="connsiteY11" fmla="*/ 70405 h 180390"/>
                  <a:gd name="connsiteX12" fmla="*/ 175554 w 175553"/>
                  <a:gd name="connsiteY12" fmla="*/ 70405 h 180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5553" h="180390">
                    <a:moveTo>
                      <a:pt x="175554" y="70405"/>
                    </a:moveTo>
                    <a:lnTo>
                      <a:pt x="175554" y="109985"/>
                    </a:lnTo>
                    <a:lnTo>
                      <a:pt x="109994" y="109985"/>
                    </a:lnTo>
                    <a:lnTo>
                      <a:pt x="109994" y="180390"/>
                    </a:lnTo>
                    <a:lnTo>
                      <a:pt x="65560" y="180390"/>
                    </a:lnTo>
                    <a:lnTo>
                      <a:pt x="65560" y="109985"/>
                    </a:lnTo>
                    <a:lnTo>
                      <a:pt x="0" y="109985"/>
                    </a:lnTo>
                    <a:lnTo>
                      <a:pt x="0" y="70405"/>
                    </a:lnTo>
                    <a:lnTo>
                      <a:pt x="65560" y="70405"/>
                    </a:lnTo>
                    <a:lnTo>
                      <a:pt x="65560" y="0"/>
                    </a:lnTo>
                    <a:lnTo>
                      <a:pt x="109994" y="0"/>
                    </a:lnTo>
                    <a:lnTo>
                      <a:pt x="109994" y="70405"/>
                    </a:lnTo>
                    <a:lnTo>
                      <a:pt x="175554" y="70405"/>
                    </a:lnTo>
                    <a:close/>
                  </a:path>
                </a:pathLst>
              </a:custGeom>
              <a:solidFill>
                <a:srgbClr val="AC5F27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 181">
                <a:extLst>
                  <a:ext uri="{FF2B5EF4-FFF2-40B4-BE49-F238E27FC236}">
                    <a16:creationId xmlns:a16="http://schemas.microsoft.com/office/drawing/2014/main" id="{8D3220D0-92AA-60D3-0A44-E9547F73DB16}"/>
                  </a:ext>
                </a:extLst>
              </p:cNvPr>
              <p:cNvSpPr/>
              <p:nvPr/>
            </p:nvSpPr>
            <p:spPr>
              <a:xfrm>
                <a:off x="844323" y="212099"/>
                <a:ext cx="383554" cy="406897"/>
              </a:xfrm>
              <a:custGeom>
                <a:avLst/>
                <a:gdLst>
                  <a:gd name="connsiteX0" fmla="*/ 156788 w 383554"/>
                  <a:gd name="connsiteY0" fmla="*/ 0 h 406897"/>
                  <a:gd name="connsiteX1" fmla="*/ 227372 w 383554"/>
                  <a:gd name="connsiteY1" fmla="*/ 0 h 406897"/>
                  <a:gd name="connsiteX2" fmla="*/ 383555 w 383554"/>
                  <a:gd name="connsiteY2" fmla="*/ 406898 h 406897"/>
                  <a:gd name="connsiteX3" fmla="*/ 301407 w 383554"/>
                  <a:gd name="connsiteY3" fmla="*/ 406898 h 406897"/>
                  <a:gd name="connsiteX4" fmla="*/ 263209 w 383554"/>
                  <a:gd name="connsiteY4" fmla="*/ 305488 h 406897"/>
                  <a:gd name="connsiteX5" fmla="*/ 119740 w 383554"/>
                  <a:gd name="connsiteY5" fmla="*/ 305488 h 406897"/>
                  <a:gd name="connsiteX6" fmla="*/ 82147 w 383554"/>
                  <a:gd name="connsiteY6" fmla="*/ 406898 h 406897"/>
                  <a:gd name="connsiteX7" fmla="*/ 0 w 383554"/>
                  <a:gd name="connsiteY7" fmla="*/ 406898 h 406897"/>
                  <a:gd name="connsiteX8" fmla="*/ 156788 w 383554"/>
                  <a:gd name="connsiteY8" fmla="*/ 0 h 406897"/>
                  <a:gd name="connsiteX9" fmla="*/ 248741 w 383554"/>
                  <a:gd name="connsiteY9" fmla="*/ 249896 h 406897"/>
                  <a:gd name="connsiteX10" fmla="*/ 192080 w 383554"/>
                  <a:gd name="connsiteY10" fmla="*/ 90015 h 406897"/>
                  <a:gd name="connsiteX11" fmla="*/ 133058 w 383554"/>
                  <a:gd name="connsiteY11" fmla="*/ 249896 h 406897"/>
                  <a:gd name="connsiteX12" fmla="*/ 248741 w 383554"/>
                  <a:gd name="connsiteY12" fmla="*/ 249896 h 40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3554" h="406897">
                    <a:moveTo>
                      <a:pt x="156788" y="0"/>
                    </a:moveTo>
                    <a:lnTo>
                      <a:pt x="227372" y="0"/>
                    </a:lnTo>
                    <a:lnTo>
                      <a:pt x="383555" y="406898"/>
                    </a:lnTo>
                    <a:lnTo>
                      <a:pt x="301407" y="406898"/>
                    </a:lnTo>
                    <a:lnTo>
                      <a:pt x="263209" y="305488"/>
                    </a:lnTo>
                    <a:lnTo>
                      <a:pt x="119740" y="305488"/>
                    </a:lnTo>
                    <a:lnTo>
                      <a:pt x="82147" y="406898"/>
                    </a:lnTo>
                    <a:lnTo>
                      <a:pt x="0" y="406898"/>
                    </a:lnTo>
                    <a:lnTo>
                      <a:pt x="156788" y="0"/>
                    </a:lnTo>
                    <a:close/>
                    <a:moveTo>
                      <a:pt x="248741" y="249896"/>
                    </a:moveTo>
                    <a:lnTo>
                      <a:pt x="192080" y="90015"/>
                    </a:lnTo>
                    <a:lnTo>
                      <a:pt x="133058" y="249896"/>
                    </a:lnTo>
                    <a:lnTo>
                      <a:pt x="248741" y="249896"/>
                    </a:lnTo>
                    <a:close/>
                  </a:path>
                </a:pathLst>
              </a:custGeom>
              <a:solidFill>
                <a:srgbClr val="DF8026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 182">
                <a:extLst>
                  <a:ext uri="{FF2B5EF4-FFF2-40B4-BE49-F238E27FC236}">
                    <a16:creationId xmlns:a16="http://schemas.microsoft.com/office/drawing/2014/main" id="{E26DA50B-8E0C-B3DB-AB45-7B6424997D56}"/>
                  </a:ext>
                </a:extLst>
              </p:cNvPr>
              <p:cNvSpPr/>
              <p:nvPr/>
            </p:nvSpPr>
            <p:spPr>
              <a:xfrm>
                <a:off x="1137437" y="206042"/>
                <a:ext cx="175553" cy="180390"/>
              </a:xfrm>
              <a:custGeom>
                <a:avLst/>
                <a:gdLst>
                  <a:gd name="connsiteX0" fmla="*/ 175554 w 175553"/>
                  <a:gd name="connsiteY0" fmla="*/ 70405 h 180390"/>
                  <a:gd name="connsiteX1" fmla="*/ 175554 w 175553"/>
                  <a:gd name="connsiteY1" fmla="*/ 109985 h 180390"/>
                  <a:gd name="connsiteX2" fmla="*/ 109993 w 175553"/>
                  <a:gd name="connsiteY2" fmla="*/ 109985 h 180390"/>
                  <a:gd name="connsiteX3" fmla="*/ 109993 w 175553"/>
                  <a:gd name="connsiteY3" fmla="*/ 180390 h 180390"/>
                  <a:gd name="connsiteX4" fmla="*/ 65560 w 175553"/>
                  <a:gd name="connsiteY4" fmla="*/ 180390 h 180390"/>
                  <a:gd name="connsiteX5" fmla="*/ 65560 w 175553"/>
                  <a:gd name="connsiteY5" fmla="*/ 109985 h 180390"/>
                  <a:gd name="connsiteX6" fmla="*/ 0 w 175553"/>
                  <a:gd name="connsiteY6" fmla="*/ 109985 h 180390"/>
                  <a:gd name="connsiteX7" fmla="*/ 0 w 175553"/>
                  <a:gd name="connsiteY7" fmla="*/ 70405 h 180390"/>
                  <a:gd name="connsiteX8" fmla="*/ 65560 w 175553"/>
                  <a:gd name="connsiteY8" fmla="*/ 70405 h 180390"/>
                  <a:gd name="connsiteX9" fmla="*/ 65560 w 175553"/>
                  <a:gd name="connsiteY9" fmla="*/ 0 h 180390"/>
                  <a:gd name="connsiteX10" fmla="*/ 109993 w 175553"/>
                  <a:gd name="connsiteY10" fmla="*/ 0 h 180390"/>
                  <a:gd name="connsiteX11" fmla="*/ 109993 w 175553"/>
                  <a:gd name="connsiteY11" fmla="*/ 70405 h 180390"/>
                  <a:gd name="connsiteX12" fmla="*/ 175554 w 175553"/>
                  <a:gd name="connsiteY12" fmla="*/ 70405 h 180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5553" h="180390">
                    <a:moveTo>
                      <a:pt x="175554" y="70405"/>
                    </a:moveTo>
                    <a:lnTo>
                      <a:pt x="175554" y="109985"/>
                    </a:lnTo>
                    <a:lnTo>
                      <a:pt x="109993" y="109985"/>
                    </a:lnTo>
                    <a:lnTo>
                      <a:pt x="109993" y="180390"/>
                    </a:lnTo>
                    <a:lnTo>
                      <a:pt x="65560" y="180390"/>
                    </a:lnTo>
                    <a:lnTo>
                      <a:pt x="65560" y="109985"/>
                    </a:lnTo>
                    <a:lnTo>
                      <a:pt x="0" y="109985"/>
                    </a:lnTo>
                    <a:lnTo>
                      <a:pt x="0" y="70405"/>
                    </a:lnTo>
                    <a:lnTo>
                      <a:pt x="65560" y="70405"/>
                    </a:lnTo>
                    <a:lnTo>
                      <a:pt x="65560" y="0"/>
                    </a:lnTo>
                    <a:lnTo>
                      <a:pt x="109993" y="0"/>
                    </a:lnTo>
                    <a:lnTo>
                      <a:pt x="109993" y="70405"/>
                    </a:lnTo>
                    <a:lnTo>
                      <a:pt x="175554" y="70405"/>
                    </a:lnTo>
                    <a:close/>
                  </a:path>
                </a:pathLst>
              </a:custGeom>
              <a:solidFill>
                <a:srgbClr val="DF8026"/>
              </a:solidFill>
              <a:ln w="60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" name="Graphic 6">
              <a:extLst>
                <a:ext uri="{FF2B5EF4-FFF2-40B4-BE49-F238E27FC236}">
                  <a16:creationId xmlns:a16="http://schemas.microsoft.com/office/drawing/2014/main" id="{34B78910-3C17-D09E-1B9C-8A0E9FA4605E}"/>
                </a:ext>
              </a:extLst>
            </p:cNvPr>
            <p:cNvGrpSpPr/>
            <p:nvPr/>
          </p:nvGrpSpPr>
          <p:grpSpPr>
            <a:xfrm>
              <a:off x="1893513" y="205261"/>
              <a:ext cx="1838187" cy="524499"/>
              <a:chOff x="1605379" y="205262"/>
              <a:chExt cx="1462604" cy="417332"/>
            </a:xfrm>
          </p:grpSpPr>
          <p:grpSp>
            <p:nvGrpSpPr>
              <p:cNvPr id="16" name="Graphic 6">
                <a:extLst>
                  <a:ext uri="{FF2B5EF4-FFF2-40B4-BE49-F238E27FC236}">
                    <a16:creationId xmlns:a16="http://schemas.microsoft.com/office/drawing/2014/main" id="{1CC5F6FF-8D1F-B587-3899-732FACD54E86}"/>
                  </a:ext>
                </a:extLst>
              </p:cNvPr>
              <p:cNvGrpSpPr/>
              <p:nvPr/>
            </p:nvGrpSpPr>
            <p:grpSpPr>
              <a:xfrm>
                <a:off x="1605379" y="205262"/>
                <a:ext cx="443000" cy="417332"/>
                <a:chOff x="1605379" y="205262"/>
                <a:chExt cx="443000" cy="417332"/>
              </a:xfrm>
            </p:grpSpPr>
            <p:sp>
              <p:nvSpPr>
                <p:cNvPr id="53" name="Freeform 164">
                  <a:extLst>
                    <a:ext uri="{FF2B5EF4-FFF2-40B4-BE49-F238E27FC236}">
                      <a16:creationId xmlns:a16="http://schemas.microsoft.com/office/drawing/2014/main" id="{12503D34-905C-C2C0-B7B9-49A8E4C84A93}"/>
                    </a:ext>
                  </a:extLst>
                </p:cNvPr>
                <p:cNvSpPr/>
                <p:nvPr/>
              </p:nvSpPr>
              <p:spPr>
                <a:xfrm>
                  <a:off x="1605379" y="205262"/>
                  <a:ext cx="443000" cy="237601"/>
                </a:xfrm>
                <a:custGeom>
                  <a:avLst/>
                  <a:gdLst>
                    <a:gd name="connsiteX0" fmla="*/ 80936 w 443000"/>
                    <a:gd name="connsiteY0" fmla="*/ 215413 h 237601"/>
                    <a:gd name="connsiteX1" fmla="*/ 34505 w 443000"/>
                    <a:gd name="connsiteY1" fmla="*/ 170495 h 237601"/>
                    <a:gd name="connsiteX2" fmla="*/ 163689 w 443000"/>
                    <a:gd name="connsiteY2" fmla="*/ 151904 h 237601"/>
                    <a:gd name="connsiteX3" fmla="*/ 221500 w 443000"/>
                    <a:gd name="connsiteY3" fmla="*/ 35922 h 237601"/>
                    <a:gd name="connsiteX4" fmla="*/ 279312 w 443000"/>
                    <a:gd name="connsiteY4" fmla="*/ 151904 h 237601"/>
                    <a:gd name="connsiteX5" fmla="*/ 408495 w 443000"/>
                    <a:gd name="connsiteY5" fmla="*/ 170495 h 237601"/>
                    <a:gd name="connsiteX6" fmla="*/ 362004 w 443000"/>
                    <a:gd name="connsiteY6" fmla="*/ 215413 h 237601"/>
                    <a:gd name="connsiteX7" fmla="*/ 362004 w 443000"/>
                    <a:gd name="connsiteY7" fmla="*/ 237602 h 237601"/>
                    <a:gd name="connsiteX8" fmla="*/ 443001 w 443000"/>
                    <a:gd name="connsiteY8" fmla="*/ 159401 h 237601"/>
                    <a:gd name="connsiteX9" fmla="*/ 289906 w 443000"/>
                    <a:gd name="connsiteY9" fmla="*/ 137392 h 237601"/>
                    <a:gd name="connsiteX10" fmla="*/ 221500 w 443000"/>
                    <a:gd name="connsiteY10" fmla="*/ 0 h 237601"/>
                    <a:gd name="connsiteX11" fmla="*/ 153034 w 443000"/>
                    <a:gd name="connsiteY11" fmla="*/ 137392 h 237601"/>
                    <a:gd name="connsiteX12" fmla="*/ 0 w 443000"/>
                    <a:gd name="connsiteY12" fmla="*/ 159401 h 237601"/>
                    <a:gd name="connsiteX13" fmla="*/ 80936 w 443000"/>
                    <a:gd name="connsiteY13" fmla="*/ 237602 h 237601"/>
                    <a:gd name="connsiteX14" fmla="*/ 80936 w 443000"/>
                    <a:gd name="connsiteY14" fmla="*/ 215413 h 237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43000" h="237601">
                      <a:moveTo>
                        <a:pt x="80936" y="215413"/>
                      </a:moveTo>
                      <a:lnTo>
                        <a:pt x="34505" y="170495"/>
                      </a:lnTo>
                      <a:lnTo>
                        <a:pt x="163689" y="151904"/>
                      </a:lnTo>
                      <a:lnTo>
                        <a:pt x="221500" y="35922"/>
                      </a:lnTo>
                      <a:lnTo>
                        <a:pt x="279312" y="151904"/>
                      </a:lnTo>
                      <a:lnTo>
                        <a:pt x="408495" y="170495"/>
                      </a:lnTo>
                      <a:lnTo>
                        <a:pt x="362004" y="215413"/>
                      </a:lnTo>
                      <a:lnTo>
                        <a:pt x="362004" y="237602"/>
                      </a:lnTo>
                      <a:lnTo>
                        <a:pt x="443001" y="159401"/>
                      </a:lnTo>
                      <a:lnTo>
                        <a:pt x="289906" y="137392"/>
                      </a:lnTo>
                      <a:lnTo>
                        <a:pt x="221500" y="0"/>
                      </a:lnTo>
                      <a:lnTo>
                        <a:pt x="153034" y="137392"/>
                      </a:lnTo>
                      <a:lnTo>
                        <a:pt x="0" y="159401"/>
                      </a:lnTo>
                      <a:lnTo>
                        <a:pt x="80936" y="237602"/>
                      </a:lnTo>
                      <a:lnTo>
                        <a:pt x="80936" y="215413"/>
                      </a:lnTo>
                      <a:close/>
                    </a:path>
                  </a:pathLst>
                </a:custGeom>
                <a:solidFill>
                  <a:srgbClr val="F28128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54" name="Freeform 165">
                  <a:extLst>
                    <a:ext uri="{FF2B5EF4-FFF2-40B4-BE49-F238E27FC236}">
                      <a16:creationId xmlns:a16="http://schemas.microsoft.com/office/drawing/2014/main" id="{8E9EE498-8CF2-2011-7001-65F55FE83113}"/>
                    </a:ext>
                  </a:extLst>
                </p:cNvPr>
                <p:cNvSpPr/>
                <p:nvPr/>
              </p:nvSpPr>
              <p:spPr>
                <a:xfrm>
                  <a:off x="1690008" y="525683"/>
                  <a:ext cx="273742" cy="96911"/>
                </a:xfrm>
                <a:custGeom>
                  <a:avLst/>
                  <a:gdLst>
                    <a:gd name="connsiteX0" fmla="*/ 240690 w 273742"/>
                    <a:gd name="connsiteY0" fmla="*/ 0 h 96911"/>
                    <a:gd name="connsiteX1" fmla="*/ 252434 w 273742"/>
                    <a:gd name="connsiteY1" fmla="*/ 67886 h 96911"/>
                    <a:gd name="connsiteX2" fmla="*/ 136871 w 273742"/>
                    <a:gd name="connsiteY2" fmla="*/ 7676 h 96911"/>
                    <a:gd name="connsiteX3" fmla="*/ 21309 w 273742"/>
                    <a:gd name="connsiteY3" fmla="*/ 67886 h 96911"/>
                    <a:gd name="connsiteX4" fmla="*/ 33052 w 273742"/>
                    <a:gd name="connsiteY4" fmla="*/ 0 h 96911"/>
                    <a:gd name="connsiteX5" fmla="*/ 16768 w 273742"/>
                    <a:gd name="connsiteY5" fmla="*/ 0 h 96911"/>
                    <a:gd name="connsiteX6" fmla="*/ 0 w 273742"/>
                    <a:gd name="connsiteY6" fmla="*/ 96912 h 96911"/>
                    <a:gd name="connsiteX7" fmla="*/ 136871 w 273742"/>
                    <a:gd name="connsiteY7" fmla="*/ 25667 h 96911"/>
                    <a:gd name="connsiteX8" fmla="*/ 273743 w 273742"/>
                    <a:gd name="connsiteY8" fmla="*/ 96912 h 96911"/>
                    <a:gd name="connsiteX9" fmla="*/ 256974 w 273742"/>
                    <a:gd name="connsiteY9" fmla="*/ 0 h 96911"/>
                    <a:gd name="connsiteX10" fmla="*/ 240690 w 273742"/>
                    <a:gd name="connsiteY10" fmla="*/ 0 h 969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73742" h="96911">
                      <a:moveTo>
                        <a:pt x="240690" y="0"/>
                      </a:moveTo>
                      <a:lnTo>
                        <a:pt x="252434" y="67886"/>
                      </a:lnTo>
                      <a:lnTo>
                        <a:pt x="136871" y="7676"/>
                      </a:lnTo>
                      <a:lnTo>
                        <a:pt x="21309" y="67886"/>
                      </a:lnTo>
                      <a:lnTo>
                        <a:pt x="33052" y="0"/>
                      </a:lnTo>
                      <a:lnTo>
                        <a:pt x="16768" y="0"/>
                      </a:lnTo>
                      <a:lnTo>
                        <a:pt x="0" y="96912"/>
                      </a:lnTo>
                      <a:lnTo>
                        <a:pt x="136871" y="25667"/>
                      </a:lnTo>
                      <a:lnTo>
                        <a:pt x="273743" y="96912"/>
                      </a:lnTo>
                      <a:lnTo>
                        <a:pt x="256974" y="0"/>
                      </a:lnTo>
                      <a:lnTo>
                        <a:pt x="240690" y="0"/>
                      </a:lnTo>
                      <a:close/>
                    </a:path>
                  </a:pathLst>
                </a:custGeom>
                <a:solidFill>
                  <a:srgbClr val="585860"/>
                </a:solidFill>
                <a:ln w="60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grpSp>
              <p:nvGrpSpPr>
                <p:cNvPr id="55" name="Graphic 6">
                  <a:extLst>
                    <a:ext uri="{FF2B5EF4-FFF2-40B4-BE49-F238E27FC236}">
                      <a16:creationId xmlns:a16="http://schemas.microsoft.com/office/drawing/2014/main" id="{EAAE2436-80F5-7DC1-C48C-2030EC409D8D}"/>
                    </a:ext>
                  </a:extLst>
                </p:cNvPr>
                <p:cNvGrpSpPr/>
                <p:nvPr/>
              </p:nvGrpSpPr>
              <p:grpSpPr>
                <a:xfrm>
                  <a:off x="1711558" y="380975"/>
                  <a:ext cx="231125" cy="61889"/>
                  <a:chOff x="1711558" y="380975"/>
                  <a:chExt cx="231125" cy="61889"/>
                </a:xfrm>
                <a:solidFill>
                  <a:srgbClr val="585860"/>
                </a:solidFill>
              </p:grpSpPr>
              <p:sp>
                <p:nvSpPr>
                  <p:cNvPr id="61" name="Freeform 172">
                    <a:extLst>
                      <a:ext uri="{FF2B5EF4-FFF2-40B4-BE49-F238E27FC236}">
                        <a16:creationId xmlns:a16="http://schemas.microsoft.com/office/drawing/2014/main" id="{76923ECF-5D86-FC63-C806-65FE4A44BE64}"/>
                      </a:ext>
                    </a:extLst>
                  </p:cNvPr>
                  <p:cNvSpPr/>
                  <p:nvPr/>
                </p:nvSpPr>
                <p:spPr>
                  <a:xfrm>
                    <a:off x="1711558" y="380975"/>
                    <a:ext cx="53876" cy="61889"/>
                  </a:xfrm>
                  <a:custGeom>
                    <a:avLst/>
                    <a:gdLst>
                      <a:gd name="connsiteX0" fmla="*/ 61 w 53876"/>
                      <a:gd name="connsiteY0" fmla="*/ 61889 h 61889"/>
                      <a:gd name="connsiteX1" fmla="*/ 61 w 53876"/>
                      <a:gd name="connsiteY1" fmla="*/ 55352 h 61889"/>
                      <a:gd name="connsiteX2" fmla="*/ 6901 w 53876"/>
                      <a:gd name="connsiteY2" fmla="*/ 54093 h 61889"/>
                      <a:gd name="connsiteX3" fmla="*/ 6901 w 53876"/>
                      <a:gd name="connsiteY3" fmla="*/ 7856 h 61889"/>
                      <a:gd name="connsiteX4" fmla="*/ 61 w 53876"/>
                      <a:gd name="connsiteY4" fmla="*/ 6597 h 61889"/>
                      <a:gd name="connsiteX5" fmla="*/ 61 w 53876"/>
                      <a:gd name="connsiteY5" fmla="*/ 0 h 61889"/>
                      <a:gd name="connsiteX6" fmla="*/ 28936 w 53876"/>
                      <a:gd name="connsiteY6" fmla="*/ 0 h 61889"/>
                      <a:gd name="connsiteX7" fmla="*/ 40922 w 53876"/>
                      <a:gd name="connsiteY7" fmla="*/ 2159 h 61889"/>
                      <a:gd name="connsiteX8" fmla="*/ 48489 w 53876"/>
                      <a:gd name="connsiteY8" fmla="*/ 8276 h 61889"/>
                      <a:gd name="connsiteX9" fmla="*/ 51092 w 53876"/>
                      <a:gd name="connsiteY9" fmla="*/ 17931 h 61889"/>
                      <a:gd name="connsiteX10" fmla="*/ 48489 w 53876"/>
                      <a:gd name="connsiteY10" fmla="*/ 27406 h 61889"/>
                      <a:gd name="connsiteX11" fmla="*/ 41225 w 53876"/>
                      <a:gd name="connsiteY11" fmla="*/ 33703 h 61889"/>
                      <a:gd name="connsiteX12" fmla="*/ 30328 w 53876"/>
                      <a:gd name="connsiteY12" fmla="*/ 36042 h 61889"/>
                      <a:gd name="connsiteX13" fmla="*/ 17616 w 53876"/>
                      <a:gd name="connsiteY13" fmla="*/ 36162 h 61889"/>
                      <a:gd name="connsiteX14" fmla="*/ 17616 w 53876"/>
                      <a:gd name="connsiteY14" fmla="*/ 54093 h 61889"/>
                      <a:gd name="connsiteX15" fmla="*/ 24456 w 53876"/>
                      <a:gd name="connsiteY15" fmla="*/ 55352 h 61889"/>
                      <a:gd name="connsiteX16" fmla="*/ 24456 w 53876"/>
                      <a:gd name="connsiteY16" fmla="*/ 61889 h 61889"/>
                      <a:gd name="connsiteX17" fmla="*/ 0 w 53876"/>
                      <a:gd name="connsiteY17" fmla="*/ 61889 h 61889"/>
                      <a:gd name="connsiteX18" fmla="*/ 17737 w 53876"/>
                      <a:gd name="connsiteY18" fmla="*/ 27766 h 61889"/>
                      <a:gd name="connsiteX19" fmla="*/ 28512 w 53876"/>
                      <a:gd name="connsiteY19" fmla="*/ 27766 h 61889"/>
                      <a:gd name="connsiteX20" fmla="*/ 37532 w 53876"/>
                      <a:gd name="connsiteY20" fmla="*/ 25307 h 61889"/>
                      <a:gd name="connsiteX21" fmla="*/ 40438 w 53876"/>
                      <a:gd name="connsiteY21" fmla="*/ 18171 h 61889"/>
                      <a:gd name="connsiteX22" fmla="*/ 37593 w 53876"/>
                      <a:gd name="connsiteY22" fmla="*/ 10915 h 61889"/>
                      <a:gd name="connsiteX23" fmla="*/ 28997 w 53876"/>
                      <a:gd name="connsiteY23" fmla="*/ 8216 h 61889"/>
                      <a:gd name="connsiteX24" fmla="*/ 17737 w 53876"/>
                      <a:gd name="connsiteY24" fmla="*/ 8216 h 61889"/>
                      <a:gd name="connsiteX25" fmla="*/ 17737 w 53876"/>
                      <a:gd name="connsiteY25" fmla="*/ 27706 h 61889"/>
                      <a:gd name="connsiteX26" fmla="*/ 40680 w 53876"/>
                      <a:gd name="connsiteY26" fmla="*/ 61889 h 61889"/>
                      <a:gd name="connsiteX27" fmla="*/ 28754 w 53876"/>
                      <a:gd name="connsiteY27" fmla="*/ 33403 h 61889"/>
                      <a:gd name="connsiteX28" fmla="*/ 38864 w 53876"/>
                      <a:gd name="connsiteY28" fmla="*/ 31724 h 61889"/>
                      <a:gd name="connsiteX29" fmla="*/ 48973 w 53876"/>
                      <a:gd name="connsiteY29" fmla="*/ 54213 h 61889"/>
                      <a:gd name="connsiteX30" fmla="*/ 53877 w 53876"/>
                      <a:gd name="connsiteY30" fmla="*/ 55233 h 61889"/>
                      <a:gd name="connsiteX31" fmla="*/ 53877 w 53876"/>
                      <a:gd name="connsiteY31" fmla="*/ 61889 h 61889"/>
                      <a:gd name="connsiteX32" fmla="*/ 40680 w 53876"/>
                      <a:gd name="connsiteY32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3876" h="61889">
                        <a:moveTo>
                          <a:pt x="61" y="61889"/>
                        </a:moveTo>
                        <a:lnTo>
                          <a:pt x="61" y="55352"/>
                        </a:lnTo>
                        <a:lnTo>
                          <a:pt x="6901" y="54093"/>
                        </a:lnTo>
                        <a:lnTo>
                          <a:pt x="6901" y="7856"/>
                        </a:lnTo>
                        <a:lnTo>
                          <a:pt x="61" y="6597"/>
                        </a:lnTo>
                        <a:lnTo>
                          <a:pt x="61" y="0"/>
                        </a:lnTo>
                        <a:lnTo>
                          <a:pt x="28936" y="0"/>
                        </a:lnTo>
                        <a:cubicBezTo>
                          <a:pt x="33658" y="0"/>
                          <a:pt x="37653" y="720"/>
                          <a:pt x="40922" y="2159"/>
                        </a:cubicBezTo>
                        <a:cubicBezTo>
                          <a:pt x="44252" y="3598"/>
                          <a:pt x="46794" y="5637"/>
                          <a:pt x="48489" y="8276"/>
                        </a:cubicBezTo>
                        <a:cubicBezTo>
                          <a:pt x="50245" y="10915"/>
                          <a:pt x="51092" y="14153"/>
                          <a:pt x="51092" y="17931"/>
                        </a:cubicBezTo>
                        <a:cubicBezTo>
                          <a:pt x="51092" y="21709"/>
                          <a:pt x="50245" y="24708"/>
                          <a:pt x="48489" y="27406"/>
                        </a:cubicBezTo>
                        <a:cubicBezTo>
                          <a:pt x="46734" y="30105"/>
                          <a:pt x="44312" y="32204"/>
                          <a:pt x="41225" y="33703"/>
                        </a:cubicBezTo>
                        <a:cubicBezTo>
                          <a:pt x="38137" y="35202"/>
                          <a:pt x="34505" y="35982"/>
                          <a:pt x="30328" y="36042"/>
                        </a:cubicBezTo>
                        <a:lnTo>
                          <a:pt x="17616" y="36162"/>
                        </a:lnTo>
                        <a:lnTo>
                          <a:pt x="17616" y="54093"/>
                        </a:lnTo>
                        <a:lnTo>
                          <a:pt x="24456" y="55352"/>
                        </a:lnTo>
                        <a:lnTo>
                          <a:pt x="24456" y="61889"/>
                        </a:lnTo>
                        <a:lnTo>
                          <a:pt x="0" y="61889"/>
                        </a:lnTo>
                        <a:close/>
                        <a:moveTo>
                          <a:pt x="17737" y="27766"/>
                        </a:moveTo>
                        <a:lnTo>
                          <a:pt x="28512" y="27766"/>
                        </a:lnTo>
                        <a:cubicBezTo>
                          <a:pt x="32568" y="27766"/>
                          <a:pt x="35595" y="26927"/>
                          <a:pt x="37532" y="25307"/>
                        </a:cubicBezTo>
                        <a:cubicBezTo>
                          <a:pt x="39469" y="23688"/>
                          <a:pt x="40438" y="21289"/>
                          <a:pt x="40438" y="18171"/>
                        </a:cubicBezTo>
                        <a:cubicBezTo>
                          <a:pt x="40438" y="15053"/>
                          <a:pt x="39469" y="12714"/>
                          <a:pt x="37593" y="10915"/>
                        </a:cubicBezTo>
                        <a:cubicBezTo>
                          <a:pt x="35716" y="9115"/>
                          <a:pt x="32810" y="8216"/>
                          <a:pt x="28997" y="8216"/>
                        </a:cubicBezTo>
                        <a:lnTo>
                          <a:pt x="17737" y="8216"/>
                        </a:lnTo>
                        <a:lnTo>
                          <a:pt x="17737" y="27706"/>
                        </a:lnTo>
                        <a:close/>
                        <a:moveTo>
                          <a:pt x="40680" y="61889"/>
                        </a:moveTo>
                        <a:lnTo>
                          <a:pt x="28754" y="33403"/>
                        </a:lnTo>
                        <a:lnTo>
                          <a:pt x="38864" y="31724"/>
                        </a:lnTo>
                        <a:lnTo>
                          <a:pt x="48973" y="54213"/>
                        </a:lnTo>
                        <a:lnTo>
                          <a:pt x="53877" y="55233"/>
                        </a:lnTo>
                        <a:lnTo>
                          <a:pt x="53877" y="61889"/>
                        </a:lnTo>
                        <a:lnTo>
                          <a:pt x="40680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2" name="Freeform 173">
                    <a:extLst>
                      <a:ext uri="{FF2B5EF4-FFF2-40B4-BE49-F238E27FC236}">
                        <a16:creationId xmlns:a16="http://schemas.microsoft.com/office/drawing/2014/main" id="{4CCDE9DC-A4E1-FA32-3277-9F208A55C7CE}"/>
                      </a:ext>
                    </a:extLst>
                  </p:cNvPr>
                  <p:cNvSpPr/>
                  <p:nvPr/>
                </p:nvSpPr>
                <p:spPr>
                  <a:xfrm>
                    <a:off x="1771610" y="380975"/>
                    <a:ext cx="48670" cy="61889"/>
                  </a:xfrm>
                  <a:custGeom>
                    <a:avLst/>
                    <a:gdLst>
                      <a:gd name="connsiteX0" fmla="*/ 0 w 48670"/>
                      <a:gd name="connsiteY0" fmla="*/ 61889 h 61889"/>
                      <a:gd name="connsiteX1" fmla="*/ 0 w 48670"/>
                      <a:gd name="connsiteY1" fmla="*/ 55352 h 61889"/>
                      <a:gd name="connsiteX2" fmla="*/ 6840 w 48670"/>
                      <a:gd name="connsiteY2" fmla="*/ 54093 h 61889"/>
                      <a:gd name="connsiteX3" fmla="*/ 6840 w 48670"/>
                      <a:gd name="connsiteY3" fmla="*/ 7856 h 61889"/>
                      <a:gd name="connsiteX4" fmla="*/ 0 w 48670"/>
                      <a:gd name="connsiteY4" fmla="*/ 6597 h 61889"/>
                      <a:gd name="connsiteX5" fmla="*/ 0 w 48670"/>
                      <a:gd name="connsiteY5" fmla="*/ 0 h 61889"/>
                      <a:gd name="connsiteX6" fmla="*/ 47581 w 48670"/>
                      <a:gd name="connsiteY6" fmla="*/ 0 h 61889"/>
                      <a:gd name="connsiteX7" fmla="*/ 47581 w 48670"/>
                      <a:gd name="connsiteY7" fmla="*/ 15952 h 61889"/>
                      <a:gd name="connsiteX8" fmla="*/ 39167 w 48670"/>
                      <a:gd name="connsiteY8" fmla="*/ 15952 h 61889"/>
                      <a:gd name="connsiteX9" fmla="*/ 38440 w 48670"/>
                      <a:gd name="connsiteY9" fmla="*/ 8276 h 61889"/>
                      <a:gd name="connsiteX10" fmla="*/ 17616 w 48670"/>
                      <a:gd name="connsiteY10" fmla="*/ 8276 h 61889"/>
                      <a:gd name="connsiteX11" fmla="*/ 17616 w 48670"/>
                      <a:gd name="connsiteY11" fmla="*/ 25787 h 61889"/>
                      <a:gd name="connsiteX12" fmla="*/ 39530 w 48670"/>
                      <a:gd name="connsiteY12" fmla="*/ 25787 h 61889"/>
                      <a:gd name="connsiteX13" fmla="*/ 39530 w 48670"/>
                      <a:gd name="connsiteY13" fmla="*/ 34063 h 61889"/>
                      <a:gd name="connsiteX14" fmla="*/ 17616 w 48670"/>
                      <a:gd name="connsiteY14" fmla="*/ 34063 h 61889"/>
                      <a:gd name="connsiteX15" fmla="*/ 17616 w 48670"/>
                      <a:gd name="connsiteY15" fmla="*/ 53733 h 61889"/>
                      <a:gd name="connsiteX16" fmla="*/ 39590 w 48670"/>
                      <a:gd name="connsiteY16" fmla="*/ 53733 h 61889"/>
                      <a:gd name="connsiteX17" fmla="*/ 40317 w 48670"/>
                      <a:gd name="connsiteY17" fmla="*/ 45877 h 61889"/>
                      <a:gd name="connsiteX18" fmla="*/ 48671 w 48670"/>
                      <a:gd name="connsiteY18" fmla="*/ 45877 h 61889"/>
                      <a:gd name="connsiteX19" fmla="*/ 48671 w 48670"/>
                      <a:gd name="connsiteY19" fmla="*/ 61889 h 61889"/>
                      <a:gd name="connsiteX20" fmla="*/ 0 w 48670"/>
                      <a:gd name="connsiteY20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48670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6840" y="54093"/>
                        </a:lnTo>
                        <a:lnTo>
                          <a:pt x="6840" y="78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47581" y="0"/>
                        </a:lnTo>
                        <a:lnTo>
                          <a:pt x="47581" y="15952"/>
                        </a:lnTo>
                        <a:lnTo>
                          <a:pt x="39167" y="15952"/>
                        </a:lnTo>
                        <a:lnTo>
                          <a:pt x="38440" y="8276"/>
                        </a:lnTo>
                        <a:lnTo>
                          <a:pt x="17616" y="8276"/>
                        </a:lnTo>
                        <a:lnTo>
                          <a:pt x="17616" y="25787"/>
                        </a:lnTo>
                        <a:lnTo>
                          <a:pt x="39530" y="25787"/>
                        </a:lnTo>
                        <a:lnTo>
                          <a:pt x="39530" y="34063"/>
                        </a:lnTo>
                        <a:lnTo>
                          <a:pt x="17616" y="34063"/>
                        </a:lnTo>
                        <a:lnTo>
                          <a:pt x="17616" y="53733"/>
                        </a:lnTo>
                        <a:lnTo>
                          <a:pt x="39590" y="53733"/>
                        </a:lnTo>
                        <a:lnTo>
                          <a:pt x="40317" y="45877"/>
                        </a:lnTo>
                        <a:lnTo>
                          <a:pt x="48671" y="45877"/>
                        </a:lnTo>
                        <a:lnTo>
                          <a:pt x="48671" y="61889"/>
                        </a:lnTo>
                        <a:lnTo>
                          <a:pt x="0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3" name="Freeform 174">
                    <a:extLst>
                      <a:ext uri="{FF2B5EF4-FFF2-40B4-BE49-F238E27FC236}">
                        <a16:creationId xmlns:a16="http://schemas.microsoft.com/office/drawing/2014/main" id="{AD4CDFC3-27EC-FFD6-D488-B9C73C42082C}"/>
                      </a:ext>
                    </a:extLst>
                  </p:cNvPr>
                  <p:cNvSpPr/>
                  <p:nvPr/>
                </p:nvSpPr>
                <p:spPr>
                  <a:xfrm>
                    <a:off x="1826879" y="380975"/>
                    <a:ext cx="61383" cy="61889"/>
                  </a:xfrm>
                  <a:custGeom>
                    <a:avLst/>
                    <a:gdLst>
                      <a:gd name="connsiteX0" fmla="*/ 25788 w 61383"/>
                      <a:gd name="connsiteY0" fmla="*/ 61889 h 61889"/>
                      <a:gd name="connsiteX1" fmla="*/ 5327 w 61383"/>
                      <a:gd name="connsiteY1" fmla="*/ 7256 h 61889"/>
                      <a:gd name="connsiteX2" fmla="*/ 0 w 61383"/>
                      <a:gd name="connsiteY2" fmla="*/ 6597 h 61889"/>
                      <a:gd name="connsiteX3" fmla="*/ 0 w 61383"/>
                      <a:gd name="connsiteY3" fmla="*/ 0 h 61889"/>
                      <a:gd name="connsiteX4" fmla="*/ 22701 w 61383"/>
                      <a:gd name="connsiteY4" fmla="*/ 0 h 61889"/>
                      <a:gd name="connsiteX5" fmla="*/ 22701 w 61383"/>
                      <a:gd name="connsiteY5" fmla="*/ 6597 h 61889"/>
                      <a:gd name="connsiteX6" fmla="*/ 17011 w 61383"/>
                      <a:gd name="connsiteY6" fmla="*/ 7496 h 61889"/>
                      <a:gd name="connsiteX7" fmla="*/ 30026 w 61383"/>
                      <a:gd name="connsiteY7" fmla="*/ 45218 h 61889"/>
                      <a:gd name="connsiteX8" fmla="*/ 31176 w 61383"/>
                      <a:gd name="connsiteY8" fmla="*/ 49236 h 61889"/>
                      <a:gd name="connsiteX9" fmla="*/ 31418 w 61383"/>
                      <a:gd name="connsiteY9" fmla="*/ 49236 h 61889"/>
                      <a:gd name="connsiteX10" fmla="*/ 32629 w 61383"/>
                      <a:gd name="connsiteY10" fmla="*/ 45218 h 61889"/>
                      <a:gd name="connsiteX11" fmla="*/ 45826 w 61383"/>
                      <a:gd name="connsiteY11" fmla="*/ 7436 h 61889"/>
                      <a:gd name="connsiteX12" fmla="*/ 39348 w 61383"/>
                      <a:gd name="connsiteY12" fmla="*/ 6597 h 61889"/>
                      <a:gd name="connsiteX13" fmla="*/ 39348 w 61383"/>
                      <a:gd name="connsiteY13" fmla="*/ 0 h 61889"/>
                      <a:gd name="connsiteX14" fmla="*/ 61383 w 61383"/>
                      <a:gd name="connsiteY14" fmla="*/ 0 h 61889"/>
                      <a:gd name="connsiteX15" fmla="*/ 61383 w 61383"/>
                      <a:gd name="connsiteY15" fmla="*/ 6597 h 61889"/>
                      <a:gd name="connsiteX16" fmla="*/ 55996 w 61383"/>
                      <a:gd name="connsiteY16" fmla="*/ 7256 h 61889"/>
                      <a:gd name="connsiteX17" fmla="*/ 36321 w 61383"/>
                      <a:gd name="connsiteY17" fmla="*/ 61889 h 61889"/>
                      <a:gd name="connsiteX18" fmla="*/ 25849 w 61383"/>
                      <a:gd name="connsiteY18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61383" h="61889">
                        <a:moveTo>
                          <a:pt x="25788" y="61889"/>
                        </a:moveTo>
                        <a:lnTo>
                          <a:pt x="5327" y="72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22701" y="0"/>
                        </a:lnTo>
                        <a:lnTo>
                          <a:pt x="22701" y="6597"/>
                        </a:lnTo>
                        <a:lnTo>
                          <a:pt x="17011" y="7496"/>
                        </a:lnTo>
                        <a:lnTo>
                          <a:pt x="30026" y="45218"/>
                        </a:lnTo>
                        <a:lnTo>
                          <a:pt x="31176" y="49236"/>
                        </a:lnTo>
                        <a:lnTo>
                          <a:pt x="31418" y="49236"/>
                        </a:lnTo>
                        <a:lnTo>
                          <a:pt x="32629" y="45218"/>
                        </a:lnTo>
                        <a:lnTo>
                          <a:pt x="45826" y="7436"/>
                        </a:lnTo>
                        <a:lnTo>
                          <a:pt x="39348" y="6597"/>
                        </a:lnTo>
                        <a:lnTo>
                          <a:pt x="39348" y="0"/>
                        </a:lnTo>
                        <a:lnTo>
                          <a:pt x="61383" y="0"/>
                        </a:lnTo>
                        <a:lnTo>
                          <a:pt x="61383" y="6597"/>
                        </a:lnTo>
                        <a:lnTo>
                          <a:pt x="55996" y="7256"/>
                        </a:lnTo>
                        <a:lnTo>
                          <a:pt x="36321" y="61889"/>
                        </a:lnTo>
                        <a:lnTo>
                          <a:pt x="25849" y="618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4" name="Freeform 175">
                    <a:extLst>
                      <a:ext uri="{FF2B5EF4-FFF2-40B4-BE49-F238E27FC236}">
                        <a16:creationId xmlns:a16="http://schemas.microsoft.com/office/drawing/2014/main" id="{FB23A69B-432E-59E5-951A-AC5C97128F97}"/>
                      </a:ext>
                    </a:extLst>
                  </p:cNvPr>
                  <p:cNvSpPr/>
                  <p:nvPr/>
                </p:nvSpPr>
                <p:spPr>
                  <a:xfrm>
                    <a:off x="1881966" y="380975"/>
                    <a:ext cx="60717" cy="61889"/>
                  </a:xfrm>
                  <a:custGeom>
                    <a:avLst/>
                    <a:gdLst>
                      <a:gd name="connsiteX0" fmla="*/ 0 w 60717"/>
                      <a:gd name="connsiteY0" fmla="*/ 61889 h 61889"/>
                      <a:gd name="connsiteX1" fmla="*/ 0 w 60717"/>
                      <a:gd name="connsiteY1" fmla="*/ 55352 h 61889"/>
                      <a:gd name="connsiteX2" fmla="*/ 4540 w 60717"/>
                      <a:gd name="connsiteY2" fmla="*/ 54693 h 61889"/>
                      <a:gd name="connsiteX3" fmla="*/ 25243 w 60717"/>
                      <a:gd name="connsiteY3" fmla="*/ 0 h 61889"/>
                      <a:gd name="connsiteX4" fmla="*/ 35777 w 60717"/>
                      <a:gd name="connsiteY4" fmla="*/ 0 h 61889"/>
                      <a:gd name="connsiteX5" fmla="*/ 56177 w 60717"/>
                      <a:gd name="connsiteY5" fmla="*/ 54693 h 61889"/>
                      <a:gd name="connsiteX6" fmla="*/ 60717 w 60717"/>
                      <a:gd name="connsiteY6" fmla="*/ 55352 h 61889"/>
                      <a:gd name="connsiteX7" fmla="*/ 60717 w 60717"/>
                      <a:gd name="connsiteY7" fmla="*/ 61889 h 61889"/>
                      <a:gd name="connsiteX8" fmla="*/ 40862 w 60717"/>
                      <a:gd name="connsiteY8" fmla="*/ 61889 h 61889"/>
                      <a:gd name="connsiteX9" fmla="*/ 40862 w 60717"/>
                      <a:gd name="connsiteY9" fmla="*/ 55352 h 61889"/>
                      <a:gd name="connsiteX10" fmla="*/ 45341 w 60717"/>
                      <a:gd name="connsiteY10" fmla="*/ 54573 h 61889"/>
                      <a:gd name="connsiteX11" fmla="*/ 42012 w 60717"/>
                      <a:gd name="connsiteY11" fmla="*/ 44858 h 61889"/>
                      <a:gd name="connsiteX12" fmla="*/ 18766 w 60717"/>
                      <a:gd name="connsiteY12" fmla="*/ 44858 h 61889"/>
                      <a:gd name="connsiteX13" fmla="*/ 15376 w 60717"/>
                      <a:gd name="connsiteY13" fmla="*/ 54573 h 61889"/>
                      <a:gd name="connsiteX14" fmla="*/ 19856 w 60717"/>
                      <a:gd name="connsiteY14" fmla="*/ 55352 h 61889"/>
                      <a:gd name="connsiteX15" fmla="*/ 19856 w 60717"/>
                      <a:gd name="connsiteY15" fmla="*/ 61889 h 61889"/>
                      <a:gd name="connsiteX16" fmla="*/ 0 w 60717"/>
                      <a:gd name="connsiteY16" fmla="*/ 61889 h 61889"/>
                      <a:gd name="connsiteX17" fmla="*/ 21551 w 60717"/>
                      <a:gd name="connsiteY17" fmla="*/ 36582 h 61889"/>
                      <a:gd name="connsiteX18" fmla="*/ 39167 w 60717"/>
                      <a:gd name="connsiteY18" fmla="*/ 36582 h 61889"/>
                      <a:gd name="connsiteX19" fmla="*/ 31055 w 60717"/>
                      <a:gd name="connsiteY19" fmla="*/ 13673 h 61889"/>
                      <a:gd name="connsiteX20" fmla="*/ 30510 w 60717"/>
                      <a:gd name="connsiteY20" fmla="*/ 11994 h 61889"/>
                      <a:gd name="connsiteX21" fmla="*/ 30268 w 60717"/>
                      <a:gd name="connsiteY21" fmla="*/ 11994 h 61889"/>
                      <a:gd name="connsiteX22" fmla="*/ 29662 w 60717"/>
                      <a:gd name="connsiteY22" fmla="*/ 13733 h 61889"/>
                      <a:gd name="connsiteX23" fmla="*/ 21551 w 60717"/>
                      <a:gd name="connsiteY23" fmla="*/ 36582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0717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4540" y="54693"/>
                        </a:lnTo>
                        <a:lnTo>
                          <a:pt x="25243" y="0"/>
                        </a:lnTo>
                        <a:lnTo>
                          <a:pt x="35777" y="0"/>
                        </a:lnTo>
                        <a:lnTo>
                          <a:pt x="56177" y="54693"/>
                        </a:lnTo>
                        <a:lnTo>
                          <a:pt x="60717" y="55352"/>
                        </a:lnTo>
                        <a:lnTo>
                          <a:pt x="60717" y="61889"/>
                        </a:lnTo>
                        <a:lnTo>
                          <a:pt x="40862" y="61889"/>
                        </a:lnTo>
                        <a:lnTo>
                          <a:pt x="40862" y="55352"/>
                        </a:lnTo>
                        <a:lnTo>
                          <a:pt x="45341" y="54573"/>
                        </a:lnTo>
                        <a:lnTo>
                          <a:pt x="42012" y="44858"/>
                        </a:lnTo>
                        <a:lnTo>
                          <a:pt x="18766" y="44858"/>
                        </a:lnTo>
                        <a:lnTo>
                          <a:pt x="15376" y="54573"/>
                        </a:lnTo>
                        <a:lnTo>
                          <a:pt x="19856" y="55352"/>
                        </a:lnTo>
                        <a:lnTo>
                          <a:pt x="19856" y="61889"/>
                        </a:lnTo>
                        <a:lnTo>
                          <a:pt x="0" y="61889"/>
                        </a:lnTo>
                        <a:close/>
                        <a:moveTo>
                          <a:pt x="21551" y="36582"/>
                        </a:moveTo>
                        <a:lnTo>
                          <a:pt x="39167" y="36582"/>
                        </a:lnTo>
                        <a:lnTo>
                          <a:pt x="31055" y="13673"/>
                        </a:lnTo>
                        <a:lnTo>
                          <a:pt x="30510" y="11994"/>
                        </a:lnTo>
                        <a:lnTo>
                          <a:pt x="30268" y="11994"/>
                        </a:lnTo>
                        <a:lnTo>
                          <a:pt x="29662" y="13733"/>
                        </a:lnTo>
                        <a:lnTo>
                          <a:pt x="21551" y="36582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6" name="Graphic 6">
                  <a:extLst>
                    <a:ext uri="{FF2B5EF4-FFF2-40B4-BE49-F238E27FC236}">
                      <a16:creationId xmlns:a16="http://schemas.microsoft.com/office/drawing/2014/main" id="{6BE047D3-5F9E-C1E2-1561-7C5700BF6878}"/>
                    </a:ext>
                  </a:extLst>
                </p:cNvPr>
                <p:cNvGrpSpPr/>
                <p:nvPr/>
              </p:nvGrpSpPr>
              <p:grpSpPr>
                <a:xfrm>
                  <a:off x="1712285" y="453539"/>
                  <a:ext cx="227372" cy="63688"/>
                  <a:chOff x="1712285" y="453539"/>
                  <a:chExt cx="227372" cy="63688"/>
                </a:xfrm>
                <a:solidFill>
                  <a:srgbClr val="F28128"/>
                </a:solidFill>
              </p:grpSpPr>
              <p:sp>
                <p:nvSpPr>
                  <p:cNvPr id="57" name="Freeform 168">
                    <a:extLst>
                      <a:ext uri="{FF2B5EF4-FFF2-40B4-BE49-F238E27FC236}">
                        <a16:creationId xmlns:a16="http://schemas.microsoft.com/office/drawing/2014/main" id="{EB805CD0-AA19-A916-FF86-17E950EF9080}"/>
                      </a:ext>
                    </a:extLst>
                  </p:cNvPr>
                  <p:cNvSpPr/>
                  <p:nvPr/>
                </p:nvSpPr>
                <p:spPr>
                  <a:xfrm>
                    <a:off x="1712285" y="454438"/>
                    <a:ext cx="53876" cy="61889"/>
                  </a:xfrm>
                  <a:custGeom>
                    <a:avLst/>
                    <a:gdLst>
                      <a:gd name="connsiteX0" fmla="*/ 61 w 53876"/>
                      <a:gd name="connsiteY0" fmla="*/ 61889 h 61889"/>
                      <a:gd name="connsiteX1" fmla="*/ 61 w 53876"/>
                      <a:gd name="connsiteY1" fmla="*/ 55352 h 61889"/>
                      <a:gd name="connsiteX2" fmla="*/ 6901 w 53876"/>
                      <a:gd name="connsiteY2" fmla="*/ 54093 h 61889"/>
                      <a:gd name="connsiteX3" fmla="*/ 6901 w 53876"/>
                      <a:gd name="connsiteY3" fmla="*/ 7856 h 61889"/>
                      <a:gd name="connsiteX4" fmla="*/ 61 w 53876"/>
                      <a:gd name="connsiteY4" fmla="*/ 6597 h 61889"/>
                      <a:gd name="connsiteX5" fmla="*/ 61 w 53876"/>
                      <a:gd name="connsiteY5" fmla="*/ 0 h 61889"/>
                      <a:gd name="connsiteX6" fmla="*/ 28936 w 53876"/>
                      <a:gd name="connsiteY6" fmla="*/ 0 h 61889"/>
                      <a:gd name="connsiteX7" fmla="*/ 40922 w 53876"/>
                      <a:gd name="connsiteY7" fmla="*/ 2159 h 61889"/>
                      <a:gd name="connsiteX8" fmla="*/ 48489 w 53876"/>
                      <a:gd name="connsiteY8" fmla="*/ 8276 h 61889"/>
                      <a:gd name="connsiteX9" fmla="*/ 51092 w 53876"/>
                      <a:gd name="connsiteY9" fmla="*/ 17931 h 61889"/>
                      <a:gd name="connsiteX10" fmla="*/ 48489 w 53876"/>
                      <a:gd name="connsiteY10" fmla="*/ 27406 h 61889"/>
                      <a:gd name="connsiteX11" fmla="*/ 41225 w 53876"/>
                      <a:gd name="connsiteY11" fmla="*/ 33703 h 61889"/>
                      <a:gd name="connsiteX12" fmla="*/ 30328 w 53876"/>
                      <a:gd name="connsiteY12" fmla="*/ 36042 h 61889"/>
                      <a:gd name="connsiteX13" fmla="*/ 17616 w 53876"/>
                      <a:gd name="connsiteY13" fmla="*/ 36162 h 61889"/>
                      <a:gd name="connsiteX14" fmla="*/ 17616 w 53876"/>
                      <a:gd name="connsiteY14" fmla="*/ 54093 h 61889"/>
                      <a:gd name="connsiteX15" fmla="*/ 24456 w 53876"/>
                      <a:gd name="connsiteY15" fmla="*/ 55352 h 61889"/>
                      <a:gd name="connsiteX16" fmla="*/ 24456 w 53876"/>
                      <a:gd name="connsiteY16" fmla="*/ 61889 h 61889"/>
                      <a:gd name="connsiteX17" fmla="*/ 0 w 53876"/>
                      <a:gd name="connsiteY17" fmla="*/ 61889 h 61889"/>
                      <a:gd name="connsiteX18" fmla="*/ 17677 w 53876"/>
                      <a:gd name="connsiteY18" fmla="*/ 27766 h 61889"/>
                      <a:gd name="connsiteX19" fmla="*/ 28452 w 53876"/>
                      <a:gd name="connsiteY19" fmla="*/ 27766 h 61889"/>
                      <a:gd name="connsiteX20" fmla="*/ 37472 w 53876"/>
                      <a:gd name="connsiteY20" fmla="*/ 25307 h 61889"/>
                      <a:gd name="connsiteX21" fmla="*/ 40377 w 53876"/>
                      <a:gd name="connsiteY21" fmla="*/ 18171 h 61889"/>
                      <a:gd name="connsiteX22" fmla="*/ 37532 w 53876"/>
                      <a:gd name="connsiteY22" fmla="*/ 10915 h 61889"/>
                      <a:gd name="connsiteX23" fmla="*/ 28936 w 53876"/>
                      <a:gd name="connsiteY23" fmla="*/ 8216 h 61889"/>
                      <a:gd name="connsiteX24" fmla="*/ 17677 w 53876"/>
                      <a:gd name="connsiteY24" fmla="*/ 8216 h 61889"/>
                      <a:gd name="connsiteX25" fmla="*/ 17677 w 53876"/>
                      <a:gd name="connsiteY25" fmla="*/ 27706 h 61889"/>
                      <a:gd name="connsiteX26" fmla="*/ 40680 w 53876"/>
                      <a:gd name="connsiteY26" fmla="*/ 61889 h 61889"/>
                      <a:gd name="connsiteX27" fmla="*/ 28754 w 53876"/>
                      <a:gd name="connsiteY27" fmla="*/ 33403 h 61889"/>
                      <a:gd name="connsiteX28" fmla="*/ 38864 w 53876"/>
                      <a:gd name="connsiteY28" fmla="*/ 31724 h 61889"/>
                      <a:gd name="connsiteX29" fmla="*/ 48973 w 53876"/>
                      <a:gd name="connsiteY29" fmla="*/ 54213 h 61889"/>
                      <a:gd name="connsiteX30" fmla="*/ 53877 w 53876"/>
                      <a:gd name="connsiteY30" fmla="*/ 55233 h 61889"/>
                      <a:gd name="connsiteX31" fmla="*/ 53877 w 53876"/>
                      <a:gd name="connsiteY31" fmla="*/ 61889 h 61889"/>
                      <a:gd name="connsiteX32" fmla="*/ 40680 w 53876"/>
                      <a:gd name="connsiteY32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3876" h="61889">
                        <a:moveTo>
                          <a:pt x="61" y="61889"/>
                        </a:moveTo>
                        <a:lnTo>
                          <a:pt x="61" y="55352"/>
                        </a:lnTo>
                        <a:lnTo>
                          <a:pt x="6901" y="54093"/>
                        </a:lnTo>
                        <a:lnTo>
                          <a:pt x="6901" y="7856"/>
                        </a:lnTo>
                        <a:lnTo>
                          <a:pt x="61" y="6597"/>
                        </a:lnTo>
                        <a:lnTo>
                          <a:pt x="61" y="0"/>
                        </a:lnTo>
                        <a:lnTo>
                          <a:pt x="28936" y="0"/>
                        </a:lnTo>
                        <a:cubicBezTo>
                          <a:pt x="33658" y="0"/>
                          <a:pt x="37653" y="720"/>
                          <a:pt x="40922" y="2159"/>
                        </a:cubicBezTo>
                        <a:cubicBezTo>
                          <a:pt x="44252" y="3598"/>
                          <a:pt x="46794" y="5637"/>
                          <a:pt x="48489" y="8276"/>
                        </a:cubicBezTo>
                        <a:cubicBezTo>
                          <a:pt x="50245" y="10915"/>
                          <a:pt x="51092" y="14153"/>
                          <a:pt x="51092" y="17931"/>
                        </a:cubicBezTo>
                        <a:cubicBezTo>
                          <a:pt x="51092" y="21709"/>
                          <a:pt x="50245" y="24708"/>
                          <a:pt x="48489" y="27406"/>
                        </a:cubicBezTo>
                        <a:cubicBezTo>
                          <a:pt x="46734" y="30105"/>
                          <a:pt x="44312" y="32204"/>
                          <a:pt x="41225" y="33703"/>
                        </a:cubicBezTo>
                        <a:cubicBezTo>
                          <a:pt x="38138" y="35202"/>
                          <a:pt x="34505" y="35982"/>
                          <a:pt x="30328" y="36042"/>
                        </a:cubicBezTo>
                        <a:lnTo>
                          <a:pt x="17616" y="36162"/>
                        </a:lnTo>
                        <a:lnTo>
                          <a:pt x="17616" y="54093"/>
                        </a:lnTo>
                        <a:lnTo>
                          <a:pt x="24456" y="55352"/>
                        </a:lnTo>
                        <a:lnTo>
                          <a:pt x="24456" y="61889"/>
                        </a:lnTo>
                        <a:lnTo>
                          <a:pt x="0" y="61889"/>
                        </a:lnTo>
                        <a:close/>
                        <a:moveTo>
                          <a:pt x="17677" y="27766"/>
                        </a:moveTo>
                        <a:lnTo>
                          <a:pt x="28452" y="27766"/>
                        </a:lnTo>
                        <a:cubicBezTo>
                          <a:pt x="32508" y="27766"/>
                          <a:pt x="35534" y="26927"/>
                          <a:pt x="37472" y="25307"/>
                        </a:cubicBezTo>
                        <a:cubicBezTo>
                          <a:pt x="39409" y="23688"/>
                          <a:pt x="40377" y="21289"/>
                          <a:pt x="40377" y="18171"/>
                        </a:cubicBezTo>
                        <a:cubicBezTo>
                          <a:pt x="40377" y="15053"/>
                          <a:pt x="39409" y="12714"/>
                          <a:pt x="37532" y="10915"/>
                        </a:cubicBezTo>
                        <a:cubicBezTo>
                          <a:pt x="35656" y="9115"/>
                          <a:pt x="32750" y="8216"/>
                          <a:pt x="28936" y="8216"/>
                        </a:cubicBezTo>
                        <a:lnTo>
                          <a:pt x="17677" y="8216"/>
                        </a:lnTo>
                        <a:lnTo>
                          <a:pt x="17677" y="27706"/>
                        </a:lnTo>
                        <a:close/>
                        <a:moveTo>
                          <a:pt x="40680" y="61889"/>
                        </a:moveTo>
                        <a:lnTo>
                          <a:pt x="28754" y="33403"/>
                        </a:lnTo>
                        <a:lnTo>
                          <a:pt x="38864" y="31724"/>
                        </a:lnTo>
                        <a:lnTo>
                          <a:pt x="48973" y="54213"/>
                        </a:lnTo>
                        <a:lnTo>
                          <a:pt x="53877" y="55233"/>
                        </a:lnTo>
                        <a:lnTo>
                          <a:pt x="53877" y="61889"/>
                        </a:lnTo>
                        <a:lnTo>
                          <a:pt x="40680" y="61889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8" name="Freeform 169">
                    <a:extLst>
                      <a:ext uri="{FF2B5EF4-FFF2-40B4-BE49-F238E27FC236}">
                        <a16:creationId xmlns:a16="http://schemas.microsoft.com/office/drawing/2014/main" id="{AED80125-345F-1514-62D1-24D65DDE931B}"/>
                      </a:ext>
                    </a:extLst>
                  </p:cNvPr>
                  <p:cNvSpPr/>
                  <p:nvPr/>
                </p:nvSpPr>
                <p:spPr>
                  <a:xfrm>
                    <a:off x="1771792" y="454438"/>
                    <a:ext cx="60717" cy="61889"/>
                  </a:xfrm>
                  <a:custGeom>
                    <a:avLst/>
                    <a:gdLst>
                      <a:gd name="connsiteX0" fmla="*/ 0 w 60717"/>
                      <a:gd name="connsiteY0" fmla="*/ 61889 h 61889"/>
                      <a:gd name="connsiteX1" fmla="*/ 0 w 60717"/>
                      <a:gd name="connsiteY1" fmla="*/ 55352 h 61889"/>
                      <a:gd name="connsiteX2" fmla="*/ 4540 w 60717"/>
                      <a:gd name="connsiteY2" fmla="*/ 54693 h 61889"/>
                      <a:gd name="connsiteX3" fmla="*/ 25243 w 60717"/>
                      <a:gd name="connsiteY3" fmla="*/ 0 h 61889"/>
                      <a:gd name="connsiteX4" fmla="*/ 35777 w 60717"/>
                      <a:gd name="connsiteY4" fmla="*/ 0 h 61889"/>
                      <a:gd name="connsiteX5" fmla="*/ 56177 w 60717"/>
                      <a:gd name="connsiteY5" fmla="*/ 54693 h 61889"/>
                      <a:gd name="connsiteX6" fmla="*/ 60717 w 60717"/>
                      <a:gd name="connsiteY6" fmla="*/ 55352 h 61889"/>
                      <a:gd name="connsiteX7" fmla="*/ 60717 w 60717"/>
                      <a:gd name="connsiteY7" fmla="*/ 61889 h 61889"/>
                      <a:gd name="connsiteX8" fmla="*/ 40862 w 60717"/>
                      <a:gd name="connsiteY8" fmla="*/ 61889 h 61889"/>
                      <a:gd name="connsiteX9" fmla="*/ 40862 w 60717"/>
                      <a:gd name="connsiteY9" fmla="*/ 55352 h 61889"/>
                      <a:gd name="connsiteX10" fmla="*/ 45341 w 60717"/>
                      <a:gd name="connsiteY10" fmla="*/ 54573 h 61889"/>
                      <a:gd name="connsiteX11" fmla="*/ 42012 w 60717"/>
                      <a:gd name="connsiteY11" fmla="*/ 44858 h 61889"/>
                      <a:gd name="connsiteX12" fmla="*/ 18766 w 60717"/>
                      <a:gd name="connsiteY12" fmla="*/ 44858 h 61889"/>
                      <a:gd name="connsiteX13" fmla="*/ 15376 w 60717"/>
                      <a:gd name="connsiteY13" fmla="*/ 54573 h 61889"/>
                      <a:gd name="connsiteX14" fmla="*/ 19856 w 60717"/>
                      <a:gd name="connsiteY14" fmla="*/ 55352 h 61889"/>
                      <a:gd name="connsiteX15" fmla="*/ 19856 w 60717"/>
                      <a:gd name="connsiteY15" fmla="*/ 61889 h 61889"/>
                      <a:gd name="connsiteX16" fmla="*/ 0 w 60717"/>
                      <a:gd name="connsiteY16" fmla="*/ 61889 h 61889"/>
                      <a:gd name="connsiteX17" fmla="*/ 21551 w 60717"/>
                      <a:gd name="connsiteY17" fmla="*/ 36582 h 61889"/>
                      <a:gd name="connsiteX18" fmla="*/ 39167 w 60717"/>
                      <a:gd name="connsiteY18" fmla="*/ 36582 h 61889"/>
                      <a:gd name="connsiteX19" fmla="*/ 31055 w 60717"/>
                      <a:gd name="connsiteY19" fmla="*/ 13673 h 61889"/>
                      <a:gd name="connsiteX20" fmla="*/ 30510 w 60717"/>
                      <a:gd name="connsiteY20" fmla="*/ 11994 h 61889"/>
                      <a:gd name="connsiteX21" fmla="*/ 30268 w 60717"/>
                      <a:gd name="connsiteY21" fmla="*/ 11994 h 61889"/>
                      <a:gd name="connsiteX22" fmla="*/ 29662 w 60717"/>
                      <a:gd name="connsiteY22" fmla="*/ 13733 h 61889"/>
                      <a:gd name="connsiteX23" fmla="*/ 21551 w 60717"/>
                      <a:gd name="connsiteY23" fmla="*/ 36582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0717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4540" y="54693"/>
                        </a:lnTo>
                        <a:lnTo>
                          <a:pt x="25243" y="0"/>
                        </a:lnTo>
                        <a:lnTo>
                          <a:pt x="35777" y="0"/>
                        </a:lnTo>
                        <a:lnTo>
                          <a:pt x="56177" y="54693"/>
                        </a:lnTo>
                        <a:lnTo>
                          <a:pt x="60717" y="55352"/>
                        </a:lnTo>
                        <a:lnTo>
                          <a:pt x="60717" y="61889"/>
                        </a:lnTo>
                        <a:lnTo>
                          <a:pt x="40862" y="61889"/>
                        </a:lnTo>
                        <a:lnTo>
                          <a:pt x="40862" y="55352"/>
                        </a:lnTo>
                        <a:lnTo>
                          <a:pt x="45341" y="54573"/>
                        </a:lnTo>
                        <a:lnTo>
                          <a:pt x="42012" y="44858"/>
                        </a:lnTo>
                        <a:lnTo>
                          <a:pt x="18766" y="44858"/>
                        </a:lnTo>
                        <a:lnTo>
                          <a:pt x="15376" y="54573"/>
                        </a:lnTo>
                        <a:lnTo>
                          <a:pt x="19856" y="55352"/>
                        </a:lnTo>
                        <a:lnTo>
                          <a:pt x="19856" y="61889"/>
                        </a:lnTo>
                        <a:lnTo>
                          <a:pt x="0" y="61889"/>
                        </a:lnTo>
                        <a:close/>
                        <a:moveTo>
                          <a:pt x="21551" y="36582"/>
                        </a:moveTo>
                        <a:lnTo>
                          <a:pt x="39167" y="36582"/>
                        </a:lnTo>
                        <a:lnTo>
                          <a:pt x="31055" y="13673"/>
                        </a:lnTo>
                        <a:lnTo>
                          <a:pt x="30510" y="11994"/>
                        </a:lnTo>
                        <a:lnTo>
                          <a:pt x="30268" y="11994"/>
                        </a:lnTo>
                        <a:lnTo>
                          <a:pt x="29662" y="13733"/>
                        </a:lnTo>
                        <a:lnTo>
                          <a:pt x="21551" y="36582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9" name="Freeform 170">
                    <a:extLst>
                      <a:ext uri="{FF2B5EF4-FFF2-40B4-BE49-F238E27FC236}">
                        <a16:creationId xmlns:a16="http://schemas.microsoft.com/office/drawing/2014/main" id="{99D6C56D-3A90-A16A-0854-F1C450C1E332}"/>
                      </a:ext>
                    </a:extLst>
                  </p:cNvPr>
                  <p:cNvSpPr/>
                  <p:nvPr/>
                </p:nvSpPr>
                <p:spPr>
                  <a:xfrm>
                    <a:off x="1834749" y="453539"/>
                    <a:ext cx="49336" cy="63688"/>
                  </a:xfrm>
                  <a:custGeom>
                    <a:avLst/>
                    <a:gdLst>
                      <a:gd name="connsiteX0" fmla="*/ 29239 w 49336"/>
                      <a:gd name="connsiteY0" fmla="*/ 63688 h 63688"/>
                      <a:gd name="connsiteX1" fmla="*/ 13439 w 49336"/>
                      <a:gd name="connsiteY1" fmla="*/ 59790 h 63688"/>
                      <a:gd name="connsiteX2" fmla="*/ 3451 w 49336"/>
                      <a:gd name="connsiteY2" fmla="*/ 48936 h 63688"/>
                      <a:gd name="connsiteX3" fmla="*/ 0 w 49336"/>
                      <a:gd name="connsiteY3" fmla="*/ 32684 h 63688"/>
                      <a:gd name="connsiteX4" fmla="*/ 0 w 49336"/>
                      <a:gd name="connsiteY4" fmla="*/ 31125 h 63688"/>
                      <a:gd name="connsiteX5" fmla="*/ 3451 w 49336"/>
                      <a:gd name="connsiteY5" fmla="*/ 15053 h 63688"/>
                      <a:gd name="connsiteX6" fmla="*/ 13257 w 49336"/>
                      <a:gd name="connsiteY6" fmla="*/ 4018 h 63688"/>
                      <a:gd name="connsiteX7" fmla="*/ 28512 w 49336"/>
                      <a:gd name="connsiteY7" fmla="*/ 0 h 63688"/>
                      <a:gd name="connsiteX8" fmla="*/ 40075 w 49336"/>
                      <a:gd name="connsiteY8" fmla="*/ 1799 h 63688"/>
                      <a:gd name="connsiteX9" fmla="*/ 49337 w 49336"/>
                      <a:gd name="connsiteY9" fmla="*/ 6957 h 63688"/>
                      <a:gd name="connsiteX10" fmla="*/ 49337 w 49336"/>
                      <a:gd name="connsiteY10" fmla="*/ 21229 h 63688"/>
                      <a:gd name="connsiteX11" fmla="*/ 41104 w 49336"/>
                      <a:gd name="connsiteY11" fmla="*/ 21229 h 63688"/>
                      <a:gd name="connsiteX12" fmla="*/ 40014 w 49336"/>
                      <a:gd name="connsiteY12" fmla="*/ 11694 h 63688"/>
                      <a:gd name="connsiteX13" fmla="*/ 36866 w 49336"/>
                      <a:gd name="connsiteY13" fmla="*/ 9955 h 63688"/>
                      <a:gd name="connsiteX14" fmla="*/ 33113 w 49336"/>
                      <a:gd name="connsiteY14" fmla="*/ 8876 h 63688"/>
                      <a:gd name="connsiteX15" fmla="*/ 28694 w 49336"/>
                      <a:gd name="connsiteY15" fmla="*/ 8516 h 63688"/>
                      <a:gd name="connsiteX16" fmla="*/ 19069 w 49336"/>
                      <a:gd name="connsiteY16" fmla="*/ 11334 h 63688"/>
                      <a:gd name="connsiteX17" fmla="*/ 12955 w 49336"/>
                      <a:gd name="connsiteY17" fmla="*/ 19190 h 63688"/>
                      <a:gd name="connsiteX18" fmla="*/ 10836 w 49336"/>
                      <a:gd name="connsiteY18" fmla="*/ 31065 h 63688"/>
                      <a:gd name="connsiteX19" fmla="*/ 10836 w 49336"/>
                      <a:gd name="connsiteY19" fmla="*/ 32744 h 63688"/>
                      <a:gd name="connsiteX20" fmla="*/ 13076 w 49336"/>
                      <a:gd name="connsiteY20" fmla="*/ 44858 h 63688"/>
                      <a:gd name="connsiteX21" fmla="*/ 19493 w 49336"/>
                      <a:gd name="connsiteY21" fmla="*/ 52654 h 63688"/>
                      <a:gd name="connsiteX22" fmla="*/ 29541 w 49336"/>
                      <a:gd name="connsiteY22" fmla="*/ 55352 h 63688"/>
                      <a:gd name="connsiteX23" fmla="*/ 35171 w 49336"/>
                      <a:gd name="connsiteY23" fmla="*/ 54693 h 63688"/>
                      <a:gd name="connsiteX24" fmla="*/ 40014 w 49336"/>
                      <a:gd name="connsiteY24" fmla="*/ 52954 h 63688"/>
                      <a:gd name="connsiteX25" fmla="*/ 41164 w 49336"/>
                      <a:gd name="connsiteY25" fmla="*/ 44258 h 63688"/>
                      <a:gd name="connsiteX26" fmla="*/ 49337 w 49336"/>
                      <a:gd name="connsiteY26" fmla="*/ 44258 h 63688"/>
                      <a:gd name="connsiteX27" fmla="*/ 49337 w 49336"/>
                      <a:gd name="connsiteY27" fmla="*/ 58471 h 63688"/>
                      <a:gd name="connsiteX28" fmla="*/ 40498 w 49336"/>
                      <a:gd name="connsiteY28" fmla="*/ 62249 h 63688"/>
                      <a:gd name="connsiteX29" fmla="*/ 29299 w 49336"/>
                      <a:gd name="connsiteY29" fmla="*/ 63688 h 636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9336" h="63688">
                        <a:moveTo>
                          <a:pt x="29239" y="63688"/>
                        </a:moveTo>
                        <a:cubicBezTo>
                          <a:pt x="23064" y="63688"/>
                          <a:pt x="17858" y="62369"/>
                          <a:pt x="13439" y="59790"/>
                        </a:cubicBezTo>
                        <a:cubicBezTo>
                          <a:pt x="9080" y="57212"/>
                          <a:pt x="5751" y="53553"/>
                          <a:pt x="3451" y="48936"/>
                        </a:cubicBezTo>
                        <a:cubicBezTo>
                          <a:pt x="1150" y="44258"/>
                          <a:pt x="0" y="38861"/>
                          <a:pt x="0" y="32684"/>
                        </a:cubicBezTo>
                        <a:lnTo>
                          <a:pt x="0" y="31125"/>
                        </a:lnTo>
                        <a:cubicBezTo>
                          <a:pt x="0" y="25068"/>
                          <a:pt x="1150" y="19730"/>
                          <a:pt x="3451" y="15053"/>
                        </a:cubicBezTo>
                        <a:cubicBezTo>
                          <a:pt x="5751" y="10375"/>
                          <a:pt x="9020" y="6717"/>
                          <a:pt x="13257" y="4018"/>
                        </a:cubicBezTo>
                        <a:cubicBezTo>
                          <a:pt x="17495" y="1319"/>
                          <a:pt x="22640" y="0"/>
                          <a:pt x="28512" y="0"/>
                        </a:cubicBezTo>
                        <a:cubicBezTo>
                          <a:pt x="32689" y="0"/>
                          <a:pt x="36503" y="600"/>
                          <a:pt x="40075" y="1799"/>
                        </a:cubicBezTo>
                        <a:cubicBezTo>
                          <a:pt x="43646" y="2999"/>
                          <a:pt x="46734" y="4738"/>
                          <a:pt x="49337" y="6957"/>
                        </a:cubicBezTo>
                        <a:lnTo>
                          <a:pt x="49337" y="21229"/>
                        </a:lnTo>
                        <a:lnTo>
                          <a:pt x="41104" y="21229"/>
                        </a:lnTo>
                        <a:lnTo>
                          <a:pt x="40014" y="11694"/>
                        </a:lnTo>
                        <a:cubicBezTo>
                          <a:pt x="39045" y="11035"/>
                          <a:pt x="38016" y="10435"/>
                          <a:pt x="36866" y="9955"/>
                        </a:cubicBezTo>
                        <a:cubicBezTo>
                          <a:pt x="35716" y="9475"/>
                          <a:pt x="34445" y="9115"/>
                          <a:pt x="33113" y="8876"/>
                        </a:cubicBezTo>
                        <a:cubicBezTo>
                          <a:pt x="31781" y="8636"/>
                          <a:pt x="30268" y="8516"/>
                          <a:pt x="28694" y="8516"/>
                        </a:cubicBezTo>
                        <a:cubicBezTo>
                          <a:pt x="24941" y="8516"/>
                          <a:pt x="21732" y="9475"/>
                          <a:pt x="19069" y="11334"/>
                        </a:cubicBezTo>
                        <a:cubicBezTo>
                          <a:pt x="16405" y="13193"/>
                          <a:pt x="14347" y="15832"/>
                          <a:pt x="12955" y="19190"/>
                        </a:cubicBezTo>
                        <a:cubicBezTo>
                          <a:pt x="11562" y="22549"/>
                          <a:pt x="10836" y="26507"/>
                          <a:pt x="10836" y="31065"/>
                        </a:cubicBezTo>
                        <a:lnTo>
                          <a:pt x="10836" y="32744"/>
                        </a:lnTo>
                        <a:cubicBezTo>
                          <a:pt x="10836" y="37421"/>
                          <a:pt x="11562" y="41499"/>
                          <a:pt x="13076" y="44858"/>
                        </a:cubicBezTo>
                        <a:cubicBezTo>
                          <a:pt x="14589" y="48216"/>
                          <a:pt x="16708" y="50855"/>
                          <a:pt x="19493" y="52654"/>
                        </a:cubicBezTo>
                        <a:cubicBezTo>
                          <a:pt x="22277" y="54453"/>
                          <a:pt x="25607" y="55352"/>
                          <a:pt x="29541" y="55352"/>
                        </a:cubicBezTo>
                        <a:cubicBezTo>
                          <a:pt x="31418" y="55352"/>
                          <a:pt x="33295" y="55113"/>
                          <a:pt x="35171" y="54693"/>
                        </a:cubicBezTo>
                        <a:cubicBezTo>
                          <a:pt x="36987" y="54273"/>
                          <a:pt x="38622" y="53673"/>
                          <a:pt x="40014" y="52954"/>
                        </a:cubicBezTo>
                        <a:lnTo>
                          <a:pt x="41164" y="44258"/>
                        </a:lnTo>
                        <a:lnTo>
                          <a:pt x="49337" y="44258"/>
                        </a:lnTo>
                        <a:lnTo>
                          <a:pt x="49337" y="58471"/>
                        </a:lnTo>
                        <a:cubicBezTo>
                          <a:pt x="46915" y="60030"/>
                          <a:pt x="44009" y="61290"/>
                          <a:pt x="40498" y="62249"/>
                        </a:cubicBezTo>
                        <a:cubicBezTo>
                          <a:pt x="36987" y="63209"/>
                          <a:pt x="33295" y="63688"/>
                          <a:pt x="29299" y="63688"/>
                        </a:cubicBez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0" name="Freeform 171">
                    <a:extLst>
                      <a:ext uri="{FF2B5EF4-FFF2-40B4-BE49-F238E27FC236}">
                        <a16:creationId xmlns:a16="http://schemas.microsoft.com/office/drawing/2014/main" id="{BC094D7C-D6A6-1EED-C164-DF942A3C04AB}"/>
                      </a:ext>
                    </a:extLst>
                  </p:cNvPr>
                  <p:cNvSpPr/>
                  <p:nvPr/>
                </p:nvSpPr>
                <p:spPr>
                  <a:xfrm>
                    <a:off x="1890986" y="454438"/>
                    <a:ext cx="48670" cy="61889"/>
                  </a:xfrm>
                  <a:custGeom>
                    <a:avLst/>
                    <a:gdLst>
                      <a:gd name="connsiteX0" fmla="*/ 0 w 48670"/>
                      <a:gd name="connsiteY0" fmla="*/ 61889 h 61889"/>
                      <a:gd name="connsiteX1" fmla="*/ 0 w 48670"/>
                      <a:gd name="connsiteY1" fmla="*/ 55352 h 61889"/>
                      <a:gd name="connsiteX2" fmla="*/ 6840 w 48670"/>
                      <a:gd name="connsiteY2" fmla="*/ 54093 h 61889"/>
                      <a:gd name="connsiteX3" fmla="*/ 6840 w 48670"/>
                      <a:gd name="connsiteY3" fmla="*/ 7856 h 61889"/>
                      <a:gd name="connsiteX4" fmla="*/ 0 w 48670"/>
                      <a:gd name="connsiteY4" fmla="*/ 6597 h 61889"/>
                      <a:gd name="connsiteX5" fmla="*/ 0 w 48670"/>
                      <a:gd name="connsiteY5" fmla="*/ 0 h 61889"/>
                      <a:gd name="connsiteX6" fmla="*/ 47581 w 48670"/>
                      <a:gd name="connsiteY6" fmla="*/ 0 h 61889"/>
                      <a:gd name="connsiteX7" fmla="*/ 47581 w 48670"/>
                      <a:gd name="connsiteY7" fmla="*/ 15952 h 61889"/>
                      <a:gd name="connsiteX8" fmla="*/ 39167 w 48670"/>
                      <a:gd name="connsiteY8" fmla="*/ 15952 h 61889"/>
                      <a:gd name="connsiteX9" fmla="*/ 38440 w 48670"/>
                      <a:gd name="connsiteY9" fmla="*/ 8276 h 61889"/>
                      <a:gd name="connsiteX10" fmla="*/ 17616 w 48670"/>
                      <a:gd name="connsiteY10" fmla="*/ 8276 h 61889"/>
                      <a:gd name="connsiteX11" fmla="*/ 17616 w 48670"/>
                      <a:gd name="connsiteY11" fmla="*/ 25787 h 61889"/>
                      <a:gd name="connsiteX12" fmla="*/ 39530 w 48670"/>
                      <a:gd name="connsiteY12" fmla="*/ 25787 h 61889"/>
                      <a:gd name="connsiteX13" fmla="*/ 39530 w 48670"/>
                      <a:gd name="connsiteY13" fmla="*/ 34063 h 61889"/>
                      <a:gd name="connsiteX14" fmla="*/ 17616 w 48670"/>
                      <a:gd name="connsiteY14" fmla="*/ 34063 h 61889"/>
                      <a:gd name="connsiteX15" fmla="*/ 17616 w 48670"/>
                      <a:gd name="connsiteY15" fmla="*/ 53733 h 61889"/>
                      <a:gd name="connsiteX16" fmla="*/ 39590 w 48670"/>
                      <a:gd name="connsiteY16" fmla="*/ 53733 h 61889"/>
                      <a:gd name="connsiteX17" fmla="*/ 40317 w 48670"/>
                      <a:gd name="connsiteY17" fmla="*/ 45877 h 61889"/>
                      <a:gd name="connsiteX18" fmla="*/ 48671 w 48670"/>
                      <a:gd name="connsiteY18" fmla="*/ 45877 h 61889"/>
                      <a:gd name="connsiteX19" fmla="*/ 48671 w 48670"/>
                      <a:gd name="connsiteY19" fmla="*/ 61889 h 61889"/>
                      <a:gd name="connsiteX20" fmla="*/ 0 w 48670"/>
                      <a:gd name="connsiteY20" fmla="*/ 61889 h 61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48670" h="61889">
                        <a:moveTo>
                          <a:pt x="0" y="61889"/>
                        </a:moveTo>
                        <a:lnTo>
                          <a:pt x="0" y="55352"/>
                        </a:lnTo>
                        <a:lnTo>
                          <a:pt x="6840" y="54093"/>
                        </a:lnTo>
                        <a:lnTo>
                          <a:pt x="6840" y="7856"/>
                        </a:lnTo>
                        <a:lnTo>
                          <a:pt x="0" y="6597"/>
                        </a:lnTo>
                        <a:lnTo>
                          <a:pt x="0" y="0"/>
                        </a:lnTo>
                        <a:lnTo>
                          <a:pt x="47581" y="0"/>
                        </a:lnTo>
                        <a:lnTo>
                          <a:pt x="47581" y="15952"/>
                        </a:lnTo>
                        <a:lnTo>
                          <a:pt x="39167" y="15952"/>
                        </a:lnTo>
                        <a:lnTo>
                          <a:pt x="38440" y="8276"/>
                        </a:lnTo>
                        <a:lnTo>
                          <a:pt x="17616" y="8276"/>
                        </a:lnTo>
                        <a:lnTo>
                          <a:pt x="17616" y="25787"/>
                        </a:lnTo>
                        <a:lnTo>
                          <a:pt x="39530" y="25787"/>
                        </a:lnTo>
                        <a:lnTo>
                          <a:pt x="39530" y="34063"/>
                        </a:lnTo>
                        <a:lnTo>
                          <a:pt x="17616" y="34063"/>
                        </a:lnTo>
                        <a:lnTo>
                          <a:pt x="17616" y="53733"/>
                        </a:lnTo>
                        <a:lnTo>
                          <a:pt x="39590" y="53733"/>
                        </a:lnTo>
                        <a:lnTo>
                          <a:pt x="40317" y="45877"/>
                        </a:lnTo>
                        <a:lnTo>
                          <a:pt x="48671" y="45877"/>
                        </a:lnTo>
                        <a:lnTo>
                          <a:pt x="48671" y="61889"/>
                        </a:lnTo>
                        <a:lnTo>
                          <a:pt x="0" y="61889"/>
                        </a:lnTo>
                        <a:close/>
                      </a:path>
                    </a:pathLst>
                  </a:custGeom>
                  <a:solidFill>
                    <a:srgbClr val="F28128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7" name="Graphic 6">
                <a:extLst>
                  <a:ext uri="{FF2B5EF4-FFF2-40B4-BE49-F238E27FC236}">
                    <a16:creationId xmlns:a16="http://schemas.microsoft.com/office/drawing/2014/main" id="{3D59675E-51FE-A6CC-41F7-27D5D4AD913E}"/>
                  </a:ext>
                </a:extLst>
              </p:cNvPr>
              <p:cNvGrpSpPr/>
              <p:nvPr/>
            </p:nvGrpSpPr>
            <p:grpSpPr>
              <a:xfrm>
                <a:off x="2094326" y="313448"/>
                <a:ext cx="973657" cy="201080"/>
                <a:chOff x="2094326" y="313448"/>
                <a:chExt cx="973657" cy="201080"/>
              </a:xfrm>
              <a:solidFill>
                <a:srgbClr val="585860"/>
              </a:solidFill>
            </p:grpSpPr>
            <p:grpSp>
              <p:nvGrpSpPr>
                <p:cNvPr id="18" name="Graphic 6">
                  <a:extLst>
                    <a:ext uri="{FF2B5EF4-FFF2-40B4-BE49-F238E27FC236}">
                      <a16:creationId xmlns:a16="http://schemas.microsoft.com/office/drawing/2014/main" id="{EE0E6CAB-9D73-0737-51C1-DC88F78B3388}"/>
                    </a:ext>
                  </a:extLst>
                </p:cNvPr>
                <p:cNvGrpSpPr/>
                <p:nvPr/>
              </p:nvGrpSpPr>
              <p:grpSpPr>
                <a:xfrm>
                  <a:off x="2094326" y="313448"/>
                  <a:ext cx="874923" cy="95532"/>
                  <a:chOff x="2094326" y="313448"/>
                  <a:chExt cx="874923" cy="95532"/>
                </a:xfrm>
                <a:solidFill>
                  <a:srgbClr val="585860"/>
                </a:solidFill>
              </p:grpSpPr>
              <p:sp>
                <p:nvSpPr>
                  <p:cNvPr id="39" name="Freeform 150">
                    <a:extLst>
                      <a:ext uri="{FF2B5EF4-FFF2-40B4-BE49-F238E27FC236}">
                        <a16:creationId xmlns:a16="http://schemas.microsoft.com/office/drawing/2014/main" id="{5E7D64D3-20E2-26EA-747C-F72CB6AB5458}"/>
                      </a:ext>
                    </a:extLst>
                  </p:cNvPr>
                  <p:cNvSpPr/>
                  <p:nvPr/>
                </p:nvSpPr>
                <p:spPr>
                  <a:xfrm>
                    <a:off x="2094326" y="319326"/>
                    <a:ext cx="59990" cy="68965"/>
                  </a:xfrm>
                  <a:custGeom>
                    <a:avLst/>
                    <a:gdLst>
                      <a:gd name="connsiteX0" fmla="*/ 60 w 59990"/>
                      <a:gd name="connsiteY0" fmla="*/ 68966 h 68965"/>
                      <a:gd name="connsiteX1" fmla="*/ 60 w 59990"/>
                      <a:gd name="connsiteY1" fmla="*/ 61649 h 68965"/>
                      <a:gd name="connsiteX2" fmla="*/ 7627 w 59990"/>
                      <a:gd name="connsiteY2" fmla="*/ 60210 h 68965"/>
                      <a:gd name="connsiteX3" fmla="*/ 7627 w 59990"/>
                      <a:gd name="connsiteY3" fmla="*/ 8756 h 68965"/>
                      <a:gd name="connsiteX4" fmla="*/ 60 w 59990"/>
                      <a:gd name="connsiteY4" fmla="*/ 7316 h 68965"/>
                      <a:gd name="connsiteX5" fmla="*/ 60 w 59990"/>
                      <a:gd name="connsiteY5" fmla="*/ 0 h 68965"/>
                      <a:gd name="connsiteX6" fmla="*/ 32205 w 59990"/>
                      <a:gd name="connsiteY6" fmla="*/ 0 h 68965"/>
                      <a:gd name="connsiteX7" fmla="*/ 45583 w 59990"/>
                      <a:gd name="connsiteY7" fmla="*/ 2399 h 68965"/>
                      <a:gd name="connsiteX8" fmla="*/ 54058 w 59990"/>
                      <a:gd name="connsiteY8" fmla="*/ 9235 h 68965"/>
                      <a:gd name="connsiteX9" fmla="*/ 56964 w 59990"/>
                      <a:gd name="connsiteY9" fmla="*/ 19970 h 68965"/>
                      <a:gd name="connsiteX10" fmla="*/ 54058 w 59990"/>
                      <a:gd name="connsiteY10" fmla="*/ 30525 h 68965"/>
                      <a:gd name="connsiteX11" fmla="*/ 46007 w 59990"/>
                      <a:gd name="connsiteY11" fmla="*/ 37481 h 68965"/>
                      <a:gd name="connsiteX12" fmla="*/ 33839 w 59990"/>
                      <a:gd name="connsiteY12" fmla="*/ 40060 h 68965"/>
                      <a:gd name="connsiteX13" fmla="*/ 19674 w 59990"/>
                      <a:gd name="connsiteY13" fmla="*/ 40180 h 68965"/>
                      <a:gd name="connsiteX14" fmla="*/ 19674 w 59990"/>
                      <a:gd name="connsiteY14" fmla="*/ 60150 h 68965"/>
                      <a:gd name="connsiteX15" fmla="*/ 27241 w 59990"/>
                      <a:gd name="connsiteY15" fmla="*/ 61589 h 68965"/>
                      <a:gd name="connsiteX16" fmla="*/ 27241 w 59990"/>
                      <a:gd name="connsiteY16" fmla="*/ 68906 h 68965"/>
                      <a:gd name="connsiteX17" fmla="*/ 0 w 59990"/>
                      <a:gd name="connsiteY17" fmla="*/ 68906 h 68965"/>
                      <a:gd name="connsiteX18" fmla="*/ 19674 w 59990"/>
                      <a:gd name="connsiteY18" fmla="*/ 31005 h 68965"/>
                      <a:gd name="connsiteX19" fmla="*/ 31660 w 59990"/>
                      <a:gd name="connsiteY19" fmla="*/ 31005 h 68965"/>
                      <a:gd name="connsiteX20" fmla="*/ 41709 w 59990"/>
                      <a:gd name="connsiteY20" fmla="*/ 28306 h 68965"/>
                      <a:gd name="connsiteX21" fmla="*/ 44978 w 59990"/>
                      <a:gd name="connsiteY21" fmla="*/ 20390 h 68965"/>
                      <a:gd name="connsiteX22" fmla="*/ 41830 w 59990"/>
                      <a:gd name="connsiteY22" fmla="*/ 12294 h 68965"/>
                      <a:gd name="connsiteX23" fmla="*/ 32205 w 59990"/>
                      <a:gd name="connsiteY23" fmla="*/ 9295 h 68965"/>
                      <a:gd name="connsiteX24" fmla="*/ 19674 w 59990"/>
                      <a:gd name="connsiteY24" fmla="*/ 9295 h 68965"/>
                      <a:gd name="connsiteX25" fmla="*/ 19674 w 59990"/>
                      <a:gd name="connsiteY25" fmla="*/ 31005 h 68965"/>
                      <a:gd name="connsiteX26" fmla="*/ 45281 w 59990"/>
                      <a:gd name="connsiteY26" fmla="*/ 68966 h 68965"/>
                      <a:gd name="connsiteX27" fmla="*/ 32023 w 59990"/>
                      <a:gd name="connsiteY27" fmla="*/ 37241 h 68965"/>
                      <a:gd name="connsiteX28" fmla="*/ 43283 w 59990"/>
                      <a:gd name="connsiteY28" fmla="*/ 35382 h 68965"/>
                      <a:gd name="connsiteX29" fmla="*/ 54543 w 59990"/>
                      <a:gd name="connsiteY29" fmla="*/ 60390 h 68965"/>
                      <a:gd name="connsiteX30" fmla="*/ 59991 w 59990"/>
                      <a:gd name="connsiteY30" fmla="*/ 61529 h 68965"/>
                      <a:gd name="connsiteX31" fmla="*/ 59991 w 59990"/>
                      <a:gd name="connsiteY31" fmla="*/ 68906 h 68965"/>
                      <a:gd name="connsiteX32" fmla="*/ 45281 w 59990"/>
                      <a:gd name="connsiteY32" fmla="*/ 6890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9990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32205" y="0"/>
                        </a:lnTo>
                        <a:cubicBezTo>
                          <a:pt x="37411" y="0"/>
                          <a:pt x="41891" y="780"/>
                          <a:pt x="45583" y="2399"/>
                        </a:cubicBezTo>
                        <a:cubicBezTo>
                          <a:pt x="49276" y="4018"/>
                          <a:pt x="52121" y="6297"/>
                          <a:pt x="54058" y="9235"/>
                        </a:cubicBezTo>
                        <a:cubicBezTo>
                          <a:pt x="55996" y="12174"/>
                          <a:pt x="56964" y="15772"/>
                          <a:pt x="56964" y="19970"/>
                        </a:cubicBezTo>
                        <a:cubicBezTo>
                          <a:pt x="56964" y="24168"/>
                          <a:pt x="55996" y="27526"/>
                          <a:pt x="54058" y="30525"/>
                        </a:cubicBezTo>
                        <a:cubicBezTo>
                          <a:pt x="52121" y="33523"/>
                          <a:pt x="49458" y="35862"/>
                          <a:pt x="46007" y="37481"/>
                        </a:cubicBezTo>
                        <a:cubicBezTo>
                          <a:pt x="42557" y="39161"/>
                          <a:pt x="38501" y="40000"/>
                          <a:pt x="33839" y="40060"/>
                        </a:cubicBezTo>
                        <a:lnTo>
                          <a:pt x="19674" y="40180"/>
                        </a:lnTo>
                        <a:lnTo>
                          <a:pt x="19674" y="60150"/>
                        </a:lnTo>
                        <a:lnTo>
                          <a:pt x="27241" y="61589"/>
                        </a:lnTo>
                        <a:lnTo>
                          <a:pt x="27241" y="68906"/>
                        </a:lnTo>
                        <a:lnTo>
                          <a:pt x="0" y="68906"/>
                        </a:lnTo>
                        <a:close/>
                        <a:moveTo>
                          <a:pt x="19674" y="31005"/>
                        </a:moveTo>
                        <a:lnTo>
                          <a:pt x="31660" y="31005"/>
                        </a:lnTo>
                        <a:cubicBezTo>
                          <a:pt x="36200" y="31005"/>
                          <a:pt x="39530" y="30105"/>
                          <a:pt x="41709" y="28306"/>
                        </a:cubicBezTo>
                        <a:cubicBezTo>
                          <a:pt x="43888" y="26507"/>
                          <a:pt x="44978" y="23868"/>
                          <a:pt x="44978" y="20390"/>
                        </a:cubicBezTo>
                        <a:cubicBezTo>
                          <a:pt x="44978" y="16912"/>
                          <a:pt x="43949" y="14333"/>
                          <a:pt x="41830" y="12294"/>
                        </a:cubicBezTo>
                        <a:cubicBezTo>
                          <a:pt x="39711" y="10315"/>
                          <a:pt x="36503" y="9295"/>
                          <a:pt x="32205" y="9295"/>
                        </a:cubicBezTo>
                        <a:lnTo>
                          <a:pt x="19674" y="9295"/>
                        </a:lnTo>
                        <a:lnTo>
                          <a:pt x="19674" y="31005"/>
                        </a:lnTo>
                        <a:close/>
                        <a:moveTo>
                          <a:pt x="45281" y="68966"/>
                        </a:moveTo>
                        <a:lnTo>
                          <a:pt x="32023" y="37241"/>
                        </a:lnTo>
                        <a:lnTo>
                          <a:pt x="43283" y="35382"/>
                        </a:lnTo>
                        <a:lnTo>
                          <a:pt x="54543" y="60390"/>
                        </a:lnTo>
                        <a:lnTo>
                          <a:pt x="59991" y="61529"/>
                        </a:lnTo>
                        <a:lnTo>
                          <a:pt x="59991" y="68906"/>
                        </a:lnTo>
                        <a:lnTo>
                          <a:pt x="45281" y="6890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0" name="Freeform 151">
                    <a:extLst>
                      <a:ext uri="{FF2B5EF4-FFF2-40B4-BE49-F238E27FC236}">
                        <a16:creationId xmlns:a16="http://schemas.microsoft.com/office/drawing/2014/main" id="{B00B4F10-D90A-35A2-6870-8A880B536AE4}"/>
                      </a:ext>
                    </a:extLst>
                  </p:cNvPr>
                  <p:cNvSpPr/>
                  <p:nvPr/>
                </p:nvSpPr>
                <p:spPr>
                  <a:xfrm>
                    <a:off x="2161097" y="319326"/>
                    <a:ext cx="54179" cy="68965"/>
                  </a:xfrm>
                  <a:custGeom>
                    <a:avLst/>
                    <a:gdLst>
                      <a:gd name="connsiteX0" fmla="*/ 60 w 54179"/>
                      <a:gd name="connsiteY0" fmla="*/ 68966 h 68965"/>
                      <a:gd name="connsiteX1" fmla="*/ 60 w 54179"/>
                      <a:gd name="connsiteY1" fmla="*/ 61649 h 68965"/>
                      <a:gd name="connsiteX2" fmla="*/ 7627 w 54179"/>
                      <a:gd name="connsiteY2" fmla="*/ 60210 h 68965"/>
                      <a:gd name="connsiteX3" fmla="*/ 7627 w 54179"/>
                      <a:gd name="connsiteY3" fmla="*/ 8756 h 68965"/>
                      <a:gd name="connsiteX4" fmla="*/ 60 w 54179"/>
                      <a:gd name="connsiteY4" fmla="*/ 7316 h 68965"/>
                      <a:gd name="connsiteX5" fmla="*/ 60 w 54179"/>
                      <a:gd name="connsiteY5" fmla="*/ 0 h 68965"/>
                      <a:gd name="connsiteX6" fmla="*/ 53029 w 54179"/>
                      <a:gd name="connsiteY6" fmla="*/ 0 h 68965"/>
                      <a:gd name="connsiteX7" fmla="*/ 53029 w 54179"/>
                      <a:gd name="connsiteY7" fmla="*/ 17751 h 68965"/>
                      <a:gd name="connsiteX8" fmla="*/ 43646 w 54179"/>
                      <a:gd name="connsiteY8" fmla="*/ 17751 h 68965"/>
                      <a:gd name="connsiteX9" fmla="*/ 42859 w 54179"/>
                      <a:gd name="connsiteY9" fmla="*/ 9175 h 68965"/>
                      <a:gd name="connsiteX10" fmla="*/ 19674 w 54179"/>
                      <a:gd name="connsiteY10" fmla="*/ 9175 h 68965"/>
                      <a:gd name="connsiteX11" fmla="*/ 19674 w 54179"/>
                      <a:gd name="connsiteY11" fmla="*/ 28666 h 68965"/>
                      <a:gd name="connsiteX12" fmla="*/ 44070 w 54179"/>
                      <a:gd name="connsiteY12" fmla="*/ 28666 h 68965"/>
                      <a:gd name="connsiteX13" fmla="*/ 44070 w 54179"/>
                      <a:gd name="connsiteY13" fmla="*/ 37901 h 68965"/>
                      <a:gd name="connsiteX14" fmla="*/ 19674 w 54179"/>
                      <a:gd name="connsiteY14" fmla="*/ 37901 h 68965"/>
                      <a:gd name="connsiteX15" fmla="*/ 19674 w 54179"/>
                      <a:gd name="connsiteY15" fmla="*/ 59790 h 68965"/>
                      <a:gd name="connsiteX16" fmla="*/ 44130 w 54179"/>
                      <a:gd name="connsiteY16" fmla="*/ 59790 h 68965"/>
                      <a:gd name="connsiteX17" fmla="*/ 44917 w 54179"/>
                      <a:gd name="connsiteY17" fmla="*/ 51035 h 68965"/>
                      <a:gd name="connsiteX18" fmla="*/ 54179 w 54179"/>
                      <a:gd name="connsiteY18" fmla="*/ 51035 h 68965"/>
                      <a:gd name="connsiteX19" fmla="*/ 54179 w 54179"/>
                      <a:gd name="connsiteY19" fmla="*/ 68846 h 68965"/>
                      <a:gd name="connsiteX20" fmla="*/ 0 w 54179"/>
                      <a:gd name="connsiteY20" fmla="*/ 6884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4179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53029" y="0"/>
                        </a:lnTo>
                        <a:lnTo>
                          <a:pt x="53029" y="17751"/>
                        </a:lnTo>
                        <a:lnTo>
                          <a:pt x="43646" y="17751"/>
                        </a:lnTo>
                        <a:lnTo>
                          <a:pt x="42859" y="9175"/>
                        </a:lnTo>
                        <a:lnTo>
                          <a:pt x="19674" y="9175"/>
                        </a:lnTo>
                        <a:lnTo>
                          <a:pt x="19674" y="28666"/>
                        </a:lnTo>
                        <a:lnTo>
                          <a:pt x="44070" y="28666"/>
                        </a:lnTo>
                        <a:lnTo>
                          <a:pt x="44070" y="37901"/>
                        </a:lnTo>
                        <a:lnTo>
                          <a:pt x="19674" y="37901"/>
                        </a:lnTo>
                        <a:lnTo>
                          <a:pt x="19674" y="59790"/>
                        </a:lnTo>
                        <a:lnTo>
                          <a:pt x="44130" y="59790"/>
                        </a:lnTo>
                        <a:lnTo>
                          <a:pt x="44917" y="51035"/>
                        </a:lnTo>
                        <a:lnTo>
                          <a:pt x="54179" y="51035"/>
                        </a:lnTo>
                        <a:lnTo>
                          <a:pt x="54179" y="68846"/>
                        </a:lnTo>
                        <a:lnTo>
                          <a:pt x="0" y="6884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1" name="Freeform 152">
                    <a:extLst>
                      <a:ext uri="{FF2B5EF4-FFF2-40B4-BE49-F238E27FC236}">
                        <a16:creationId xmlns:a16="http://schemas.microsoft.com/office/drawing/2014/main" id="{3FED26EA-613A-EDFF-8935-9838283B9A78}"/>
                      </a:ext>
                    </a:extLst>
                  </p:cNvPr>
                  <p:cNvSpPr/>
                  <p:nvPr/>
                </p:nvSpPr>
                <p:spPr>
                  <a:xfrm>
                    <a:off x="2222722" y="319386"/>
                    <a:ext cx="68284" cy="68965"/>
                  </a:xfrm>
                  <a:custGeom>
                    <a:avLst/>
                    <a:gdLst>
                      <a:gd name="connsiteX0" fmla="*/ 28694 w 68284"/>
                      <a:gd name="connsiteY0" fmla="*/ 68906 h 68965"/>
                      <a:gd name="connsiteX1" fmla="*/ 5933 w 68284"/>
                      <a:gd name="connsiteY1" fmla="*/ 8096 h 68965"/>
                      <a:gd name="connsiteX2" fmla="*/ 0 w 68284"/>
                      <a:gd name="connsiteY2" fmla="*/ 7316 h 68965"/>
                      <a:gd name="connsiteX3" fmla="*/ 0 w 68284"/>
                      <a:gd name="connsiteY3" fmla="*/ 0 h 68965"/>
                      <a:gd name="connsiteX4" fmla="*/ 25243 w 68284"/>
                      <a:gd name="connsiteY4" fmla="*/ 0 h 68965"/>
                      <a:gd name="connsiteX5" fmla="*/ 25243 w 68284"/>
                      <a:gd name="connsiteY5" fmla="*/ 7316 h 68965"/>
                      <a:gd name="connsiteX6" fmla="*/ 18948 w 68284"/>
                      <a:gd name="connsiteY6" fmla="*/ 8336 h 68965"/>
                      <a:gd name="connsiteX7" fmla="*/ 33416 w 68284"/>
                      <a:gd name="connsiteY7" fmla="*/ 50315 h 68965"/>
                      <a:gd name="connsiteX8" fmla="*/ 34687 w 68284"/>
                      <a:gd name="connsiteY8" fmla="*/ 54813 h 68965"/>
                      <a:gd name="connsiteX9" fmla="*/ 34990 w 68284"/>
                      <a:gd name="connsiteY9" fmla="*/ 54813 h 68965"/>
                      <a:gd name="connsiteX10" fmla="*/ 36321 w 68284"/>
                      <a:gd name="connsiteY10" fmla="*/ 50375 h 68965"/>
                      <a:gd name="connsiteX11" fmla="*/ 50971 w 68284"/>
                      <a:gd name="connsiteY11" fmla="*/ 8336 h 68965"/>
                      <a:gd name="connsiteX12" fmla="*/ 43767 w 68284"/>
                      <a:gd name="connsiteY12" fmla="*/ 7376 h 68965"/>
                      <a:gd name="connsiteX13" fmla="*/ 43767 w 68284"/>
                      <a:gd name="connsiteY13" fmla="*/ 60 h 68965"/>
                      <a:gd name="connsiteX14" fmla="*/ 68284 w 68284"/>
                      <a:gd name="connsiteY14" fmla="*/ 60 h 68965"/>
                      <a:gd name="connsiteX15" fmla="*/ 68284 w 68284"/>
                      <a:gd name="connsiteY15" fmla="*/ 7376 h 68965"/>
                      <a:gd name="connsiteX16" fmla="*/ 62291 w 68284"/>
                      <a:gd name="connsiteY16" fmla="*/ 8156 h 68965"/>
                      <a:gd name="connsiteX17" fmla="*/ 40377 w 68284"/>
                      <a:gd name="connsiteY17" fmla="*/ 68966 h 68965"/>
                      <a:gd name="connsiteX18" fmla="*/ 28694 w 68284"/>
                      <a:gd name="connsiteY18" fmla="*/ 6896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68284" h="68965">
                        <a:moveTo>
                          <a:pt x="28694" y="68906"/>
                        </a:moveTo>
                        <a:lnTo>
                          <a:pt x="5933" y="809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25243" y="0"/>
                        </a:lnTo>
                        <a:lnTo>
                          <a:pt x="25243" y="7316"/>
                        </a:lnTo>
                        <a:lnTo>
                          <a:pt x="18948" y="8336"/>
                        </a:lnTo>
                        <a:lnTo>
                          <a:pt x="33416" y="50315"/>
                        </a:lnTo>
                        <a:lnTo>
                          <a:pt x="34687" y="54813"/>
                        </a:lnTo>
                        <a:lnTo>
                          <a:pt x="34990" y="54813"/>
                        </a:lnTo>
                        <a:lnTo>
                          <a:pt x="36321" y="50375"/>
                        </a:lnTo>
                        <a:lnTo>
                          <a:pt x="50971" y="8336"/>
                        </a:lnTo>
                        <a:lnTo>
                          <a:pt x="43767" y="7376"/>
                        </a:lnTo>
                        <a:lnTo>
                          <a:pt x="43767" y="60"/>
                        </a:lnTo>
                        <a:lnTo>
                          <a:pt x="68284" y="60"/>
                        </a:lnTo>
                        <a:lnTo>
                          <a:pt x="68284" y="7376"/>
                        </a:lnTo>
                        <a:lnTo>
                          <a:pt x="62291" y="8156"/>
                        </a:lnTo>
                        <a:lnTo>
                          <a:pt x="40377" y="68966"/>
                        </a:lnTo>
                        <a:lnTo>
                          <a:pt x="28694" y="6896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2" name="Freeform 153">
                    <a:extLst>
                      <a:ext uri="{FF2B5EF4-FFF2-40B4-BE49-F238E27FC236}">
                        <a16:creationId xmlns:a16="http://schemas.microsoft.com/office/drawing/2014/main" id="{0C63C434-BF82-E74B-37F3-233088CD624F}"/>
                      </a:ext>
                    </a:extLst>
                  </p:cNvPr>
                  <p:cNvSpPr/>
                  <p:nvPr/>
                </p:nvSpPr>
                <p:spPr>
                  <a:xfrm>
                    <a:off x="2283984" y="319386"/>
                    <a:ext cx="67618" cy="68905"/>
                  </a:xfrm>
                  <a:custGeom>
                    <a:avLst/>
                    <a:gdLst>
                      <a:gd name="connsiteX0" fmla="*/ 0 w 67618"/>
                      <a:gd name="connsiteY0" fmla="*/ 68906 h 68905"/>
                      <a:gd name="connsiteX1" fmla="*/ 0 w 67618"/>
                      <a:gd name="connsiteY1" fmla="*/ 61589 h 68905"/>
                      <a:gd name="connsiteX2" fmla="*/ 5085 w 67618"/>
                      <a:gd name="connsiteY2" fmla="*/ 60870 h 68905"/>
                      <a:gd name="connsiteX3" fmla="*/ 28089 w 67618"/>
                      <a:gd name="connsiteY3" fmla="*/ 0 h 68905"/>
                      <a:gd name="connsiteX4" fmla="*/ 39772 w 67618"/>
                      <a:gd name="connsiteY4" fmla="*/ 0 h 68905"/>
                      <a:gd name="connsiteX5" fmla="*/ 62534 w 67618"/>
                      <a:gd name="connsiteY5" fmla="*/ 60870 h 68905"/>
                      <a:gd name="connsiteX6" fmla="*/ 67619 w 67618"/>
                      <a:gd name="connsiteY6" fmla="*/ 61589 h 68905"/>
                      <a:gd name="connsiteX7" fmla="*/ 67619 w 67618"/>
                      <a:gd name="connsiteY7" fmla="*/ 68906 h 68905"/>
                      <a:gd name="connsiteX8" fmla="*/ 45523 w 67618"/>
                      <a:gd name="connsiteY8" fmla="*/ 68906 h 68905"/>
                      <a:gd name="connsiteX9" fmla="*/ 45523 w 67618"/>
                      <a:gd name="connsiteY9" fmla="*/ 61589 h 68905"/>
                      <a:gd name="connsiteX10" fmla="*/ 50487 w 67618"/>
                      <a:gd name="connsiteY10" fmla="*/ 60690 h 68905"/>
                      <a:gd name="connsiteX11" fmla="*/ 46794 w 67618"/>
                      <a:gd name="connsiteY11" fmla="*/ 49835 h 68905"/>
                      <a:gd name="connsiteX12" fmla="*/ 20885 w 67618"/>
                      <a:gd name="connsiteY12" fmla="*/ 49835 h 68905"/>
                      <a:gd name="connsiteX13" fmla="*/ 17132 w 67618"/>
                      <a:gd name="connsiteY13" fmla="*/ 60690 h 68905"/>
                      <a:gd name="connsiteX14" fmla="*/ 22156 w 67618"/>
                      <a:gd name="connsiteY14" fmla="*/ 61589 h 68905"/>
                      <a:gd name="connsiteX15" fmla="*/ 22156 w 67618"/>
                      <a:gd name="connsiteY15" fmla="*/ 68906 h 68905"/>
                      <a:gd name="connsiteX16" fmla="*/ 61 w 67618"/>
                      <a:gd name="connsiteY16" fmla="*/ 68906 h 68905"/>
                      <a:gd name="connsiteX17" fmla="*/ 24033 w 67618"/>
                      <a:gd name="connsiteY17" fmla="*/ 40720 h 68905"/>
                      <a:gd name="connsiteX18" fmla="*/ 43646 w 67618"/>
                      <a:gd name="connsiteY18" fmla="*/ 40720 h 68905"/>
                      <a:gd name="connsiteX19" fmla="*/ 34626 w 67618"/>
                      <a:gd name="connsiteY19" fmla="*/ 15232 h 68905"/>
                      <a:gd name="connsiteX20" fmla="*/ 34021 w 67618"/>
                      <a:gd name="connsiteY20" fmla="*/ 13373 h 68905"/>
                      <a:gd name="connsiteX21" fmla="*/ 33718 w 67618"/>
                      <a:gd name="connsiteY21" fmla="*/ 13373 h 68905"/>
                      <a:gd name="connsiteX22" fmla="*/ 33052 w 67618"/>
                      <a:gd name="connsiteY22" fmla="*/ 15292 h 68905"/>
                      <a:gd name="connsiteX23" fmla="*/ 24033 w 67618"/>
                      <a:gd name="connsiteY23" fmla="*/ 40720 h 68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7618" h="68905">
                        <a:moveTo>
                          <a:pt x="0" y="68906"/>
                        </a:moveTo>
                        <a:lnTo>
                          <a:pt x="0" y="61589"/>
                        </a:lnTo>
                        <a:lnTo>
                          <a:pt x="5085" y="60870"/>
                        </a:lnTo>
                        <a:lnTo>
                          <a:pt x="28089" y="0"/>
                        </a:lnTo>
                        <a:lnTo>
                          <a:pt x="39772" y="0"/>
                        </a:lnTo>
                        <a:lnTo>
                          <a:pt x="62534" y="60870"/>
                        </a:lnTo>
                        <a:lnTo>
                          <a:pt x="67619" y="61589"/>
                        </a:lnTo>
                        <a:lnTo>
                          <a:pt x="67619" y="68906"/>
                        </a:lnTo>
                        <a:lnTo>
                          <a:pt x="45523" y="68906"/>
                        </a:lnTo>
                        <a:lnTo>
                          <a:pt x="45523" y="61589"/>
                        </a:lnTo>
                        <a:lnTo>
                          <a:pt x="50487" y="60690"/>
                        </a:lnTo>
                        <a:lnTo>
                          <a:pt x="46794" y="49835"/>
                        </a:lnTo>
                        <a:lnTo>
                          <a:pt x="20885" y="49835"/>
                        </a:lnTo>
                        <a:lnTo>
                          <a:pt x="17132" y="60690"/>
                        </a:lnTo>
                        <a:lnTo>
                          <a:pt x="22156" y="61589"/>
                        </a:lnTo>
                        <a:lnTo>
                          <a:pt x="22156" y="68906"/>
                        </a:lnTo>
                        <a:lnTo>
                          <a:pt x="61" y="68906"/>
                        </a:lnTo>
                        <a:close/>
                        <a:moveTo>
                          <a:pt x="24033" y="40720"/>
                        </a:moveTo>
                        <a:lnTo>
                          <a:pt x="43646" y="40720"/>
                        </a:lnTo>
                        <a:lnTo>
                          <a:pt x="34626" y="15232"/>
                        </a:lnTo>
                        <a:lnTo>
                          <a:pt x="34021" y="13373"/>
                        </a:lnTo>
                        <a:lnTo>
                          <a:pt x="33718" y="13373"/>
                        </a:lnTo>
                        <a:lnTo>
                          <a:pt x="33052" y="15292"/>
                        </a:lnTo>
                        <a:lnTo>
                          <a:pt x="24033" y="40720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3" name="Freeform 154">
                    <a:extLst>
                      <a:ext uri="{FF2B5EF4-FFF2-40B4-BE49-F238E27FC236}">
                        <a16:creationId xmlns:a16="http://schemas.microsoft.com/office/drawing/2014/main" id="{709E40EE-BD67-C4E3-F4AF-9CFE88D82EC6}"/>
                      </a:ext>
                    </a:extLst>
                  </p:cNvPr>
                  <p:cNvSpPr/>
                  <p:nvPr/>
                </p:nvSpPr>
                <p:spPr>
                  <a:xfrm>
                    <a:off x="2380721" y="319386"/>
                    <a:ext cx="67618" cy="68905"/>
                  </a:xfrm>
                  <a:custGeom>
                    <a:avLst/>
                    <a:gdLst>
                      <a:gd name="connsiteX0" fmla="*/ 0 w 67618"/>
                      <a:gd name="connsiteY0" fmla="*/ 68906 h 68905"/>
                      <a:gd name="connsiteX1" fmla="*/ 0 w 67618"/>
                      <a:gd name="connsiteY1" fmla="*/ 61589 h 68905"/>
                      <a:gd name="connsiteX2" fmla="*/ 5085 w 67618"/>
                      <a:gd name="connsiteY2" fmla="*/ 60870 h 68905"/>
                      <a:gd name="connsiteX3" fmla="*/ 28088 w 67618"/>
                      <a:gd name="connsiteY3" fmla="*/ 0 h 68905"/>
                      <a:gd name="connsiteX4" fmla="*/ 39772 w 67618"/>
                      <a:gd name="connsiteY4" fmla="*/ 0 h 68905"/>
                      <a:gd name="connsiteX5" fmla="*/ 62533 w 67618"/>
                      <a:gd name="connsiteY5" fmla="*/ 60870 h 68905"/>
                      <a:gd name="connsiteX6" fmla="*/ 67618 w 67618"/>
                      <a:gd name="connsiteY6" fmla="*/ 61589 h 68905"/>
                      <a:gd name="connsiteX7" fmla="*/ 67618 w 67618"/>
                      <a:gd name="connsiteY7" fmla="*/ 68906 h 68905"/>
                      <a:gd name="connsiteX8" fmla="*/ 45523 w 67618"/>
                      <a:gd name="connsiteY8" fmla="*/ 68906 h 68905"/>
                      <a:gd name="connsiteX9" fmla="*/ 45523 w 67618"/>
                      <a:gd name="connsiteY9" fmla="*/ 61589 h 68905"/>
                      <a:gd name="connsiteX10" fmla="*/ 50487 w 67618"/>
                      <a:gd name="connsiteY10" fmla="*/ 60690 h 68905"/>
                      <a:gd name="connsiteX11" fmla="*/ 46794 w 67618"/>
                      <a:gd name="connsiteY11" fmla="*/ 49835 h 68905"/>
                      <a:gd name="connsiteX12" fmla="*/ 20885 w 67618"/>
                      <a:gd name="connsiteY12" fmla="*/ 49835 h 68905"/>
                      <a:gd name="connsiteX13" fmla="*/ 17132 w 67618"/>
                      <a:gd name="connsiteY13" fmla="*/ 60690 h 68905"/>
                      <a:gd name="connsiteX14" fmla="*/ 22156 w 67618"/>
                      <a:gd name="connsiteY14" fmla="*/ 61589 h 68905"/>
                      <a:gd name="connsiteX15" fmla="*/ 22156 w 67618"/>
                      <a:gd name="connsiteY15" fmla="*/ 68906 h 68905"/>
                      <a:gd name="connsiteX16" fmla="*/ 60 w 67618"/>
                      <a:gd name="connsiteY16" fmla="*/ 68906 h 68905"/>
                      <a:gd name="connsiteX17" fmla="*/ 24033 w 67618"/>
                      <a:gd name="connsiteY17" fmla="*/ 40720 h 68905"/>
                      <a:gd name="connsiteX18" fmla="*/ 43646 w 67618"/>
                      <a:gd name="connsiteY18" fmla="*/ 40720 h 68905"/>
                      <a:gd name="connsiteX19" fmla="*/ 34626 w 67618"/>
                      <a:gd name="connsiteY19" fmla="*/ 15232 h 68905"/>
                      <a:gd name="connsiteX20" fmla="*/ 34021 w 67618"/>
                      <a:gd name="connsiteY20" fmla="*/ 13373 h 68905"/>
                      <a:gd name="connsiteX21" fmla="*/ 33718 w 67618"/>
                      <a:gd name="connsiteY21" fmla="*/ 13373 h 68905"/>
                      <a:gd name="connsiteX22" fmla="*/ 33052 w 67618"/>
                      <a:gd name="connsiteY22" fmla="*/ 15292 h 68905"/>
                      <a:gd name="connsiteX23" fmla="*/ 24033 w 67618"/>
                      <a:gd name="connsiteY23" fmla="*/ 40720 h 68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7618" h="68905">
                        <a:moveTo>
                          <a:pt x="0" y="68906"/>
                        </a:moveTo>
                        <a:lnTo>
                          <a:pt x="0" y="61589"/>
                        </a:lnTo>
                        <a:lnTo>
                          <a:pt x="5085" y="60870"/>
                        </a:lnTo>
                        <a:lnTo>
                          <a:pt x="28088" y="0"/>
                        </a:lnTo>
                        <a:lnTo>
                          <a:pt x="39772" y="0"/>
                        </a:lnTo>
                        <a:lnTo>
                          <a:pt x="62533" y="60870"/>
                        </a:lnTo>
                        <a:lnTo>
                          <a:pt x="67618" y="61589"/>
                        </a:lnTo>
                        <a:lnTo>
                          <a:pt x="67618" y="68906"/>
                        </a:lnTo>
                        <a:lnTo>
                          <a:pt x="45523" y="68906"/>
                        </a:lnTo>
                        <a:lnTo>
                          <a:pt x="45523" y="61589"/>
                        </a:lnTo>
                        <a:lnTo>
                          <a:pt x="50487" y="60690"/>
                        </a:lnTo>
                        <a:lnTo>
                          <a:pt x="46794" y="49835"/>
                        </a:lnTo>
                        <a:lnTo>
                          <a:pt x="20885" y="49835"/>
                        </a:lnTo>
                        <a:lnTo>
                          <a:pt x="17132" y="60690"/>
                        </a:lnTo>
                        <a:lnTo>
                          <a:pt x="22156" y="61589"/>
                        </a:lnTo>
                        <a:lnTo>
                          <a:pt x="22156" y="68906"/>
                        </a:lnTo>
                        <a:lnTo>
                          <a:pt x="60" y="68906"/>
                        </a:lnTo>
                        <a:close/>
                        <a:moveTo>
                          <a:pt x="24033" y="40720"/>
                        </a:moveTo>
                        <a:lnTo>
                          <a:pt x="43646" y="40720"/>
                        </a:lnTo>
                        <a:lnTo>
                          <a:pt x="34626" y="15232"/>
                        </a:lnTo>
                        <a:lnTo>
                          <a:pt x="34021" y="13373"/>
                        </a:lnTo>
                        <a:lnTo>
                          <a:pt x="33718" y="13373"/>
                        </a:lnTo>
                        <a:lnTo>
                          <a:pt x="33052" y="15292"/>
                        </a:lnTo>
                        <a:lnTo>
                          <a:pt x="24033" y="40720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4" name="Freeform 155">
                    <a:extLst>
                      <a:ext uri="{FF2B5EF4-FFF2-40B4-BE49-F238E27FC236}">
                        <a16:creationId xmlns:a16="http://schemas.microsoft.com/office/drawing/2014/main" id="{1E9E24A2-2301-68A1-9F10-83675C4235A4}"/>
                      </a:ext>
                    </a:extLst>
                  </p:cNvPr>
                  <p:cNvSpPr/>
                  <p:nvPr/>
                </p:nvSpPr>
                <p:spPr>
                  <a:xfrm>
                    <a:off x="2453364" y="336057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8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8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7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5" name="Freeform 156">
                    <a:extLst>
                      <a:ext uri="{FF2B5EF4-FFF2-40B4-BE49-F238E27FC236}">
                        <a16:creationId xmlns:a16="http://schemas.microsoft.com/office/drawing/2014/main" id="{1F15B6D5-F645-EBAA-4BD1-FB394C5F0FEC}"/>
                      </a:ext>
                    </a:extLst>
                  </p:cNvPr>
                  <p:cNvSpPr/>
                  <p:nvPr/>
                </p:nvSpPr>
                <p:spPr>
                  <a:xfrm>
                    <a:off x="2505364" y="336117"/>
                    <a:ext cx="48247" cy="53133"/>
                  </a:xfrm>
                  <a:custGeom>
                    <a:avLst/>
                    <a:gdLst>
                      <a:gd name="connsiteX0" fmla="*/ 16708 w 48247"/>
                      <a:gd name="connsiteY0" fmla="*/ 53134 h 53133"/>
                      <a:gd name="connsiteX1" fmla="*/ 4419 w 48247"/>
                      <a:gd name="connsiteY1" fmla="*/ 49116 h 53133"/>
                      <a:gd name="connsiteX2" fmla="*/ 0 w 48247"/>
                      <a:gd name="connsiteY2" fmla="*/ 38021 h 53133"/>
                      <a:gd name="connsiteX3" fmla="*/ 2664 w 48247"/>
                      <a:gd name="connsiteY3" fmla="*/ 29565 h 53133"/>
                      <a:gd name="connsiteX4" fmla="*/ 10473 w 48247"/>
                      <a:gd name="connsiteY4" fmla="*/ 23868 h 53133"/>
                      <a:gd name="connsiteX5" fmla="*/ 23004 w 48247"/>
                      <a:gd name="connsiteY5" fmla="*/ 21829 h 53133"/>
                      <a:gd name="connsiteX6" fmla="*/ 30873 w 48247"/>
                      <a:gd name="connsiteY6" fmla="*/ 21829 h 53133"/>
                      <a:gd name="connsiteX7" fmla="*/ 30873 w 48247"/>
                      <a:gd name="connsiteY7" fmla="*/ 17511 h 53133"/>
                      <a:gd name="connsiteX8" fmla="*/ 28391 w 48247"/>
                      <a:gd name="connsiteY8" fmla="*/ 11035 h 53133"/>
                      <a:gd name="connsiteX9" fmla="*/ 21248 w 48247"/>
                      <a:gd name="connsiteY9" fmla="*/ 8636 h 53133"/>
                      <a:gd name="connsiteX10" fmla="*/ 16526 w 48247"/>
                      <a:gd name="connsiteY10" fmla="*/ 9295 h 53133"/>
                      <a:gd name="connsiteX11" fmla="*/ 12834 w 48247"/>
                      <a:gd name="connsiteY11" fmla="*/ 11094 h 53133"/>
                      <a:gd name="connsiteX12" fmla="*/ 11744 w 48247"/>
                      <a:gd name="connsiteY12" fmla="*/ 17991 h 53133"/>
                      <a:gd name="connsiteX13" fmla="*/ 2906 w 48247"/>
                      <a:gd name="connsiteY13" fmla="*/ 17991 h 53133"/>
                      <a:gd name="connsiteX14" fmla="*/ 2785 w 48247"/>
                      <a:gd name="connsiteY14" fmla="*/ 5337 h 53133"/>
                      <a:gd name="connsiteX15" fmla="*/ 11260 w 48247"/>
                      <a:gd name="connsiteY15" fmla="*/ 1439 h 53133"/>
                      <a:gd name="connsiteX16" fmla="*/ 21672 w 48247"/>
                      <a:gd name="connsiteY16" fmla="*/ 0 h 53133"/>
                      <a:gd name="connsiteX17" fmla="*/ 37169 w 48247"/>
                      <a:gd name="connsiteY17" fmla="*/ 4558 h 53133"/>
                      <a:gd name="connsiteX18" fmla="*/ 42859 w 48247"/>
                      <a:gd name="connsiteY18" fmla="*/ 17631 h 53133"/>
                      <a:gd name="connsiteX19" fmla="*/ 42859 w 48247"/>
                      <a:gd name="connsiteY19" fmla="*/ 40180 h 53133"/>
                      <a:gd name="connsiteX20" fmla="*/ 42859 w 48247"/>
                      <a:gd name="connsiteY20" fmla="*/ 42219 h 53133"/>
                      <a:gd name="connsiteX21" fmla="*/ 42980 w 48247"/>
                      <a:gd name="connsiteY21" fmla="*/ 44138 h 53133"/>
                      <a:gd name="connsiteX22" fmla="*/ 48247 w 48247"/>
                      <a:gd name="connsiteY22" fmla="*/ 44798 h 53133"/>
                      <a:gd name="connsiteX23" fmla="*/ 48247 w 48247"/>
                      <a:gd name="connsiteY23" fmla="*/ 52114 h 53133"/>
                      <a:gd name="connsiteX24" fmla="*/ 32508 w 48247"/>
                      <a:gd name="connsiteY24" fmla="*/ 52114 h 53133"/>
                      <a:gd name="connsiteX25" fmla="*/ 31600 w 48247"/>
                      <a:gd name="connsiteY25" fmla="*/ 48876 h 53133"/>
                      <a:gd name="connsiteX26" fmla="*/ 30994 w 48247"/>
                      <a:gd name="connsiteY26" fmla="*/ 45757 h 53133"/>
                      <a:gd name="connsiteX27" fmla="*/ 24759 w 48247"/>
                      <a:gd name="connsiteY27" fmla="*/ 51035 h 53133"/>
                      <a:gd name="connsiteX28" fmla="*/ 16526 w 48247"/>
                      <a:gd name="connsiteY28" fmla="*/ 53074 h 53133"/>
                      <a:gd name="connsiteX29" fmla="*/ 19432 w 48247"/>
                      <a:gd name="connsiteY29" fmla="*/ 43958 h 53133"/>
                      <a:gd name="connsiteX30" fmla="*/ 26212 w 48247"/>
                      <a:gd name="connsiteY30" fmla="*/ 42279 h 53133"/>
                      <a:gd name="connsiteX31" fmla="*/ 30934 w 48247"/>
                      <a:gd name="connsiteY31" fmla="*/ 38021 h 53133"/>
                      <a:gd name="connsiteX32" fmla="*/ 30934 w 48247"/>
                      <a:gd name="connsiteY32" fmla="*/ 29445 h 53133"/>
                      <a:gd name="connsiteX33" fmla="*/ 22883 w 48247"/>
                      <a:gd name="connsiteY33" fmla="*/ 29445 h 53133"/>
                      <a:gd name="connsiteX34" fmla="*/ 14710 w 48247"/>
                      <a:gd name="connsiteY34" fmla="*/ 31904 h 53133"/>
                      <a:gd name="connsiteX35" fmla="*/ 11986 w 48247"/>
                      <a:gd name="connsiteY35" fmla="*/ 37721 h 53133"/>
                      <a:gd name="connsiteX36" fmla="*/ 13923 w 48247"/>
                      <a:gd name="connsiteY36" fmla="*/ 42339 h 53133"/>
                      <a:gd name="connsiteX37" fmla="*/ 19432 w 48247"/>
                      <a:gd name="connsiteY37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48247" h="53133">
                        <a:moveTo>
                          <a:pt x="16708" y="53134"/>
                        </a:moveTo>
                        <a:cubicBezTo>
                          <a:pt x="11441" y="53134"/>
                          <a:pt x="7385" y="51814"/>
                          <a:pt x="4419" y="49116"/>
                        </a:cubicBezTo>
                        <a:cubicBezTo>
                          <a:pt x="1513" y="46417"/>
                          <a:pt x="0" y="42759"/>
                          <a:pt x="0" y="38021"/>
                        </a:cubicBezTo>
                        <a:cubicBezTo>
                          <a:pt x="0" y="34783"/>
                          <a:pt x="908" y="31964"/>
                          <a:pt x="2664" y="29565"/>
                        </a:cubicBezTo>
                        <a:cubicBezTo>
                          <a:pt x="4419" y="27166"/>
                          <a:pt x="7083" y="25247"/>
                          <a:pt x="10473" y="23868"/>
                        </a:cubicBezTo>
                        <a:cubicBezTo>
                          <a:pt x="13923" y="22489"/>
                          <a:pt x="18100" y="21829"/>
                          <a:pt x="23004" y="21829"/>
                        </a:cubicBezTo>
                        <a:lnTo>
                          <a:pt x="30873" y="21829"/>
                        </a:lnTo>
                        <a:lnTo>
                          <a:pt x="30873" y="17511"/>
                        </a:lnTo>
                        <a:cubicBezTo>
                          <a:pt x="30873" y="14813"/>
                          <a:pt x="30026" y="12654"/>
                          <a:pt x="28391" y="11035"/>
                        </a:cubicBezTo>
                        <a:cubicBezTo>
                          <a:pt x="26757" y="9415"/>
                          <a:pt x="24396" y="8636"/>
                          <a:pt x="21248" y="8636"/>
                        </a:cubicBezTo>
                        <a:cubicBezTo>
                          <a:pt x="19493" y="8636"/>
                          <a:pt x="17919" y="8876"/>
                          <a:pt x="16526" y="9295"/>
                        </a:cubicBezTo>
                        <a:cubicBezTo>
                          <a:pt x="15134" y="9715"/>
                          <a:pt x="13923" y="10315"/>
                          <a:pt x="12834" y="11094"/>
                        </a:cubicBezTo>
                        <a:lnTo>
                          <a:pt x="11744" y="17991"/>
                        </a:lnTo>
                        <a:lnTo>
                          <a:pt x="2906" y="17991"/>
                        </a:lnTo>
                        <a:lnTo>
                          <a:pt x="2785" y="5337"/>
                        </a:lnTo>
                        <a:cubicBezTo>
                          <a:pt x="5327" y="3718"/>
                          <a:pt x="8172" y="2399"/>
                          <a:pt x="11260" y="1439"/>
                        </a:cubicBezTo>
                        <a:cubicBezTo>
                          <a:pt x="14408" y="480"/>
                          <a:pt x="17858" y="0"/>
                          <a:pt x="21672" y="0"/>
                        </a:cubicBezTo>
                        <a:cubicBezTo>
                          <a:pt x="28210" y="0"/>
                          <a:pt x="33416" y="1499"/>
                          <a:pt x="37169" y="4558"/>
                        </a:cubicBezTo>
                        <a:cubicBezTo>
                          <a:pt x="40922" y="7616"/>
                          <a:pt x="42859" y="11934"/>
                          <a:pt x="42859" y="17631"/>
                        </a:cubicBezTo>
                        <a:lnTo>
                          <a:pt x="42859" y="40180"/>
                        </a:lnTo>
                        <a:cubicBezTo>
                          <a:pt x="42859" y="40900"/>
                          <a:pt x="42859" y="41559"/>
                          <a:pt x="42859" y="42219"/>
                        </a:cubicBezTo>
                        <a:cubicBezTo>
                          <a:pt x="42859" y="42879"/>
                          <a:pt x="42859" y="43538"/>
                          <a:pt x="42980" y="44138"/>
                        </a:cubicBezTo>
                        <a:lnTo>
                          <a:pt x="48247" y="44798"/>
                        </a:lnTo>
                        <a:lnTo>
                          <a:pt x="48247" y="52114"/>
                        </a:lnTo>
                        <a:lnTo>
                          <a:pt x="32508" y="52114"/>
                        </a:lnTo>
                        <a:cubicBezTo>
                          <a:pt x="32205" y="51035"/>
                          <a:pt x="31902" y="49955"/>
                          <a:pt x="31600" y="48876"/>
                        </a:cubicBezTo>
                        <a:cubicBezTo>
                          <a:pt x="31297" y="47796"/>
                          <a:pt x="31115" y="46777"/>
                          <a:pt x="30994" y="45757"/>
                        </a:cubicBezTo>
                        <a:cubicBezTo>
                          <a:pt x="29299" y="47916"/>
                          <a:pt x="27180" y="49655"/>
                          <a:pt x="24759" y="51035"/>
                        </a:cubicBezTo>
                        <a:cubicBezTo>
                          <a:pt x="22338" y="52414"/>
                          <a:pt x="19553" y="53074"/>
                          <a:pt x="16526" y="53074"/>
                        </a:cubicBezTo>
                        <a:close/>
                        <a:moveTo>
                          <a:pt x="19432" y="43958"/>
                        </a:moveTo>
                        <a:cubicBezTo>
                          <a:pt x="21853" y="43958"/>
                          <a:pt x="24093" y="43418"/>
                          <a:pt x="26212" y="42279"/>
                        </a:cubicBezTo>
                        <a:cubicBezTo>
                          <a:pt x="28331" y="41140"/>
                          <a:pt x="29905" y="39760"/>
                          <a:pt x="30934" y="38021"/>
                        </a:cubicBezTo>
                        <a:lnTo>
                          <a:pt x="30934" y="29445"/>
                        </a:lnTo>
                        <a:lnTo>
                          <a:pt x="22883" y="29445"/>
                        </a:lnTo>
                        <a:cubicBezTo>
                          <a:pt x="19311" y="29445"/>
                          <a:pt x="16587" y="30285"/>
                          <a:pt x="14710" y="31904"/>
                        </a:cubicBezTo>
                        <a:cubicBezTo>
                          <a:pt x="12834" y="33523"/>
                          <a:pt x="11986" y="35502"/>
                          <a:pt x="11986" y="37721"/>
                        </a:cubicBezTo>
                        <a:cubicBezTo>
                          <a:pt x="11986" y="39700"/>
                          <a:pt x="12652" y="41259"/>
                          <a:pt x="13923" y="42339"/>
                        </a:cubicBezTo>
                        <a:cubicBezTo>
                          <a:pt x="15195" y="43418"/>
                          <a:pt x="17011" y="43958"/>
                          <a:pt x="19432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6" name="Freeform 157">
                    <a:extLst>
                      <a:ext uri="{FF2B5EF4-FFF2-40B4-BE49-F238E27FC236}">
                        <a16:creationId xmlns:a16="http://schemas.microsoft.com/office/drawing/2014/main" id="{7B2433BB-0E07-5E6A-CB26-2F3BE3B644C1}"/>
                      </a:ext>
                    </a:extLst>
                  </p:cNvPr>
                  <p:cNvSpPr/>
                  <p:nvPr/>
                </p:nvSpPr>
                <p:spPr>
                  <a:xfrm>
                    <a:off x="2559846" y="314408"/>
                    <a:ext cx="52484" cy="74902"/>
                  </a:xfrm>
                  <a:custGeom>
                    <a:avLst/>
                    <a:gdLst>
                      <a:gd name="connsiteX0" fmla="*/ 19856 w 52484"/>
                      <a:gd name="connsiteY0" fmla="*/ 74843 h 74902"/>
                      <a:gd name="connsiteX1" fmla="*/ 9141 w 52484"/>
                      <a:gd name="connsiteY1" fmla="*/ 71724 h 74902"/>
                      <a:gd name="connsiteX2" fmla="*/ 2361 w 52484"/>
                      <a:gd name="connsiteY2" fmla="*/ 62969 h 74902"/>
                      <a:gd name="connsiteX3" fmla="*/ 0 w 52484"/>
                      <a:gd name="connsiteY3" fmla="*/ 49895 h 74902"/>
                      <a:gd name="connsiteX4" fmla="*/ 0 w 52484"/>
                      <a:gd name="connsiteY4" fmla="*/ 48876 h 74902"/>
                      <a:gd name="connsiteX5" fmla="*/ 2361 w 52484"/>
                      <a:gd name="connsiteY5" fmla="*/ 34603 h 74902"/>
                      <a:gd name="connsiteX6" fmla="*/ 9201 w 52484"/>
                      <a:gd name="connsiteY6" fmla="*/ 25068 h 74902"/>
                      <a:gd name="connsiteX7" fmla="*/ 19856 w 52484"/>
                      <a:gd name="connsiteY7" fmla="*/ 21649 h 74902"/>
                      <a:gd name="connsiteX8" fmla="*/ 27604 w 52484"/>
                      <a:gd name="connsiteY8" fmla="*/ 23328 h 74902"/>
                      <a:gd name="connsiteX9" fmla="*/ 33295 w 52484"/>
                      <a:gd name="connsiteY9" fmla="*/ 28126 h 74902"/>
                      <a:gd name="connsiteX10" fmla="*/ 33295 w 52484"/>
                      <a:gd name="connsiteY10" fmla="*/ 8756 h 74902"/>
                      <a:gd name="connsiteX11" fmla="*/ 25728 w 52484"/>
                      <a:gd name="connsiteY11" fmla="*/ 7316 h 74902"/>
                      <a:gd name="connsiteX12" fmla="*/ 25728 w 52484"/>
                      <a:gd name="connsiteY12" fmla="*/ 0 h 74902"/>
                      <a:gd name="connsiteX13" fmla="*/ 45341 w 52484"/>
                      <a:gd name="connsiteY13" fmla="*/ 0 h 74902"/>
                      <a:gd name="connsiteX14" fmla="*/ 45341 w 52484"/>
                      <a:gd name="connsiteY14" fmla="*/ 65128 h 74902"/>
                      <a:gd name="connsiteX15" fmla="*/ 52484 w 52484"/>
                      <a:gd name="connsiteY15" fmla="*/ 66567 h 74902"/>
                      <a:gd name="connsiteX16" fmla="*/ 52484 w 52484"/>
                      <a:gd name="connsiteY16" fmla="*/ 73883 h 74902"/>
                      <a:gd name="connsiteX17" fmla="*/ 34929 w 52484"/>
                      <a:gd name="connsiteY17" fmla="*/ 73883 h 74902"/>
                      <a:gd name="connsiteX18" fmla="*/ 33960 w 52484"/>
                      <a:gd name="connsiteY18" fmla="*/ 67706 h 74902"/>
                      <a:gd name="connsiteX19" fmla="*/ 28028 w 52484"/>
                      <a:gd name="connsiteY19" fmla="*/ 73104 h 74902"/>
                      <a:gd name="connsiteX20" fmla="*/ 19856 w 52484"/>
                      <a:gd name="connsiteY20" fmla="*/ 74903 h 74902"/>
                      <a:gd name="connsiteX21" fmla="*/ 23246 w 52484"/>
                      <a:gd name="connsiteY21" fmla="*/ 65427 h 74902"/>
                      <a:gd name="connsiteX22" fmla="*/ 29178 w 52484"/>
                      <a:gd name="connsiteY22" fmla="*/ 63928 h 74902"/>
                      <a:gd name="connsiteX23" fmla="*/ 33295 w 52484"/>
                      <a:gd name="connsiteY23" fmla="*/ 59610 h 74902"/>
                      <a:gd name="connsiteX24" fmla="*/ 33295 w 52484"/>
                      <a:gd name="connsiteY24" fmla="*/ 37062 h 74902"/>
                      <a:gd name="connsiteX25" fmla="*/ 29239 w 52484"/>
                      <a:gd name="connsiteY25" fmla="*/ 32744 h 74902"/>
                      <a:gd name="connsiteX26" fmla="*/ 23367 w 52484"/>
                      <a:gd name="connsiteY26" fmla="*/ 31184 h 74902"/>
                      <a:gd name="connsiteX27" fmla="*/ 16950 w 52484"/>
                      <a:gd name="connsiteY27" fmla="*/ 33403 h 74902"/>
                      <a:gd name="connsiteX28" fmla="*/ 13257 w 52484"/>
                      <a:gd name="connsiteY28" fmla="*/ 39640 h 74902"/>
                      <a:gd name="connsiteX29" fmla="*/ 12047 w 52484"/>
                      <a:gd name="connsiteY29" fmla="*/ 48936 h 74902"/>
                      <a:gd name="connsiteX30" fmla="*/ 12047 w 52484"/>
                      <a:gd name="connsiteY30" fmla="*/ 49955 h 74902"/>
                      <a:gd name="connsiteX31" fmla="*/ 14710 w 52484"/>
                      <a:gd name="connsiteY31" fmla="*/ 61290 h 74902"/>
                      <a:gd name="connsiteX32" fmla="*/ 23306 w 52484"/>
                      <a:gd name="connsiteY32" fmla="*/ 65487 h 749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</a:cxnLst>
                    <a:rect l="l" t="t" r="r" b="b"/>
                    <a:pathLst>
                      <a:path w="52484" h="74902">
                        <a:moveTo>
                          <a:pt x="19856" y="74843"/>
                        </a:moveTo>
                        <a:cubicBezTo>
                          <a:pt x="15679" y="74843"/>
                          <a:pt x="12107" y="73823"/>
                          <a:pt x="9141" y="71724"/>
                        </a:cubicBezTo>
                        <a:cubicBezTo>
                          <a:pt x="6175" y="69625"/>
                          <a:pt x="3935" y="66747"/>
                          <a:pt x="2361" y="62969"/>
                        </a:cubicBezTo>
                        <a:cubicBezTo>
                          <a:pt x="787" y="59251"/>
                          <a:pt x="0" y="54873"/>
                          <a:pt x="0" y="49895"/>
                        </a:cubicBezTo>
                        <a:lnTo>
                          <a:pt x="0" y="48876"/>
                        </a:lnTo>
                        <a:cubicBezTo>
                          <a:pt x="0" y="43418"/>
                          <a:pt x="787" y="38681"/>
                          <a:pt x="2361" y="34603"/>
                        </a:cubicBezTo>
                        <a:cubicBezTo>
                          <a:pt x="3935" y="30525"/>
                          <a:pt x="6235" y="27346"/>
                          <a:pt x="9201" y="25068"/>
                        </a:cubicBezTo>
                        <a:cubicBezTo>
                          <a:pt x="12168" y="22789"/>
                          <a:pt x="15739" y="21649"/>
                          <a:pt x="19856" y="21649"/>
                        </a:cubicBezTo>
                        <a:cubicBezTo>
                          <a:pt x="22822" y="21649"/>
                          <a:pt x="25425" y="22189"/>
                          <a:pt x="27604" y="23328"/>
                        </a:cubicBezTo>
                        <a:cubicBezTo>
                          <a:pt x="29844" y="24468"/>
                          <a:pt x="31721" y="26027"/>
                          <a:pt x="33295" y="28126"/>
                        </a:cubicBezTo>
                        <a:lnTo>
                          <a:pt x="33295" y="8756"/>
                        </a:lnTo>
                        <a:lnTo>
                          <a:pt x="25728" y="7316"/>
                        </a:lnTo>
                        <a:lnTo>
                          <a:pt x="25728" y="0"/>
                        </a:lnTo>
                        <a:lnTo>
                          <a:pt x="45341" y="0"/>
                        </a:lnTo>
                        <a:lnTo>
                          <a:pt x="45341" y="65128"/>
                        </a:lnTo>
                        <a:lnTo>
                          <a:pt x="52484" y="66567"/>
                        </a:lnTo>
                        <a:lnTo>
                          <a:pt x="52484" y="73883"/>
                        </a:lnTo>
                        <a:lnTo>
                          <a:pt x="34929" y="73883"/>
                        </a:lnTo>
                        <a:lnTo>
                          <a:pt x="33960" y="67706"/>
                        </a:lnTo>
                        <a:cubicBezTo>
                          <a:pt x="32326" y="70045"/>
                          <a:pt x="30328" y="71844"/>
                          <a:pt x="28028" y="73104"/>
                        </a:cubicBezTo>
                        <a:cubicBezTo>
                          <a:pt x="25728" y="74363"/>
                          <a:pt x="22943" y="74903"/>
                          <a:pt x="19856" y="74903"/>
                        </a:cubicBezTo>
                        <a:close/>
                        <a:moveTo>
                          <a:pt x="23246" y="65427"/>
                        </a:moveTo>
                        <a:cubicBezTo>
                          <a:pt x="25546" y="65427"/>
                          <a:pt x="27483" y="64948"/>
                          <a:pt x="29178" y="63928"/>
                        </a:cubicBezTo>
                        <a:cubicBezTo>
                          <a:pt x="30813" y="62909"/>
                          <a:pt x="32205" y="61469"/>
                          <a:pt x="33295" y="59610"/>
                        </a:cubicBezTo>
                        <a:lnTo>
                          <a:pt x="33295" y="37062"/>
                        </a:lnTo>
                        <a:cubicBezTo>
                          <a:pt x="32265" y="35262"/>
                          <a:pt x="30873" y="33763"/>
                          <a:pt x="29239" y="32744"/>
                        </a:cubicBezTo>
                        <a:cubicBezTo>
                          <a:pt x="27544" y="31664"/>
                          <a:pt x="25607" y="31184"/>
                          <a:pt x="23367" y="31184"/>
                        </a:cubicBezTo>
                        <a:cubicBezTo>
                          <a:pt x="20764" y="31184"/>
                          <a:pt x="18585" y="31904"/>
                          <a:pt x="16950" y="33403"/>
                        </a:cubicBezTo>
                        <a:cubicBezTo>
                          <a:pt x="15255" y="34903"/>
                          <a:pt x="14044" y="37002"/>
                          <a:pt x="13257" y="39640"/>
                        </a:cubicBezTo>
                        <a:cubicBezTo>
                          <a:pt x="12470" y="42279"/>
                          <a:pt x="12047" y="45397"/>
                          <a:pt x="12047" y="48936"/>
                        </a:cubicBezTo>
                        <a:lnTo>
                          <a:pt x="12047" y="49955"/>
                        </a:lnTo>
                        <a:cubicBezTo>
                          <a:pt x="12047" y="54693"/>
                          <a:pt x="12955" y="58471"/>
                          <a:pt x="14710" y="61290"/>
                        </a:cubicBezTo>
                        <a:cubicBezTo>
                          <a:pt x="16466" y="64108"/>
                          <a:pt x="19311" y="65487"/>
                          <a:pt x="23306" y="65487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7" name="Freeform 158">
                    <a:extLst>
                      <a:ext uri="{FF2B5EF4-FFF2-40B4-BE49-F238E27FC236}">
                        <a16:creationId xmlns:a16="http://schemas.microsoft.com/office/drawing/2014/main" id="{9DA17181-73E8-171D-C18E-E6B3C8757F78}"/>
                      </a:ext>
                    </a:extLst>
                  </p:cNvPr>
                  <p:cNvSpPr/>
                  <p:nvPr/>
                </p:nvSpPr>
                <p:spPr>
                  <a:xfrm>
                    <a:off x="2617657" y="336057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1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4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4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2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500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8" name="Freeform 159">
                    <a:extLst>
                      <a:ext uri="{FF2B5EF4-FFF2-40B4-BE49-F238E27FC236}">
                        <a16:creationId xmlns:a16="http://schemas.microsoft.com/office/drawing/2014/main" id="{0E476B5A-79A9-E081-F0D2-C05EC2E8C66C}"/>
                      </a:ext>
                    </a:extLst>
                  </p:cNvPr>
                  <p:cNvSpPr/>
                  <p:nvPr/>
                </p:nvSpPr>
                <p:spPr>
                  <a:xfrm>
                    <a:off x="2667963" y="336057"/>
                    <a:ext cx="87837" cy="52413"/>
                  </a:xfrm>
                  <a:custGeom>
                    <a:avLst/>
                    <a:gdLst>
                      <a:gd name="connsiteX0" fmla="*/ 363 w 87837"/>
                      <a:gd name="connsiteY0" fmla="*/ 52234 h 52413"/>
                      <a:gd name="connsiteX1" fmla="*/ 363 w 87837"/>
                      <a:gd name="connsiteY1" fmla="*/ 44918 h 52413"/>
                      <a:gd name="connsiteX2" fmla="*/ 7567 w 87837"/>
                      <a:gd name="connsiteY2" fmla="*/ 43478 h 52413"/>
                      <a:gd name="connsiteX3" fmla="*/ 7567 w 87837"/>
                      <a:gd name="connsiteY3" fmla="*/ 9715 h 52413"/>
                      <a:gd name="connsiteX4" fmla="*/ 0 w 87837"/>
                      <a:gd name="connsiteY4" fmla="*/ 8276 h 52413"/>
                      <a:gd name="connsiteX5" fmla="*/ 0 w 87837"/>
                      <a:gd name="connsiteY5" fmla="*/ 960 h 52413"/>
                      <a:gd name="connsiteX6" fmla="*/ 18645 w 87837"/>
                      <a:gd name="connsiteY6" fmla="*/ 960 h 52413"/>
                      <a:gd name="connsiteX7" fmla="*/ 19190 w 87837"/>
                      <a:gd name="connsiteY7" fmla="*/ 7676 h 52413"/>
                      <a:gd name="connsiteX8" fmla="*/ 25546 w 87837"/>
                      <a:gd name="connsiteY8" fmla="*/ 2039 h 52413"/>
                      <a:gd name="connsiteX9" fmla="*/ 34384 w 87837"/>
                      <a:gd name="connsiteY9" fmla="*/ 0 h 52413"/>
                      <a:gd name="connsiteX10" fmla="*/ 43041 w 87837"/>
                      <a:gd name="connsiteY10" fmla="*/ 2219 h 52413"/>
                      <a:gd name="connsiteX11" fmla="*/ 48489 w 87837"/>
                      <a:gd name="connsiteY11" fmla="*/ 8996 h 52413"/>
                      <a:gd name="connsiteX12" fmla="*/ 54785 w 87837"/>
                      <a:gd name="connsiteY12" fmla="*/ 2399 h 52413"/>
                      <a:gd name="connsiteX13" fmla="*/ 63926 w 87837"/>
                      <a:gd name="connsiteY13" fmla="*/ 0 h 52413"/>
                      <a:gd name="connsiteX14" fmla="*/ 76154 w 87837"/>
                      <a:gd name="connsiteY14" fmla="*/ 5277 h 52413"/>
                      <a:gd name="connsiteX15" fmla="*/ 80634 w 87837"/>
                      <a:gd name="connsiteY15" fmla="*/ 21169 h 52413"/>
                      <a:gd name="connsiteX16" fmla="*/ 80634 w 87837"/>
                      <a:gd name="connsiteY16" fmla="*/ 43478 h 52413"/>
                      <a:gd name="connsiteX17" fmla="*/ 87837 w 87837"/>
                      <a:gd name="connsiteY17" fmla="*/ 44918 h 52413"/>
                      <a:gd name="connsiteX18" fmla="*/ 87837 w 87837"/>
                      <a:gd name="connsiteY18" fmla="*/ 52234 h 52413"/>
                      <a:gd name="connsiteX19" fmla="*/ 61807 w 87837"/>
                      <a:gd name="connsiteY19" fmla="*/ 52234 h 52413"/>
                      <a:gd name="connsiteX20" fmla="*/ 61807 w 87837"/>
                      <a:gd name="connsiteY20" fmla="*/ 44918 h 52413"/>
                      <a:gd name="connsiteX21" fmla="*/ 68587 w 87837"/>
                      <a:gd name="connsiteY21" fmla="*/ 43478 h 52413"/>
                      <a:gd name="connsiteX22" fmla="*/ 68587 w 87837"/>
                      <a:gd name="connsiteY22" fmla="*/ 21169 h 52413"/>
                      <a:gd name="connsiteX23" fmla="*/ 66408 w 87837"/>
                      <a:gd name="connsiteY23" fmla="*/ 12114 h 52413"/>
                      <a:gd name="connsiteX24" fmla="*/ 59931 w 87837"/>
                      <a:gd name="connsiteY24" fmla="*/ 9535 h 52413"/>
                      <a:gd name="connsiteX25" fmla="*/ 53393 w 87837"/>
                      <a:gd name="connsiteY25" fmla="*/ 12054 h 52413"/>
                      <a:gd name="connsiteX26" fmla="*/ 50063 w 87837"/>
                      <a:gd name="connsiteY26" fmla="*/ 18471 h 52413"/>
                      <a:gd name="connsiteX27" fmla="*/ 50063 w 87837"/>
                      <a:gd name="connsiteY27" fmla="*/ 43598 h 52413"/>
                      <a:gd name="connsiteX28" fmla="*/ 56601 w 87837"/>
                      <a:gd name="connsiteY28" fmla="*/ 45038 h 52413"/>
                      <a:gd name="connsiteX29" fmla="*/ 56601 w 87837"/>
                      <a:gd name="connsiteY29" fmla="*/ 52354 h 52413"/>
                      <a:gd name="connsiteX30" fmla="*/ 31539 w 87837"/>
                      <a:gd name="connsiteY30" fmla="*/ 52354 h 52413"/>
                      <a:gd name="connsiteX31" fmla="*/ 31539 w 87837"/>
                      <a:gd name="connsiteY31" fmla="*/ 45038 h 52413"/>
                      <a:gd name="connsiteX32" fmla="*/ 38077 w 87837"/>
                      <a:gd name="connsiteY32" fmla="*/ 43598 h 52413"/>
                      <a:gd name="connsiteX33" fmla="*/ 38077 w 87837"/>
                      <a:gd name="connsiteY33" fmla="*/ 21289 h 52413"/>
                      <a:gd name="connsiteX34" fmla="*/ 35837 w 87837"/>
                      <a:gd name="connsiteY34" fmla="*/ 12294 h 52413"/>
                      <a:gd name="connsiteX35" fmla="*/ 29360 w 87837"/>
                      <a:gd name="connsiteY35" fmla="*/ 9595 h 52413"/>
                      <a:gd name="connsiteX36" fmla="*/ 23427 w 87837"/>
                      <a:gd name="connsiteY36" fmla="*/ 11035 h 52413"/>
                      <a:gd name="connsiteX37" fmla="*/ 19553 w 87837"/>
                      <a:gd name="connsiteY37" fmla="*/ 15053 h 52413"/>
                      <a:gd name="connsiteX38" fmla="*/ 19553 w 87837"/>
                      <a:gd name="connsiteY38" fmla="*/ 43658 h 52413"/>
                      <a:gd name="connsiteX39" fmla="*/ 26273 w 87837"/>
                      <a:gd name="connsiteY39" fmla="*/ 45098 h 52413"/>
                      <a:gd name="connsiteX40" fmla="*/ 26273 w 87837"/>
                      <a:gd name="connsiteY40" fmla="*/ 52414 h 52413"/>
                      <a:gd name="connsiteX41" fmla="*/ 363 w 87837"/>
                      <a:gd name="connsiteY41" fmla="*/ 52414 h 524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7837" h="52413">
                        <a:moveTo>
                          <a:pt x="363" y="52234"/>
                        </a:moveTo>
                        <a:lnTo>
                          <a:pt x="363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190" y="7676"/>
                        </a:lnTo>
                        <a:cubicBezTo>
                          <a:pt x="20885" y="5277"/>
                          <a:pt x="23004" y="3358"/>
                          <a:pt x="25546" y="2039"/>
                        </a:cubicBezTo>
                        <a:cubicBezTo>
                          <a:pt x="28089" y="720"/>
                          <a:pt x="30994" y="0"/>
                          <a:pt x="34384" y="0"/>
                        </a:cubicBezTo>
                        <a:cubicBezTo>
                          <a:pt x="37774" y="0"/>
                          <a:pt x="40620" y="720"/>
                          <a:pt x="43041" y="2219"/>
                        </a:cubicBezTo>
                        <a:cubicBezTo>
                          <a:pt x="45462" y="3718"/>
                          <a:pt x="47278" y="5997"/>
                          <a:pt x="48489" y="8996"/>
                        </a:cubicBezTo>
                        <a:cubicBezTo>
                          <a:pt x="50063" y="6177"/>
                          <a:pt x="52182" y="3958"/>
                          <a:pt x="54785" y="2399"/>
                        </a:cubicBezTo>
                        <a:cubicBezTo>
                          <a:pt x="57388" y="780"/>
                          <a:pt x="60415" y="0"/>
                          <a:pt x="63926" y="0"/>
                        </a:cubicBezTo>
                        <a:cubicBezTo>
                          <a:pt x="69132" y="0"/>
                          <a:pt x="73188" y="1739"/>
                          <a:pt x="76154" y="5277"/>
                        </a:cubicBezTo>
                        <a:cubicBezTo>
                          <a:pt x="79120" y="8756"/>
                          <a:pt x="80634" y="14093"/>
                          <a:pt x="80634" y="21169"/>
                        </a:cubicBezTo>
                        <a:lnTo>
                          <a:pt x="80634" y="43478"/>
                        </a:lnTo>
                        <a:lnTo>
                          <a:pt x="87837" y="44918"/>
                        </a:lnTo>
                        <a:lnTo>
                          <a:pt x="87837" y="52234"/>
                        </a:lnTo>
                        <a:lnTo>
                          <a:pt x="61807" y="52234"/>
                        </a:lnTo>
                        <a:lnTo>
                          <a:pt x="61807" y="44918"/>
                        </a:lnTo>
                        <a:lnTo>
                          <a:pt x="68587" y="43478"/>
                        </a:lnTo>
                        <a:lnTo>
                          <a:pt x="68587" y="21169"/>
                        </a:lnTo>
                        <a:cubicBezTo>
                          <a:pt x="68587" y="16852"/>
                          <a:pt x="67861" y="13793"/>
                          <a:pt x="66408" y="12114"/>
                        </a:cubicBezTo>
                        <a:cubicBezTo>
                          <a:pt x="64955" y="10375"/>
                          <a:pt x="62776" y="9535"/>
                          <a:pt x="59931" y="9535"/>
                        </a:cubicBezTo>
                        <a:cubicBezTo>
                          <a:pt x="57267" y="9535"/>
                          <a:pt x="55088" y="10375"/>
                          <a:pt x="53393" y="12054"/>
                        </a:cubicBezTo>
                        <a:cubicBezTo>
                          <a:pt x="51698" y="13733"/>
                          <a:pt x="50608" y="15832"/>
                          <a:pt x="50063" y="18471"/>
                        </a:cubicBezTo>
                        <a:lnTo>
                          <a:pt x="50063" y="43598"/>
                        </a:lnTo>
                        <a:lnTo>
                          <a:pt x="56601" y="45038"/>
                        </a:lnTo>
                        <a:lnTo>
                          <a:pt x="56601" y="52354"/>
                        </a:lnTo>
                        <a:lnTo>
                          <a:pt x="31539" y="52354"/>
                        </a:lnTo>
                        <a:lnTo>
                          <a:pt x="31539" y="45038"/>
                        </a:lnTo>
                        <a:lnTo>
                          <a:pt x="38077" y="43598"/>
                        </a:lnTo>
                        <a:lnTo>
                          <a:pt x="38077" y="21289"/>
                        </a:lnTo>
                        <a:cubicBezTo>
                          <a:pt x="38077" y="17151"/>
                          <a:pt x="37351" y="14153"/>
                          <a:pt x="35837" y="12294"/>
                        </a:cubicBezTo>
                        <a:cubicBezTo>
                          <a:pt x="34324" y="10495"/>
                          <a:pt x="32205" y="9595"/>
                          <a:pt x="29360" y="9595"/>
                        </a:cubicBezTo>
                        <a:cubicBezTo>
                          <a:pt x="26999" y="9595"/>
                          <a:pt x="25001" y="10075"/>
                          <a:pt x="23427" y="11035"/>
                        </a:cubicBezTo>
                        <a:cubicBezTo>
                          <a:pt x="21793" y="11994"/>
                          <a:pt x="20522" y="13313"/>
                          <a:pt x="19553" y="15053"/>
                        </a:cubicBezTo>
                        <a:lnTo>
                          <a:pt x="19553" y="43658"/>
                        </a:lnTo>
                        <a:lnTo>
                          <a:pt x="26273" y="45098"/>
                        </a:lnTo>
                        <a:lnTo>
                          <a:pt x="26273" y="52414"/>
                        </a:lnTo>
                        <a:lnTo>
                          <a:pt x="363" y="5241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9" name="Freeform 160">
                    <a:extLst>
                      <a:ext uri="{FF2B5EF4-FFF2-40B4-BE49-F238E27FC236}">
                        <a16:creationId xmlns:a16="http://schemas.microsoft.com/office/drawing/2014/main" id="{B1322C3E-B120-17AB-4F13-A1BEECE32E39}"/>
                      </a:ext>
                    </a:extLst>
                  </p:cNvPr>
                  <p:cNvSpPr/>
                  <p:nvPr/>
                </p:nvSpPr>
                <p:spPr>
                  <a:xfrm>
                    <a:off x="2755619" y="337137"/>
                    <a:ext cx="57448" cy="71844"/>
                  </a:xfrm>
                  <a:custGeom>
                    <a:avLst/>
                    <a:gdLst>
                      <a:gd name="connsiteX0" fmla="*/ 15134 w 57448"/>
                      <a:gd name="connsiteY0" fmla="*/ 71844 h 71844"/>
                      <a:gd name="connsiteX1" fmla="*/ 11744 w 57448"/>
                      <a:gd name="connsiteY1" fmla="*/ 71544 h 71844"/>
                      <a:gd name="connsiteX2" fmla="*/ 8354 w 57448"/>
                      <a:gd name="connsiteY2" fmla="*/ 70825 h 71844"/>
                      <a:gd name="connsiteX3" fmla="*/ 9686 w 57448"/>
                      <a:gd name="connsiteY3" fmla="*/ 61889 h 71844"/>
                      <a:gd name="connsiteX4" fmla="*/ 11744 w 57448"/>
                      <a:gd name="connsiteY4" fmla="*/ 62129 h 71844"/>
                      <a:gd name="connsiteX5" fmla="*/ 13681 w 57448"/>
                      <a:gd name="connsiteY5" fmla="*/ 62249 h 71844"/>
                      <a:gd name="connsiteX6" fmla="*/ 18766 w 57448"/>
                      <a:gd name="connsiteY6" fmla="*/ 60390 h 71844"/>
                      <a:gd name="connsiteX7" fmla="*/ 22096 w 57448"/>
                      <a:gd name="connsiteY7" fmla="*/ 55233 h 71844"/>
                      <a:gd name="connsiteX8" fmla="*/ 23670 w 57448"/>
                      <a:gd name="connsiteY8" fmla="*/ 51095 h 71844"/>
                      <a:gd name="connsiteX9" fmla="*/ 5993 w 57448"/>
                      <a:gd name="connsiteY9" fmla="*/ 8156 h 71844"/>
                      <a:gd name="connsiteX10" fmla="*/ 0 w 57448"/>
                      <a:gd name="connsiteY10" fmla="*/ 7316 h 71844"/>
                      <a:gd name="connsiteX11" fmla="*/ 0 w 57448"/>
                      <a:gd name="connsiteY11" fmla="*/ 0 h 71844"/>
                      <a:gd name="connsiteX12" fmla="*/ 25001 w 57448"/>
                      <a:gd name="connsiteY12" fmla="*/ 0 h 71844"/>
                      <a:gd name="connsiteX13" fmla="*/ 25001 w 57448"/>
                      <a:gd name="connsiteY13" fmla="*/ 7316 h 71844"/>
                      <a:gd name="connsiteX14" fmla="*/ 18645 w 57448"/>
                      <a:gd name="connsiteY14" fmla="*/ 8276 h 71844"/>
                      <a:gd name="connsiteX15" fmla="*/ 27604 w 57448"/>
                      <a:gd name="connsiteY15" fmla="*/ 32144 h 71844"/>
                      <a:gd name="connsiteX16" fmla="*/ 29178 w 57448"/>
                      <a:gd name="connsiteY16" fmla="*/ 36582 h 71844"/>
                      <a:gd name="connsiteX17" fmla="*/ 29481 w 57448"/>
                      <a:gd name="connsiteY17" fmla="*/ 36582 h 71844"/>
                      <a:gd name="connsiteX18" fmla="*/ 40075 w 57448"/>
                      <a:gd name="connsiteY18" fmla="*/ 8216 h 71844"/>
                      <a:gd name="connsiteX19" fmla="*/ 33718 w 57448"/>
                      <a:gd name="connsiteY19" fmla="*/ 7316 h 71844"/>
                      <a:gd name="connsiteX20" fmla="*/ 33718 w 57448"/>
                      <a:gd name="connsiteY20" fmla="*/ 0 h 71844"/>
                      <a:gd name="connsiteX21" fmla="*/ 57448 w 57448"/>
                      <a:gd name="connsiteY21" fmla="*/ 0 h 71844"/>
                      <a:gd name="connsiteX22" fmla="*/ 57448 w 57448"/>
                      <a:gd name="connsiteY22" fmla="*/ 7316 h 71844"/>
                      <a:gd name="connsiteX23" fmla="*/ 51879 w 57448"/>
                      <a:gd name="connsiteY23" fmla="*/ 8096 h 71844"/>
                      <a:gd name="connsiteX24" fmla="*/ 31842 w 57448"/>
                      <a:gd name="connsiteY24" fmla="*/ 58891 h 71844"/>
                      <a:gd name="connsiteX25" fmla="*/ 28270 w 57448"/>
                      <a:gd name="connsiteY25" fmla="*/ 65427 h 71844"/>
                      <a:gd name="connsiteX26" fmla="*/ 22943 w 57448"/>
                      <a:gd name="connsiteY26" fmla="*/ 70105 h 71844"/>
                      <a:gd name="connsiteX27" fmla="*/ 15073 w 57448"/>
                      <a:gd name="connsiteY27" fmla="*/ 71844 h 718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57448" h="71844">
                        <a:moveTo>
                          <a:pt x="15134" y="71844"/>
                        </a:moveTo>
                        <a:cubicBezTo>
                          <a:pt x="14165" y="71844"/>
                          <a:pt x="13015" y="71724"/>
                          <a:pt x="11744" y="71544"/>
                        </a:cubicBezTo>
                        <a:cubicBezTo>
                          <a:pt x="10473" y="71365"/>
                          <a:pt x="9323" y="71125"/>
                          <a:pt x="8354" y="70825"/>
                        </a:cubicBezTo>
                        <a:lnTo>
                          <a:pt x="9686" y="61889"/>
                        </a:lnTo>
                        <a:cubicBezTo>
                          <a:pt x="10231" y="62009"/>
                          <a:pt x="10957" y="62069"/>
                          <a:pt x="11744" y="62129"/>
                        </a:cubicBezTo>
                        <a:cubicBezTo>
                          <a:pt x="12531" y="62189"/>
                          <a:pt x="13197" y="62249"/>
                          <a:pt x="13681" y="62249"/>
                        </a:cubicBezTo>
                        <a:cubicBezTo>
                          <a:pt x="15679" y="62249"/>
                          <a:pt x="17374" y="61649"/>
                          <a:pt x="18766" y="60390"/>
                        </a:cubicBezTo>
                        <a:cubicBezTo>
                          <a:pt x="20158" y="59131"/>
                          <a:pt x="21248" y="57391"/>
                          <a:pt x="22096" y="55233"/>
                        </a:cubicBezTo>
                        <a:lnTo>
                          <a:pt x="23670" y="51095"/>
                        </a:lnTo>
                        <a:lnTo>
                          <a:pt x="5993" y="81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25001" y="0"/>
                        </a:lnTo>
                        <a:lnTo>
                          <a:pt x="25001" y="7316"/>
                        </a:lnTo>
                        <a:lnTo>
                          <a:pt x="18645" y="8276"/>
                        </a:lnTo>
                        <a:lnTo>
                          <a:pt x="27604" y="32144"/>
                        </a:lnTo>
                        <a:lnTo>
                          <a:pt x="29178" y="36582"/>
                        </a:lnTo>
                        <a:lnTo>
                          <a:pt x="29481" y="36582"/>
                        </a:lnTo>
                        <a:lnTo>
                          <a:pt x="40075" y="8216"/>
                        </a:lnTo>
                        <a:lnTo>
                          <a:pt x="33718" y="7316"/>
                        </a:lnTo>
                        <a:lnTo>
                          <a:pt x="33718" y="0"/>
                        </a:lnTo>
                        <a:lnTo>
                          <a:pt x="57448" y="0"/>
                        </a:lnTo>
                        <a:lnTo>
                          <a:pt x="57448" y="7316"/>
                        </a:lnTo>
                        <a:lnTo>
                          <a:pt x="51879" y="8096"/>
                        </a:lnTo>
                        <a:lnTo>
                          <a:pt x="31842" y="58891"/>
                        </a:lnTo>
                        <a:cubicBezTo>
                          <a:pt x="30873" y="61290"/>
                          <a:pt x="29723" y="63448"/>
                          <a:pt x="28270" y="65427"/>
                        </a:cubicBezTo>
                        <a:cubicBezTo>
                          <a:pt x="26878" y="67407"/>
                          <a:pt x="25062" y="68966"/>
                          <a:pt x="22943" y="70105"/>
                        </a:cubicBezTo>
                        <a:cubicBezTo>
                          <a:pt x="20764" y="71245"/>
                          <a:pt x="18161" y="71844"/>
                          <a:pt x="15073" y="7184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0" name="Freeform 161">
                    <a:extLst>
                      <a:ext uri="{FF2B5EF4-FFF2-40B4-BE49-F238E27FC236}">
                        <a16:creationId xmlns:a16="http://schemas.microsoft.com/office/drawing/2014/main" id="{A5572BA2-03E8-BA4F-ACA0-ADE2E6CB8E59}"/>
                      </a:ext>
                    </a:extLst>
                  </p:cNvPr>
                  <p:cNvSpPr/>
                  <p:nvPr/>
                </p:nvSpPr>
                <p:spPr>
                  <a:xfrm>
                    <a:off x="2841035" y="313448"/>
                    <a:ext cx="34021" cy="74842"/>
                  </a:xfrm>
                  <a:custGeom>
                    <a:avLst/>
                    <a:gdLst>
                      <a:gd name="connsiteX0" fmla="*/ 666 w 34021"/>
                      <a:gd name="connsiteY0" fmla="*/ 74843 h 74842"/>
                      <a:gd name="connsiteX1" fmla="*/ 666 w 34021"/>
                      <a:gd name="connsiteY1" fmla="*/ 67526 h 74842"/>
                      <a:gd name="connsiteX2" fmla="*/ 7870 w 34021"/>
                      <a:gd name="connsiteY2" fmla="*/ 66087 h 74842"/>
                      <a:gd name="connsiteX3" fmla="*/ 7870 w 34021"/>
                      <a:gd name="connsiteY3" fmla="*/ 32144 h 74842"/>
                      <a:gd name="connsiteX4" fmla="*/ 0 w 34021"/>
                      <a:gd name="connsiteY4" fmla="*/ 32144 h 74842"/>
                      <a:gd name="connsiteX5" fmla="*/ 0 w 34021"/>
                      <a:gd name="connsiteY5" fmla="*/ 23628 h 74842"/>
                      <a:gd name="connsiteX6" fmla="*/ 7870 w 34021"/>
                      <a:gd name="connsiteY6" fmla="*/ 23628 h 74842"/>
                      <a:gd name="connsiteX7" fmla="*/ 7870 w 34021"/>
                      <a:gd name="connsiteY7" fmla="*/ 17631 h 74842"/>
                      <a:gd name="connsiteX8" fmla="*/ 12591 w 34021"/>
                      <a:gd name="connsiteY8" fmla="*/ 4618 h 74842"/>
                      <a:gd name="connsiteX9" fmla="*/ 25728 w 34021"/>
                      <a:gd name="connsiteY9" fmla="*/ 0 h 74842"/>
                      <a:gd name="connsiteX10" fmla="*/ 29904 w 34021"/>
                      <a:gd name="connsiteY10" fmla="*/ 300 h 74842"/>
                      <a:gd name="connsiteX11" fmla="*/ 34021 w 34021"/>
                      <a:gd name="connsiteY11" fmla="*/ 1079 h 74842"/>
                      <a:gd name="connsiteX12" fmla="*/ 32810 w 34021"/>
                      <a:gd name="connsiteY12" fmla="*/ 10015 h 74842"/>
                      <a:gd name="connsiteX13" fmla="*/ 30328 w 34021"/>
                      <a:gd name="connsiteY13" fmla="*/ 9595 h 74842"/>
                      <a:gd name="connsiteX14" fmla="*/ 27423 w 34021"/>
                      <a:gd name="connsiteY14" fmla="*/ 9415 h 74842"/>
                      <a:gd name="connsiteX15" fmla="*/ 21732 w 34021"/>
                      <a:gd name="connsiteY15" fmla="*/ 11514 h 74842"/>
                      <a:gd name="connsiteX16" fmla="*/ 19856 w 34021"/>
                      <a:gd name="connsiteY16" fmla="*/ 17571 h 74842"/>
                      <a:gd name="connsiteX17" fmla="*/ 19856 w 34021"/>
                      <a:gd name="connsiteY17" fmla="*/ 23568 h 74842"/>
                      <a:gd name="connsiteX18" fmla="*/ 31418 w 34021"/>
                      <a:gd name="connsiteY18" fmla="*/ 23568 h 74842"/>
                      <a:gd name="connsiteX19" fmla="*/ 31418 w 34021"/>
                      <a:gd name="connsiteY19" fmla="*/ 32084 h 74842"/>
                      <a:gd name="connsiteX20" fmla="*/ 19856 w 34021"/>
                      <a:gd name="connsiteY20" fmla="*/ 32084 h 74842"/>
                      <a:gd name="connsiteX21" fmla="*/ 19856 w 34021"/>
                      <a:gd name="connsiteY21" fmla="*/ 66027 h 74842"/>
                      <a:gd name="connsiteX22" fmla="*/ 28875 w 34021"/>
                      <a:gd name="connsiteY22" fmla="*/ 67466 h 74842"/>
                      <a:gd name="connsiteX23" fmla="*/ 28875 w 34021"/>
                      <a:gd name="connsiteY23" fmla="*/ 74783 h 74842"/>
                      <a:gd name="connsiteX24" fmla="*/ 666 w 34021"/>
                      <a:gd name="connsiteY24" fmla="*/ 74783 h 748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34021" h="74842">
                        <a:moveTo>
                          <a:pt x="666" y="74843"/>
                        </a:moveTo>
                        <a:lnTo>
                          <a:pt x="666" y="67526"/>
                        </a:lnTo>
                        <a:lnTo>
                          <a:pt x="7870" y="66087"/>
                        </a:lnTo>
                        <a:lnTo>
                          <a:pt x="7870" y="32144"/>
                        </a:lnTo>
                        <a:lnTo>
                          <a:pt x="0" y="32144"/>
                        </a:lnTo>
                        <a:lnTo>
                          <a:pt x="0" y="23628"/>
                        </a:lnTo>
                        <a:lnTo>
                          <a:pt x="7870" y="23628"/>
                        </a:lnTo>
                        <a:lnTo>
                          <a:pt x="7870" y="17631"/>
                        </a:lnTo>
                        <a:cubicBezTo>
                          <a:pt x="7870" y="11994"/>
                          <a:pt x="9444" y="7676"/>
                          <a:pt x="12591" y="4618"/>
                        </a:cubicBezTo>
                        <a:cubicBezTo>
                          <a:pt x="15739" y="1559"/>
                          <a:pt x="20098" y="0"/>
                          <a:pt x="25728" y="0"/>
                        </a:cubicBezTo>
                        <a:cubicBezTo>
                          <a:pt x="27059" y="0"/>
                          <a:pt x="28452" y="120"/>
                          <a:pt x="29904" y="300"/>
                        </a:cubicBezTo>
                        <a:cubicBezTo>
                          <a:pt x="31418" y="480"/>
                          <a:pt x="32750" y="780"/>
                          <a:pt x="34021" y="1079"/>
                        </a:cubicBezTo>
                        <a:lnTo>
                          <a:pt x="32810" y="10015"/>
                        </a:lnTo>
                        <a:cubicBezTo>
                          <a:pt x="32144" y="9835"/>
                          <a:pt x="31297" y="9715"/>
                          <a:pt x="30328" y="9595"/>
                        </a:cubicBezTo>
                        <a:cubicBezTo>
                          <a:pt x="29360" y="9475"/>
                          <a:pt x="28391" y="9415"/>
                          <a:pt x="27423" y="9415"/>
                        </a:cubicBezTo>
                        <a:cubicBezTo>
                          <a:pt x="24880" y="9415"/>
                          <a:pt x="22943" y="10135"/>
                          <a:pt x="21732" y="11514"/>
                        </a:cubicBezTo>
                        <a:cubicBezTo>
                          <a:pt x="20461" y="12894"/>
                          <a:pt x="19856" y="14933"/>
                          <a:pt x="19856" y="17571"/>
                        </a:cubicBezTo>
                        <a:lnTo>
                          <a:pt x="19856" y="23568"/>
                        </a:lnTo>
                        <a:lnTo>
                          <a:pt x="31418" y="23568"/>
                        </a:lnTo>
                        <a:lnTo>
                          <a:pt x="31418" y="32084"/>
                        </a:lnTo>
                        <a:lnTo>
                          <a:pt x="19856" y="32084"/>
                        </a:lnTo>
                        <a:lnTo>
                          <a:pt x="19856" y="66027"/>
                        </a:lnTo>
                        <a:lnTo>
                          <a:pt x="28875" y="67466"/>
                        </a:lnTo>
                        <a:lnTo>
                          <a:pt x="28875" y="74783"/>
                        </a:lnTo>
                        <a:lnTo>
                          <a:pt x="666" y="747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1" name="Freeform 162">
                    <a:extLst>
                      <a:ext uri="{FF2B5EF4-FFF2-40B4-BE49-F238E27FC236}">
                        <a16:creationId xmlns:a16="http://schemas.microsoft.com/office/drawing/2014/main" id="{BAF462A2-3486-146E-1B33-74CA3F12AD73}"/>
                      </a:ext>
                    </a:extLst>
                  </p:cNvPr>
                  <p:cNvSpPr/>
                  <p:nvPr/>
                </p:nvSpPr>
                <p:spPr>
                  <a:xfrm>
                    <a:off x="2878082" y="336117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3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6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6" y="563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2" y="1139"/>
                          <a:pt x="36563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2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6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2" name="Freeform 163">
                    <a:extLst>
                      <a:ext uri="{FF2B5EF4-FFF2-40B4-BE49-F238E27FC236}">
                        <a16:creationId xmlns:a16="http://schemas.microsoft.com/office/drawing/2014/main" id="{282343B8-876D-6F79-5A57-8A3D422D7FFA}"/>
                      </a:ext>
                    </a:extLst>
                  </p:cNvPr>
                  <p:cNvSpPr/>
                  <p:nvPr/>
                </p:nvSpPr>
                <p:spPr>
                  <a:xfrm>
                    <a:off x="2932504" y="336057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2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2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9" name="Graphic 6">
                  <a:extLst>
                    <a:ext uri="{FF2B5EF4-FFF2-40B4-BE49-F238E27FC236}">
                      <a16:creationId xmlns:a16="http://schemas.microsoft.com/office/drawing/2014/main" id="{BCD607FA-584F-878C-9B34-1DBFF7911CCE}"/>
                    </a:ext>
                  </a:extLst>
                </p:cNvPr>
                <p:cNvGrpSpPr/>
                <p:nvPr/>
              </p:nvGrpSpPr>
              <p:grpSpPr>
                <a:xfrm>
                  <a:off x="2094326" y="420855"/>
                  <a:ext cx="973657" cy="93673"/>
                  <a:chOff x="2094326" y="420855"/>
                  <a:chExt cx="973657" cy="93673"/>
                </a:xfrm>
                <a:solidFill>
                  <a:srgbClr val="585860"/>
                </a:solidFill>
              </p:grpSpPr>
              <p:sp>
                <p:nvSpPr>
                  <p:cNvPr id="20" name="Freeform 131">
                    <a:extLst>
                      <a:ext uri="{FF2B5EF4-FFF2-40B4-BE49-F238E27FC236}">
                        <a16:creationId xmlns:a16="http://schemas.microsoft.com/office/drawing/2014/main" id="{458EEEFA-574F-0F30-4460-B6F4D91B227B}"/>
                      </a:ext>
                    </a:extLst>
                  </p:cNvPr>
                  <p:cNvSpPr/>
                  <p:nvPr/>
                </p:nvSpPr>
                <p:spPr>
                  <a:xfrm>
                    <a:off x="2094326" y="424813"/>
                    <a:ext cx="54905" cy="70884"/>
                  </a:xfrm>
                  <a:custGeom>
                    <a:avLst/>
                    <a:gdLst>
                      <a:gd name="connsiteX0" fmla="*/ 32568 w 54905"/>
                      <a:gd name="connsiteY0" fmla="*/ 70885 h 70884"/>
                      <a:gd name="connsiteX1" fmla="*/ 15013 w 54905"/>
                      <a:gd name="connsiteY1" fmla="*/ 66567 h 70884"/>
                      <a:gd name="connsiteX2" fmla="*/ 3874 w 54905"/>
                      <a:gd name="connsiteY2" fmla="*/ 54453 h 70884"/>
                      <a:gd name="connsiteX3" fmla="*/ 0 w 54905"/>
                      <a:gd name="connsiteY3" fmla="*/ 36342 h 70884"/>
                      <a:gd name="connsiteX4" fmla="*/ 0 w 54905"/>
                      <a:gd name="connsiteY4" fmla="*/ 34603 h 70884"/>
                      <a:gd name="connsiteX5" fmla="*/ 3814 w 54905"/>
                      <a:gd name="connsiteY5" fmla="*/ 16732 h 70884"/>
                      <a:gd name="connsiteX6" fmla="*/ 14771 w 54905"/>
                      <a:gd name="connsiteY6" fmla="*/ 4498 h 70884"/>
                      <a:gd name="connsiteX7" fmla="*/ 31781 w 54905"/>
                      <a:gd name="connsiteY7" fmla="*/ 0 h 70884"/>
                      <a:gd name="connsiteX8" fmla="*/ 44615 w 54905"/>
                      <a:gd name="connsiteY8" fmla="*/ 2039 h 70884"/>
                      <a:gd name="connsiteX9" fmla="*/ 54906 w 54905"/>
                      <a:gd name="connsiteY9" fmla="*/ 7736 h 70884"/>
                      <a:gd name="connsiteX10" fmla="*/ 54906 w 54905"/>
                      <a:gd name="connsiteY10" fmla="*/ 23628 h 70884"/>
                      <a:gd name="connsiteX11" fmla="*/ 45765 w 54905"/>
                      <a:gd name="connsiteY11" fmla="*/ 23628 h 70884"/>
                      <a:gd name="connsiteX12" fmla="*/ 44494 w 54905"/>
                      <a:gd name="connsiteY12" fmla="*/ 12954 h 70884"/>
                      <a:gd name="connsiteX13" fmla="*/ 40983 w 54905"/>
                      <a:gd name="connsiteY13" fmla="*/ 11035 h 70884"/>
                      <a:gd name="connsiteX14" fmla="*/ 36806 w 54905"/>
                      <a:gd name="connsiteY14" fmla="*/ 9775 h 70884"/>
                      <a:gd name="connsiteX15" fmla="*/ 31842 w 54905"/>
                      <a:gd name="connsiteY15" fmla="*/ 9355 h 70884"/>
                      <a:gd name="connsiteX16" fmla="*/ 21127 w 54905"/>
                      <a:gd name="connsiteY16" fmla="*/ 12474 h 70884"/>
                      <a:gd name="connsiteX17" fmla="*/ 14347 w 54905"/>
                      <a:gd name="connsiteY17" fmla="*/ 21229 h 70884"/>
                      <a:gd name="connsiteX18" fmla="*/ 11986 w 54905"/>
                      <a:gd name="connsiteY18" fmla="*/ 34423 h 70884"/>
                      <a:gd name="connsiteX19" fmla="*/ 11986 w 54905"/>
                      <a:gd name="connsiteY19" fmla="*/ 36282 h 70884"/>
                      <a:gd name="connsiteX20" fmla="*/ 14468 w 54905"/>
                      <a:gd name="connsiteY20" fmla="*/ 49775 h 70884"/>
                      <a:gd name="connsiteX21" fmla="*/ 21611 w 54905"/>
                      <a:gd name="connsiteY21" fmla="*/ 58471 h 70884"/>
                      <a:gd name="connsiteX22" fmla="*/ 32750 w 54905"/>
                      <a:gd name="connsiteY22" fmla="*/ 61469 h 70884"/>
                      <a:gd name="connsiteX23" fmla="*/ 38985 w 54905"/>
                      <a:gd name="connsiteY23" fmla="*/ 60750 h 70884"/>
                      <a:gd name="connsiteX24" fmla="*/ 44433 w 54905"/>
                      <a:gd name="connsiteY24" fmla="*/ 58831 h 70884"/>
                      <a:gd name="connsiteX25" fmla="*/ 45704 w 54905"/>
                      <a:gd name="connsiteY25" fmla="*/ 49176 h 70884"/>
                      <a:gd name="connsiteX26" fmla="*/ 54785 w 54905"/>
                      <a:gd name="connsiteY26" fmla="*/ 49176 h 70884"/>
                      <a:gd name="connsiteX27" fmla="*/ 54785 w 54905"/>
                      <a:gd name="connsiteY27" fmla="*/ 65008 h 70884"/>
                      <a:gd name="connsiteX28" fmla="*/ 44978 w 54905"/>
                      <a:gd name="connsiteY28" fmla="*/ 69206 h 70884"/>
                      <a:gd name="connsiteX29" fmla="*/ 32508 w 54905"/>
                      <a:gd name="connsiteY29" fmla="*/ 70825 h 708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54905" h="70884">
                        <a:moveTo>
                          <a:pt x="32568" y="70885"/>
                        </a:moveTo>
                        <a:cubicBezTo>
                          <a:pt x="25728" y="70885"/>
                          <a:pt x="19856" y="69445"/>
                          <a:pt x="15013" y="66567"/>
                        </a:cubicBezTo>
                        <a:cubicBezTo>
                          <a:pt x="10170" y="63688"/>
                          <a:pt x="6417" y="59670"/>
                          <a:pt x="3874" y="54453"/>
                        </a:cubicBezTo>
                        <a:cubicBezTo>
                          <a:pt x="1332" y="49236"/>
                          <a:pt x="0" y="43239"/>
                          <a:pt x="0" y="36342"/>
                        </a:cubicBezTo>
                        <a:lnTo>
                          <a:pt x="0" y="34603"/>
                        </a:lnTo>
                        <a:cubicBezTo>
                          <a:pt x="0" y="27886"/>
                          <a:pt x="1271" y="21949"/>
                          <a:pt x="3814" y="16732"/>
                        </a:cubicBezTo>
                        <a:cubicBezTo>
                          <a:pt x="6356" y="11514"/>
                          <a:pt x="9988" y="7436"/>
                          <a:pt x="14771" y="4498"/>
                        </a:cubicBezTo>
                        <a:cubicBezTo>
                          <a:pt x="19493" y="1499"/>
                          <a:pt x="25183" y="0"/>
                          <a:pt x="31781" y="0"/>
                        </a:cubicBezTo>
                        <a:cubicBezTo>
                          <a:pt x="36382" y="0"/>
                          <a:pt x="40680" y="660"/>
                          <a:pt x="44615" y="2039"/>
                        </a:cubicBezTo>
                        <a:cubicBezTo>
                          <a:pt x="48550" y="3418"/>
                          <a:pt x="52000" y="5277"/>
                          <a:pt x="54906" y="7736"/>
                        </a:cubicBezTo>
                        <a:lnTo>
                          <a:pt x="54906" y="23628"/>
                        </a:lnTo>
                        <a:lnTo>
                          <a:pt x="45765" y="23628"/>
                        </a:lnTo>
                        <a:lnTo>
                          <a:pt x="44494" y="12954"/>
                        </a:lnTo>
                        <a:cubicBezTo>
                          <a:pt x="43465" y="12174"/>
                          <a:pt x="42254" y="11574"/>
                          <a:pt x="40983" y="11035"/>
                        </a:cubicBezTo>
                        <a:cubicBezTo>
                          <a:pt x="39711" y="10495"/>
                          <a:pt x="38319" y="10075"/>
                          <a:pt x="36806" y="9775"/>
                        </a:cubicBezTo>
                        <a:cubicBezTo>
                          <a:pt x="35292" y="9475"/>
                          <a:pt x="33658" y="9355"/>
                          <a:pt x="31842" y="9355"/>
                        </a:cubicBezTo>
                        <a:cubicBezTo>
                          <a:pt x="27665" y="9355"/>
                          <a:pt x="24093" y="10375"/>
                          <a:pt x="21127" y="12474"/>
                        </a:cubicBezTo>
                        <a:cubicBezTo>
                          <a:pt x="18161" y="14573"/>
                          <a:pt x="15860" y="17451"/>
                          <a:pt x="14347" y="21229"/>
                        </a:cubicBezTo>
                        <a:cubicBezTo>
                          <a:pt x="12773" y="25008"/>
                          <a:pt x="11986" y="29385"/>
                          <a:pt x="11986" y="34423"/>
                        </a:cubicBezTo>
                        <a:lnTo>
                          <a:pt x="11986" y="36282"/>
                        </a:lnTo>
                        <a:cubicBezTo>
                          <a:pt x="11986" y="41499"/>
                          <a:pt x="12834" y="45997"/>
                          <a:pt x="14468" y="49775"/>
                        </a:cubicBezTo>
                        <a:cubicBezTo>
                          <a:pt x="16103" y="53553"/>
                          <a:pt x="18524" y="56432"/>
                          <a:pt x="21611" y="58471"/>
                        </a:cubicBezTo>
                        <a:cubicBezTo>
                          <a:pt x="24699" y="60510"/>
                          <a:pt x="28452" y="61469"/>
                          <a:pt x="32750" y="61469"/>
                        </a:cubicBezTo>
                        <a:cubicBezTo>
                          <a:pt x="34868" y="61469"/>
                          <a:pt x="36927" y="61230"/>
                          <a:pt x="38985" y="60750"/>
                        </a:cubicBezTo>
                        <a:cubicBezTo>
                          <a:pt x="41043" y="60270"/>
                          <a:pt x="42859" y="59610"/>
                          <a:pt x="44433" y="58831"/>
                        </a:cubicBezTo>
                        <a:lnTo>
                          <a:pt x="45704" y="49176"/>
                        </a:lnTo>
                        <a:lnTo>
                          <a:pt x="54785" y="49176"/>
                        </a:lnTo>
                        <a:lnTo>
                          <a:pt x="54785" y="65008"/>
                        </a:lnTo>
                        <a:cubicBezTo>
                          <a:pt x="52121" y="66747"/>
                          <a:pt x="48852" y="68126"/>
                          <a:pt x="44978" y="69206"/>
                        </a:cubicBezTo>
                        <a:cubicBezTo>
                          <a:pt x="41104" y="70285"/>
                          <a:pt x="36927" y="70825"/>
                          <a:pt x="32508" y="70825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1" name="Freeform 132">
                    <a:extLst>
                      <a:ext uri="{FF2B5EF4-FFF2-40B4-BE49-F238E27FC236}">
                        <a16:creationId xmlns:a16="http://schemas.microsoft.com/office/drawing/2014/main" id="{72118D3F-EE62-C13E-FD23-990934A51D0D}"/>
                      </a:ext>
                    </a:extLst>
                  </p:cNvPr>
                  <p:cNvSpPr/>
                  <p:nvPr/>
                </p:nvSpPr>
                <p:spPr>
                  <a:xfrm>
                    <a:off x="2157283" y="442564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4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6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6" y="557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2" y="1139"/>
                          <a:pt x="36564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2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7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2" name="Freeform 133">
                    <a:extLst>
                      <a:ext uri="{FF2B5EF4-FFF2-40B4-BE49-F238E27FC236}">
                        <a16:creationId xmlns:a16="http://schemas.microsoft.com/office/drawing/2014/main" id="{33477EB7-E290-4A56-6B74-8C28D403EBD7}"/>
                      </a:ext>
                    </a:extLst>
                  </p:cNvPr>
                  <p:cNvSpPr/>
                  <p:nvPr/>
                </p:nvSpPr>
                <p:spPr>
                  <a:xfrm>
                    <a:off x="2211705" y="442504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2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2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" name="Freeform 134">
                    <a:extLst>
                      <a:ext uri="{FF2B5EF4-FFF2-40B4-BE49-F238E27FC236}">
                        <a16:creationId xmlns:a16="http://schemas.microsoft.com/office/drawing/2014/main" id="{EB3E67A9-7F5B-B31E-967E-8ED4D8FF2C90}"/>
                      </a:ext>
                    </a:extLst>
                  </p:cNvPr>
                  <p:cNvSpPr/>
                  <p:nvPr/>
                </p:nvSpPr>
                <p:spPr>
                  <a:xfrm>
                    <a:off x="2252082" y="442624"/>
                    <a:ext cx="53089" cy="71904"/>
                  </a:xfrm>
                  <a:custGeom>
                    <a:avLst/>
                    <a:gdLst>
                      <a:gd name="connsiteX0" fmla="*/ 605 w 53089"/>
                      <a:gd name="connsiteY0" fmla="*/ 71784 h 71904"/>
                      <a:gd name="connsiteX1" fmla="*/ 605 w 53089"/>
                      <a:gd name="connsiteY1" fmla="*/ 64468 h 71904"/>
                      <a:gd name="connsiteX2" fmla="*/ 7567 w 53089"/>
                      <a:gd name="connsiteY2" fmla="*/ 63029 h 71904"/>
                      <a:gd name="connsiteX3" fmla="*/ 7567 w 53089"/>
                      <a:gd name="connsiteY3" fmla="*/ 9655 h 71904"/>
                      <a:gd name="connsiteX4" fmla="*/ 0 w 53089"/>
                      <a:gd name="connsiteY4" fmla="*/ 8216 h 71904"/>
                      <a:gd name="connsiteX5" fmla="*/ 0 w 53089"/>
                      <a:gd name="connsiteY5" fmla="*/ 900 h 71904"/>
                      <a:gd name="connsiteX6" fmla="*/ 18403 w 53089"/>
                      <a:gd name="connsiteY6" fmla="*/ 900 h 71904"/>
                      <a:gd name="connsiteX7" fmla="*/ 19190 w 53089"/>
                      <a:gd name="connsiteY7" fmla="*/ 6957 h 71904"/>
                      <a:gd name="connsiteX8" fmla="*/ 25001 w 53089"/>
                      <a:gd name="connsiteY8" fmla="*/ 1799 h 71904"/>
                      <a:gd name="connsiteX9" fmla="*/ 33113 w 53089"/>
                      <a:gd name="connsiteY9" fmla="*/ 0 h 71904"/>
                      <a:gd name="connsiteX10" fmla="*/ 43888 w 53089"/>
                      <a:gd name="connsiteY10" fmla="*/ 3418 h 71904"/>
                      <a:gd name="connsiteX11" fmla="*/ 50729 w 53089"/>
                      <a:gd name="connsiteY11" fmla="*/ 12954 h 71904"/>
                      <a:gd name="connsiteX12" fmla="*/ 53090 w 53089"/>
                      <a:gd name="connsiteY12" fmla="*/ 27226 h 71904"/>
                      <a:gd name="connsiteX13" fmla="*/ 53090 w 53089"/>
                      <a:gd name="connsiteY13" fmla="*/ 28246 h 71904"/>
                      <a:gd name="connsiteX14" fmla="*/ 50729 w 53089"/>
                      <a:gd name="connsiteY14" fmla="*/ 41319 h 71904"/>
                      <a:gd name="connsiteX15" fmla="*/ 43888 w 53089"/>
                      <a:gd name="connsiteY15" fmla="*/ 50075 h 71904"/>
                      <a:gd name="connsiteX16" fmla="*/ 33113 w 53089"/>
                      <a:gd name="connsiteY16" fmla="*/ 53194 h 71904"/>
                      <a:gd name="connsiteX17" fmla="*/ 25304 w 53089"/>
                      <a:gd name="connsiteY17" fmla="*/ 51634 h 71904"/>
                      <a:gd name="connsiteX18" fmla="*/ 19553 w 53089"/>
                      <a:gd name="connsiteY18" fmla="*/ 47137 h 71904"/>
                      <a:gd name="connsiteX19" fmla="*/ 19553 w 53089"/>
                      <a:gd name="connsiteY19" fmla="*/ 63149 h 71904"/>
                      <a:gd name="connsiteX20" fmla="*/ 26938 w 53089"/>
                      <a:gd name="connsiteY20" fmla="*/ 64588 h 71904"/>
                      <a:gd name="connsiteX21" fmla="*/ 26938 w 53089"/>
                      <a:gd name="connsiteY21" fmla="*/ 71904 h 71904"/>
                      <a:gd name="connsiteX22" fmla="*/ 605 w 53089"/>
                      <a:gd name="connsiteY22" fmla="*/ 71904 h 71904"/>
                      <a:gd name="connsiteX23" fmla="*/ 29420 w 53089"/>
                      <a:gd name="connsiteY23" fmla="*/ 43898 h 71904"/>
                      <a:gd name="connsiteX24" fmla="*/ 38198 w 53089"/>
                      <a:gd name="connsiteY24" fmla="*/ 39580 h 71904"/>
                      <a:gd name="connsiteX25" fmla="*/ 41043 w 53089"/>
                      <a:gd name="connsiteY25" fmla="*/ 28126 h 71904"/>
                      <a:gd name="connsiteX26" fmla="*/ 41043 w 53089"/>
                      <a:gd name="connsiteY26" fmla="*/ 27107 h 71904"/>
                      <a:gd name="connsiteX27" fmla="*/ 39772 w 53089"/>
                      <a:gd name="connsiteY27" fmla="*/ 17811 h 71904"/>
                      <a:gd name="connsiteX28" fmla="*/ 35898 w 53089"/>
                      <a:gd name="connsiteY28" fmla="*/ 11574 h 71904"/>
                      <a:gd name="connsiteX29" fmla="*/ 29360 w 53089"/>
                      <a:gd name="connsiteY29" fmla="*/ 9355 h 71904"/>
                      <a:gd name="connsiteX30" fmla="*/ 23548 w 53089"/>
                      <a:gd name="connsiteY30" fmla="*/ 10855 h 71904"/>
                      <a:gd name="connsiteX31" fmla="*/ 19553 w 53089"/>
                      <a:gd name="connsiteY31" fmla="*/ 15053 h 71904"/>
                      <a:gd name="connsiteX32" fmla="*/ 19553 w 53089"/>
                      <a:gd name="connsiteY32" fmla="*/ 38501 h 71904"/>
                      <a:gd name="connsiteX33" fmla="*/ 23488 w 53089"/>
                      <a:gd name="connsiteY33" fmla="*/ 42519 h 71904"/>
                      <a:gd name="connsiteX34" fmla="*/ 29420 w 53089"/>
                      <a:gd name="connsiteY34" fmla="*/ 43898 h 719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53089" h="71904">
                        <a:moveTo>
                          <a:pt x="605" y="71784"/>
                        </a:moveTo>
                        <a:lnTo>
                          <a:pt x="605" y="64468"/>
                        </a:lnTo>
                        <a:lnTo>
                          <a:pt x="7567" y="63029"/>
                        </a:lnTo>
                        <a:lnTo>
                          <a:pt x="7567" y="9655"/>
                        </a:lnTo>
                        <a:lnTo>
                          <a:pt x="0" y="8216"/>
                        </a:lnTo>
                        <a:lnTo>
                          <a:pt x="0" y="900"/>
                        </a:lnTo>
                        <a:lnTo>
                          <a:pt x="18403" y="900"/>
                        </a:lnTo>
                        <a:lnTo>
                          <a:pt x="19190" y="6957"/>
                        </a:lnTo>
                        <a:cubicBezTo>
                          <a:pt x="20764" y="4738"/>
                          <a:pt x="22701" y="2999"/>
                          <a:pt x="25001" y="1799"/>
                        </a:cubicBezTo>
                        <a:cubicBezTo>
                          <a:pt x="27302" y="600"/>
                          <a:pt x="30026" y="0"/>
                          <a:pt x="33113" y="0"/>
                        </a:cubicBezTo>
                        <a:cubicBezTo>
                          <a:pt x="37290" y="0"/>
                          <a:pt x="40922" y="1139"/>
                          <a:pt x="43888" y="3418"/>
                        </a:cubicBezTo>
                        <a:cubicBezTo>
                          <a:pt x="46855" y="5697"/>
                          <a:pt x="49155" y="8876"/>
                          <a:pt x="50729" y="12954"/>
                        </a:cubicBezTo>
                        <a:cubicBezTo>
                          <a:pt x="52303" y="17032"/>
                          <a:pt x="53090" y="21769"/>
                          <a:pt x="53090" y="27226"/>
                        </a:cubicBezTo>
                        <a:lnTo>
                          <a:pt x="53090" y="28246"/>
                        </a:lnTo>
                        <a:cubicBezTo>
                          <a:pt x="53090" y="33223"/>
                          <a:pt x="52303" y="37601"/>
                          <a:pt x="50729" y="41319"/>
                        </a:cubicBezTo>
                        <a:cubicBezTo>
                          <a:pt x="49155" y="45038"/>
                          <a:pt x="46855" y="47976"/>
                          <a:pt x="43888" y="50075"/>
                        </a:cubicBezTo>
                        <a:cubicBezTo>
                          <a:pt x="40922" y="52174"/>
                          <a:pt x="37350" y="53194"/>
                          <a:pt x="33113" y="53194"/>
                        </a:cubicBezTo>
                        <a:cubicBezTo>
                          <a:pt x="30147" y="53194"/>
                          <a:pt x="27544" y="52654"/>
                          <a:pt x="25304" y="51634"/>
                        </a:cubicBezTo>
                        <a:cubicBezTo>
                          <a:pt x="23064" y="50615"/>
                          <a:pt x="21188" y="49116"/>
                          <a:pt x="19553" y="47137"/>
                        </a:cubicBezTo>
                        <a:lnTo>
                          <a:pt x="19553" y="63149"/>
                        </a:lnTo>
                        <a:lnTo>
                          <a:pt x="26938" y="64588"/>
                        </a:lnTo>
                        <a:lnTo>
                          <a:pt x="26938" y="71904"/>
                        </a:lnTo>
                        <a:lnTo>
                          <a:pt x="605" y="71904"/>
                        </a:lnTo>
                        <a:close/>
                        <a:moveTo>
                          <a:pt x="29420" y="43898"/>
                        </a:moveTo>
                        <a:cubicBezTo>
                          <a:pt x="33355" y="43898"/>
                          <a:pt x="36261" y="42459"/>
                          <a:pt x="38198" y="39580"/>
                        </a:cubicBezTo>
                        <a:cubicBezTo>
                          <a:pt x="40075" y="36702"/>
                          <a:pt x="41043" y="32864"/>
                          <a:pt x="41043" y="28126"/>
                        </a:cubicBezTo>
                        <a:lnTo>
                          <a:pt x="41043" y="27107"/>
                        </a:lnTo>
                        <a:cubicBezTo>
                          <a:pt x="41043" y="23568"/>
                          <a:pt x="40619" y="20450"/>
                          <a:pt x="39772" y="17811"/>
                        </a:cubicBezTo>
                        <a:cubicBezTo>
                          <a:pt x="38924" y="15172"/>
                          <a:pt x="37653" y="13074"/>
                          <a:pt x="35898" y="11574"/>
                        </a:cubicBezTo>
                        <a:cubicBezTo>
                          <a:pt x="34142" y="10075"/>
                          <a:pt x="31963" y="9355"/>
                          <a:pt x="29360" y="9355"/>
                        </a:cubicBezTo>
                        <a:cubicBezTo>
                          <a:pt x="27120" y="9355"/>
                          <a:pt x="25183" y="9835"/>
                          <a:pt x="23548" y="10855"/>
                        </a:cubicBezTo>
                        <a:cubicBezTo>
                          <a:pt x="21914" y="11874"/>
                          <a:pt x="20582" y="13253"/>
                          <a:pt x="19553" y="15053"/>
                        </a:cubicBezTo>
                        <a:lnTo>
                          <a:pt x="19553" y="38501"/>
                        </a:lnTo>
                        <a:cubicBezTo>
                          <a:pt x="20582" y="40240"/>
                          <a:pt x="21914" y="41559"/>
                          <a:pt x="23488" y="42519"/>
                        </a:cubicBezTo>
                        <a:cubicBezTo>
                          <a:pt x="25122" y="43478"/>
                          <a:pt x="27059" y="43898"/>
                          <a:pt x="29420" y="4389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4" name="Freeform 135">
                    <a:extLst>
                      <a:ext uri="{FF2B5EF4-FFF2-40B4-BE49-F238E27FC236}">
                        <a16:creationId xmlns:a16="http://schemas.microsoft.com/office/drawing/2014/main" id="{F7115137-23AF-B1A1-2B49-D648FECD2A2F}"/>
                      </a:ext>
                    </a:extLst>
                  </p:cNvPr>
                  <p:cNvSpPr/>
                  <p:nvPr/>
                </p:nvSpPr>
                <p:spPr>
                  <a:xfrm>
                    <a:off x="2313284" y="442564"/>
                    <a:ext cx="47641" cy="53133"/>
                  </a:xfrm>
                  <a:custGeom>
                    <a:avLst/>
                    <a:gdLst>
                      <a:gd name="connsiteX0" fmla="*/ 23851 w 47641"/>
                      <a:gd name="connsiteY0" fmla="*/ 53134 h 53133"/>
                      <a:gd name="connsiteX1" fmla="*/ 11078 w 47641"/>
                      <a:gd name="connsiteY1" fmla="*/ 49835 h 53133"/>
                      <a:gd name="connsiteX2" fmla="*/ 2845 w 47641"/>
                      <a:gd name="connsiteY2" fmla="*/ 40660 h 53133"/>
                      <a:gd name="connsiteX3" fmla="*/ 0 w 47641"/>
                      <a:gd name="connsiteY3" fmla="*/ 27107 h 53133"/>
                      <a:gd name="connsiteX4" fmla="*/ 0 w 47641"/>
                      <a:gd name="connsiteY4" fmla="*/ 26087 h 53133"/>
                      <a:gd name="connsiteX5" fmla="*/ 2845 w 47641"/>
                      <a:gd name="connsiteY5" fmla="*/ 12594 h 53133"/>
                      <a:gd name="connsiteX6" fmla="*/ 11078 w 47641"/>
                      <a:gd name="connsiteY6" fmla="*/ 3358 h 53133"/>
                      <a:gd name="connsiteX7" fmla="*/ 23791 w 47641"/>
                      <a:gd name="connsiteY7" fmla="*/ 0 h 53133"/>
                      <a:gd name="connsiteX8" fmla="*/ 36564 w 47641"/>
                      <a:gd name="connsiteY8" fmla="*/ 3358 h 53133"/>
                      <a:gd name="connsiteX9" fmla="*/ 44796 w 47641"/>
                      <a:gd name="connsiteY9" fmla="*/ 12534 h 53133"/>
                      <a:gd name="connsiteX10" fmla="*/ 47642 w 47641"/>
                      <a:gd name="connsiteY10" fmla="*/ 26087 h 53133"/>
                      <a:gd name="connsiteX11" fmla="*/ 47642 w 47641"/>
                      <a:gd name="connsiteY11" fmla="*/ 27107 h 53133"/>
                      <a:gd name="connsiteX12" fmla="*/ 44796 w 47641"/>
                      <a:gd name="connsiteY12" fmla="*/ 40660 h 53133"/>
                      <a:gd name="connsiteX13" fmla="*/ 36624 w 47641"/>
                      <a:gd name="connsiteY13" fmla="*/ 49835 h 53133"/>
                      <a:gd name="connsiteX14" fmla="*/ 23912 w 47641"/>
                      <a:gd name="connsiteY14" fmla="*/ 53134 h 53133"/>
                      <a:gd name="connsiteX15" fmla="*/ 23851 w 47641"/>
                      <a:gd name="connsiteY15" fmla="*/ 43958 h 53133"/>
                      <a:gd name="connsiteX16" fmla="*/ 30449 w 47641"/>
                      <a:gd name="connsiteY16" fmla="*/ 41799 h 53133"/>
                      <a:gd name="connsiteX17" fmla="*/ 34324 w 47641"/>
                      <a:gd name="connsiteY17" fmla="*/ 35862 h 53133"/>
                      <a:gd name="connsiteX18" fmla="*/ 35595 w 47641"/>
                      <a:gd name="connsiteY18" fmla="*/ 27107 h 53133"/>
                      <a:gd name="connsiteX19" fmla="*/ 35595 w 47641"/>
                      <a:gd name="connsiteY19" fmla="*/ 26087 h 53133"/>
                      <a:gd name="connsiteX20" fmla="*/ 34324 w 47641"/>
                      <a:gd name="connsiteY20" fmla="*/ 17391 h 53133"/>
                      <a:gd name="connsiteX21" fmla="*/ 30389 w 47641"/>
                      <a:gd name="connsiteY21" fmla="*/ 11454 h 53133"/>
                      <a:gd name="connsiteX22" fmla="*/ 23730 w 47641"/>
                      <a:gd name="connsiteY22" fmla="*/ 9295 h 53133"/>
                      <a:gd name="connsiteX23" fmla="*/ 17132 w 47641"/>
                      <a:gd name="connsiteY23" fmla="*/ 11454 h 53133"/>
                      <a:gd name="connsiteX24" fmla="*/ 13257 w 47641"/>
                      <a:gd name="connsiteY24" fmla="*/ 17391 h 53133"/>
                      <a:gd name="connsiteX25" fmla="*/ 11986 w 47641"/>
                      <a:gd name="connsiteY25" fmla="*/ 26087 h 53133"/>
                      <a:gd name="connsiteX26" fmla="*/ 11986 w 47641"/>
                      <a:gd name="connsiteY26" fmla="*/ 27107 h 53133"/>
                      <a:gd name="connsiteX27" fmla="*/ 13257 w 47641"/>
                      <a:gd name="connsiteY27" fmla="*/ 35862 h 53133"/>
                      <a:gd name="connsiteX28" fmla="*/ 17192 w 47641"/>
                      <a:gd name="connsiteY28" fmla="*/ 41799 h 53133"/>
                      <a:gd name="connsiteX29" fmla="*/ 23851 w 47641"/>
                      <a:gd name="connsiteY29" fmla="*/ 4395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47641" h="53133">
                        <a:moveTo>
                          <a:pt x="23851" y="53134"/>
                        </a:moveTo>
                        <a:cubicBezTo>
                          <a:pt x="18887" y="53134"/>
                          <a:pt x="14589" y="52054"/>
                          <a:pt x="11078" y="49835"/>
                        </a:cubicBezTo>
                        <a:cubicBezTo>
                          <a:pt x="7507" y="47616"/>
                          <a:pt x="4782" y="44558"/>
                          <a:pt x="2845" y="40660"/>
                        </a:cubicBezTo>
                        <a:cubicBezTo>
                          <a:pt x="908" y="36762"/>
                          <a:pt x="0" y="32204"/>
                          <a:pt x="0" y="27107"/>
                        </a:cubicBezTo>
                        <a:lnTo>
                          <a:pt x="0" y="26087"/>
                        </a:lnTo>
                        <a:cubicBezTo>
                          <a:pt x="0" y="20990"/>
                          <a:pt x="969" y="16492"/>
                          <a:pt x="2845" y="12594"/>
                        </a:cubicBezTo>
                        <a:cubicBezTo>
                          <a:pt x="4782" y="8696"/>
                          <a:pt x="7507" y="5577"/>
                          <a:pt x="11078" y="3358"/>
                        </a:cubicBezTo>
                        <a:cubicBezTo>
                          <a:pt x="14650" y="1139"/>
                          <a:pt x="18887" y="0"/>
                          <a:pt x="23791" y="0"/>
                        </a:cubicBezTo>
                        <a:cubicBezTo>
                          <a:pt x="28694" y="0"/>
                          <a:pt x="33053" y="1139"/>
                          <a:pt x="36564" y="3358"/>
                        </a:cubicBezTo>
                        <a:cubicBezTo>
                          <a:pt x="40135" y="5577"/>
                          <a:pt x="42859" y="8636"/>
                          <a:pt x="44796" y="12534"/>
                        </a:cubicBezTo>
                        <a:cubicBezTo>
                          <a:pt x="46734" y="16432"/>
                          <a:pt x="47642" y="20930"/>
                          <a:pt x="47642" y="26087"/>
                        </a:cubicBezTo>
                        <a:lnTo>
                          <a:pt x="47642" y="27107"/>
                        </a:lnTo>
                        <a:cubicBezTo>
                          <a:pt x="47642" y="32204"/>
                          <a:pt x="46673" y="36762"/>
                          <a:pt x="44796" y="40660"/>
                        </a:cubicBezTo>
                        <a:cubicBezTo>
                          <a:pt x="42859" y="44558"/>
                          <a:pt x="40135" y="47676"/>
                          <a:pt x="36624" y="49835"/>
                        </a:cubicBezTo>
                        <a:cubicBezTo>
                          <a:pt x="33053" y="52054"/>
                          <a:pt x="28815" y="53134"/>
                          <a:pt x="23912" y="53134"/>
                        </a:cubicBezTo>
                        <a:close/>
                        <a:moveTo>
                          <a:pt x="23851" y="43958"/>
                        </a:moveTo>
                        <a:cubicBezTo>
                          <a:pt x="26515" y="43958"/>
                          <a:pt x="28754" y="43239"/>
                          <a:pt x="30449" y="41799"/>
                        </a:cubicBezTo>
                        <a:cubicBezTo>
                          <a:pt x="32205" y="40360"/>
                          <a:pt x="33476" y="38381"/>
                          <a:pt x="34324" y="35862"/>
                        </a:cubicBezTo>
                        <a:cubicBezTo>
                          <a:pt x="35171" y="33343"/>
                          <a:pt x="35595" y="30405"/>
                          <a:pt x="35595" y="27107"/>
                        </a:cubicBezTo>
                        <a:lnTo>
                          <a:pt x="35595" y="26087"/>
                        </a:lnTo>
                        <a:cubicBezTo>
                          <a:pt x="35595" y="22789"/>
                          <a:pt x="35171" y="19910"/>
                          <a:pt x="34324" y="17391"/>
                        </a:cubicBezTo>
                        <a:cubicBezTo>
                          <a:pt x="33476" y="14873"/>
                          <a:pt x="32144" y="12894"/>
                          <a:pt x="30389" y="11454"/>
                        </a:cubicBezTo>
                        <a:cubicBezTo>
                          <a:pt x="28633" y="10015"/>
                          <a:pt x="26394" y="9295"/>
                          <a:pt x="23730" y="9295"/>
                        </a:cubicBezTo>
                        <a:cubicBezTo>
                          <a:pt x="21067" y="9295"/>
                          <a:pt x="18887" y="10015"/>
                          <a:pt x="17132" y="11454"/>
                        </a:cubicBezTo>
                        <a:cubicBezTo>
                          <a:pt x="15376" y="12894"/>
                          <a:pt x="14105" y="14873"/>
                          <a:pt x="13257" y="17391"/>
                        </a:cubicBezTo>
                        <a:cubicBezTo>
                          <a:pt x="12410" y="19910"/>
                          <a:pt x="11986" y="22789"/>
                          <a:pt x="11986" y="26087"/>
                        </a:cubicBezTo>
                        <a:lnTo>
                          <a:pt x="11986" y="27107"/>
                        </a:lnTo>
                        <a:cubicBezTo>
                          <a:pt x="11986" y="30405"/>
                          <a:pt x="12410" y="33343"/>
                          <a:pt x="13257" y="35862"/>
                        </a:cubicBezTo>
                        <a:cubicBezTo>
                          <a:pt x="14105" y="38381"/>
                          <a:pt x="15437" y="40360"/>
                          <a:pt x="17192" y="41799"/>
                        </a:cubicBezTo>
                        <a:cubicBezTo>
                          <a:pt x="18948" y="43239"/>
                          <a:pt x="21188" y="43958"/>
                          <a:pt x="23851" y="4395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5" name="Freeform 136">
                    <a:extLst>
                      <a:ext uri="{FF2B5EF4-FFF2-40B4-BE49-F238E27FC236}">
                        <a16:creationId xmlns:a16="http://schemas.microsoft.com/office/drawing/2014/main" id="{3B895F4E-D19B-A8A5-DD70-AF9B19C416ED}"/>
                      </a:ext>
                    </a:extLst>
                  </p:cNvPr>
                  <p:cNvSpPr/>
                  <p:nvPr/>
                </p:nvSpPr>
                <p:spPr>
                  <a:xfrm>
                    <a:off x="2367705" y="442504"/>
                    <a:ext cx="36745" cy="52234"/>
                  </a:xfrm>
                  <a:custGeom>
                    <a:avLst/>
                    <a:gdLst>
                      <a:gd name="connsiteX0" fmla="*/ 424 w 36745"/>
                      <a:gd name="connsiteY0" fmla="*/ 52234 h 52234"/>
                      <a:gd name="connsiteX1" fmla="*/ 424 w 36745"/>
                      <a:gd name="connsiteY1" fmla="*/ 44918 h 52234"/>
                      <a:gd name="connsiteX2" fmla="*/ 7567 w 36745"/>
                      <a:gd name="connsiteY2" fmla="*/ 43478 h 52234"/>
                      <a:gd name="connsiteX3" fmla="*/ 7567 w 36745"/>
                      <a:gd name="connsiteY3" fmla="*/ 9715 h 52234"/>
                      <a:gd name="connsiteX4" fmla="*/ 0 w 36745"/>
                      <a:gd name="connsiteY4" fmla="*/ 8276 h 52234"/>
                      <a:gd name="connsiteX5" fmla="*/ 0 w 36745"/>
                      <a:gd name="connsiteY5" fmla="*/ 960 h 52234"/>
                      <a:gd name="connsiteX6" fmla="*/ 18645 w 36745"/>
                      <a:gd name="connsiteY6" fmla="*/ 960 h 52234"/>
                      <a:gd name="connsiteX7" fmla="*/ 19250 w 36745"/>
                      <a:gd name="connsiteY7" fmla="*/ 7376 h 52234"/>
                      <a:gd name="connsiteX8" fmla="*/ 19371 w 36745"/>
                      <a:gd name="connsiteY8" fmla="*/ 8396 h 52234"/>
                      <a:gd name="connsiteX9" fmla="*/ 24396 w 36745"/>
                      <a:gd name="connsiteY9" fmla="*/ 2159 h 52234"/>
                      <a:gd name="connsiteX10" fmla="*/ 31418 w 36745"/>
                      <a:gd name="connsiteY10" fmla="*/ 0 h 52234"/>
                      <a:gd name="connsiteX11" fmla="*/ 34263 w 36745"/>
                      <a:gd name="connsiteY11" fmla="*/ 240 h 52234"/>
                      <a:gd name="connsiteX12" fmla="*/ 36745 w 36745"/>
                      <a:gd name="connsiteY12" fmla="*/ 780 h 52234"/>
                      <a:gd name="connsiteX13" fmla="*/ 35353 w 36745"/>
                      <a:gd name="connsiteY13" fmla="*/ 11814 h 52234"/>
                      <a:gd name="connsiteX14" fmla="*/ 28633 w 36745"/>
                      <a:gd name="connsiteY14" fmla="*/ 11454 h 52234"/>
                      <a:gd name="connsiteX15" fmla="*/ 23185 w 36745"/>
                      <a:gd name="connsiteY15" fmla="*/ 12714 h 52234"/>
                      <a:gd name="connsiteX16" fmla="*/ 19614 w 36745"/>
                      <a:gd name="connsiteY16" fmla="*/ 16792 h 52234"/>
                      <a:gd name="connsiteX17" fmla="*/ 19614 w 36745"/>
                      <a:gd name="connsiteY17" fmla="*/ 43478 h 52234"/>
                      <a:gd name="connsiteX18" fmla="*/ 26757 w 36745"/>
                      <a:gd name="connsiteY18" fmla="*/ 44918 h 52234"/>
                      <a:gd name="connsiteX19" fmla="*/ 26757 w 36745"/>
                      <a:gd name="connsiteY19" fmla="*/ 52234 h 52234"/>
                      <a:gd name="connsiteX20" fmla="*/ 363 w 36745"/>
                      <a:gd name="connsiteY20" fmla="*/ 5223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6745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0" y="7376"/>
                        </a:lnTo>
                        <a:lnTo>
                          <a:pt x="19371" y="8396"/>
                        </a:lnTo>
                        <a:cubicBezTo>
                          <a:pt x="20764" y="5697"/>
                          <a:pt x="22398" y="3598"/>
                          <a:pt x="24396" y="2159"/>
                        </a:cubicBezTo>
                        <a:cubicBezTo>
                          <a:pt x="26394" y="720"/>
                          <a:pt x="28694" y="0"/>
                          <a:pt x="31418" y="0"/>
                        </a:cubicBezTo>
                        <a:cubicBezTo>
                          <a:pt x="32326" y="0"/>
                          <a:pt x="33234" y="60"/>
                          <a:pt x="34263" y="240"/>
                        </a:cubicBezTo>
                        <a:cubicBezTo>
                          <a:pt x="35292" y="420"/>
                          <a:pt x="36079" y="600"/>
                          <a:pt x="36745" y="780"/>
                        </a:cubicBezTo>
                        <a:lnTo>
                          <a:pt x="35353" y="11814"/>
                        </a:lnTo>
                        <a:lnTo>
                          <a:pt x="28633" y="11454"/>
                        </a:lnTo>
                        <a:cubicBezTo>
                          <a:pt x="26454" y="11334"/>
                          <a:pt x="24638" y="11754"/>
                          <a:pt x="23185" y="12714"/>
                        </a:cubicBezTo>
                        <a:cubicBezTo>
                          <a:pt x="21793" y="13673"/>
                          <a:pt x="20582" y="15053"/>
                          <a:pt x="19614" y="16792"/>
                        </a:cubicBezTo>
                        <a:lnTo>
                          <a:pt x="19614" y="43478"/>
                        </a:lnTo>
                        <a:lnTo>
                          <a:pt x="26757" y="44918"/>
                        </a:lnTo>
                        <a:lnTo>
                          <a:pt x="26757" y="52234"/>
                        </a:lnTo>
                        <a:lnTo>
                          <a:pt x="363" y="5223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6" name="Freeform 137">
                    <a:extLst>
                      <a:ext uri="{FF2B5EF4-FFF2-40B4-BE49-F238E27FC236}">
                        <a16:creationId xmlns:a16="http://schemas.microsoft.com/office/drawing/2014/main" id="{179EF522-4940-6093-3047-CC66C0B0E6A0}"/>
                      </a:ext>
                    </a:extLst>
                  </p:cNvPr>
                  <p:cNvSpPr/>
                  <p:nvPr/>
                </p:nvSpPr>
                <p:spPr>
                  <a:xfrm>
                    <a:off x="2409112" y="442564"/>
                    <a:ext cx="48247" cy="53133"/>
                  </a:xfrm>
                  <a:custGeom>
                    <a:avLst/>
                    <a:gdLst>
                      <a:gd name="connsiteX0" fmla="*/ 16708 w 48247"/>
                      <a:gd name="connsiteY0" fmla="*/ 53134 h 53133"/>
                      <a:gd name="connsiteX1" fmla="*/ 4419 w 48247"/>
                      <a:gd name="connsiteY1" fmla="*/ 49116 h 53133"/>
                      <a:gd name="connsiteX2" fmla="*/ 0 w 48247"/>
                      <a:gd name="connsiteY2" fmla="*/ 38021 h 53133"/>
                      <a:gd name="connsiteX3" fmla="*/ 2664 w 48247"/>
                      <a:gd name="connsiteY3" fmla="*/ 29565 h 53133"/>
                      <a:gd name="connsiteX4" fmla="*/ 10473 w 48247"/>
                      <a:gd name="connsiteY4" fmla="*/ 23868 h 53133"/>
                      <a:gd name="connsiteX5" fmla="*/ 23004 w 48247"/>
                      <a:gd name="connsiteY5" fmla="*/ 21829 h 53133"/>
                      <a:gd name="connsiteX6" fmla="*/ 30873 w 48247"/>
                      <a:gd name="connsiteY6" fmla="*/ 21829 h 53133"/>
                      <a:gd name="connsiteX7" fmla="*/ 30873 w 48247"/>
                      <a:gd name="connsiteY7" fmla="*/ 17511 h 53133"/>
                      <a:gd name="connsiteX8" fmla="*/ 28391 w 48247"/>
                      <a:gd name="connsiteY8" fmla="*/ 11035 h 53133"/>
                      <a:gd name="connsiteX9" fmla="*/ 21248 w 48247"/>
                      <a:gd name="connsiteY9" fmla="*/ 8636 h 53133"/>
                      <a:gd name="connsiteX10" fmla="*/ 16526 w 48247"/>
                      <a:gd name="connsiteY10" fmla="*/ 9295 h 53133"/>
                      <a:gd name="connsiteX11" fmla="*/ 12834 w 48247"/>
                      <a:gd name="connsiteY11" fmla="*/ 11094 h 53133"/>
                      <a:gd name="connsiteX12" fmla="*/ 11744 w 48247"/>
                      <a:gd name="connsiteY12" fmla="*/ 17991 h 53133"/>
                      <a:gd name="connsiteX13" fmla="*/ 2906 w 48247"/>
                      <a:gd name="connsiteY13" fmla="*/ 17991 h 53133"/>
                      <a:gd name="connsiteX14" fmla="*/ 2785 w 48247"/>
                      <a:gd name="connsiteY14" fmla="*/ 5337 h 53133"/>
                      <a:gd name="connsiteX15" fmla="*/ 11260 w 48247"/>
                      <a:gd name="connsiteY15" fmla="*/ 1439 h 53133"/>
                      <a:gd name="connsiteX16" fmla="*/ 21672 w 48247"/>
                      <a:gd name="connsiteY16" fmla="*/ 0 h 53133"/>
                      <a:gd name="connsiteX17" fmla="*/ 37169 w 48247"/>
                      <a:gd name="connsiteY17" fmla="*/ 4558 h 53133"/>
                      <a:gd name="connsiteX18" fmla="*/ 42859 w 48247"/>
                      <a:gd name="connsiteY18" fmla="*/ 17631 h 53133"/>
                      <a:gd name="connsiteX19" fmla="*/ 42859 w 48247"/>
                      <a:gd name="connsiteY19" fmla="*/ 40180 h 53133"/>
                      <a:gd name="connsiteX20" fmla="*/ 42859 w 48247"/>
                      <a:gd name="connsiteY20" fmla="*/ 42219 h 53133"/>
                      <a:gd name="connsiteX21" fmla="*/ 42980 w 48247"/>
                      <a:gd name="connsiteY21" fmla="*/ 44138 h 53133"/>
                      <a:gd name="connsiteX22" fmla="*/ 48247 w 48247"/>
                      <a:gd name="connsiteY22" fmla="*/ 44798 h 53133"/>
                      <a:gd name="connsiteX23" fmla="*/ 48247 w 48247"/>
                      <a:gd name="connsiteY23" fmla="*/ 52114 h 53133"/>
                      <a:gd name="connsiteX24" fmla="*/ 32508 w 48247"/>
                      <a:gd name="connsiteY24" fmla="*/ 52114 h 53133"/>
                      <a:gd name="connsiteX25" fmla="*/ 31600 w 48247"/>
                      <a:gd name="connsiteY25" fmla="*/ 48876 h 53133"/>
                      <a:gd name="connsiteX26" fmla="*/ 30994 w 48247"/>
                      <a:gd name="connsiteY26" fmla="*/ 45757 h 53133"/>
                      <a:gd name="connsiteX27" fmla="*/ 24759 w 48247"/>
                      <a:gd name="connsiteY27" fmla="*/ 51035 h 53133"/>
                      <a:gd name="connsiteX28" fmla="*/ 16526 w 48247"/>
                      <a:gd name="connsiteY28" fmla="*/ 53074 h 53133"/>
                      <a:gd name="connsiteX29" fmla="*/ 19432 w 48247"/>
                      <a:gd name="connsiteY29" fmla="*/ 43898 h 53133"/>
                      <a:gd name="connsiteX30" fmla="*/ 26212 w 48247"/>
                      <a:gd name="connsiteY30" fmla="*/ 42219 h 53133"/>
                      <a:gd name="connsiteX31" fmla="*/ 30934 w 48247"/>
                      <a:gd name="connsiteY31" fmla="*/ 37961 h 53133"/>
                      <a:gd name="connsiteX32" fmla="*/ 30934 w 48247"/>
                      <a:gd name="connsiteY32" fmla="*/ 29385 h 53133"/>
                      <a:gd name="connsiteX33" fmla="*/ 22883 w 48247"/>
                      <a:gd name="connsiteY33" fmla="*/ 29385 h 53133"/>
                      <a:gd name="connsiteX34" fmla="*/ 14710 w 48247"/>
                      <a:gd name="connsiteY34" fmla="*/ 31844 h 53133"/>
                      <a:gd name="connsiteX35" fmla="*/ 11986 w 48247"/>
                      <a:gd name="connsiteY35" fmla="*/ 37661 h 53133"/>
                      <a:gd name="connsiteX36" fmla="*/ 13923 w 48247"/>
                      <a:gd name="connsiteY36" fmla="*/ 42279 h 53133"/>
                      <a:gd name="connsiteX37" fmla="*/ 19432 w 48247"/>
                      <a:gd name="connsiteY37" fmla="*/ 43898 h 531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</a:cxnLst>
                    <a:rect l="l" t="t" r="r" b="b"/>
                    <a:pathLst>
                      <a:path w="48247" h="53133">
                        <a:moveTo>
                          <a:pt x="16708" y="53134"/>
                        </a:moveTo>
                        <a:cubicBezTo>
                          <a:pt x="11441" y="53134"/>
                          <a:pt x="7385" y="51814"/>
                          <a:pt x="4419" y="49116"/>
                        </a:cubicBezTo>
                        <a:cubicBezTo>
                          <a:pt x="1513" y="46417"/>
                          <a:pt x="0" y="42759"/>
                          <a:pt x="0" y="38021"/>
                        </a:cubicBezTo>
                        <a:cubicBezTo>
                          <a:pt x="0" y="34783"/>
                          <a:pt x="908" y="31964"/>
                          <a:pt x="2664" y="29565"/>
                        </a:cubicBezTo>
                        <a:cubicBezTo>
                          <a:pt x="4419" y="27166"/>
                          <a:pt x="7083" y="25247"/>
                          <a:pt x="10473" y="23868"/>
                        </a:cubicBezTo>
                        <a:cubicBezTo>
                          <a:pt x="13923" y="22489"/>
                          <a:pt x="18100" y="21829"/>
                          <a:pt x="23004" y="21829"/>
                        </a:cubicBezTo>
                        <a:lnTo>
                          <a:pt x="30873" y="21829"/>
                        </a:lnTo>
                        <a:lnTo>
                          <a:pt x="30873" y="17511"/>
                        </a:lnTo>
                        <a:cubicBezTo>
                          <a:pt x="30873" y="14813"/>
                          <a:pt x="30026" y="12654"/>
                          <a:pt x="28391" y="11035"/>
                        </a:cubicBezTo>
                        <a:cubicBezTo>
                          <a:pt x="26757" y="9415"/>
                          <a:pt x="24396" y="8636"/>
                          <a:pt x="21248" y="8636"/>
                        </a:cubicBezTo>
                        <a:cubicBezTo>
                          <a:pt x="19493" y="8636"/>
                          <a:pt x="17919" y="8876"/>
                          <a:pt x="16526" y="9295"/>
                        </a:cubicBezTo>
                        <a:cubicBezTo>
                          <a:pt x="15134" y="9715"/>
                          <a:pt x="13923" y="10315"/>
                          <a:pt x="12834" y="11094"/>
                        </a:cubicBezTo>
                        <a:lnTo>
                          <a:pt x="11744" y="17991"/>
                        </a:lnTo>
                        <a:lnTo>
                          <a:pt x="2906" y="17991"/>
                        </a:lnTo>
                        <a:lnTo>
                          <a:pt x="2785" y="5337"/>
                        </a:lnTo>
                        <a:cubicBezTo>
                          <a:pt x="5327" y="3718"/>
                          <a:pt x="8172" y="2399"/>
                          <a:pt x="11260" y="1439"/>
                        </a:cubicBezTo>
                        <a:cubicBezTo>
                          <a:pt x="14408" y="480"/>
                          <a:pt x="17858" y="0"/>
                          <a:pt x="21672" y="0"/>
                        </a:cubicBezTo>
                        <a:cubicBezTo>
                          <a:pt x="28210" y="0"/>
                          <a:pt x="33416" y="1499"/>
                          <a:pt x="37169" y="4558"/>
                        </a:cubicBezTo>
                        <a:cubicBezTo>
                          <a:pt x="40922" y="7616"/>
                          <a:pt x="42859" y="11934"/>
                          <a:pt x="42859" y="17631"/>
                        </a:cubicBezTo>
                        <a:lnTo>
                          <a:pt x="42859" y="40180"/>
                        </a:lnTo>
                        <a:cubicBezTo>
                          <a:pt x="42859" y="40900"/>
                          <a:pt x="42859" y="41559"/>
                          <a:pt x="42859" y="42219"/>
                        </a:cubicBezTo>
                        <a:cubicBezTo>
                          <a:pt x="42859" y="42879"/>
                          <a:pt x="42859" y="43538"/>
                          <a:pt x="42980" y="44138"/>
                        </a:cubicBezTo>
                        <a:lnTo>
                          <a:pt x="48247" y="44798"/>
                        </a:lnTo>
                        <a:lnTo>
                          <a:pt x="48247" y="52114"/>
                        </a:lnTo>
                        <a:lnTo>
                          <a:pt x="32508" y="52114"/>
                        </a:lnTo>
                        <a:cubicBezTo>
                          <a:pt x="32205" y="51035"/>
                          <a:pt x="31902" y="49955"/>
                          <a:pt x="31600" y="48876"/>
                        </a:cubicBezTo>
                        <a:cubicBezTo>
                          <a:pt x="31297" y="47796"/>
                          <a:pt x="31115" y="46777"/>
                          <a:pt x="30994" y="45757"/>
                        </a:cubicBezTo>
                        <a:cubicBezTo>
                          <a:pt x="29299" y="47916"/>
                          <a:pt x="27180" y="49655"/>
                          <a:pt x="24759" y="51035"/>
                        </a:cubicBezTo>
                        <a:cubicBezTo>
                          <a:pt x="22338" y="52414"/>
                          <a:pt x="19553" y="53074"/>
                          <a:pt x="16526" y="53074"/>
                        </a:cubicBezTo>
                        <a:close/>
                        <a:moveTo>
                          <a:pt x="19432" y="43898"/>
                        </a:moveTo>
                        <a:cubicBezTo>
                          <a:pt x="21853" y="43898"/>
                          <a:pt x="24093" y="43358"/>
                          <a:pt x="26212" y="42219"/>
                        </a:cubicBezTo>
                        <a:cubicBezTo>
                          <a:pt x="28331" y="41080"/>
                          <a:pt x="29905" y="39700"/>
                          <a:pt x="30934" y="37961"/>
                        </a:cubicBezTo>
                        <a:lnTo>
                          <a:pt x="30934" y="29385"/>
                        </a:lnTo>
                        <a:lnTo>
                          <a:pt x="22883" y="29385"/>
                        </a:lnTo>
                        <a:cubicBezTo>
                          <a:pt x="19311" y="29385"/>
                          <a:pt x="16587" y="30225"/>
                          <a:pt x="14710" y="31844"/>
                        </a:cubicBezTo>
                        <a:cubicBezTo>
                          <a:pt x="12834" y="33463"/>
                          <a:pt x="11986" y="35442"/>
                          <a:pt x="11986" y="37661"/>
                        </a:cubicBezTo>
                        <a:cubicBezTo>
                          <a:pt x="11986" y="39640"/>
                          <a:pt x="12652" y="41200"/>
                          <a:pt x="13923" y="42279"/>
                        </a:cubicBezTo>
                        <a:cubicBezTo>
                          <a:pt x="15194" y="43358"/>
                          <a:pt x="17011" y="43898"/>
                          <a:pt x="19432" y="4389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7" name="Freeform 138">
                    <a:extLst>
                      <a:ext uri="{FF2B5EF4-FFF2-40B4-BE49-F238E27FC236}">
                        <a16:creationId xmlns:a16="http://schemas.microsoft.com/office/drawing/2014/main" id="{3215C36A-4C8D-2F41-F272-87ECC3D197EA}"/>
                      </a:ext>
                    </a:extLst>
                  </p:cNvPr>
                  <p:cNvSpPr/>
                  <p:nvPr/>
                </p:nvSpPr>
                <p:spPr>
                  <a:xfrm>
                    <a:off x="2460265" y="431110"/>
                    <a:ext cx="31478" cy="64527"/>
                  </a:xfrm>
                  <a:custGeom>
                    <a:avLst/>
                    <a:gdLst>
                      <a:gd name="connsiteX0" fmla="*/ 21551 w 31478"/>
                      <a:gd name="connsiteY0" fmla="*/ 64528 h 64527"/>
                      <a:gd name="connsiteX1" fmla="*/ 11260 w 31478"/>
                      <a:gd name="connsiteY1" fmla="*/ 60870 h 64527"/>
                      <a:gd name="connsiteX2" fmla="*/ 7567 w 31478"/>
                      <a:gd name="connsiteY2" fmla="*/ 49176 h 64527"/>
                      <a:gd name="connsiteX3" fmla="*/ 7567 w 31478"/>
                      <a:gd name="connsiteY3" fmla="*/ 20990 h 64527"/>
                      <a:gd name="connsiteX4" fmla="*/ 0 w 31478"/>
                      <a:gd name="connsiteY4" fmla="*/ 20990 h 64527"/>
                      <a:gd name="connsiteX5" fmla="*/ 0 w 31478"/>
                      <a:gd name="connsiteY5" fmla="*/ 12474 h 64527"/>
                      <a:gd name="connsiteX6" fmla="*/ 7567 w 31478"/>
                      <a:gd name="connsiteY6" fmla="*/ 12474 h 64527"/>
                      <a:gd name="connsiteX7" fmla="*/ 7567 w 31478"/>
                      <a:gd name="connsiteY7" fmla="*/ 0 h 64527"/>
                      <a:gd name="connsiteX8" fmla="*/ 19553 w 31478"/>
                      <a:gd name="connsiteY8" fmla="*/ 0 h 64527"/>
                      <a:gd name="connsiteX9" fmla="*/ 19553 w 31478"/>
                      <a:gd name="connsiteY9" fmla="*/ 12474 h 64527"/>
                      <a:gd name="connsiteX10" fmla="*/ 29784 w 31478"/>
                      <a:gd name="connsiteY10" fmla="*/ 12474 h 64527"/>
                      <a:gd name="connsiteX11" fmla="*/ 29784 w 31478"/>
                      <a:gd name="connsiteY11" fmla="*/ 20990 h 64527"/>
                      <a:gd name="connsiteX12" fmla="*/ 19553 w 31478"/>
                      <a:gd name="connsiteY12" fmla="*/ 20990 h 64527"/>
                      <a:gd name="connsiteX13" fmla="*/ 19553 w 31478"/>
                      <a:gd name="connsiteY13" fmla="*/ 49176 h 64527"/>
                      <a:gd name="connsiteX14" fmla="*/ 20885 w 31478"/>
                      <a:gd name="connsiteY14" fmla="*/ 53913 h 64527"/>
                      <a:gd name="connsiteX15" fmla="*/ 24578 w 31478"/>
                      <a:gd name="connsiteY15" fmla="*/ 55412 h 64527"/>
                      <a:gd name="connsiteX16" fmla="*/ 27544 w 31478"/>
                      <a:gd name="connsiteY16" fmla="*/ 55173 h 64527"/>
                      <a:gd name="connsiteX17" fmla="*/ 30207 w 31478"/>
                      <a:gd name="connsiteY17" fmla="*/ 54693 h 64527"/>
                      <a:gd name="connsiteX18" fmla="*/ 31479 w 31478"/>
                      <a:gd name="connsiteY18" fmla="*/ 63089 h 64527"/>
                      <a:gd name="connsiteX19" fmla="*/ 26696 w 31478"/>
                      <a:gd name="connsiteY19" fmla="*/ 64108 h 64527"/>
                      <a:gd name="connsiteX20" fmla="*/ 21490 w 31478"/>
                      <a:gd name="connsiteY20" fmla="*/ 64528 h 645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31478" h="64527">
                        <a:moveTo>
                          <a:pt x="21551" y="64528"/>
                        </a:moveTo>
                        <a:cubicBezTo>
                          <a:pt x="17132" y="64528"/>
                          <a:pt x="13742" y="63329"/>
                          <a:pt x="11260" y="60870"/>
                        </a:cubicBezTo>
                        <a:cubicBezTo>
                          <a:pt x="8778" y="58411"/>
                          <a:pt x="7567" y="54513"/>
                          <a:pt x="7567" y="49176"/>
                        </a:cubicBezTo>
                        <a:lnTo>
                          <a:pt x="7567" y="20990"/>
                        </a:lnTo>
                        <a:lnTo>
                          <a:pt x="0" y="20990"/>
                        </a:lnTo>
                        <a:lnTo>
                          <a:pt x="0" y="12474"/>
                        </a:lnTo>
                        <a:lnTo>
                          <a:pt x="7567" y="12474"/>
                        </a:lnTo>
                        <a:lnTo>
                          <a:pt x="7567" y="0"/>
                        </a:lnTo>
                        <a:lnTo>
                          <a:pt x="19553" y="0"/>
                        </a:lnTo>
                        <a:lnTo>
                          <a:pt x="19553" y="12474"/>
                        </a:lnTo>
                        <a:lnTo>
                          <a:pt x="29784" y="12474"/>
                        </a:lnTo>
                        <a:lnTo>
                          <a:pt x="29784" y="20990"/>
                        </a:lnTo>
                        <a:lnTo>
                          <a:pt x="19553" y="20990"/>
                        </a:lnTo>
                        <a:lnTo>
                          <a:pt x="19553" y="49176"/>
                        </a:lnTo>
                        <a:cubicBezTo>
                          <a:pt x="19553" y="51334"/>
                          <a:pt x="19977" y="52954"/>
                          <a:pt x="20885" y="53913"/>
                        </a:cubicBezTo>
                        <a:cubicBezTo>
                          <a:pt x="21793" y="54933"/>
                          <a:pt x="23004" y="55412"/>
                          <a:pt x="24578" y="55412"/>
                        </a:cubicBezTo>
                        <a:cubicBezTo>
                          <a:pt x="25486" y="55412"/>
                          <a:pt x="26454" y="55352"/>
                          <a:pt x="27544" y="55173"/>
                        </a:cubicBezTo>
                        <a:cubicBezTo>
                          <a:pt x="28633" y="54993"/>
                          <a:pt x="29541" y="54873"/>
                          <a:pt x="30207" y="54693"/>
                        </a:cubicBezTo>
                        <a:lnTo>
                          <a:pt x="31479" y="63089"/>
                        </a:lnTo>
                        <a:cubicBezTo>
                          <a:pt x="30086" y="63508"/>
                          <a:pt x="28452" y="63868"/>
                          <a:pt x="26696" y="64108"/>
                        </a:cubicBezTo>
                        <a:cubicBezTo>
                          <a:pt x="24880" y="64408"/>
                          <a:pt x="23185" y="64528"/>
                          <a:pt x="21490" y="64528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8" name="Freeform 139">
                    <a:extLst>
                      <a:ext uri="{FF2B5EF4-FFF2-40B4-BE49-F238E27FC236}">
                        <a16:creationId xmlns:a16="http://schemas.microsoft.com/office/drawing/2014/main" id="{DDA9A8C5-DAFE-AF08-93E3-676D5968A1BD}"/>
                      </a:ext>
                    </a:extLst>
                  </p:cNvPr>
                  <p:cNvSpPr/>
                  <p:nvPr/>
                </p:nvSpPr>
                <p:spPr>
                  <a:xfrm>
                    <a:off x="2496465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591 w 44191"/>
                      <a:gd name="connsiteY22" fmla="*/ 21589 h 53193"/>
                      <a:gd name="connsiteX23" fmla="*/ 32629 w 44191"/>
                      <a:gd name="connsiteY23" fmla="*/ 21589 h 53193"/>
                      <a:gd name="connsiteX24" fmla="*/ 32629 w 44191"/>
                      <a:gd name="connsiteY24" fmla="*/ 20330 h 53193"/>
                      <a:gd name="connsiteX25" fmla="*/ 31600 w 44191"/>
                      <a:gd name="connsiteY25" fmla="*/ 14453 h 53193"/>
                      <a:gd name="connsiteX26" fmla="*/ 28391 w 44191"/>
                      <a:gd name="connsiteY26" fmla="*/ 10495 h 53193"/>
                      <a:gd name="connsiteX27" fmla="*/ 22883 w 44191"/>
                      <a:gd name="connsiteY27" fmla="*/ 9056 h 53193"/>
                      <a:gd name="connsiteX28" fmla="*/ 17798 w 44191"/>
                      <a:gd name="connsiteY28" fmla="*/ 10675 h 53193"/>
                      <a:gd name="connsiteX29" fmla="*/ 14286 w 44191"/>
                      <a:gd name="connsiteY29" fmla="*/ 15053 h 53193"/>
                      <a:gd name="connsiteX30" fmla="*/ 12470 w 44191"/>
                      <a:gd name="connsiteY30" fmla="*/ 21349 h 53193"/>
                      <a:gd name="connsiteX31" fmla="*/ 12591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591" y="21589"/>
                        </a:moveTo>
                        <a:lnTo>
                          <a:pt x="32629" y="21589"/>
                        </a:lnTo>
                        <a:lnTo>
                          <a:pt x="32629" y="20330"/>
                        </a:lnTo>
                        <a:cubicBezTo>
                          <a:pt x="32629" y="18111"/>
                          <a:pt x="32265" y="16132"/>
                          <a:pt x="31600" y="14453"/>
                        </a:cubicBezTo>
                        <a:cubicBezTo>
                          <a:pt x="30934" y="12774"/>
                          <a:pt x="29844" y="11454"/>
                          <a:pt x="28391" y="10495"/>
                        </a:cubicBezTo>
                        <a:cubicBezTo>
                          <a:pt x="26938" y="9535"/>
                          <a:pt x="25122" y="9056"/>
                          <a:pt x="22883" y="9056"/>
                        </a:cubicBezTo>
                        <a:cubicBezTo>
                          <a:pt x="20945" y="9056"/>
                          <a:pt x="19250" y="9595"/>
                          <a:pt x="17798" y="10675"/>
                        </a:cubicBezTo>
                        <a:cubicBezTo>
                          <a:pt x="16345" y="11754"/>
                          <a:pt x="15134" y="13193"/>
                          <a:pt x="14286" y="15053"/>
                        </a:cubicBezTo>
                        <a:cubicBezTo>
                          <a:pt x="13439" y="16912"/>
                          <a:pt x="12834" y="19011"/>
                          <a:pt x="12470" y="21349"/>
                        </a:cubicBezTo>
                        <a:lnTo>
                          <a:pt x="12591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9" name="Freeform 140">
                    <a:extLst>
                      <a:ext uri="{FF2B5EF4-FFF2-40B4-BE49-F238E27FC236}">
                        <a16:creationId xmlns:a16="http://schemas.microsoft.com/office/drawing/2014/main" id="{BE56CA8E-9B4B-B3A9-ABC6-0A1468B5217F}"/>
                      </a:ext>
                    </a:extLst>
                  </p:cNvPr>
                  <p:cNvSpPr/>
                  <p:nvPr/>
                </p:nvSpPr>
                <p:spPr>
                  <a:xfrm>
                    <a:off x="2571408" y="425773"/>
                    <a:ext cx="54179" cy="68965"/>
                  </a:xfrm>
                  <a:custGeom>
                    <a:avLst/>
                    <a:gdLst>
                      <a:gd name="connsiteX0" fmla="*/ 60 w 54179"/>
                      <a:gd name="connsiteY0" fmla="*/ 68966 h 68965"/>
                      <a:gd name="connsiteX1" fmla="*/ 60 w 54179"/>
                      <a:gd name="connsiteY1" fmla="*/ 61649 h 68965"/>
                      <a:gd name="connsiteX2" fmla="*/ 7627 w 54179"/>
                      <a:gd name="connsiteY2" fmla="*/ 60210 h 68965"/>
                      <a:gd name="connsiteX3" fmla="*/ 7627 w 54179"/>
                      <a:gd name="connsiteY3" fmla="*/ 8756 h 68965"/>
                      <a:gd name="connsiteX4" fmla="*/ 60 w 54179"/>
                      <a:gd name="connsiteY4" fmla="*/ 7316 h 68965"/>
                      <a:gd name="connsiteX5" fmla="*/ 60 w 54179"/>
                      <a:gd name="connsiteY5" fmla="*/ 0 h 68965"/>
                      <a:gd name="connsiteX6" fmla="*/ 53029 w 54179"/>
                      <a:gd name="connsiteY6" fmla="*/ 0 h 68965"/>
                      <a:gd name="connsiteX7" fmla="*/ 53029 w 54179"/>
                      <a:gd name="connsiteY7" fmla="*/ 17751 h 68965"/>
                      <a:gd name="connsiteX8" fmla="*/ 43646 w 54179"/>
                      <a:gd name="connsiteY8" fmla="*/ 17751 h 68965"/>
                      <a:gd name="connsiteX9" fmla="*/ 42859 w 54179"/>
                      <a:gd name="connsiteY9" fmla="*/ 9175 h 68965"/>
                      <a:gd name="connsiteX10" fmla="*/ 19674 w 54179"/>
                      <a:gd name="connsiteY10" fmla="*/ 9175 h 68965"/>
                      <a:gd name="connsiteX11" fmla="*/ 19674 w 54179"/>
                      <a:gd name="connsiteY11" fmla="*/ 28666 h 68965"/>
                      <a:gd name="connsiteX12" fmla="*/ 44070 w 54179"/>
                      <a:gd name="connsiteY12" fmla="*/ 28666 h 68965"/>
                      <a:gd name="connsiteX13" fmla="*/ 44070 w 54179"/>
                      <a:gd name="connsiteY13" fmla="*/ 37901 h 68965"/>
                      <a:gd name="connsiteX14" fmla="*/ 19674 w 54179"/>
                      <a:gd name="connsiteY14" fmla="*/ 37901 h 68965"/>
                      <a:gd name="connsiteX15" fmla="*/ 19674 w 54179"/>
                      <a:gd name="connsiteY15" fmla="*/ 59790 h 68965"/>
                      <a:gd name="connsiteX16" fmla="*/ 44131 w 54179"/>
                      <a:gd name="connsiteY16" fmla="*/ 59790 h 68965"/>
                      <a:gd name="connsiteX17" fmla="*/ 44917 w 54179"/>
                      <a:gd name="connsiteY17" fmla="*/ 51035 h 68965"/>
                      <a:gd name="connsiteX18" fmla="*/ 54179 w 54179"/>
                      <a:gd name="connsiteY18" fmla="*/ 51035 h 68965"/>
                      <a:gd name="connsiteX19" fmla="*/ 54179 w 54179"/>
                      <a:gd name="connsiteY19" fmla="*/ 68846 h 68965"/>
                      <a:gd name="connsiteX20" fmla="*/ 0 w 54179"/>
                      <a:gd name="connsiteY20" fmla="*/ 68846 h 689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4179" h="68965">
                        <a:moveTo>
                          <a:pt x="60" y="68966"/>
                        </a:moveTo>
                        <a:lnTo>
                          <a:pt x="60" y="61649"/>
                        </a:lnTo>
                        <a:lnTo>
                          <a:pt x="7627" y="60210"/>
                        </a:lnTo>
                        <a:lnTo>
                          <a:pt x="7627" y="8756"/>
                        </a:lnTo>
                        <a:lnTo>
                          <a:pt x="60" y="7316"/>
                        </a:lnTo>
                        <a:lnTo>
                          <a:pt x="60" y="0"/>
                        </a:lnTo>
                        <a:lnTo>
                          <a:pt x="53029" y="0"/>
                        </a:lnTo>
                        <a:lnTo>
                          <a:pt x="53029" y="17751"/>
                        </a:lnTo>
                        <a:lnTo>
                          <a:pt x="43646" y="17751"/>
                        </a:lnTo>
                        <a:lnTo>
                          <a:pt x="42859" y="9175"/>
                        </a:lnTo>
                        <a:lnTo>
                          <a:pt x="19674" y="9175"/>
                        </a:lnTo>
                        <a:lnTo>
                          <a:pt x="19674" y="28666"/>
                        </a:lnTo>
                        <a:lnTo>
                          <a:pt x="44070" y="28666"/>
                        </a:lnTo>
                        <a:lnTo>
                          <a:pt x="44070" y="37901"/>
                        </a:lnTo>
                        <a:lnTo>
                          <a:pt x="19674" y="37901"/>
                        </a:lnTo>
                        <a:lnTo>
                          <a:pt x="19674" y="59790"/>
                        </a:lnTo>
                        <a:lnTo>
                          <a:pt x="44131" y="59790"/>
                        </a:lnTo>
                        <a:lnTo>
                          <a:pt x="44917" y="51035"/>
                        </a:lnTo>
                        <a:lnTo>
                          <a:pt x="54179" y="51035"/>
                        </a:lnTo>
                        <a:lnTo>
                          <a:pt x="54179" y="68846"/>
                        </a:lnTo>
                        <a:lnTo>
                          <a:pt x="0" y="68846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" name="Freeform 141">
                    <a:extLst>
                      <a:ext uri="{FF2B5EF4-FFF2-40B4-BE49-F238E27FC236}">
                        <a16:creationId xmlns:a16="http://schemas.microsoft.com/office/drawing/2014/main" id="{FB3BCB32-A3E0-EDFD-DD89-391C97AB0BC2}"/>
                      </a:ext>
                    </a:extLst>
                  </p:cNvPr>
                  <p:cNvSpPr/>
                  <p:nvPr/>
                </p:nvSpPr>
                <p:spPr>
                  <a:xfrm>
                    <a:off x="2632368" y="443524"/>
                    <a:ext cx="57448" cy="51274"/>
                  </a:xfrm>
                  <a:custGeom>
                    <a:avLst/>
                    <a:gdLst>
                      <a:gd name="connsiteX0" fmla="*/ 0 w 57448"/>
                      <a:gd name="connsiteY0" fmla="*/ 51215 h 51274"/>
                      <a:gd name="connsiteX1" fmla="*/ 0 w 57448"/>
                      <a:gd name="connsiteY1" fmla="*/ 43898 h 51274"/>
                      <a:gd name="connsiteX2" fmla="*/ 6235 w 57448"/>
                      <a:gd name="connsiteY2" fmla="*/ 42939 h 51274"/>
                      <a:gd name="connsiteX3" fmla="*/ 21309 w 57448"/>
                      <a:gd name="connsiteY3" fmla="*/ 25427 h 51274"/>
                      <a:gd name="connsiteX4" fmla="*/ 6901 w 57448"/>
                      <a:gd name="connsiteY4" fmla="*/ 8276 h 51274"/>
                      <a:gd name="connsiteX5" fmla="*/ 1150 w 57448"/>
                      <a:gd name="connsiteY5" fmla="*/ 7316 h 51274"/>
                      <a:gd name="connsiteX6" fmla="*/ 1150 w 57448"/>
                      <a:gd name="connsiteY6" fmla="*/ 0 h 51274"/>
                      <a:gd name="connsiteX7" fmla="*/ 24517 w 57448"/>
                      <a:gd name="connsiteY7" fmla="*/ 0 h 51274"/>
                      <a:gd name="connsiteX8" fmla="*/ 24517 w 57448"/>
                      <a:gd name="connsiteY8" fmla="*/ 7136 h 51274"/>
                      <a:gd name="connsiteX9" fmla="*/ 20037 w 57448"/>
                      <a:gd name="connsiteY9" fmla="*/ 7676 h 51274"/>
                      <a:gd name="connsiteX10" fmla="*/ 28815 w 57448"/>
                      <a:gd name="connsiteY10" fmla="*/ 18831 h 51274"/>
                      <a:gd name="connsiteX11" fmla="*/ 37532 w 57448"/>
                      <a:gd name="connsiteY11" fmla="*/ 7676 h 51274"/>
                      <a:gd name="connsiteX12" fmla="*/ 32629 w 57448"/>
                      <a:gd name="connsiteY12" fmla="*/ 7136 h 51274"/>
                      <a:gd name="connsiteX13" fmla="*/ 32629 w 57448"/>
                      <a:gd name="connsiteY13" fmla="*/ 0 h 51274"/>
                      <a:gd name="connsiteX14" fmla="*/ 55330 w 57448"/>
                      <a:gd name="connsiteY14" fmla="*/ 0 h 51274"/>
                      <a:gd name="connsiteX15" fmla="*/ 55330 w 57448"/>
                      <a:gd name="connsiteY15" fmla="*/ 7316 h 51274"/>
                      <a:gd name="connsiteX16" fmla="*/ 49760 w 57448"/>
                      <a:gd name="connsiteY16" fmla="*/ 8276 h 51274"/>
                      <a:gd name="connsiteX17" fmla="*/ 36200 w 57448"/>
                      <a:gd name="connsiteY17" fmla="*/ 25068 h 51274"/>
                      <a:gd name="connsiteX18" fmla="*/ 51516 w 57448"/>
                      <a:gd name="connsiteY18" fmla="*/ 42939 h 51274"/>
                      <a:gd name="connsiteX19" fmla="*/ 57448 w 57448"/>
                      <a:gd name="connsiteY19" fmla="*/ 43898 h 51274"/>
                      <a:gd name="connsiteX20" fmla="*/ 57448 w 57448"/>
                      <a:gd name="connsiteY20" fmla="*/ 51215 h 51274"/>
                      <a:gd name="connsiteX21" fmla="*/ 32871 w 57448"/>
                      <a:gd name="connsiteY21" fmla="*/ 51215 h 51274"/>
                      <a:gd name="connsiteX22" fmla="*/ 32871 w 57448"/>
                      <a:gd name="connsiteY22" fmla="*/ 44138 h 51274"/>
                      <a:gd name="connsiteX23" fmla="*/ 38077 w 57448"/>
                      <a:gd name="connsiteY23" fmla="*/ 43598 h 51274"/>
                      <a:gd name="connsiteX24" fmla="*/ 28694 w 57448"/>
                      <a:gd name="connsiteY24" fmla="*/ 32204 h 51274"/>
                      <a:gd name="connsiteX25" fmla="*/ 19553 w 57448"/>
                      <a:gd name="connsiteY25" fmla="*/ 43658 h 51274"/>
                      <a:gd name="connsiteX26" fmla="*/ 24396 w 57448"/>
                      <a:gd name="connsiteY26" fmla="*/ 44198 h 51274"/>
                      <a:gd name="connsiteX27" fmla="*/ 24396 w 57448"/>
                      <a:gd name="connsiteY27" fmla="*/ 51275 h 51274"/>
                      <a:gd name="connsiteX28" fmla="*/ 60 w 57448"/>
                      <a:gd name="connsiteY28" fmla="*/ 51275 h 512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57448" h="51274">
                        <a:moveTo>
                          <a:pt x="0" y="51215"/>
                        </a:moveTo>
                        <a:lnTo>
                          <a:pt x="0" y="43898"/>
                        </a:lnTo>
                        <a:lnTo>
                          <a:pt x="6235" y="42939"/>
                        </a:lnTo>
                        <a:lnTo>
                          <a:pt x="21309" y="25427"/>
                        </a:lnTo>
                        <a:lnTo>
                          <a:pt x="6901" y="8276"/>
                        </a:lnTo>
                        <a:lnTo>
                          <a:pt x="1150" y="7316"/>
                        </a:lnTo>
                        <a:lnTo>
                          <a:pt x="1150" y="0"/>
                        </a:lnTo>
                        <a:lnTo>
                          <a:pt x="24517" y="0"/>
                        </a:lnTo>
                        <a:lnTo>
                          <a:pt x="24517" y="7136"/>
                        </a:lnTo>
                        <a:lnTo>
                          <a:pt x="20037" y="7676"/>
                        </a:lnTo>
                        <a:lnTo>
                          <a:pt x="28815" y="18831"/>
                        </a:lnTo>
                        <a:lnTo>
                          <a:pt x="37532" y="7676"/>
                        </a:lnTo>
                        <a:lnTo>
                          <a:pt x="32629" y="7136"/>
                        </a:lnTo>
                        <a:lnTo>
                          <a:pt x="32629" y="0"/>
                        </a:lnTo>
                        <a:lnTo>
                          <a:pt x="55330" y="0"/>
                        </a:lnTo>
                        <a:lnTo>
                          <a:pt x="55330" y="7316"/>
                        </a:lnTo>
                        <a:lnTo>
                          <a:pt x="49760" y="8276"/>
                        </a:lnTo>
                        <a:lnTo>
                          <a:pt x="36200" y="25068"/>
                        </a:lnTo>
                        <a:lnTo>
                          <a:pt x="51516" y="42939"/>
                        </a:lnTo>
                        <a:lnTo>
                          <a:pt x="57448" y="43898"/>
                        </a:lnTo>
                        <a:lnTo>
                          <a:pt x="57448" y="51215"/>
                        </a:lnTo>
                        <a:lnTo>
                          <a:pt x="32871" y="51215"/>
                        </a:lnTo>
                        <a:lnTo>
                          <a:pt x="32871" y="44138"/>
                        </a:lnTo>
                        <a:lnTo>
                          <a:pt x="38077" y="43598"/>
                        </a:lnTo>
                        <a:lnTo>
                          <a:pt x="28694" y="32204"/>
                        </a:lnTo>
                        <a:lnTo>
                          <a:pt x="19553" y="43658"/>
                        </a:lnTo>
                        <a:lnTo>
                          <a:pt x="24396" y="44198"/>
                        </a:lnTo>
                        <a:lnTo>
                          <a:pt x="24396" y="51275"/>
                        </a:lnTo>
                        <a:lnTo>
                          <a:pt x="60" y="51275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1" name="Freeform 142">
                    <a:extLst>
                      <a:ext uri="{FF2B5EF4-FFF2-40B4-BE49-F238E27FC236}">
                        <a16:creationId xmlns:a16="http://schemas.microsoft.com/office/drawing/2014/main" id="{BE3233C1-651D-E023-CB09-EE4065178E10}"/>
                      </a:ext>
                    </a:extLst>
                  </p:cNvPr>
                  <p:cNvSpPr/>
                  <p:nvPr/>
                </p:nvSpPr>
                <p:spPr>
                  <a:xfrm>
                    <a:off x="2693812" y="442504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8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8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6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2" name="Freeform 143">
                    <a:extLst>
                      <a:ext uri="{FF2B5EF4-FFF2-40B4-BE49-F238E27FC236}">
                        <a16:creationId xmlns:a16="http://schemas.microsoft.com/office/drawing/2014/main" id="{A01C8F42-32F3-5A48-9B3E-382E65AA4A52}"/>
                      </a:ext>
                    </a:extLst>
                  </p:cNvPr>
                  <p:cNvSpPr/>
                  <p:nvPr/>
                </p:nvSpPr>
                <p:spPr>
                  <a:xfrm>
                    <a:off x="2745630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499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3" name="Freeform 144">
                    <a:extLst>
                      <a:ext uri="{FF2B5EF4-FFF2-40B4-BE49-F238E27FC236}">
                        <a16:creationId xmlns:a16="http://schemas.microsoft.com/office/drawing/2014/main" id="{24798AE0-1E55-E9ED-D385-4CBB21347FC0}"/>
                      </a:ext>
                    </a:extLst>
                  </p:cNvPr>
                  <p:cNvSpPr/>
                  <p:nvPr/>
                </p:nvSpPr>
                <p:spPr>
                  <a:xfrm>
                    <a:off x="2795572" y="420855"/>
                    <a:ext cx="26817" cy="73883"/>
                  </a:xfrm>
                  <a:custGeom>
                    <a:avLst/>
                    <a:gdLst>
                      <a:gd name="connsiteX0" fmla="*/ 424 w 26817"/>
                      <a:gd name="connsiteY0" fmla="*/ 73883 h 73883"/>
                      <a:gd name="connsiteX1" fmla="*/ 424 w 26817"/>
                      <a:gd name="connsiteY1" fmla="*/ 66567 h 73883"/>
                      <a:gd name="connsiteX2" fmla="*/ 7628 w 26817"/>
                      <a:gd name="connsiteY2" fmla="*/ 65128 h 73883"/>
                      <a:gd name="connsiteX3" fmla="*/ 7628 w 26817"/>
                      <a:gd name="connsiteY3" fmla="*/ 8756 h 73883"/>
                      <a:gd name="connsiteX4" fmla="*/ 0 w 26817"/>
                      <a:gd name="connsiteY4" fmla="*/ 7316 h 73883"/>
                      <a:gd name="connsiteX5" fmla="*/ 0 w 26817"/>
                      <a:gd name="connsiteY5" fmla="*/ 0 h 73883"/>
                      <a:gd name="connsiteX6" fmla="*/ 19614 w 26817"/>
                      <a:gd name="connsiteY6" fmla="*/ 0 h 73883"/>
                      <a:gd name="connsiteX7" fmla="*/ 19614 w 26817"/>
                      <a:gd name="connsiteY7" fmla="*/ 65128 h 73883"/>
                      <a:gd name="connsiteX8" fmla="*/ 26817 w 26817"/>
                      <a:gd name="connsiteY8" fmla="*/ 66567 h 73883"/>
                      <a:gd name="connsiteX9" fmla="*/ 26817 w 26817"/>
                      <a:gd name="connsiteY9" fmla="*/ 73883 h 73883"/>
                      <a:gd name="connsiteX10" fmla="*/ 424 w 26817"/>
                      <a:gd name="connsiteY10" fmla="*/ 73883 h 73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817" h="73883">
                        <a:moveTo>
                          <a:pt x="424" y="73883"/>
                        </a:moveTo>
                        <a:lnTo>
                          <a:pt x="424" y="66567"/>
                        </a:lnTo>
                        <a:lnTo>
                          <a:pt x="7628" y="65128"/>
                        </a:lnTo>
                        <a:lnTo>
                          <a:pt x="7628" y="87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19614" y="0"/>
                        </a:lnTo>
                        <a:lnTo>
                          <a:pt x="19614" y="65128"/>
                        </a:lnTo>
                        <a:lnTo>
                          <a:pt x="26817" y="66567"/>
                        </a:lnTo>
                        <a:lnTo>
                          <a:pt x="26817" y="73883"/>
                        </a:lnTo>
                        <a:lnTo>
                          <a:pt x="424" y="738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4" name="Freeform 145">
                    <a:extLst>
                      <a:ext uri="{FF2B5EF4-FFF2-40B4-BE49-F238E27FC236}">
                        <a16:creationId xmlns:a16="http://schemas.microsoft.com/office/drawing/2014/main" id="{92E15999-C4CC-0B4B-B21F-9082022B0B93}"/>
                      </a:ext>
                    </a:extLst>
                  </p:cNvPr>
                  <p:cNvSpPr/>
                  <p:nvPr/>
                </p:nvSpPr>
                <p:spPr>
                  <a:xfrm>
                    <a:off x="2826748" y="420855"/>
                    <a:ext cx="26817" cy="73883"/>
                  </a:xfrm>
                  <a:custGeom>
                    <a:avLst/>
                    <a:gdLst>
                      <a:gd name="connsiteX0" fmla="*/ 424 w 26817"/>
                      <a:gd name="connsiteY0" fmla="*/ 73883 h 73883"/>
                      <a:gd name="connsiteX1" fmla="*/ 424 w 26817"/>
                      <a:gd name="connsiteY1" fmla="*/ 66567 h 73883"/>
                      <a:gd name="connsiteX2" fmla="*/ 7628 w 26817"/>
                      <a:gd name="connsiteY2" fmla="*/ 65128 h 73883"/>
                      <a:gd name="connsiteX3" fmla="*/ 7628 w 26817"/>
                      <a:gd name="connsiteY3" fmla="*/ 8756 h 73883"/>
                      <a:gd name="connsiteX4" fmla="*/ 0 w 26817"/>
                      <a:gd name="connsiteY4" fmla="*/ 7316 h 73883"/>
                      <a:gd name="connsiteX5" fmla="*/ 0 w 26817"/>
                      <a:gd name="connsiteY5" fmla="*/ 0 h 73883"/>
                      <a:gd name="connsiteX6" fmla="*/ 19614 w 26817"/>
                      <a:gd name="connsiteY6" fmla="*/ 0 h 73883"/>
                      <a:gd name="connsiteX7" fmla="*/ 19614 w 26817"/>
                      <a:gd name="connsiteY7" fmla="*/ 65128 h 73883"/>
                      <a:gd name="connsiteX8" fmla="*/ 26817 w 26817"/>
                      <a:gd name="connsiteY8" fmla="*/ 66567 h 73883"/>
                      <a:gd name="connsiteX9" fmla="*/ 26817 w 26817"/>
                      <a:gd name="connsiteY9" fmla="*/ 73883 h 73883"/>
                      <a:gd name="connsiteX10" fmla="*/ 424 w 26817"/>
                      <a:gd name="connsiteY10" fmla="*/ 73883 h 73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6817" h="73883">
                        <a:moveTo>
                          <a:pt x="424" y="73883"/>
                        </a:moveTo>
                        <a:lnTo>
                          <a:pt x="424" y="66567"/>
                        </a:lnTo>
                        <a:lnTo>
                          <a:pt x="7628" y="65128"/>
                        </a:lnTo>
                        <a:lnTo>
                          <a:pt x="7628" y="8756"/>
                        </a:lnTo>
                        <a:lnTo>
                          <a:pt x="0" y="7316"/>
                        </a:lnTo>
                        <a:lnTo>
                          <a:pt x="0" y="0"/>
                        </a:lnTo>
                        <a:lnTo>
                          <a:pt x="19614" y="0"/>
                        </a:lnTo>
                        <a:lnTo>
                          <a:pt x="19614" y="65128"/>
                        </a:lnTo>
                        <a:lnTo>
                          <a:pt x="26817" y="66567"/>
                        </a:lnTo>
                        <a:lnTo>
                          <a:pt x="26817" y="73883"/>
                        </a:lnTo>
                        <a:lnTo>
                          <a:pt x="424" y="73883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5" name="Freeform 146">
                    <a:extLst>
                      <a:ext uri="{FF2B5EF4-FFF2-40B4-BE49-F238E27FC236}">
                        <a16:creationId xmlns:a16="http://schemas.microsoft.com/office/drawing/2014/main" id="{3A4C9F48-A2BC-4487-A559-39EF8A32D3CC}"/>
                      </a:ext>
                    </a:extLst>
                  </p:cNvPr>
                  <p:cNvSpPr/>
                  <p:nvPr/>
                </p:nvSpPr>
                <p:spPr>
                  <a:xfrm>
                    <a:off x="2858166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0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652 w 44191"/>
                      <a:gd name="connsiteY22" fmla="*/ 21589 h 53193"/>
                      <a:gd name="connsiteX23" fmla="*/ 32689 w 44191"/>
                      <a:gd name="connsiteY23" fmla="*/ 21589 h 53193"/>
                      <a:gd name="connsiteX24" fmla="*/ 32689 w 44191"/>
                      <a:gd name="connsiteY24" fmla="*/ 20330 h 53193"/>
                      <a:gd name="connsiteX25" fmla="*/ 31660 w 44191"/>
                      <a:gd name="connsiteY25" fmla="*/ 14453 h 53193"/>
                      <a:gd name="connsiteX26" fmla="*/ 28452 w 44191"/>
                      <a:gd name="connsiteY26" fmla="*/ 10495 h 53193"/>
                      <a:gd name="connsiteX27" fmla="*/ 22943 w 44191"/>
                      <a:gd name="connsiteY27" fmla="*/ 9056 h 53193"/>
                      <a:gd name="connsiteX28" fmla="*/ 17858 w 44191"/>
                      <a:gd name="connsiteY28" fmla="*/ 10675 h 53193"/>
                      <a:gd name="connsiteX29" fmla="*/ 14347 w 44191"/>
                      <a:gd name="connsiteY29" fmla="*/ 15053 h 53193"/>
                      <a:gd name="connsiteX30" fmla="*/ 12531 w 44191"/>
                      <a:gd name="connsiteY30" fmla="*/ 21349 h 53193"/>
                      <a:gd name="connsiteX31" fmla="*/ 1265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0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3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3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0" y="29925"/>
                        </a:lnTo>
                        <a:lnTo>
                          <a:pt x="12349" y="30165"/>
                        </a:lnTo>
                        <a:cubicBezTo>
                          <a:pt x="12470" y="32864"/>
                          <a:pt x="13015" y="35203"/>
                          <a:pt x="14044" y="37301"/>
                        </a:cubicBezTo>
                        <a:cubicBezTo>
                          <a:pt x="15073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652" y="21589"/>
                        </a:moveTo>
                        <a:lnTo>
                          <a:pt x="32689" y="21589"/>
                        </a:lnTo>
                        <a:lnTo>
                          <a:pt x="32689" y="20330"/>
                        </a:lnTo>
                        <a:cubicBezTo>
                          <a:pt x="32689" y="18111"/>
                          <a:pt x="32326" y="16132"/>
                          <a:pt x="31660" y="14453"/>
                        </a:cubicBezTo>
                        <a:cubicBezTo>
                          <a:pt x="30994" y="12774"/>
                          <a:pt x="29905" y="11454"/>
                          <a:pt x="28452" y="10495"/>
                        </a:cubicBezTo>
                        <a:cubicBezTo>
                          <a:pt x="26999" y="9535"/>
                          <a:pt x="25183" y="9056"/>
                          <a:pt x="22943" y="9056"/>
                        </a:cubicBezTo>
                        <a:cubicBezTo>
                          <a:pt x="21006" y="9056"/>
                          <a:pt x="19311" y="9595"/>
                          <a:pt x="17858" y="10675"/>
                        </a:cubicBezTo>
                        <a:cubicBezTo>
                          <a:pt x="16405" y="11754"/>
                          <a:pt x="15195" y="13193"/>
                          <a:pt x="14347" y="15053"/>
                        </a:cubicBezTo>
                        <a:cubicBezTo>
                          <a:pt x="13500" y="16912"/>
                          <a:pt x="12894" y="19011"/>
                          <a:pt x="12531" y="21349"/>
                        </a:cubicBezTo>
                        <a:lnTo>
                          <a:pt x="1265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6" name="Freeform 147">
                    <a:extLst>
                      <a:ext uri="{FF2B5EF4-FFF2-40B4-BE49-F238E27FC236}">
                        <a16:creationId xmlns:a16="http://schemas.microsoft.com/office/drawing/2014/main" id="{6CEB7FC1-A307-96D1-DF72-F2CAAA537278}"/>
                      </a:ext>
                    </a:extLst>
                  </p:cNvPr>
                  <p:cNvSpPr/>
                  <p:nvPr/>
                </p:nvSpPr>
                <p:spPr>
                  <a:xfrm>
                    <a:off x="2908411" y="442504"/>
                    <a:ext cx="58356" cy="52234"/>
                  </a:xfrm>
                  <a:custGeom>
                    <a:avLst/>
                    <a:gdLst>
                      <a:gd name="connsiteX0" fmla="*/ 424 w 58356"/>
                      <a:gd name="connsiteY0" fmla="*/ 52234 h 52234"/>
                      <a:gd name="connsiteX1" fmla="*/ 424 w 58356"/>
                      <a:gd name="connsiteY1" fmla="*/ 44918 h 52234"/>
                      <a:gd name="connsiteX2" fmla="*/ 7567 w 58356"/>
                      <a:gd name="connsiteY2" fmla="*/ 43478 h 52234"/>
                      <a:gd name="connsiteX3" fmla="*/ 7567 w 58356"/>
                      <a:gd name="connsiteY3" fmla="*/ 9715 h 52234"/>
                      <a:gd name="connsiteX4" fmla="*/ 0 w 58356"/>
                      <a:gd name="connsiteY4" fmla="*/ 8276 h 52234"/>
                      <a:gd name="connsiteX5" fmla="*/ 0 w 58356"/>
                      <a:gd name="connsiteY5" fmla="*/ 960 h 52234"/>
                      <a:gd name="connsiteX6" fmla="*/ 18645 w 58356"/>
                      <a:gd name="connsiteY6" fmla="*/ 960 h 52234"/>
                      <a:gd name="connsiteX7" fmla="*/ 19251 w 58356"/>
                      <a:gd name="connsiteY7" fmla="*/ 8396 h 52234"/>
                      <a:gd name="connsiteX8" fmla="*/ 25667 w 58356"/>
                      <a:gd name="connsiteY8" fmla="*/ 2219 h 52234"/>
                      <a:gd name="connsiteX9" fmla="*/ 34384 w 58356"/>
                      <a:gd name="connsiteY9" fmla="*/ 0 h 52234"/>
                      <a:gd name="connsiteX10" fmla="*/ 46794 w 58356"/>
                      <a:gd name="connsiteY10" fmla="*/ 4858 h 52234"/>
                      <a:gd name="connsiteX11" fmla="*/ 51213 w 58356"/>
                      <a:gd name="connsiteY11" fmla="*/ 20030 h 52234"/>
                      <a:gd name="connsiteX12" fmla="*/ 51213 w 58356"/>
                      <a:gd name="connsiteY12" fmla="*/ 43478 h 52234"/>
                      <a:gd name="connsiteX13" fmla="*/ 58357 w 58356"/>
                      <a:gd name="connsiteY13" fmla="*/ 44918 h 52234"/>
                      <a:gd name="connsiteX14" fmla="*/ 58357 w 58356"/>
                      <a:gd name="connsiteY14" fmla="*/ 52234 h 52234"/>
                      <a:gd name="connsiteX15" fmla="*/ 32447 w 58356"/>
                      <a:gd name="connsiteY15" fmla="*/ 52234 h 52234"/>
                      <a:gd name="connsiteX16" fmla="*/ 32447 w 58356"/>
                      <a:gd name="connsiteY16" fmla="*/ 44918 h 52234"/>
                      <a:gd name="connsiteX17" fmla="*/ 39167 w 58356"/>
                      <a:gd name="connsiteY17" fmla="*/ 43478 h 52234"/>
                      <a:gd name="connsiteX18" fmla="*/ 39167 w 58356"/>
                      <a:gd name="connsiteY18" fmla="*/ 20150 h 52234"/>
                      <a:gd name="connsiteX19" fmla="*/ 36806 w 58356"/>
                      <a:gd name="connsiteY19" fmla="*/ 11874 h 52234"/>
                      <a:gd name="connsiteX20" fmla="*/ 29844 w 58356"/>
                      <a:gd name="connsiteY20" fmla="*/ 9415 h 52234"/>
                      <a:gd name="connsiteX21" fmla="*/ 23730 w 58356"/>
                      <a:gd name="connsiteY21" fmla="*/ 10975 h 52234"/>
                      <a:gd name="connsiteX22" fmla="*/ 19493 w 58356"/>
                      <a:gd name="connsiteY22" fmla="*/ 15232 h 52234"/>
                      <a:gd name="connsiteX23" fmla="*/ 19493 w 58356"/>
                      <a:gd name="connsiteY23" fmla="*/ 43418 h 52234"/>
                      <a:gd name="connsiteX24" fmla="*/ 26030 w 58356"/>
                      <a:gd name="connsiteY24" fmla="*/ 44858 h 52234"/>
                      <a:gd name="connsiteX25" fmla="*/ 26030 w 58356"/>
                      <a:gd name="connsiteY25" fmla="*/ 52174 h 52234"/>
                      <a:gd name="connsiteX26" fmla="*/ 303 w 58356"/>
                      <a:gd name="connsiteY26" fmla="*/ 52174 h 52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58356" h="52234">
                        <a:moveTo>
                          <a:pt x="424" y="52234"/>
                        </a:moveTo>
                        <a:lnTo>
                          <a:pt x="424" y="44918"/>
                        </a:lnTo>
                        <a:lnTo>
                          <a:pt x="7567" y="43478"/>
                        </a:lnTo>
                        <a:lnTo>
                          <a:pt x="7567" y="9715"/>
                        </a:lnTo>
                        <a:lnTo>
                          <a:pt x="0" y="8276"/>
                        </a:lnTo>
                        <a:lnTo>
                          <a:pt x="0" y="960"/>
                        </a:lnTo>
                        <a:lnTo>
                          <a:pt x="18645" y="960"/>
                        </a:lnTo>
                        <a:lnTo>
                          <a:pt x="19251" y="8396"/>
                        </a:lnTo>
                        <a:cubicBezTo>
                          <a:pt x="20946" y="5757"/>
                          <a:pt x="23125" y="3658"/>
                          <a:pt x="25667" y="2219"/>
                        </a:cubicBezTo>
                        <a:cubicBezTo>
                          <a:pt x="28210" y="780"/>
                          <a:pt x="31115" y="0"/>
                          <a:pt x="34384" y="0"/>
                        </a:cubicBezTo>
                        <a:cubicBezTo>
                          <a:pt x="39711" y="0"/>
                          <a:pt x="43828" y="1619"/>
                          <a:pt x="46794" y="4858"/>
                        </a:cubicBezTo>
                        <a:cubicBezTo>
                          <a:pt x="49760" y="8096"/>
                          <a:pt x="51213" y="13133"/>
                          <a:pt x="51213" y="20030"/>
                        </a:cubicBezTo>
                        <a:lnTo>
                          <a:pt x="51213" y="43478"/>
                        </a:lnTo>
                        <a:lnTo>
                          <a:pt x="58357" y="44918"/>
                        </a:lnTo>
                        <a:lnTo>
                          <a:pt x="58357" y="52234"/>
                        </a:lnTo>
                        <a:lnTo>
                          <a:pt x="32447" y="52234"/>
                        </a:lnTo>
                        <a:lnTo>
                          <a:pt x="32447" y="44918"/>
                        </a:lnTo>
                        <a:lnTo>
                          <a:pt x="39167" y="43478"/>
                        </a:lnTo>
                        <a:lnTo>
                          <a:pt x="39167" y="20150"/>
                        </a:lnTo>
                        <a:cubicBezTo>
                          <a:pt x="39167" y="16252"/>
                          <a:pt x="38380" y="13493"/>
                          <a:pt x="36806" y="11874"/>
                        </a:cubicBezTo>
                        <a:cubicBezTo>
                          <a:pt x="35232" y="10255"/>
                          <a:pt x="32931" y="9415"/>
                          <a:pt x="29844" y="9415"/>
                        </a:cubicBezTo>
                        <a:cubicBezTo>
                          <a:pt x="27544" y="9415"/>
                          <a:pt x="25486" y="9955"/>
                          <a:pt x="23730" y="10975"/>
                        </a:cubicBezTo>
                        <a:cubicBezTo>
                          <a:pt x="21975" y="11994"/>
                          <a:pt x="20582" y="13433"/>
                          <a:pt x="19493" y="15232"/>
                        </a:cubicBezTo>
                        <a:lnTo>
                          <a:pt x="19493" y="43418"/>
                        </a:lnTo>
                        <a:lnTo>
                          <a:pt x="26030" y="44858"/>
                        </a:lnTo>
                        <a:lnTo>
                          <a:pt x="26030" y="52174"/>
                        </a:lnTo>
                        <a:lnTo>
                          <a:pt x="303" y="52174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7" name="Freeform 148">
                    <a:extLst>
                      <a:ext uri="{FF2B5EF4-FFF2-40B4-BE49-F238E27FC236}">
                        <a16:creationId xmlns:a16="http://schemas.microsoft.com/office/drawing/2014/main" id="{89BFD5A9-6797-19D4-9725-156946CECF28}"/>
                      </a:ext>
                    </a:extLst>
                  </p:cNvPr>
                  <p:cNvSpPr/>
                  <p:nvPr/>
                </p:nvSpPr>
                <p:spPr>
                  <a:xfrm>
                    <a:off x="2971913" y="442504"/>
                    <a:ext cx="44372" cy="53193"/>
                  </a:xfrm>
                  <a:custGeom>
                    <a:avLst/>
                    <a:gdLst>
                      <a:gd name="connsiteX0" fmla="*/ 23730 w 44372"/>
                      <a:gd name="connsiteY0" fmla="*/ 53194 h 53193"/>
                      <a:gd name="connsiteX1" fmla="*/ 11139 w 44372"/>
                      <a:gd name="connsiteY1" fmla="*/ 49895 h 53193"/>
                      <a:gd name="connsiteX2" fmla="*/ 2906 w 44372"/>
                      <a:gd name="connsiteY2" fmla="*/ 40840 h 53193"/>
                      <a:gd name="connsiteX3" fmla="*/ 0 w 44372"/>
                      <a:gd name="connsiteY3" fmla="*/ 27466 h 53193"/>
                      <a:gd name="connsiteX4" fmla="*/ 0 w 44372"/>
                      <a:gd name="connsiteY4" fmla="*/ 25787 h 53193"/>
                      <a:gd name="connsiteX5" fmla="*/ 2845 w 44372"/>
                      <a:gd name="connsiteY5" fmla="*/ 12534 h 53193"/>
                      <a:gd name="connsiteX6" fmla="*/ 11017 w 44372"/>
                      <a:gd name="connsiteY6" fmla="*/ 3358 h 53193"/>
                      <a:gd name="connsiteX7" fmla="*/ 23609 w 44372"/>
                      <a:gd name="connsiteY7" fmla="*/ 0 h 53193"/>
                      <a:gd name="connsiteX8" fmla="*/ 35171 w 44372"/>
                      <a:gd name="connsiteY8" fmla="*/ 2099 h 53193"/>
                      <a:gd name="connsiteX9" fmla="*/ 43222 w 44372"/>
                      <a:gd name="connsiteY9" fmla="*/ 7316 h 53193"/>
                      <a:gd name="connsiteX10" fmla="*/ 43222 w 44372"/>
                      <a:gd name="connsiteY10" fmla="*/ 20990 h 53193"/>
                      <a:gd name="connsiteX11" fmla="*/ 34082 w 44372"/>
                      <a:gd name="connsiteY11" fmla="*/ 20990 h 53193"/>
                      <a:gd name="connsiteX12" fmla="*/ 32326 w 44372"/>
                      <a:gd name="connsiteY12" fmla="*/ 11934 h 53193"/>
                      <a:gd name="connsiteX13" fmla="*/ 28936 w 44372"/>
                      <a:gd name="connsiteY13" fmla="*/ 9715 h 53193"/>
                      <a:gd name="connsiteX14" fmla="*/ 24456 w 44372"/>
                      <a:gd name="connsiteY14" fmla="*/ 8876 h 53193"/>
                      <a:gd name="connsiteX15" fmla="*/ 17676 w 44372"/>
                      <a:gd name="connsiteY15" fmla="*/ 11035 h 53193"/>
                      <a:gd name="connsiteX16" fmla="*/ 13439 w 44372"/>
                      <a:gd name="connsiteY16" fmla="*/ 16912 h 53193"/>
                      <a:gd name="connsiteX17" fmla="*/ 11986 w 44372"/>
                      <a:gd name="connsiteY17" fmla="*/ 25667 h 53193"/>
                      <a:gd name="connsiteX18" fmla="*/ 11986 w 44372"/>
                      <a:gd name="connsiteY18" fmla="*/ 27346 h 53193"/>
                      <a:gd name="connsiteX19" fmla="*/ 13439 w 44372"/>
                      <a:gd name="connsiteY19" fmla="*/ 36402 h 53193"/>
                      <a:gd name="connsiteX20" fmla="*/ 17555 w 44372"/>
                      <a:gd name="connsiteY20" fmla="*/ 41979 h 53193"/>
                      <a:gd name="connsiteX21" fmla="*/ 23670 w 44372"/>
                      <a:gd name="connsiteY21" fmla="*/ 43898 h 53193"/>
                      <a:gd name="connsiteX22" fmla="*/ 30449 w 44372"/>
                      <a:gd name="connsiteY22" fmla="*/ 41679 h 53193"/>
                      <a:gd name="connsiteX23" fmla="*/ 33839 w 44372"/>
                      <a:gd name="connsiteY23" fmla="*/ 35502 h 53193"/>
                      <a:gd name="connsiteX24" fmla="*/ 44252 w 44372"/>
                      <a:gd name="connsiteY24" fmla="*/ 35502 h 53193"/>
                      <a:gd name="connsiteX25" fmla="*/ 44373 w 44372"/>
                      <a:gd name="connsiteY25" fmla="*/ 35802 h 53193"/>
                      <a:gd name="connsiteX26" fmla="*/ 41406 w 44372"/>
                      <a:gd name="connsiteY26" fmla="*/ 44738 h 53193"/>
                      <a:gd name="connsiteX27" fmla="*/ 34626 w 44372"/>
                      <a:gd name="connsiteY27" fmla="*/ 50855 h 53193"/>
                      <a:gd name="connsiteX28" fmla="*/ 23609 w 44372"/>
                      <a:gd name="connsiteY28" fmla="*/ 53074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44372" h="53193">
                        <a:moveTo>
                          <a:pt x="23730" y="53194"/>
                        </a:moveTo>
                        <a:cubicBezTo>
                          <a:pt x="18887" y="53194"/>
                          <a:pt x="14710" y="52114"/>
                          <a:pt x="11139" y="49895"/>
                        </a:cubicBezTo>
                        <a:cubicBezTo>
                          <a:pt x="7567" y="47676"/>
                          <a:pt x="4843" y="44678"/>
                          <a:pt x="2906" y="40840"/>
                        </a:cubicBezTo>
                        <a:cubicBezTo>
                          <a:pt x="969" y="37002"/>
                          <a:pt x="0" y="32504"/>
                          <a:pt x="0" y="27466"/>
                        </a:cubicBezTo>
                        <a:lnTo>
                          <a:pt x="0" y="25787"/>
                        </a:lnTo>
                        <a:cubicBezTo>
                          <a:pt x="0" y="20810"/>
                          <a:pt x="969" y="16432"/>
                          <a:pt x="2845" y="12534"/>
                        </a:cubicBezTo>
                        <a:cubicBezTo>
                          <a:pt x="4782" y="8636"/>
                          <a:pt x="7506" y="5577"/>
                          <a:pt x="11017" y="3358"/>
                        </a:cubicBezTo>
                        <a:cubicBezTo>
                          <a:pt x="14529" y="1139"/>
                          <a:pt x="18766" y="0"/>
                          <a:pt x="23609" y="0"/>
                        </a:cubicBezTo>
                        <a:cubicBezTo>
                          <a:pt x="28028" y="0"/>
                          <a:pt x="31902" y="720"/>
                          <a:pt x="35171" y="2099"/>
                        </a:cubicBezTo>
                        <a:cubicBezTo>
                          <a:pt x="38440" y="3478"/>
                          <a:pt x="41164" y="5217"/>
                          <a:pt x="43222" y="7316"/>
                        </a:cubicBezTo>
                        <a:lnTo>
                          <a:pt x="43222" y="20990"/>
                        </a:lnTo>
                        <a:cubicBezTo>
                          <a:pt x="43222" y="20990"/>
                          <a:pt x="34082" y="20990"/>
                          <a:pt x="34082" y="20990"/>
                        </a:cubicBezTo>
                        <a:lnTo>
                          <a:pt x="32326" y="11934"/>
                        </a:lnTo>
                        <a:cubicBezTo>
                          <a:pt x="31418" y="11035"/>
                          <a:pt x="30328" y="10315"/>
                          <a:pt x="28936" y="9715"/>
                        </a:cubicBezTo>
                        <a:cubicBezTo>
                          <a:pt x="27544" y="9175"/>
                          <a:pt x="26091" y="8876"/>
                          <a:pt x="24456" y="8876"/>
                        </a:cubicBezTo>
                        <a:cubicBezTo>
                          <a:pt x="21793" y="8876"/>
                          <a:pt x="19553" y="9595"/>
                          <a:pt x="17676" y="11035"/>
                        </a:cubicBezTo>
                        <a:cubicBezTo>
                          <a:pt x="15800" y="12474"/>
                          <a:pt x="14408" y="14393"/>
                          <a:pt x="13439" y="16912"/>
                        </a:cubicBezTo>
                        <a:cubicBezTo>
                          <a:pt x="12470" y="19430"/>
                          <a:pt x="11986" y="22369"/>
                          <a:pt x="11986" y="25667"/>
                        </a:cubicBezTo>
                        <a:lnTo>
                          <a:pt x="11986" y="27346"/>
                        </a:lnTo>
                        <a:cubicBezTo>
                          <a:pt x="11986" y="30945"/>
                          <a:pt x="12470" y="33943"/>
                          <a:pt x="13439" y="36402"/>
                        </a:cubicBezTo>
                        <a:cubicBezTo>
                          <a:pt x="14408" y="38861"/>
                          <a:pt x="15800" y="40720"/>
                          <a:pt x="17555" y="41979"/>
                        </a:cubicBezTo>
                        <a:cubicBezTo>
                          <a:pt x="19311" y="43239"/>
                          <a:pt x="21369" y="43898"/>
                          <a:pt x="23670" y="43898"/>
                        </a:cubicBezTo>
                        <a:cubicBezTo>
                          <a:pt x="26454" y="43898"/>
                          <a:pt x="28694" y="43179"/>
                          <a:pt x="30449" y="41679"/>
                        </a:cubicBezTo>
                        <a:cubicBezTo>
                          <a:pt x="32205" y="40180"/>
                          <a:pt x="33295" y="38141"/>
                          <a:pt x="33839" y="35502"/>
                        </a:cubicBezTo>
                        <a:lnTo>
                          <a:pt x="44252" y="35502"/>
                        </a:lnTo>
                        <a:lnTo>
                          <a:pt x="44373" y="35802"/>
                        </a:lnTo>
                        <a:cubicBezTo>
                          <a:pt x="44009" y="39161"/>
                          <a:pt x="42980" y="42099"/>
                          <a:pt x="41406" y="44738"/>
                        </a:cubicBezTo>
                        <a:cubicBezTo>
                          <a:pt x="39772" y="47316"/>
                          <a:pt x="37532" y="49355"/>
                          <a:pt x="34626" y="50855"/>
                        </a:cubicBezTo>
                        <a:cubicBezTo>
                          <a:pt x="31721" y="52354"/>
                          <a:pt x="28028" y="53074"/>
                          <a:pt x="23609" y="53074"/>
                        </a:cubicBez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8" name="Freeform 149">
                    <a:extLst>
                      <a:ext uri="{FF2B5EF4-FFF2-40B4-BE49-F238E27FC236}">
                        <a16:creationId xmlns:a16="http://schemas.microsoft.com/office/drawing/2014/main" id="{6A3F9020-8284-9723-3372-5EB207BAA01F}"/>
                      </a:ext>
                    </a:extLst>
                  </p:cNvPr>
                  <p:cNvSpPr/>
                  <p:nvPr/>
                </p:nvSpPr>
                <p:spPr>
                  <a:xfrm>
                    <a:off x="3023792" y="442504"/>
                    <a:ext cx="44191" cy="53193"/>
                  </a:xfrm>
                  <a:custGeom>
                    <a:avLst/>
                    <a:gdLst>
                      <a:gd name="connsiteX0" fmla="*/ 24093 w 44191"/>
                      <a:gd name="connsiteY0" fmla="*/ 53194 h 53193"/>
                      <a:gd name="connsiteX1" fmla="*/ 11381 w 44191"/>
                      <a:gd name="connsiteY1" fmla="*/ 49955 h 53193"/>
                      <a:gd name="connsiteX2" fmla="*/ 2966 w 44191"/>
                      <a:gd name="connsiteY2" fmla="*/ 40960 h 53193"/>
                      <a:gd name="connsiteX3" fmla="*/ 0 w 44191"/>
                      <a:gd name="connsiteY3" fmla="*/ 27826 h 53193"/>
                      <a:gd name="connsiteX4" fmla="*/ 0 w 44191"/>
                      <a:gd name="connsiteY4" fmla="*/ 25847 h 53193"/>
                      <a:gd name="connsiteX5" fmla="*/ 2966 w 44191"/>
                      <a:gd name="connsiteY5" fmla="*/ 12534 h 53193"/>
                      <a:gd name="connsiteX6" fmla="*/ 11078 w 44191"/>
                      <a:gd name="connsiteY6" fmla="*/ 3358 h 53193"/>
                      <a:gd name="connsiteX7" fmla="*/ 22822 w 44191"/>
                      <a:gd name="connsiteY7" fmla="*/ 0 h 53193"/>
                      <a:gd name="connsiteX8" fmla="*/ 34566 w 44191"/>
                      <a:gd name="connsiteY8" fmla="*/ 2819 h 53193"/>
                      <a:gd name="connsiteX9" fmla="*/ 41770 w 44191"/>
                      <a:gd name="connsiteY9" fmla="*/ 10735 h 53193"/>
                      <a:gd name="connsiteX10" fmla="*/ 44191 w 44191"/>
                      <a:gd name="connsiteY10" fmla="*/ 23089 h 53193"/>
                      <a:gd name="connsiteX11" fmla="*/ 44191 w 44191"/>
                      <a:gd name="connsiteY11" fmla="*/ 29925 h 53193"/>
                      <a:gd name="connsiteX12" fmla="*/ 12471 w 44191"/>
                      <a:gd name="connsiteY12" fmla="*/ 29925 h 53193"/>
                      <a:gd name="connsiteX13" fmla="*/ 12349 w 44191"/>
                      <a:gd name="connsiteY13" fmla="*/ 30165 h 53193"/>
                      <a:gd name="connsiteX14" fmla="*/ 14044 w 44191"/>
                      <a:gd name="connsiteY14" fmla="*/ 37301 h 53193"/>
                      <a:gd name="connsiteX15" fmla="*/ 18342 w 44191"/>
                      <a:gd name="connsiteY15" fmla="*/ 42219 h 53193"/>
                      <a:gd name="connsiteX16" fmla="*/ 25122 w 44191"/>
                      <a:gd name="connsiteY16" fmla="*/ 44018 h 53193"/>
                      <a:gd name="connsiteX17" fmla="*/ 32750 w 44191"/>
                      <a:gd name="connsiteY17" fmla="*/ 42879 h 53193"/>
                      <a:gd name="connsiteX18" fmla="*/ 39106 w 44191"/>
                      <a:gd name="connsiteY18" fmla="*/ 39640 h 53193"/>
                      <a:gd name="connsiteX19" fmla="*/ 42859 w 44191"/>
                      <a:gd name="connsiteY19" fmla="*/ 47137 h 53193"/>
                      <a:gd name="connsiteX20" fmla="*/ 35050 w 44191"/>
                      <a:gd name="connsiteY20" fmla="*/ 51454 h 53193"/>
                      <a:gd name="connsiteX21" fmla="*/ 24033 w 44191"/>
                      <a:gd name="connsiteY21" fmla="*/ 53194 h 53193"/>
                      <a:gd name="connsiteX22" fmla="*/ 12592 w 44191"/>
                      <a:gd name="connsiteY22" fmla="*/ 21589 h 53193"/>
                      <a:gd name="connsiteX23" fmla="*/ 32629 w 44191"/>
                      <a:gd name="connsiteY23" fmla="*/ 21589 h 53193"/>
                      <a:gd name="connsiteX24" fmla="*/ 32629 w 44191"/>
                      <a:gd name="connsiteY24" fmla="*/ 20330 h 53193"/>
                      <a:gd name="connsiteX25" fmla="*/ 31600 w 44191"/>
                      <a:gd name="connsiteY25" fmla="*/ 14453 h 53193"/>
                      <a:gd name="connsiteX26" fmla="*/ 28391 w 44191"/>
                      <a:gd name="connsiteY26" fmla="*/ 10495 h 53193"/>
                      <a:gd name="connsiteX27" fmla="*/ 22883 w 44191"/>
                      <a:gd name="connsiteY27" fmla="*/ 9056 h 53193"/>
                      <a:gd name="connsiteX28" fmla="*/ 17798 w 44191"/>
                      <a:gd name="connsiteY28" fmla="*/ 10675 h 53193"/>
                      <a:gd name="connsiteX29" fmla="*/ 14287 w 44191"/>
                      <a:gd name="connsiteY29" fmla="*/ 15053 h 53193"/>
                      <a:gd name="connsiteX30" fmla="*/ 12471 w 44191"/>
                      <a:gd name="connsiteY30" fmla="*/ 21349 h 53193"/>
                      <a:gd name="connsiteX31" fmla="*/ 12592 w 44191"/>
                      <a:gd name="connsiteY31" fmla="*/ 21589 h 531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</a:cxnLst>
                    <a:rect l="l" t="t" r="r" b="b"/>
                    <a:pathLst>
                      <a:path w="44191" h="53193">
                        <a:moveTo>
                          <a:pt x="24093" y="53194"/>
                        </a:moveTo>
                        <a:cubicBezTo>
                          <a:pt x="19251" y="53194"/>
                          <a:pt x="14952" y="52114"/>
                          <a:pt x="11381" y="49955"/>
                        </a:cubicBezTo>
                        <a:cubicBezTo>
                          <a:pt x="7749" y="47796"/>
                          <a:pt x="4964" y="44798"/>
                          <a:pt x="2966" y="40960"/>
                        </a:cubicBezTo>
                        <a:cubicBezTo>
                          <a:pt x="969" y="37122"/>
                          <a:pt x="0" y="32804"/>
                          <a:pt x="0" y="27826"/>
                        </a:cubicBezTo>
                        <a:lnTo>
                          <a:pt x="0" y="25847"/>
                        </a:lnTo>
                        <a:cubicBezTo>
                          <a:pt x="0" y="20870"/>
                          <a:pt x="969" y="16432"/>
                          <a:pt x="2966" y="12534"/>
                        </a:cubicBezTo>
                        <a:cubicBezTo>
                          <a:pt x="4904" y="8636"/>
                          <a:pt x="7628" y="5577"/>
                          <a:pt x="11078" y="3358"/>
                        </a:cubicBezTo>
                        <a:cubicBezTo>
                          <a:pt x="14529" y="1139"/>
                          <a:pt x="18464" y="0"/>
                          <a:pt x="22822" y="0"/>
                        </a:cubicBezTo>
                        <a:cubicBezTo>
                          <a:pt x="27483" y="0"/>
                          <a:pt x="31418" y="960"/>
                          <a:pt x="34566" y="2819"/>
                        </a:cubicBezTo>
                        <a:cubicBezTo>
                          <a:pt x="37714" y="4678"/>
                          <a:pt x="40135" y="7316"/>
                          <a:pt x="41770" y="10735"/>
                        </a:cubicBezTo>
                        <a:cubicBezTo>
                          <a:pt x="43404" y="14153"/>
                          <a:pt x="44191" y="18291"/>
                          <a:pt x="44191" y="23089"/>
                        </a:cubicBezTo>
                        <a:lnTo>
                          <a:pt x="44191" y="29925"/>
                        </a:lnTo>
                        <a:lnTo>
                          <a:pt x="12471" y="29925"/>
                        </a:lnTo>
                        <a:lnTo>
                          <a:pt x="12349" y="30165"/>
                        </a:lnTo>
                        <a:cubicBezTo>
                          <a:pt x="12471" y="32864"/>
                          <a:pt x="13015" y="35203"/>
                          <a:pt x="14044" y="37301"/>
                        </a:cubicBezTo>
                        <a:cubicBezTo>
                          <a:pt x="15074" y="39400"/>
                          <a:pt x="16466" y="41020"/>
                          <a:pt x="18342" y="42219"/>
                        </a:cubicBezTo>
                        <a:cubicBezTo>
                          <a:pt x="20219" y="43418"/>
                          <a:pt x="22459" y="44018"/>
                          <a:pt x="25122" y="44018"/>
                        </a:cubicBezTo>
                        <a:cubicBezTo>
                          <a:pt x="27786" y="44018"/>
                          <a:pt x="30449" y="43658"/>
                          <a:pt x="32750" y="42879"/>
                        </a:cubicBezTo>
                        <a:cubicBezTo>
                          <a:pt x="35050" y="42099"/>
                          <a:pt x="37169" y="41080"/>
                          <a:pt x="39106" y="39640"/>
                        </a:cubicBezTo>
                        <a:lnTo>
                          <a:pt x="42859" y="47137"/>
                        </a:lnTo>
                        <a:cubicBezTo>
                          <a:pt x="40801" y="48816"/>
                          <a:pt x="38198" y="50255"/>
                          <a:pt x="35050" y="51454"/>
                        </a:cubicBezTo>
                        <a:cubicBezTo>
                          <a:pt x="31902" y="52654"/>
                          <a:pt x="28210" y="53194"/>
                          <a:pt x="24033" y="53194"/>
                        </a:cubicBezTo>
                        <a:close/>
                        <a:moveTo>
                          <a:pt x="12592" y="21589"/>
                        </a:moveTo>
                        <a:lnTo>
                          <a:pt x="32629" y="21589"/>
                        </a:lnTo>
                        <a:lnTo>
                          <a:pt x="32629" y="20330"/>
                        </a:lnTo>
                        <a:cubicBezTo>
                          <a:pt x="32629" y="18111"/>
                          <a:pt x="32266" y="16132"/>
                          <a:pt x="31600" y="14453"/>
                        </a:cubicBezTo>
                        <a:cubicBezTo>
                          <a:pt x="30934" y="12774"/>
                          <a:pt x="29844" y="11454"/>
                          <a:pt x="28391" y="10495"/>
                        </a:cubicBezTo>
                        <a:cubicBezTo>
                          <a:pt x="26938" y="9535"/>
                          <a:pt x="25122" y="9056"/>
                          <a:pt x="22883" y="9056"/>
                        </a:cubicBezTo>
                        <a:cubicBezTo>
                          <a:pt x="20946" y="9056"/>
                          <a:pt x="19251" y="9595"/>
                          <a:pt x="17798" y="10675"/>
                        </a:cubicBezTo>
                        <a:cubicBezTo>
                          <a:pt x="16345" y="11754"/>
                          <a:pt x="15134" y="13193"/>
                          <a:pt x="14287" y="15053"/>
                        </a:cubicBezTo>
                        <a:cubicBezTo>
                          <a:pt x="13439" y="16912"/>
                          <a:pt x="12834" y="19011"/>
                          <a:pt x="12471" y="21349"/>
                        </a:cubicBezTo>
                        <a:lnTo>
                          <a:pt x="12592" y="21589"/>
                        </a:lnTo>
                        <a:close/>
                      </a:path>
                    </a:pathLst>
                  </a:custGeom>
                  <a:solidFill>
                    <a:srgbClr val="585860"/>
                  </a:solidFill>
                  <a:ln w="6048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2E19A6BA-7A7A-C752-86EA-EDDB5011960F}"/>
              </a:ext>
            </a:extLst>
          </p:cNvPr>
          <p:cNvSpPr txBox="1">
            <a:spLocks/>
          </p:cNvSpPr>
          <p:nvPr/>
        </p:nvSpPr>
        <p:spPr>
          <a:xfrm>
            <a:off x="211870" y="1026717"/>
            <a:ext cx="8562288" cy="4670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9875">
              <a:lnSpc>
                <a:spcPct val="100000"/>
              </a:lnSpc>
              <a:spcBef>
                <a:spcPts val="1025"/>
              </a:spcBef>
            </a:pPr>
            <a:r>
              <a:rPr lang="en-I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Slab" pitchFamily="2" charset="0"/>
                <a:ea typeface="Roboto Slab" pitchFamily="2" charset="0"/>
                <a:cs typeface="+mn-cs"/>
              </a:rPr>
              <a:t>Conclusion and Further Learning</a:t>
            </a:r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  <a:latin typeface="Roboto Slab" pitchFamily="2" charset="0"/>
              <a:ea typeface="Roboto Slab" pitchFamily="2" charset="0"/>
              <a:cs typeface="+mn-cs"/>
            </a:endParaRPr>
          </a:p>
          <a:p>
            <a:pPr marL="269875">
              <a:lnSpc>
                <a:spcPct val="100000"/>
              </a:lnSpc>
              <a:spcBef>
                <a:spcPts val="1025"/>
              </a:spcBef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Slab" pitchFamily="2" charset="0"/>
                <a:ea typeface="Roboto Slab" pitchFamily="2" charset="0"/>
                <a:cs typeface="+mn-cs"/>
              </a:rPr>
              <a:t>Empowering Your Hyper-V Journey: Resources and Next Steps</a:t>
            </a:r>
          </a:p>
        </p:txBody>
      </p: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31FEA289-1EB6-E366-1DEE-38CDDDDB8FE3}"/>
              </a:ext>
            </a:extLst>
          </p:cNvPr>
          <p:cNvGrpSpPr/>
          <p:nvPr/>
        </p:nvGrpSpPr>
        <p:grpSpPr>
          <a:xfrm>
            <a:off x="491081" y="2087692"/>
            <a:ext cx="11232387" cy="4476999"/>
            <a:chOff x="505968" y="1088136"/>
            <a:chExt cx="11232387" cy="5417169"/>
          </a:xfrm>
        </p:grpSpPr>
        <p:grpSp>
          <p:nvGrpSpPr>
            <p:cNvPr id="353" name="object 5">
              <a:extLst>
                <a:ext uri="{FF2B5EF4-FFF2-40B4-BE49-F238E27FC236}">
                  <a16:creationId xmlns:a16="http://schemas.microsoft.com/office/drawing/2014/main" id="{466DEDCB-5DF7-933A-9F14-91546BB60494}"/>
                </a:ext>
              </a:extLst>
            </p:cNvPr>
            <p:cNvGrpSpPr/>
            <p:nvPr/>
          </p:nvGrpSpPr>
          <p:grpSpPr>
            <a:xfrm>
              <a:off x="542925" y="5460528"/>
              <a:ext cx="11123295" cy="601980"/>
              <a:chOff x="542925" y="5460528"/>
              <a:chExt cx="11123295" cy="601980"/>
            </a:xfrm>
          </p:grpSpPr>
          <p:pic>
            <p:nvPicPr>
              <p:cNvPr id="407" name="object 6">
                <a:extLst>
                  <a:ext uri="{FF2B5EF4-FFF2-40B4-BE49-F238E27FC236}">
                    <a16:creationId xmlns:a16="http://schemas.microsoft.com/office/drawing/2014/main" id="{10C58D9D-55EF-CFA4-5156-DEF3412DB6E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51774" y="5469377"/>
                <a:ext cx="11105535" cy="584036"/>
              </a:xfrm>
              <a:prstGeom prst="rect">
                <a:avLst/>
              </a:prstGeom>
            </p:spPr>
          </p:pic>
          <p:sp>
            <p:nvSpPr>
              <p:cNvPr id="408" name="object 7">
                <a:extLst>
                  <a:ext uri="{FF2B5EF4-FFF2-40B4-BE49-F238E27FC236}">
                    <a16:creationId xmlns:a16="http://schemas.microsoft.com/office/drawing/2014/main" id="{A8DB0D9B-3677-AD7A-2DF6-1DEF6CE71185}"/>
                  </a:ext>
                </a:extLst>
              </p:cNvPr>
              <p:cNvSpPr/>
              <p:nvPr/>
            </p:nvSpPr>
            <p:spPr>
              <a:xfrm>
                <a:off x="547349" y="5464953"/>
                <a:ext cx="11114405" cy="593090"/>
              </a:xfrm>
              <a:custGeom>
                <a:avLst/>
                <a:gdLst/>
                <a:ahLst/>
                <a:cxnLst/>
                <a:rect l="l" t="t" r="r" b="b"/>
                <a:pathLst>
                  <a:path w="11114405" h="593089">
                    <a:moveTo>
                      <a:pt x="0" y="508819"/>
                    </a:moveTo>
                    <a:lnTo>
                      <a:pt x="0" y="84065"/>
                    </a:lnTo>
                    <a:lnTo>
                      <a:pt x="0" y="78545"/>
                    </a:lnTo>
                    <a:lnTo>
                      <a:pt x="538" y="73078"/>
                    </a:lnTo>
                    <a:lnTo>
                      <a:pt x="1615" y="67665"/>
                    </a:lnTo>
                    <a:lnTo>
                      <a:pt x="2692" y="62251"/>
                    </a:lnTo>
                    <a:lnTo>
                      <a:pt x="4286" y="56994"/>
                    </a:lnTo>
                    <a:lnTo>
                      <a:pt x="6399" y="51894"/>
                    </a:lnTo>
                    <a:lnTo>
                      <a:pt x="8511" y="46795"/>
                    </a:lnTo>
                    <a:lnTo>
                      <a:pt x="11100" y="41950"/>
                    </a:lnTo>
                    <a:lnTo>
                      <a:pt x="14167" y="37361"/>
                    </a:lnTo>
                    <a:lnTo>
                      <a:pt x="17234" y="32771"/>
                    </a:lnTo>
                    <a:lnTo>
                      <a:pt x="20719" y="28524"/>
                    </a:lnTo>
                    <a:lnTo>
                      <a:pt x="24622" y="24622"/>
                    </a:lnTo>
                    <a:lnTo>
                      <a:pt x="28525" y="20718"/>
                    </a:lnTo>
                    <a:lnTo>
                      <a:pt x="32771" y="17233"/>
                    </a:lnTo>
                    <a:lnTo>
                      <a:pt x="37361" y="14166"/>
                    </a:lnTo>
                    <a:lnTo>
                      <a:pt x="41950" y="11100"/>
                    </a:lnTo>
                    <a:lnTo>
                      <a:pt x="78545" y="0"/>
                    </a:lnTo>
                    <a:lnTo>
                      <a:pt x="84065" y="0"/>
                    </a:lnTo>
                    <a:lnTo>
                      <a:pt x="11030318" y="0"/>
                    </a:lnTo>
                    <a:lnTo>
                      <a:pt x="11035838" y="0"/>
                    </a:lnTo>
                    <a:lnTo>
                      <a:pt x="11041305" y="538"/>
                    </a:lnTo>
                    <a:lnTo>
                      <a:pt x="11077022" y="14166"/>
                    </a:lnTo>
                    <a:lnTo>
                      <a:pt x="11081612" y="17233"/>
                    </a:lnTo>
                    <a:lnTo>
                      <a:pt x="11085859" y="20718"/>
                    </a:lnTo>
                    <a:lnTo>
                      <a:pt x="11089762" y="24622"/>
                    </a:lnTo>
                    <a:lnTo>
                      <a:pt x="11093664" y="28524"/>
                    </a:lnTo>
                    <a:lnTo>
                      <a:pt x="11097149" y="32771"/>
                    </a:lnTo>
                    <a:lnTo>
                      <a:pt x="11100216" y="37361"/>
                    </a:lnTo>
                    <a:lnTo>
                      <a:pt x="11103283" y="41950"/>
                    </a:lnTo>
                    <a:lnTo>
                      <a:pt x="11105872" y="46795"/>
                    </a:lnTo>
                    <a:lnTo>
                      <a:pt x="11107984" y="51894"/>
                    </a:lnTo>
                    <a:lnTo>
                      <a:pt x="11110095" y="56994"/>
                    </a:lnTo>
                    <a:lnTo>
                      <a:pt x="11111690" y="62251"/>
                    </a:lnTo>
                    <a:lnTo>
                      <a:pt x="11112767" y="67665"/>
                    </a:lnTo>
                    <a:lnTo>
                      <a:pt x="11113844" y="73078"/>
                    </a:lnTo>
                    <a:lnTo>
                      <a:pt x="11114383" y="78545"/>
                    </a:lnTo>
                    <a:lnTo>
                      <a:pt x="11114384" y="84065"/>
                    </a:lnTo>
                    <a:lnTo>
                      <a:pt x="11114384" y="508819"/>
                    </a:lnTo>
                    <a:lnTo>
                      <a:pt x="11107984" y="540988"/>
                    </a:lnTo>
                    <a:lnTo>
                      <a:pt x="11105872" y="546088"/>
                    </a:lnTo>
                    <a:lnTo>
                      <a:pt x="11081612" y="575649"/>
                    </a:lnTo>
                    <a:lnTo>
                      <a:pt x="11077021" y="578716"/>
                    </a:lnTo>
                    <a:lnTo>
                      <a:pt x="11072431" y="581782"/>
                    </a:lnTo>
                    <a:lnTo>
                      <a:pt x="11035838" y="592884"/>
                    </a:lnTo>
                    <a:lnTo>
                      <a:pt x="11030318" y="592885"/>
                    </a:lnTo>
                    <a:lnTo>
                      <a:pt x="84065" y="592885"/>
                    </a:lnTo>
                    <a:lnTo>
                      <a:pt x="46795" y="584372"/>
                    </a:lnTo>
                    <a:lnTo>
                      <a:pt x="37361" y="578716"/>
                    </a:lnTo>
                    <a:lnTo>
                      <a:pt x="32771" y="575649"/>
                    </a:lnTo>
                    <a:lnTo>
                      <a:pt x="8511" y="546088"/>
                    </a:lnTo>
                    <a:lnTo>
                      <a:pt x="6399" y="540988"/>
                    </a:lnTo>
                    <a:lnTo>
                      <a:pt x="4286" y="535889"/>
                    </a:lnTo>
                    <a:lnTo>
                      <a:pt x="2692" y="530633"/>
                    </a:lnTo>
                    <a:lnTo>
                      <a:pt x="1615" y="525219"/>
                    </a:lnTo>
                    <a:lnTo>
                      <a:pt x="538" y="519805"/>
                    </a:lnTo>
                    <a:lnTo>
                      <a:pt x="0" y="514338"/>
                    </a:lnTo>
                    <a:lnTo>
                      <a:pt x="0" y="508819"/>
                    </a:lnTo>
                    <a:close/>
                  </a:path>
                </a:pathLst>
              </a:custGeom>
              <a:ln w="8849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354" name="object 8">
              <a:extLst>
                <a:ext uri="{FF2B5EF4-FFF2-40B4-BE49-F238E27FC236}">
                  <a16:creationId xmlns:a16="http://schemas.microsoft.com/office/drawing/2014/main" id="{2CD27D23-C779-F71E-C0C2-FDB636E48AF4}"/>
                </a:ext>
              </a:extLst>
            </p:cNvPr>
            <p:cNvSpPr/>
            <p:nvPr/>
          </p:nvSpPr>
          <p:spPr>
            <a:xfrm>
              <a:off x="542925" y="6221545"/>
              <a:ext cx="11123295" cy="8890"/>
            </a:xfrm>
            <a:custGeom>
              <a:avLst/>
              <a:gdLst/>
              <a:ahLst/>
              <a:cxnLst/>
              <a:rect l="l" t="t" r="r" b="b"/>
              <a:pathLst>
                <a:path w="11123295" h="8889">
                  <a:moveTo>
                    <a:pt x="11123233" y="8849"/>
                  </a:moveTo>
                  <a:lnTo>
                    <a:pt x="0" y="8849"/>
                  </a:lnTo>
                  <a:lnTo>
                    <a:pt x="0" y="0"/>
                  </a:lnTo>
                  <a:lnTo>
                    <a:pt x="11123233" y="0"/>
                  </a:lnTo>
                  <a:lnTo>
                    <a:pt x="11123233" y="8849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Roboto Slab" pitchFamily="2" charset="0"/>
                <a:ea typeface="Roboto Slab" pitchFamily="2" charset="0"/>
              </a:endParaRPr>
            </a:p>
          </p:txBody>
        </p:sp>
        <p:grpSp>
          <p:nvGrpSpPr>
            <p:cNvPr id="355" name="object 10">
              <a:extLst>
                <a:ext uri="{FF2B5EF4-FFF2-40B4-BE49-F238E27FC236}">
                  <a16:creationId xmlns:a16="http://schemas.microsoft.com/office/drawing/2014/main" id="{0B3FA083-9398-F860-F455-55F6352A7944}"/>
                </a:ext>
              </a:extLst>
            </p:cNvPr>
            <p:cNvGrpSpPr/>
            <p:nvPr/>
          </p:nvGrpSpPr>
          <p:grpSpPr>
            <a:xfrm>
              <a:off x="542924" y="1115654"/>
              <a:ext cx="5973445" cy="2070735"/>
              <a:chOff x="542924" y="1115654"/>
              <a:chExt cx="5973445" cy="2070735"/>
            </a:xfrm>
          </p:grpSpPr>
          <p:pic>
            <p:nvPicPr>
              <p:cNvPr id="405" name="object 11">
                <a:extLst>
                  <a:ext uri="{FF2B5EF4-FFF2-40B4-BE49-F238E27FC236}">
                    <a16:creationId xmlns:a16="http://schemas.microsoft.com/office/drawing/2014/main" id="{B1A65F8D-4B6A-50DB-3AEC-32070436F7C2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78321" y="1115654"/>
                <a:ext cx="5937700" cy="2070673"/>
              </a:xfrm>
              <a:prstGeom prst="rect">
                <a:avLst/>
              </a:prstGeom>
            </p:spPr>
          </p:pic>
          <p:sp>
            <p:nvSpPr>
              <p:cNvPr id="406" name="object 12">
                <a:extLst>
                  <a:ext uri="{FF2B5EF4-FFF2-40B4-BE49-F238E27FC236}">
                    <a16:creationId xmlns:a16="http://schemas.microsoft.com/office/drawing/2014/main" id="{A8934E2F-10BB-7DD3-82FF-06DDCF09B86B}"/>
                  </a:ext>
                </a:extLst>
              </p:cNvPr>
              <p:cNvSpPr/>
              <p:nvPr/>
            </p:nvSpPr>
            <p:spPr>
              <a:xfrm>
                <a:off x="542924" y="1116196"/>
                <a:ext cx="80010" cy="2070100"/>
              </a:xfrm>
              <a:custGeom>
                <a:avLst/>
                <a:gdLst/>
                <a:ahLst/>
                <a:cxnLst/>
                <a:rect l="l" t="t" r="r" b="b"/>
                <a:pathLst>
                  <a:path w="80009" h="2070100">
                    <a:moveTo>
                      <a:pt x="79813" y="2069588"/>
                    </a:moveTo>
                    <a:lnTo>
                      <a:pt x="39318" y="2055231"/>
                    </a:lnTo>
                    <a:lnTo>
                      <a:pt x="10460" y="2023396"/>
                    </a:lnTo>
                    <a:lnTo>
                      <a:pt x="0" y="1981640"/>
                    </a:lnTo>
                    <a:lnTo>
                      <a:pt x="0" y="87947"/>
                    </a:lnTo>
                    <a:lnTo>
                      <a:pt x="10460" y="46191"/>
                    </a:lnTo>
                    <a:lnTo>
                      <a:pt x="39318" y="14356"/>
                    </a:lnTo>
                    <a:lnTo>
                      <a:pt x="79813" y="0"/>
                    </a:lnTo>
                    <a:lnTo>
                      <a:pt x="74676" y="1702"/>
                    </a:lnTo>
                    <a:lnTo>
                      <a:pt x="68171" y="6193"/>
                    </a:lnTo>
                    <a:lnTo>
                      <a:pt x="44335" y="38775"/>
                    </a:lnTo>
                    <a:lnTo>
                      <a:pt x="35648" y="79230"/>
                    </a:lnTo>
                    <a:lnTo>
                      <a:pt x="35396" y="87947"/>
                    </a:lnTo>
                    <a:lnTo>
                      <a:pt x="35396" y="1981640"/>
                    </a:lnTo>
                    <a:lnTo>
                      <a:pt x="41672" y="2023396"/>
                    </a:lnTo>
                    <a:lnTo>
                      <a:pt x="63436" y="2059669"/>
                    </a:lnTo>
                    <a:lnTo>
                      <a:pt x="74676" y="2067885"/>
                    </a:lnTo>
                    <a:lnTo>
                      <a:pt x="79813" y="2069588"/>
                    </a:lnTo>
                    <a:close/>
                  </a:path>
                </a:pathLst>
              </a:custGeom>
              <a:solidFill>
                <a:srgbClr val="0078D4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grpSp>
          <p:nvGrpSpPr>
            <p:cNvPr id="356" name="object 13">
              <a:extLst>
                <a:ext uri="{FF2B5EF4-FFF2-40B4-BE49-F238E27FC236}">
                  <a16:creationId xmlns:a16="http://schemas.microsoft.com/office/drawing/2014/main" id="{60AD862F-6E0A-4336-AD0E-73875B83CB3F}"/>
                </a:ext>
              </a:extLst>
            </p:cNvPr>
            <p:cNvGrpSpPr/>
            <p:nvPr/>
          </p:nvGrpSpPr>
          <p:grpSpPr>
            <a:xfrm>
              <a:off x="505968" y="3300984"/>
              <a:ext cx="6047740" cy="1506220"/>
              <a:chOff x="505968" y="3300984"/>
              <a:chExt cx="6047740" cy="1506220"/>
            </a:xfrm>
          </p:grpSpPr>
          <p:sp>
            <p:nvSpPr>
              <p:cNvPr id="401" name="object 14">
                <a:extLst>
                  <a:ext uri="{FF2B5EF4-FFF2-40B4-BE49-F238E27FC236}">
                    <a16:creationId xmlns:a16="http://schemas.microsoft.com/office/drawing/2014/main" id="{4D0F04FD-951A-66A2-1F8E-50CF7AA2DCEB}"/>
                  </a:ext>
                </a:extLst>
              </p:cNvPr>
              <p:cNvSpPr/>
              <p:nvPr/>
            </p:nvSpPr>
            <p:spPr>
              <a:xfrm>
                <a:off x="505968" y="3300984"/>
                <a:ext cx="6047740" cy="1506220"/>
              </a:xfrm>
              <a:custGeom>
                <a:avLst/>
                <a:gdLst/>
                <a:ahLst/>
                <a:cxnLst/>
                <a:rect l="l" t="t" r="r" b="b"/>
                <a:pathLst>
                  <a:path w="6047740" h="1506220">
                    <a:moveTo>
                      <a:pt x="6047231" y="1505711"/>
                    </a:moveTo>
                    <a:lnTo>
                      <a:pt x="0" y="1505711"/>
                    </a:lnTo>
                    <a:lnTo>
                      <a:pt x="0" y="0"/>
                    </a:lnTo>
                    <a:lnTo>
                      <a:pt x="6047231" y="0"/>
                    </a:lnTo>
                    <a:lnTo>
                      <a:pt x="6047231" y="35777"/>
                    </a:lnTo>
                    <a:lnTo>
                      <a:pt x="125447" y="35777"/>
                    </a:lnTo>
                    <a:lnTo>
                      <a:pt x="117601" y="36156"/>
                    </a:lnTo>
                    <a:lnTo>
                      <a:pt x="81192" y="49186"/>
                    </a:lnTo>
                    <a:lnTo>
                      <a:pt x="55220" y="77837"/>
                    </a:lnTo>
                    <a:lnTo>
                      <a:pt x="45806" y="115418"/>
                    </a:lnTo>
                    <a:lnTo>
                      <a:pt x="45806" y="1371980"/>
                    </a:lnTo>
                    <a:lnTo>
                      <a:pt x="55220" y="1409560"/>
                    </a:lnTo>
                    <a:lnTo>
                      <a:pt x="81192" y="1438212"/>
                    </a:lnTo>
                    <a:lnTo>
                      <a:pt x="117601" y="1451243"/>
                    </a:lnTo>
                    <a:lnTo>
                      <a:pt x="125447" y="1451622"/>
                    </a:lnTo>
                    <a:lnTo>
                      <a:pt x="6047231" y="1451622"/>
                    </a:lnTo>
                    <a:lnTo>
                      <a:pt x="6047231" y="1505711"/>
                    </a:lnTo>
                    <a:close/>
                  </a:path>
                  <a:path w="6047740" h="1506220">
                    <a:moveTo>
                      <a:pt x="6047231" y="1451622"/>
                    </a:moveTo>
                    <a:lnTo>
                      <a:pt x="5921563" y="1451622"/>
                    </a:lnTo>
                    <a:lnTo>
                      <a:pt x="5929408" y="1451243"/>
                    </a:lnTo>
                    <a:lnTo>
                      <a:pt x="5937103" y="1450106"/>
                    </a:lnTo>
                    <a:lnTo>
                      <a:pt x="5972062" y="1433574"/>
                    </a:lnTo>
                    <a:lnTo>
                      <a:pt x="5995142" y="1402457"/>
                    </a:lnTo>
                    <a:lnTo>
                      <a:pt x="6001205" y="1371980"/>
                    </a:lnTo>
                    <a:lnTo>
                      <a:pt x="6001205" y="115418"/>
                    </a:lnTo>
                    <a:lnTo>
                      <a:pt x="5991789" y="77837"/>
                    </a:lnTo>
                    <a:lnTo>
                      <a:pt x="5965818" y="49186"/>
                    </a:lnTo>
                    <a:lnTo>
                      <a:pt x="5929408" y="36156"/>
                    </a:lnTo>
                    <a:lnTo>
                      <a:pt x="5921563" y="35777"/>
                    </a:lnTo>
                    <a:lnTo>
                      <a:pt x="6047231" y="35777"/>
                    </a:lnTo>
                    <a:lnTo>
                      <a:pt x="6047231" y="1451622"/>
                    </a:lnTo>
                    <a:close/>
                  </a:path>
                </a:pathLst>
              </a:custGeom>
              <a:solidFill>
                <a:srgbClr val="000000">
                  <a:alpha val="587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02" name="object 15">
                <a:extLst>
                  <a:ext uri="{FF2B5EF4-FFF2-40B4-BE49-F238E27FC236}">
                    <a16:creationId xmlns:a16="http://schemas.microsoft.com/office/drawing/2014/main" id="{56F0ABEC-64F9-C22B-96FE-1AF230AA4EAC}"/>
                  </a:ext>
                </a:extLst>
              </p:cNvPr>
              <p:cNvSpPr/>
              <p:nvPr/>
            </p:nvSpPr>
            <p:spPr>
              <a:xfrm>
                <a:off x="547349" y="3332336"/>
                <a:ext cx="5964555" cy="1424940"/>
              </a:xfrm>
              <a:custGeom>
                <a:avLst/>
                <a:gdLst/>
                <a:ahLst/>
                <a:cxnLst/>
                <a:rect l="l" t="t" r="r" b="b"/>
                <a:pathLst>
                  <a:path w="5964555" h="1424939">
                    <a:moveTo>
                      <a:pt x="5885701" y="1424694"/>
                    </a:moveTo>
                    <a:lnTo>
                      <a:pt x="78545" y="1424694"/>
                    </a:lnTo>
                    <a:lnTo>
                      <a:pt x="73079" y="1424155"/>
                    </a:lnTo>
                    <a:lnTo>
                      <a:pt x="32771" y="1407459"/>
                    </a:lnTo>
                    <a:lnTo>
                      <a:pt x="8511" y="1377898"/>
                    </a:lnTo>
                    <a:lnTo>
                      <a:pt x="0" y="1346148"/>
                    </a:lnTo>
                    <a:lnTo>
                      <a:pt x="0" y="1340628"/>
                    </a:lnTo>
                    <a:lnTo>
                      <a:pt x="0" y="78545"/>
                    </a:lnTo>
                    <a:lnTo>
                      <a:pt x="11100" y="41950"/>
                    </a:lnTo>
                    <a:lnTo>
                      <a:pt x="41950" y="11100"/>
                    </a:lnTo>
                    <a:lnTo>
                      <a:pt x="78545" y="0"/>
                    </a:lnTo>
                    <a:lnTo>
                      <a:pt x="5885701" y="0"/>
                    </a:lnTo>
                    <a:lnTo>
                      <a:pt x="5922296" y="11100"/>
                    </a:lnTo>
                    <a:lnTo>
                      <a:pt x="5953146" y="41950"/>
                    </a:lnTo>
                    <a:lnTo>
                      <a:pt x="5964247" y="78545"/>
                    </a:lnTo>
                    <a:lnTo>
                      <a:pt x="5964247" y="1346148"/>
                    </a:lnTo>
                    <a:lnTo>
                      <a:pt x="5953146" y="1382742"/>
                    </a:lnTo>
                    <a:lnTo>
                      <a:pt x="5922296" y="1413592"/>
                    </a:lnTo>
                    <a:lnTo>
                      <a:pt x="5891168" y="1424155"/>
                    </a:lnTo>
                    <a:lnTo>
                      <a:pt x="5885701" y="142469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03" name="object 16">
                <a:extLst>
                  <a:ext uri="{FF2B5EF4-FFF2-40B4-BE49-F238E27FC236}">
                    <a16:creationId xmlns:a16="http://schemas.microsoft.com/office/drawing/2014/main" id="{960D0E35-55EE-BABD-AF06-DB26BCDEC8D1}"/>
                  </a:ext>
                </a:extLst>
              </p:cNvPr>
              <p:cNvSpPr/>
              <p:nvPr/>
            </p:nvSpPr>
            <p:spPr>
              <a:xfrm>
                <a:off x="547349" y="3332336"/>
                <a:ext cx="5964555" cy="1424940"/>
              </a:xfrm>
              <a:custGeom>
                <a:avLst/>
                <a:gdLst/>
                <a:ahLst/>
                <a:cxnLst/>
                <a:rect l="l" t="t" r="r" b="b"/>
                <a:pathLst>
                  <a:path w="5964555" h="1424939">
                    <a:moveTo>
                      <a:pt x="0" y="1340628"/>
                    </a:moveTo>
                    <a:lnTo>
                      <a:pt x="0" y="84065"/>
                    </a:lnTo>
                    <a:lnTo>
                      <a:pt x="0" y="78545"/>
                    </a:lnTo>
                    <a:lnTo>
                      <a:pt x="538" y="73078"/>
                    </a:lnTo>
                    <a:lnTo>
                      <a:pt x="1615" y="67665"/>
                    </a:lnTo>
                    <a:lnTo>
                      <a:pt x="2692" y="62251"/>
                    </a:lnTo>
                    <a:lnTo>
                      <a:pt x="4286" y="56994"/>
                    </a:lnTo>
                    <a:lnTo>
                      <a:pt x="6399" y="51894"/>
                    </a:lnTo>
                    <a:lnTo>
                      <a:pt x="8511" y="46795"/>
                    </a:lnTo>
                    <a:lnTo>
                      <a:pt x="11100" y="41950"/>
                    </a:lnTo>
                    <a:lnTo>
                      <a:pt x="14167" y="37361"/>
                    </a:lnTo>
                    <a:lnTo>
                      <a:pt x="17234" y="32771"/>
                    </a:lnTo>
                    <a:lnTo>
                      <a:pt x="20719" y="28524"/>
                    </a:lnTo>
                    <a:lnTo>
                      <a:pt x="24622" y="24621"/>
                    </a:lnTo>
                    <a:lnTo>
                      <a:pt x="28525" y="20718"/>
                    </a:lnTo>
                    <a:lnTo>
                      <a:pt x="32771" y="17233"/>
                    </a:lnTo>
                    <a:lnTo>
                      <a:pt x="37361" y="14167"/>
                    </a:lnTo>
                    <a:lnTo>
                      <a:pt x="41950" y="11100"/>
                    </a:lnTo>
                    <a:lnTo>
                      <a:pt x="46795" y="8510"/>
                    </a:lnTo>
                    <a:lnTo>
                      <a:pt x="51895" y="6398"/>
                    </a:lnTo>
                    <a:lnTo>
                      <a:pt x="56994" y="4286"/>
                    </a:lnTo>
                    <a:lnTo>
                      <a:pt x="62251" y="2691"/>
                    </a:lnTo>
                    <a:lnTo>
                      <a:pt x="67665" y="1615"/>
                    </a:lnTo>
                    <a:lnTo>
                      <a:pt x="73079" y="538"/>
                    </a:lnTo>
                    <a:lnTo>
                      <a:pt x="78545" y="0"/>
                    </a:lnTo>
                    <a:lnTo>
                      <a:pt x="84065" y="0"/>
                    </a:lnTo>
                    <a:lnTo>
                      <a:pt x="5880181" y="0"/>
                    </a:lnTo>
                    <a:lnTo>
                      <a:pt x="5885701" y="0"/>
                    </a:lnTo>
                    <a:lnTo>
                      <a:pt x="5891168" y="538"/>
                    </a:lnTo>
                    <a:lnTo>
                      <a:pt x="5896581" y="1615"/>
                    </a:lnTo>
                    <a:lnTo>
                      <a:pt x="5901995" y="2692"/>
                    </a:lnTo>
                    <a:lnTo>
                      <a:pt x="5907252" y="4286"/>
                    </a:lnTo>
                    <a:lnTo>
                      <a:pt x="5912351" y="6398"/>
                    </a:lnTo>
                    <a:lnTo>
                      <a:pt x="5917451" y="8510"/>
                    </a:lnTo>
                    <a:lnTo>
                      <a:pt x="5922296" y="11100"/>
                    </a:lnTo>
                    <a:lnTo>
                      <a:pt x="5926885" y="14167"/>
                    </a:lnTo>
                    <a:lnTo>
                      <a:pt x="5931475" y="17233"/>
                    </a:lnTo>
                    <a:lnTo>
                      <a:pt x="5935721" y="20718"/>
                    </a:lnTo>
                    <a:lnTo>
                      <a:pt x="5939624" y="24621"/>
                    </a:lnTo>
                    <a:lnTo>
                      <a:pt x="5943528" y="28524"/>
                    </a:lnTo>
                    <a:lnTo>
                      <a:pt x="5947013" y="32771"/>
                    </a:lnTo>
                    <a:lnTo>
                      <a:pt x="5950079" y="37361"/>
                    </a:lnTo>
                    <a:lnTo>
                      <a:pt x="5953146" y="41950"/>
                    </a:lnTo>
                    <a:lnTo>
                      <a:pt x="5955735" y="46794"/>
                    </a:lnTo>
                    <a:lnTo>
                      <a:pt x="5957847" y="51894"/>
                    </a:lnTo>
                    <a:lnTo>
                      <a:pt x="5959960" y="56994"/>
                    </a:lnTo>
                    <a:lnTo>
                      <a:pt x="5961554" y="62251"/>
                    </a:lnTo>
                    <a:lnTo>
                      <a:pt x="5962631" y="67665"/>
                    </a:lnTo>
                    <a:lnTo>
                      <a:pt x="5963708" y="73078"/>
                    </a:lnTo>
                    <a:lnTo>
                      <a:pt x="5964247" y="78545"/>
                    </a:lnTo>
                    <a:lnTo>
                      <a:pt x="5964247" y="84065"/>
                    </a:lnTo>
                    <a:lnTo>
                      <a:pt x="5964247" y="1340628"/>
                    </a:lnTo>
                    <a:lnTo>
                      <a:pt x="5964247" y="1346148"/>
                    </a:lnTo>
                    <a:lnTo>
                      <a:pt x="5963708" y="1351615"/>
                    </a:lnTo>
                    <a:lnTo>
                      <a:pt x="5962631" y="1357028"/>
                    </a:lnTo>
                    <a:lnTo>
                      <a:pt x="5961554" y="1362442"/>
                    </a:lnTo>
                    <a:lnTo>
                      <a:pt x="5950079" y="1387332"/>
                    </a:lnTo>
                    <a:lnTo>
                      <a:pt x="5947013" y="1391921"/>
                    </a:lnTo>
                    <a:lnTo>
                      <a:pt x="5917451" y="1416182"/>
                    </a:lnTo>
                    <a:lnTo>
                      <a:pt x="5912351" y="1418294"/>
                    </a:lnTo>
                    <a:lnTo>
                      <a:pt x="5907252" y="1420406"/>
                    </a:lnTo>
                    <a:lnTo>
                      <a:pt x="5901995" y="1422001"/>
                    </a:lnTo>
                    <a:lnTo>
                      <a:pt x="5896581" y="1423078"/>
                    </a:lnTo>
                    <a:lnTo>
                      <a:pt x="5891168" y="1424155"/>
                    </a:lnTo>
                    <a:lnTo>
                      <a:pt x="5885701" y="1424694"/>
                    </a:lnTo>
                    <a:lnTo>
                      <a:pt x="5880181" y="1424694"/>
                    </a:lnTo>
                    <a:lnTo>
                      <a:pt x="84065" y="1424694"/>
                    </a:lnTo>
                    <a:lnTo>
                      <a:pt x="78545" y="1424694"/>
                    </a:lnTo>
                    <a:lnTo>
                      <a:pt x="73079" y="1424155"/>
                    </a:lnTo>
                    <a:lnTo>
                      <a:pt x="67665" y="1423078"/>
                    </a:lnTo>
                    <a:lnTo>
                      <a:pt x="62251" y="1422001"/>
                    </a:lnTo>
                    <a:lnTo>
                      <a:pt x="56994" y="1420406"/>
                    </a:lnTo>
                    <a:lnTo>
                      <a:pt x="51895" y="1418294"/>
                    </a:lnTo>
                    <a:lnTo>
                      <a:pt x="46795" y="1416182"/>
                    </a:lnTo>
                    <a:lnTo>
                      <a:pt x="17234" y="1391921"/>
                    </a:lnTo>
                    <a:lnTo>
                      <a:pt x="14167" y="1387332"/>
                    </a:lnTo>
                    <a:lnTo>
                      <a:pt x="11100" y="1382742"/>
                    </a:lnTo>
                    <a:lnTo>
                      <a:pt x="1615" y="1357028"/>
                    </a:lnTo>
                    <a:lnTo>
                      <a:pt x="538" y="1351615"/>
                    </a:lnTo>
                    <a:lnTo>
                      <a:pt x="0" y="1346148"/>
                    </a:lnTo>
                    <a:lnTo>
                      <a:pt x="0" y="1340628"/>
                    </a:lnTo>
                    <a:close/>
                  </a:path>
                </a:pathLst>
              </a:custGeom>
              <a:ln w="8849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404" name="object 17">
                <a:extLst>
                  <a:ext uri="{FF2B5EF4-FFF2-40B4-BE49-F238E27FC236}">
                    <a16:creationId xmlns:a16="http://schemas.microsoft.com/office/drawing/2014/main" id="{C03D7A4A-A007-3A86-45B5-6F4BE09198C5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93358" y="3478345"/>
                <a:ext cx="194678" cy="194678"/>
              </a:xfrm>
              <a:prstGeom prst="rect">
                <a:avLst/>
              </a:prstGeom>
            </p:spPr>
          </p:pic>
        </p:grpSp>
        <p:sp>
          <p:nvSpPr>
            <p:cNvPr id="357" name="object 18">
              <a:extLst>
                <a:ext uri="{FF2B5EF4-FFF2-40B4-BE49-F238E27FC236}">
                  <a16:creationId xmlns:a16="http://schemas.microsoft.com/office/drawing/2014/main" id="{C4482044-A9FE-A14F-8247-B27B28C0DD76}"/>
                </a:ext>
              </a:extLst>
            </p:cNvPr>
            <p:cNvSpPr txBox="1"/>
            <p:nvPr/>
          </p:nvSpPr>
          <p:spPr>
            <a:xfrm>
              <a:off x="864364" y="1232149"/>
              <a:ext cx="2524344" cy="25292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250" b="1" spc="-9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Key</a:t>
              </a:r>
              <a:r>
                <a:rPr sz="1250" b="1" spc="-10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250" b="1" spc="-6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Takeaways</a:t>
              </a:r>
              <a:endParaRPr sz="12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58" name="object 19">
              <a:extLst>
                <a:ext uri="{FF2B5EF4-FFF2-40B4-BE49-F238E27FC236}">
                  <a16:creationId xmlns:a16="http://schemas.microsoft.com/office/drawing/2014/main" id="{10229C90-9512-5B93-0207-33C249C2FC3F}"/>
                </a:ext>
              </a:extLst>
            </p:cNvPr>
            <p:cNvSpPr txBox="1"/>
            <p:nvPr/>
          </p:nvSpPr>
          <p:spPr>
            <a:xfrm>
              <a:off x="901883" y="1489501"/>
              <a:ext cx="5463929" cy="39465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 marR="5080">
                <a:lnSpc>
                  <a:spcPct val="123000"/>
                </a:lnSpc>
                <a:spcBef>
                  <a:spcPts val="90"/>
                </a:spcBef>
              </a:pPr>
              <a:r>
                <a:rPr sz="850" b="1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Native</a:t>
              </a:r>
              <a:r>
                <a:rPr sz="850" b="1" spc="-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b="1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Virtualization</a:t>
              </a:r>
              <a:r>
                <a:rPr sz="850" b="1" spc="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b="1" spc="-5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Power:</a:t>
              </a:r>
              <a:r>
                <a:rPr sz="850" b="1" spc="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850" spc="-7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850" spc="-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provides</a:t>
              </a:r>
              <a:r>
                <a:rPr sz="850" spc="1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enterprise-grade</a:t>
              </a:r>
              <a:r>
                <a:rPr sz="850" spc="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8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VM</a:t>
              </a:r>
              <a:r>
                <a:rPr sz="850" spc="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management</a:t>
              </a:r>
              <a:r>
                <a:rPr sz="8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built into</a:t>
              </a:r>
              <a:r>
                <a:rPr sz="850" spc="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850" spc="1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19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1</a:t>
              </a:r>
              <a:r>
                <a:rPr sz="850" spc="-6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0/1</a:t>
              </a:r>
              <a:r>
                <a:rPr sz="850" spc="-6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38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1</a:t>
              </a:r>
              <a:r>
                <a:rPr sz="850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Pro/Enterprise</a:t>
              </a:r>
              <a:r>
                <a:rPr sz="8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850" spc="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850" spc="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Server</a:t>
              </a:r>
              <a:endParaRPr sz="8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59" name="object 20">
              <a:extLst>
                <a:ext uri="{FF2B5EF4-FFF2-40B4-BE49-F238E27FC236}">
                  <a16:creationId xmlns:a16="http://schemas.microsoft.com/office/drawing/2014/main" id="{7AC8EC30-A384-26B8-DDB1-979F54621AB7}"/>
                </a:ext>
              </a:extLst>
            </p:cNvPr>
            <p:cNvSpPr txBox="1"/>
            <p:nvPr/>
          </p:nvSpPr>
          <p:spPr>
            <a:xfrm>
              <a:off x="901884" y="1868660"/>
              <a:ext cx="4865370" cy="38715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 marR="5080">
                <a:lnSpc>
                  <a:spcPct val="123000"/>
                </a:lnSpc>
                <a:spcBef>
                  <a:spcPts val="90"/>
                </a:spcBef>
              </a:pPr>
              <a:r>
                <a:rPr sz="850" b="1" spc="-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Prerequisites</a:t>
              </a:r>
              <a:r>
                <a:rPr sz="850" b="1" spc="-1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b="1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Matter:</a:t>
              </a:r>
              <a:r>
                <a:rPr sz="850" b="1" spc="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4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64-</a:t>
              </a:r>
              <a:r>
                <a:rPr sz="8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bit</a:t>
              </a:r>
              <a:r>
                <a:rPr sz="850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processor</a:t>
              </a:r>
              <a:r>
                <a:rPr sz="850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with</a:t>
              </a:r>
              <a:r>
                <a:rPr sz="850" spc="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1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SLAT,</a:t>
              </a:r>
              <a:r>
                <a:rPr sz="850" spc="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10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VT-</a:t>
              </a:r>
              <a:r>
                <a:rPr sz="850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x/AMD-</a:t>
              </a:r>
              <a:r>
                <a:rPr sz="850" spc="-7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850" spc="-6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enabled</a:t>
              </a:r>
              <a:r>
                <a:rPr sz="850" spc="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</a:t>
              </a:r>
              <a:r>
                <a:rPr sz="850" spc="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8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BIOS,</a:t>
              </a:r>
              <a:r>
                <a:rPr sz="850" spc="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minimum</a:t>
              </a:r>
              <a:r>
                <a:rPr sz="850" spc="-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4</a:t>
              </a:r>
              <a:r>
                <a:rPr sz="850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10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GB</a:t>
              </a:r>
              <a:r>
                <a:rPr sz="850" spc="-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9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RAM</a:t>
              </a:r>
              <a:r>
                <a:rPr sz="850" spc="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(8</a:t>
              </a:r>
              <a:r>
                <a:rPr sz="850" spc="-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5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GB</a:t>
              </a:r>
              <a:r>
                <a:rPr sz="850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recommended)</a:t>
              </a:r>
              <a:endParaRPr sz="8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60" name="object 21">
              <a:extLst>
                <a:ext uri="{FF2B5EF4-FFF2-40B4-BE49-F238E27FC236}">
                  <a16:creationId xmlns:a16="http://schemas.microsoft.com/office/drawing/2014/main" id="{3D288CD5-2D3B-3909-86F7-BAA5CEF5A27A}"/>
                </a:ext>
              </a:extLst>
            </p:cNvPr>
            <p:cNvSpPr txBox="1"/>
            <p:nvPr/>
          </p:nvSpPr>
          <p:spPr>
            <a:xfrm>
              <a:off x="901884" y="2258018"/>
              <a:ext cx="4994275" cy="36853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>
                <a:lnSpc>
                  <a:spcPct val="116100"/>
                </a:lnSpc>
                <a:spcBef>
                  <a:spcPts val="95"/>
                </a:spcBef>
              </a:pPr>
              <a:r>
                <a:rPr sz="85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Simple</a:t>
              </a:r>
              <a:r>
                <a:rPr sz="850" b="1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b="1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Activation:</a:t>
              </a:r>
              <a:r>
                <a:rPr sz="850" b="1" spc="1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Enable</a:t>
              </a:r>
              <a:r>
                <a:rPr sz="850" spc="-1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via</a:t>
              </a:r>
              <a:r>
                <a:rPr sz="850" spc="1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850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Features</a:t>
              </a:r>
              <a:r>
                <a:rPr sz="850" spc="-1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or</a:t>
              </a:r>
              <a:r>
                <a:rPr sz="850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PowerShell,</a:t>
              </a:r>
              <a:r>
                <a:rPr sz="850" spc="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verify</a:t>
              </a:r>
              <a:r>
                <a:rPr sz="850" spc="-6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with</a:t>
              </a:r>
              <a:r>
                <a:rPr sz="850" spc="1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850" spc="-7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850" spc="-6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Manager</a:t>
              </a:r>
              <a:r>
                <a:rPr sz="850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850" spc="1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systeminfo command</a:t>
              </a:r>
              <a:endParaRPr sz="85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61" name="object 22">
              <a:extLst>
                <a:ext uri="{FF2B5EF4-FFF2-40B4-BE49-F238E27FC236}">
                  <a16:creationId xmlns:a16="http://schemas.microsoft.com/office/drawing/2014/main" id="{863B1D0C-65CA-6ED0-BE2E-F04CE5FC28A5}"/>
                </a:ext>
              </a:extLst>
            </p:cNvPr>
            <p:cNvSpPr txBox="1"/>
            <p:nvPr/>
          </p:nvSpPr>
          <p:spPr>
            <a:xfrm>
              <a:off x="901884" y="2645782"/>
              <a:ext cx="5591620" cy="178446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85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Scalability:</a:t>
              </a:r>
              <a:r>
                <a:rPr sz="850" b="1" spc="1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Supports</a:t>
              </a:r>
              <a:r>
                <a:rPr sz="850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up</a:t>
              </a:r>
              <a:r>
                <a:rPr sz="850" spc="-1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</a:t>
              </a:r>
              <a:r>
                <a:rPr sz="850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19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1</a:t>
              </a:r>
              <a:r>
                <a:rPr sz="850" spc="-8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,024</a:t>
              </a:r>
              <a:r>
                <a:rPr sz="850" spc="-4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active</a:t>
              </a:r>
              <a:r>
                <a:rPr sz="850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7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VMs</a:t>
              </a:r>
              <a:r>
                <a:rPr sz="850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per</a:t>
              </a:r>
              <a:r>
                <a:rPr sz="850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host</a:t>
              </a:r>
              <a:r>
                <a:rPr sz="850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on</a:t>
              </a:r>
              <a:r>
                <a:rPr sz="850" spc="1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850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Server</a:t>
              </a:r>
              <a:r>
                <a:rPr sz="850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2022</a:t>
              </a:r>
              <a:r>
                <a:rPr sz="850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(Microsoft </a:t>
              </a:r>
              <a:r>
                <a:rPr sz="850" spc="-8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Tech</a:t>
              </a:r>
              <a:r>
                <a:rPr sz="850" spc="1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Community,</a:t>
              </a:r>
              <a:r>
                <a:rPr sz="850" spc="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2025)</a:t>
              </a:r>
              <a:endParaRPr sz="8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62" name="object 23">
              <a:extLst>
                <a:ext uri="{FF2B5EF4-FFF2-40B4-BE49-F238E27FC236}">
                  <a16:creationId xmlns:a16="http://schemas.microsoft.com/office/drawing/2014/main" id="{DC5C2BA3-617E-F990-F658-0566616C674D}"/>
                </a:ext>
              </a:extLst>
            </p:cNvPr>
            <p:cNvSpPr txBox="1"/>
            <p:nvPr/>
          </p:nvSpPr>
          <p:spPr>
            <a:xfrm>
              <a:off x="901884" y="2858159"/>
              <a:ext cx="5238750" cy="33672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850" b="1" spc="-4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Accessibility-</a:t>
              </a:r>
              <a:r>
                <a:rPr sz="85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First:</a:t>
              </a:r>
              <a:r>
                <a:rPr sz="850" b="1" spc="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Keyboard</a:t>
              </a:r>
              <a:r>
                <a:rPr sz="850" spc="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shortcuts,</a:t>
              </a:r>
              <a:r>
                <a:rPr sz="850" spc="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screen</a:t>
              </a:r>
              <a:r>
                <a:rPr sz="850" spc="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reader</a:t>
              </a:r>
              <a:r>
                <a:rPr sz="850" spc="-3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support,</a:t>
              </a:r>
              <a:r>
                <a:rPr sz="850" spc="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850" spc="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high</a:t>
              </a:r>
              <a:r>
                <a:rPr sz="850" spc="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contrast</a:t>
              </a:r>
              <a:r>
                <a:rPr sz="850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modes</a:t>
              </a:r>
              <a:r>
                <a:rPr sz="850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ensure</a:t>
              </a:r>
              <a:r>
                <a:rPr sz="850" spc="-1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inclusive</a:t>
              </a:r>
              <a:r>
                <a:rPr sz="850" spc="-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learning</a:t>
              </a:r>
              <a:endParaRPr sz="85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63" name="object 24">
              <a:extLst>
                <a:ext uri="{FF2B5EF4-FFF2-40B4-BE49-F238E27FC236}">
                  <a16:creationId xmlns:a16="http://schemas.microsoft.com/office/drawing/2014/main" id="{DDE16B2C-F733-7647-2CB6-0EDB01A3EE40}"/>
                </a:ext>
              </a:extLst>
            </p:cNvPr>
            <p:cNvSpPr txBox="1"/>
            <p:nvPr/>
          </p:nvSpPr>
          <p:spPr>
            <a:xfrm>
              <a:off x="724903" y="3478867"/>
              <a:ext cx="128270" cy="190859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950" spc="-9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BIZ UDPGothic"/>
                </a:rPr>
                <a:t>✓</a:t>
              </a:r>
              <a:endParaRPr sz="950">
                <a:latin typeface="Roboto Slab" pitchFamily="2" charset="0"/>
                <a:ea typeface="Roboto Slab" pitchFamily="2" charset="0"/>
                <a:cs typeface="BIZ UDPGothic"/>
              </a:endParaRPr>
            </a:p>
          </p:txBody>
        </p:sp>
        <p:sp>
          <p:nvSpPr>
            <p:cNvPr id="364" name="object 25">
              <a:extLst>
                <a:ext uri="{FF2B5EF4-FFF2-40B4-BE49-F238E27FC236}">
                  <a16:creationId xmlns:a16="http://schemas.microsoft.com/office/drawing/2014/main" id="{6B9DDFC7-6CB9-CAF8-709A-38B2C1D67B52}"/>
                </a:ext>
              </a:extLst>
            </p:cNvPr>
            <p:cNvSpPr txBox="1"/>
            <p:nvPr/>
          </p:nvSpPr>
          <p:spPr>
            <a:xfrm>
              <a:off x="946129" y="3464760"/>
              <a:ext cx="2837556" cy="223446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1100" b="1" spc="-45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Quick</a:t>
              </a:r>
              <a:r>
                <a:rPr sz="1100" b="1" spc="-70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100" b="1" spc="-40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Activation</a:t>
              </a:r>
              <a:r>
                <a:rPr sz="1100" b="1" spc="20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100" b="1" spc="-45" dirty="0">
                  <a:solidFill>
                    <a:srgbClr val="4F4F4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Checklist</a:t>
              </a:r>
              <a:endParaRPr sz="11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365" name="object 26">
              <a:extLst>
                <a:ext uri="{FF2B5EF4-FFF2-40B4-BE49-F238E27FC236}">
                  <a16:creationId xmlns:a16="http://schemas.microsoft.com/office/drawing/2014/main" id="{3622FFE4-E894-475A-EEC8-688C274AC192}"/>
                </a:ext>
              </a:extLst>
            </p:cNvPr>
            <p:cNvGrpSpPr/>
            <p:nvPr/>
          </p:nvGrpSpPr>
          <p:grpSpPr>
            <a:xfrm>
              <a:off x="693358" y="3761514"/>
              <a:ext cx="2796540" cy="389890"/>
              <a:chOff x="693358" y="3761514"/>
              <a:chExt cx="2796540" cy="389890"/>
            </a:xfrm>
          </p:grpSpPr>
          <p:sp>
            <p:nvSpPr>
              <p:cNvPr id="399" name="object 27">
                <a:extLst>
                  <a:ext uri="{FF2B5EF4-FFF2-40B4-BE49-F238E27FC236}">
                    <a16:creationId xmlns:a16="http://schemas.microsoft.com/office/drawing/2014/main" id="{5174828B-1C39-581E-C1CD-DE62129EF4F5}"/>
                  </a:ext>
                </a:extLst>
              </p:cNvPr>
              <p:cNvSpPr/>
              <p:nvPr/>
            </p:nvSpPr>
            <p:spPr>
              <a:xfrm>
                <a:off x="706632" y="3761514"/>
                <a:ext cx="2783205" cy="389890"/>
              </a:xfrm>
              <a:custGeom>
                <a:avLst/>
                <a:gdLst/>
                <a:ahLst/>
                <a:cxnLst/>
                <a:rect l="l" t="t" r="r" b="b"/>
                <a:pathLst>
                  <a:path w="2783204" h="389889">
                    <a:moveTo>
                      <a:pt x="2752318" y="389357"/>
                    </a:moveTo>
                    <a:lnTo>
                      <a:pt x="19188" y="389357"/>
                    </a:lnTo>
                    <a:lnTo>
                      <a:pt x="16366" y="388458"/>
                    </a:lnTo>
                    <a:lnTo>
                      <a:pt x="0" y="358654"/>
                    </a:lnTo>
                    <a:lnTo>
                      <a:pt x="0" y="353961"/>
                    </a:lnTo>
                    <a:lnTo>
                      <a:pt x="0" y="30701"/>
                    </a:lnTo>
                    <a:lnTo>
                      <a:pt x="19188" y="0"/>
                    </a:lnTo>
                    <a:lnTo>
                      <a:pt x="2752318" y="0"/>
                    </a:lnTo>
                    <a:lnTo>
                      <a:pt x="2782122" y="26186"/>
                    </a:lnTo>
                    <a:lnTo>
                      <a:pt x="2783020" y="30701"/>
                    </a:lnTo>
                    <a:lnTo>
                      <a:pt x="2783020" y="358654"/>
                    </a:lnTo>
                    <a:lnTo>
                      <a:pt x="2756832" y="388458"/>
                    </a:lnTo>
                    <a:lnTo>
                      <a:pt x="2752318" y="389357"/>
                    </a:lnTo>
                    <a:close/>
                  </a:path>
                </a:pathLst>
              </a:custGeom>
              <a:solidFill>
                <a:srgbClr val="0FB981">
                  <a:alpha val="783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400" name="object 28">
                <a:extLst>
                  <a:ext uri="{FF2B5EF4-FFF2-40B4-BE49-F238E27FC236}">
                    <a16:creationId xmlns:a16="http://schemas.microsoft.com/office/drawing/2014/main" id="{6823726B-9ED7-5D2F-1F1A-0CB76FE5B447}"/>
                  </a:ext>
                </a:extLst>
              </p:cNvPr>
              <p:cNvSpPr/>
              <p:nvPr/>
            </p:nvSpPr>
            <p:spPr>
              <a:xfrm>
                <a:off x="693358" y="3761752"/>
                <a:ext cx="33020" cy="389255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389254">
                    <a:moveTo>
                      <a:pt x="32809" y="388882"/>
                    </a:moveTo>
                    <a:lnTo>
                      <a:pt x="647" y="360786"/>
                    </a:lnTo>
                    <a:lnTo>
                      <a:pt x="0" y="353723"/>
                    </a:lnTo>
                    <a:lnTo>
                      <a:pt x="0" y="35158"/>
                    </a:lnTo>
                    <a:lnTo>
                      <a:pt x="21808" y="2354"/>
                    </a:lnTo>
                    <a:lnTo>
                      <a:pt x="32809" y="0"/>
                    </a:lnTo>
                    <a:lnTo>
                      <a:pt x="30866" y="3218"/>
                    </a:lnTo>
                    <a:lnTo>
                      <a:pt x="27411" y="17041"/>
                    </a:lnTo>
                    <a:lnTo>
                      <a:pt x="26547" y="25384"/>
                    </a:lnTo>
                    <a:lnTo>
                      <a:pt x="26547" y="363497"/>
                    </a:lnTo>
                    <a:lnTo>
                      <a:pt x="27411" y="371840"/>
                    </a:lnTo>
                    <a:lnTo>
                      <a:pt x="30866" y="385664"/>
                    </a:lnTo>
                    <a:lnTo>
                      <a:pt x="32809" y="388882"/>
                    </a:lnTo>
                    <a:close/>
                  </a:path>
                </a:pathLst>
              </a:custGeom>
              <a:solidFill>
                <a:srgbClr val="0FB98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366" name="object 29">
              <a:extLst>
                <a:ext uri="{FF2B5EF4-FFF2-40B4-BE49-F238E27FC236}">
                  <a16:creationId xmlns:a16="http://schemas.microsoft.com/office/drawing/2014/main" id="{F5E26C66-F691-A9F9-FFB5-0A44A3B79CD6}"/>
                </a:ext>
              </a:extLst>
            </p:cNvPr>
            <p:cNvSpPr txBox="1"/>
            <p:nvPr/>
          </p:nvSpPr>
          <p:spPr>
            <a:xfrm>
              <a:off x="795695" y="3769167"/>
              <a:ext cx="1804408" cy="379392"/>
            </a:xfrm>
            <a:prstGeom prst="rect">
              <a:avLst/>
            </a:prstGeom>
          </p:spPr>
          <p:txBody>
            <a:bodyPr vert="horz" wrap="square" lIns="0" tIns="412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25"/>
                </a:spcBef>
              </a:pPr>
              <a:r>
                <a:rPr sz="800" b="1" spc="-5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Step</a:t>
              </a:r>
              <a:r>
                <a:rPr sz="800" b="1" spc="-3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b="1" spc="-5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1</a:t>
              </a:r>
              <a:endParaRPr sz="8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20"/>
                </a:spcBef>
              </a:pPr>
              <a:r>
                <a:rPr sz="800" spc="-6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Check</a:t>
              </a:r>
              <a:r>
                <a:rPr sz="800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system</a:t>
              </a:r>
              <a:r>
                <a:rPr sz="8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requirements</a:t>
              </a:r>
              <a:endParaRPr sz="8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367" name="object 30">
              <a:extLst>
                <a:ext uri="{FF2B5EF4-FFF2-40B4-BE49-F238E27FC236}">
                  <a16:creationId xmlns:a16="http://schemas.microsoft.com/office/drawing/2014/main" id="{8FECE555-C5E3-00C9-7461-EC8603EAE20B}"/>
                </a:ext>
              </a:extLst>
            </p:cNvPr>
            <p:cNvGrpSpPr/>
            <p:nvPr/>
          </p:nvGrpSpPr>
          <p:grpSpPr>
            <a:xfrm>
              <a:off x="3560445" y="3761514"/>
              <a:ext cx="2805430" cy="389890"/>
              <a:chOff x="3560445" y="3761514"/>
              <a:chExt cx="2805430" cy="389890"/>
            </a:xfrm>
          </p:grpSpPr>
          <p:sp>
            <p:nvSpPr>
              <p:cNvPr id="397" name="object 31">
                <a:extLst>
                  <a:ext uri="{FF2B5EF4-FFF2-40B4-BE49-F238E27FC236}">
                    <a16:creationId xmlns:a16="http://schemas.microsoft.com/office/drawing/2014/main" id="{A2F88F48-7249-4550-D38F-377B2D9788A3}"/>
                  </a:ext>
                </a:extLst>
              </p:cNvPr>
              <p:cNvSpPr/>
              <p:nvPr/>
            </p:nvSpPr>
            <p:spPr>
              <a:xfrm>
                <a:off x="3573718" y="3761514"/>
                <a:ext cx="2792095" cy="389890"/>
              </a:xfrm>
              <a:custGeom>
                <a:avLst/>
                <a:gdLst/>
                <a:ahLst/>
                <a:cxnLst/>
                <a:rect l="l" t="t" r="r" b="b"/>
                <a:pathLst>
                  <a:path w="2792095" h="389889">
                    <a:moveTo>
                      <a:pt x="2761167" y="389357"/>
                    </a:moveTo>
                    <a:lnTo>
                      <a:pt x="19189" y="389357"/>
                    </a:lnTo>
                    <a:lnTo>
                      <a:pt x="16366" y="388458"/>
                    </a:lnTo>
                    <a:lnTo>
                      <a:pt x="0" y="358654"/>
                    </a:lnTo>
                    <a:lnTo>
                      <a:pt x="0" y="353961"/>
                    </a:lnTo>
                    <a:lnTo>
                      <a:pt x="0" y="30701"/>
                    </a:lnTo>
                    <a:lnTo>
                      <a:pt x="19189" y="0"/>
                    </a:lnTo>
                    <a:lnTo>
                      <a:pt x="2761167" y="0"/>
                    </a:lnTo>
                    <a:lnTo>
                      <a:pt x="2790971" y="26186"/>
                    </a:lnTo>
                    <a:lnTo>
                      <a:pt x="2791869" y="30701"/>
                    </a:lnTo>
                    <a:lnTo>
                      <a:pt x="2791869" y="358654"/>
                    </a:lnTo>
                    <a:lnTo>
                      <a:pt x="2765681" y="388458"/>
                    </a:lnTo>
                    <a:lnTo>
                      <a:pt x="2761167" y="389357"/>
                    </a:lnTo>
                    <a:close/>
                  </a:path>
                </a:pathLst>
              </a:custGeom>
              <a:solidFill>
                <a:srgbClr val="0FB981">
                  <a:alpha val="783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398" name="object 32">
                <a:extLst>
                  <a:ext uri="{FF2B5EF4-FFF2-40B4-BE49-F238E27FC236}">
                    <a16:creationId xmlns:a16="http://schemas.microsoft.com/office/drawing/2014/main" id="{8208F1E8-1996-3698-EE76-2EA57D43FD6A}"/>
                  </a:ext>
                </a:extLst>
              </p:cNvPr>
              <p:cNvSpPr/>
              <p:nvPr/>
            </p:nvSpPr>
            <p:spPr>
              <a:xfrm>
                <a:off x="3560445" y="3761752"/>
                <a:ext cx="33020" cy="389255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389254">
                    <a:moveTo>
                      <a:pt x="32809" y="388882"/>
                    </a:moveTo>
                    <a:lnTo>
                      <a:pt x="647" y="360786"/>
                    </a:lnTo>
                    <a:lnTo>
                      <a:pt x="0" y="353723"/>
                    </a:lnTo>
                    <a:lnTo>
                      <a:pt x="0" y="35158"/>
                    </a:lnTo>
                    <a:lnTo>
                      <a:pt x="21807" y="2354"/>
                    </a:lnTo>
                    <a:lnTo>
                      <a:pt x="32809" y="0"/>
                    </a:lnTo>
                    <a:lnTo>
                      <a:pt x="30866" y="3218"/>
                    </a:lnTo>
                    <a:lnTo>
                      <a:pt x="27410" y="17041"/>
                    </a:lnTo>
                    <a:lnTo>
                      <a:pt x="26546" y="25384"/>
                    </a:lnTo>
                    <a:lnTo>
                      <a:pt x="26546" y="363497"/>
                    </a:lnTo>
                    <a:lnTo>
                      <a:pt x="27410" y="371840"/>
                    </a:lnTo>
                    <a:lnTo>
                      <a:pt x="30866" y="385664"/>
                    </a:lnTo>
                    <a:lnTo>
                      <a:pt x="32809" y="388882"/>
                    </a:lnTo>
                    <a:close/>
                  </a:path>
                </a:pathLst>
              </a:custGeom>
              <a:solidFill>
                <a:srgbClr val="0FB98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368" name="object 33">
              <a:extLst>
                <a:ext uri="{FF2B5EF4-FFF2-40B4-BE49-F238E27FC236}">
                  <a16:creationId xmlns:a16="http://schemas.microsoft.com/office/drawing/2014/main" id="{3A6A7202-EEB1-BB76-18E5-B21D6BF817DB}"/>
                </a:ext>
              </a:extLst>
            </p:cNvPr>
            <p:cNvSpPr txBox="1"/>
            <p:nvPr/>
          </p:nvSpPr>
          <p:spPr>
            <a:xfrm>
              <a:off x="3666515" y="3769167"/>
              <a:ext cx="1519462" cy="379392"/>
            </a:xfrm>
            <a:prstGeom prst="rect">
              <a:avLst/>
            </a:prstGeom>
          </p:spPr>
          <p:txBody>
            <a:bodyPr vert="horz" wrap="square" lIns="0" tIns="412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25"/>
                </a:spcBef>
              </a:pPr>
              <a:r>
                <a:rPr sz="800" b="1" spc="-5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Step</a:t>
              </a:r>
              <a:r>
                <a:rPr sz="800" b="1" spc="-3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b="1" spc="-5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2</a:t>
              </a:r>
              <a:endParaRPr sz="8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20"/>
                </a:spcBef>
              </a:pPr>
              <a:r>
                <a:rPr sz="800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Enable</a:t>
              </a:r>
              <a:r>
                <a:rPr sz="800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</a:t>
              </a:r>
              <a:r>
                <a:rPr sz="800" spc="-3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7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BIOS/UEFI</a:t>
              </a:r>
              <a:endParaRPr sz="8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369" name="object 34">
              <a:extLst>
                <a:ext uri="{FF2B5EF4-FFF2-40B4-BE49-F238E27FC236}">
                  <a16:creationId xmlns:a16="http://schemas.microsoft.com/office/drawing/2014/main" id="{A3528AAD-8B27-0F31-002C-6988C9408AB3}"/>
                </a:ext>
              </a:extLst>
            </p:cNvPr>
            <p:cNvGrpSpPr/>
            <p:nvPr/>
          </p:nvGrpSpPr>
          <p:grpSpPr>
            <a:xfrm>
              <a:off x="693358" y="4221664"/>
              <a:ext cx="2796540" cy="389890"/>
              <a:chOff x="693358" y="4221664"/>
              <a:chExt cx="2796540" cy="389890"/>
            </a:xfrm>
          </p:grpSpPr>
          <p:sp>
            <p:nvSpPr>
              <p:cNvPr id="395" name="object 35">
                <a:extLst>
                  <a:ext uri="{FF2B5EF4-FFF2-40B4-BE49-F238E27FC236}">
                    <a16:creationId xmlns:a16="http://schemas.microsoft.com/office/drawing/2014/main" id="{612C856C-0C07-A1BD-2AA4-B246B52A1A03}"/>
                  </a:ext>
                </a:extLst>
              </p:cNvPr>
              <p:cNvSpPr/>
              <p:nvPr/>
            </p:nvSpPr>
            <p:spPr>
              <a:xfrm>
                <a:off x="706632" y="4221664"/>
                <a:ext cx="2783205" cy="389890"/>
              </a:xfrm>
              <a:custGeom>
                <a:avLst/>
                <a:gdLst/>
                <a:ahLst/>
                <a:cxnLst/>
                <a:rect l="l" t="t" r="r" b="b"/>
                <a:pathLst>
                  <a:path w="2783204" h="389889">
                    <a:moveTo>
                      <a:pt x="2752318" y="389356"/>
                    </a:moveTo>
                    <a:lnTo>
                      <a:pt x="19188" y="389356"/>
                    </a:lnTo>
                    <a:lnTo>
                      <a:pt x="16366" y="388458"/>
                    </a:lnTo>
                    <a:lnTo>
                      <a:pt x="0" y="358654"/>
                    </a:lnTo>
                    <a:lnTo>
                      <a:pt x="0" y="353961"/>
                    </a:lnTo>
                    <a:lnTo>
                      <a:pt x="0" y="30701"/>
                    </a:lnTo>
                    <a:lnTo>
                      <a:pt x="19188" y="0"/>
                    </a:lnTo>
                    <a:lnTo>
                      <a:pt x="2752318" y="0"/>
                    </a:lnTo>
                    <a:lnTo>
                      <a:pt x="2782122" y="26186"/>
                    </a:lnTo>
                    <a:lnTo>
                      <a:pt x="2783020" y="30701"/>
                    </a:lnTo>
                    <a:lnTo>
                      <a:pt x="2783020" y="358654"/>
                    </a:lnTo>
                    <a:lnTo>
                      <a:pt x="2756832" y="388458"/>
                    </a:lnTo>
                    <a:lnTo>
                      <a:pt x="2752318" y="389356"/>
                    </a:lnTo>
                    <a:close/>
                  </a:path>
                </a:pathLst>
              </a:custGeom>
              <a:solidFill>
                <a:srgbClr val="0FB981">
                  <a:alpha val="783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396" name="object 36">
                <a:extLst>
                  <a:ext uri="{FF2B5EF4-FFF2-40B4-BE49-F238E27FC236}">
                    <a16:creationId xmlns:a16="http://schemas.microsoft.com/office/drawing/2014/main" id="{DD953EA7-1011-0E4D-5F85-C40F6B4F484A}"/>
                  </a:ext>
                </a:extLst>
              </p:cNvPr>
              <p:cNvSpPr/>
              <p:nvPr/>
            </p:nvSpPr>
            <p:spPr>
              <a:xfrm>
                <a:off x="693358" y="4221902"/>
                <a:ext cx="33020" cy="389255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389254">
                    <a:moveTo>
                      <a:pt x="32809" y="388882"/>
                    </a:moveTo>
                    <a:lnTo>
                      <a:pt x="647" y="360786"/>
                    </a:lnTo>
                    <a:lnTo>
                      <a:pt x="0" y="353723"/>
                    </a:lnTo>
                    <a:lnTo>
                      <a:pt x="0" y="35158"/>
                    </a:lnTo>
                    <a:lnTo>
                      <a:pt x="21808" y="2354"/>
                    </a:lnTo>
                    <a:lnTo>
                      <a:pt x="32809" y="0"/>
                    </a:lnTo>
                    <a:lnTo>
                      <a:pt x="30866" y="3218"/>
                    </a:lnTo>
                    <a:lnTo>
                      <a:pt x="27411" y="17040"/>
                    </a:lnTo>
                    <a:lnTo>
                      <a:pt x="26547" y="25384"/>
                    </a:lnTo>
                    <a:lnTo>
                      <a:pt x="26547" y="363498"/>
                    </a:lnTo>
                    <a:lnTo>
                      <a:pt x="27411" y="371841"/>
                    </a:lnTo>
                    <a:lnTo>
                      <a:pt x="30866" y="385663"/>
                    </a:lnTo>
                    <a:lnTo>
                      <a:pt x="32809" y="388882"/>
                    </a:lnTo>
                    <a:close/>
                  </a:path>
                </a:pathLst>
              </a:custGeom>
              <a:solidFill>
                <a:srgbClr val="0FB98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370" name="object 37">
              <a:extLst>
                <a:ext uri="{FF2B5EF4-FFF2-40B4-BE49-F238E27FC236}">
                  <a16:creationId xmlns:a16="http://schemas.microsoft.com/office/drawing/2014/main" id="{19FDC068-D582-BD88-55B4-D1F6B2124893}"/>
                </a:ext>
              </a:extLst>
            </p:cNvPr>
            <p:cNvSpPr txBox="1"/>
            <p:nvPr/>
          </p:nvSpPr>
          <p:spPr>
            <a:xfrm>
              <a:off x="795695" y="4229318"/>
              <a:ext cx="1804408" cy="379392"/>
            </a:xfrm>
            <a:prstGeom prst="rect">
              <a:avLst/>
            </a:prstGeom>
          </p:spPr>
          <p:txBody>
            <a:bodyPr vert="horz" wrap="square" lIns="0" tIns="412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25"/>
                </a:spcBef>
              </a:pPr>
              <a:r>
                <a:rPr sz="800" b="1" spc="-5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Step</a:t>
              </a:r>
              <a:r>
                <a:rPr sz="800" b="1" spc="-3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b="1" spc="-5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3</a:t>
              </a:r>
              <a:endParaRPr sz="8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20"/>
                </a:spcBef>
              </a:pPr>
              <a:r>
                <a:rPr sz="800" spc="-5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Turn</a:t>
              </a:r>
              <a:r>
                <a:rPr sz="800" spc="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on</a:t>
              </a:r>
              <a:r>
                <a:rPr sz="800" spc="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80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Features</a:t>
              </a:r>
              <a:endParaRPr sz="8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371" name="object 38">
              <a:extLst>
                <a:ext uri="{FF2B5EF4-FFF2-40B4-BE49-F238E27FC236}">
                  <a16:creationId xmlns:a16="http://schemas.microsoft.com/office/drawing/2014/main" id="{2DC697DC-94F3-CBDF-218F-EF9DF441ADC3}"/>
                </a:ext>
              </a:extLst>
            </p:cNvPr>
            <p:cNvGrpSpPr/>
            <p:nvPr/>
          </p:nvGrpSpPr>
          <p:grpSpPr>
            <a:xfrm>
              <a:off x="3560445" y="4221664"/>
              <a:ext cx="2805430" cy="389890"/>
              <a:chOff x="3560445" y="4221664"/>
              <a:chExt cx="2805430" cy="389890"/>
            </a:xfrm>
          </p:grpSpPr>
          <p:sp>
            <p:nvSpPr>
              <p:cNvPr id="393" name="object 39">
                <a:extLst>
                  <a:ext uri="{FF2B5EF4-FFF2-40B4-BE49-F238E27FC236}">
                    <a16:creationId xmlns:a16="http://schemas.microsoft.com/office/drawing/2014/main" id="{5D291276-8C67-DC45-A34F-5CAA8D83FBFE}"/>
                  </a:ext>
                </a:extLst>
              </p:cNvPr>
              <p:cNvSpPr/>
              <p:nvPr/>
            </p:nvSpPr>
            <p:spPr>
              <a:xfrm>
                <a:off x="3573718" y="4221664"/>
                <a:ext cx="2792095" cy="389890"/>
              </a:xfrm>
              <a:custGeom>
                <a:avLst/>
                <a:gdLst/>
                <a:ahLst/>
                <a:cxnLst/>
                <a:rect l="l" t="t" r="r" b="b"/>
                <a:pathLst>
                  <a:path w="2792095" h="389889">
                    <a:moveTo>
                      <a:pt x="2761167" y="389356"/>
                    </a:moveTo>
                    <a:lnTo>
                      <a:pt x="19189" y="389356"/>
                    </a:lnTo>
                    <a:lnTo>
                      <a:pt x="16366" y="388458"/>
                    </a:lnTo>
                    <a:lnTo>
                      <a:pt x="0" y="358654"/>
                    </a:lnTo>
                    <a:lnTo>
                      <a:pt x="0" y="353961"/>
                    </a:lnTo>
                    <a:lnTo>
                      <a:pt x="0" y="30701"/>
                    </a:lnTo>
                    <a:lnTo>
                      <a:pt x="19189" y="0"/>
                    </a:lnTo>
                    <a:lnTo>
                      <a:pt x="2761167" y="0"/>
                    </a:lnTo>
                    <a:lnTo>
                      <a:pt x="2790971" y="26186"/>
                    </a:lnTo>
                    <a:lnTo>
                      <a:pt x="2791869" y="30701"/>
                    </a:lnTo>
                    <a:lnTo>
                      <a:pt x="2791869" y="358654"/>
                    </a:lnTo>
                    <a:lnTo>
                      <a:pt x="2765681" y="388458"/>
                    </a:lnTo>
                    <a:lnTo>
                      <a:pt x="2761167" y="389356"/>
                    </a:lnTo>
                    <a:close/>
                  </a:path>
                </a:pathLst>
              </a:custGeom>
              <a:solidFill>
                <a:srgbClr val="0FB981">
                  <a:alpha val="783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394" name="object 40">
                <a:extLst>
                  <a:ext uri="{FF2B5EF4-FFF2-40B4-BE49-F238E27FC236}">
                    <a16:creationId xmlns:a16="http://schemas.microsoft.com/office/drawing/2014/main" id="{AB566CF0-24B2-0D6F-EEC6-B22DC81A3D9D}"/>
                  </a:ext>
                </a:extLst>
              </p:cNvPr>
              <p:cNvSpPr/>
              <p:nvPr/>
            </p:nvSpPr>
            <p:spPr>
              <a:xfrm>
                <a:off x="3560445" y="4221902"/>
                <a:ext cx="33020" cy="389255"/>
              </a:xfrm>
              <a:custGeom>
                <a:avLst/>
                <a:gdLst/>
                <a:ahLst/>
                <a:cxnLst/>
                <a:rect l="l" t="t" r="r" b="b"/>
                <a:pathLst>
                  <a:path w="33020" h="389254">
                    <a:moveTo>
                      <a:pt x="32809" y="388882"/>
                    </a:moveTo>
                    <a:lnTo>
                      <a:pt x="647" y="360786"/>
                    </a:lnTo>
                    <a:lnTo>
                      <a:pt x="0" y="353723"/>
                    </a:lnTo>
                    <a:lnTo>
                      <a:pt x="0" y="35158"/>
                    </a:lnTo>
                    <a:lnTo>
                      <a:pt x="21807" y="2354"/>
                    </a:lnTo>
                    <a:lnTo>
                      <a:pt x="32809" y="0"/>
                    </a:lnTo>
                    <a:lnTo>
                      <a:pt x="30866" y="3218"/>
                    </a:lnTo>
                    <a:lnTo>
                      <a:pt x="27410" y="17040"/>
                    </a:lnTo>
                    <a:lnTo>
                      <a:pt x="26546" y="25384"/>
                    </a:lnTo>
                    <a:lnTo>
                      <a:pt x="26546" y="363498"/>
                    </a:lnTo>
                    <a:lnTo>
                      <a:pt x="27410" y="371841"/>
                    </a:lnTo>
                    <a:lnTo>
                      <a:pt x="30866" y="385663"/>
                    </a:lnTo>
                    <a:lnTo>
                      <a:pt x="32809" y="388882"/>
                    </a:lnTo>
                    <a:close/>
                  </a:path>
                </a:pathLst>
              </a:custGeom>
              <a:solidFill>
                <a:srgbClr val="0FB981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372" name="object 41">
              <a:extLst>
                <a:ext uri="{FF2B5EF4-FFF2-40B4-BE49-F238E27FC236}">
                  <a16:creationId xmlns:a16="http://schemas.microsoft.com/office/drawing/2014/main" id="{D263EE18-32E5-600B-7C70-EF4B5E33C614}"/>
                </a:ext>
              </a:extLst>
            </p:cNvPr>
            <p:cNvSpPr txBox="1"/>
            <p:nvPr/>
          </p:nvSpPr>
          <p:spPr>
            <a:xfrm>
              <a:off x="3666515" y="4229318"/>
              <a:ext cx="1519462" cy="379392"/>
            </a:xfrm>
            <a:prstGeom prst="rect">
              <a:avLst/>
            </a:prstGeom>
          </p:spPr>
          <p:txBody>
            <a:bodyPr vert="horz" wrap="square" lIns="0" tIns="412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25"/>
                </a:spcBef>
              </a:pPr>
              <a:r>
                <a:rPr sz="800" b="1" spc="-5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Step</a:t>
              </a:r>
              <a:r>
                <a:rPr sz="800" b="1" spc="-35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b="1" spc="-50" dirty="0">
                  <a:solidFill>
                    <a:srgbClr val="0FB981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4</a:t>
              </a:r>
              <a:endParaRPr sz="8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20"/>
                </a:spcBef>
              </a:pPr>
              <a:r>
                <a:rPr sz="80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Verify</a:t>
              </a:r>
              <a:r>
                <a:rPr sz="80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&amp;</a:t>
              </a:r>
              <a:r>
                <a:rPr sz="800" spc="-6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create</a:t>
              </a:r>
              <a:r>
                <a:rPr sz="8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ﬁ</a:t>
              </a:r>
              <a:r>
                <a:rPr sz="8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rst</a:t>
              </a:r>
              <a:r>
                <a:rPr sz="800" spc="-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VM</a:t>
              </a:r>
              <a:endParaRPr sz="8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373" name="object 42">
              <a:extLst>
                <a:ext uri="{FF2B5EF4-FFF2-40B4-BE49-F238E27FC236}">
                  <a16:creationId xmlns:a16="http://schemas.microsoft.com/office/drawing/2014/main" id="{3926D3A7-9C7E-6DDD-B86F-745EEC38E76E}"/>
                </a:ext>
              </a:extLst>
            </p:cNvPr>
            <p:cNvGrpSpPr/>
            <p:nvPr/>
          </p:nvGrpSpPr>
          <p:grpSpPr>
            <a:xfrm>
              <a:off x="6620255" y="1088136"/>
              <a:ext cx="5118100" cy="4322445"/>
              <a:chOff x="6620255" y="1088136"/>
              <a:chExt cx="5118100" cy="4322445"/>
            </a:xfrm>
          </p:grpSpPr>
          <p:sp>
            <p:nvSpPr>
              <p:cNvPr id="387" name="object 43">
                <a:extLst>
                  <a:ext uri="{FF2B5EF4-FFF2-40B4-BE49-F238E27FC236}">
                    <a16:creationId xmlns:a16="http://schemas.microsoft.com/office/drawing/2014/main" id="{E6F54BE0-0D0A-4C36-3EE5-A49873B775BE}"/>
                  </a:ext>
                </a:extLst>
              </p:cNvPr>
              <p:cNvSpPr/>
              <p:nvPr/>
            </p:nvSpPr>
            <p:spPr>
              <a:xfrm>
                <a:off x="6656831" y="1088136"/>
                <a:ext cx="5044440" cy="3152140"/>
              </a:xfrm>
              <a:custGeom>
                <a:avLst/>
                <a:gdLst/>
                <a:ahLst/>
                <a:cxnLst/>
                <a:rect l="l" t="t" r="r" b="b"/>
                <a:pathLst>
                  <a:path w="5044440" h="3152140">
                    <a:moveTo>
                      <a:pt x="5044439" y="3151631"/>
                    </a:moveTo>
                    <a:lnTo>
                      <a:pt x="0" y="3151631"/>
                    </a:lnTo>
                    <a:lnTo>
                      <a:pt x="0" y="0"/>
                    </a:lnTo>
                    <a:lnTo>
                      <a:pt x="5044439" y="0"/>
                    </a:lnTo>
                    <a:lnTo>
                      <a:pt x="5044439" y="36367"/>
                    </a:lnTo>
                    <a:lnTo>
                      <a:pt x="124661" y="36367"/>
                    </a:lnTo>
                    <a:lnTo>
                      <a:pt x="116815" y="36745"/>
                    </a:lnTo>
                    <a:lnTo>
                      <a:pt x="80406" y="49776"/>
                    </a:lnTo>
                    <a:lnTo>
                      <a:pt x="54433" y="78427"/>
                    </a:lnTo>
                    <a:lnTo>
                      <a:pt x="45019" y="116008"/>
                    </a:lnTo>
                    <a:lnTo>
                      <a:pt x="45019" y="3018491"/>
                    </a:lnTo>
                    <a:lnTo>
                      <a:pt x="54433" y="3056071"/>
                    </a:lnTo>
                    <a:lnTo>
                      <a:pt x="80406" y="3084722"/>
                    </a:lnTo>
                    <a:lnTo>
                      <a:pt x="116815" y="3097753"/>
                    </a:lnTo>
                    <a:lnTo>
                      <a:pt x="124661" y="3098132"/>
                    </a:lnTo>
                    <a:lnTo>
                      <a:pt x="5044439" y="3098132"/>
                    </a:lnTo>
                    <a:lnTo>
                      <a:pt x="5044439" y="3151631"/>
                    </a:lnTo>
                    <a:close/>
                  </a:path>
                  <a:path w="5044440" h="3152140">
                    <a:moveTo>
                      <a:pt x="5044439" y="3098132"/>
                    </a:moveTo>
                    <a:lnTo>
                      <a:pt x="4920835" y="3098132"/>
                    </a:lnTo>
                    <a:lnTo>
                      <a:pt x="4928680" y="3097753"/>
                    </a:lnTo>
                    <a:lnTo>
                      <a:pt x="4936374" y="3096616"/>
                    </a:lnTo>
                    <a:lnTo>
                      <a:pt x="4971333" y="3080085"/>
                    </a:lnTo>
                    <a:lnTo>
                      <a:pt x="4994412" y="3048968"/>
                    </a:lnTo>
                    <a:lnTo>
                      <a:pt x="5000477" y="3018491"/>
                    </a:lnTo>
                    <a:lnTo>
                      <a:pt x="5000477" y="116008"/>
                    </a:lnTo>
                    <a:lnTo>
                      <a:pt x="4991061" y="78427"/>
                    </a:lnTo>
                    <a:lnTo>
                      <a:pt x="4965088" y="49776"/>
                    </a:lnTo>
                    <a:lnTo>
                      <a:pt x="4928680" y="36745"/>
                    </a:lnTo>
                    <a:lnTo>
                      <a:pt x="4920835" y="36367"/>
                    </a:lnTo>
                    <a:lnTo>
                      <a:pt x="5044439" y="36367"/>
                    </a:lnTo>
                    <a:lnTo>
                      <a:pt x="5044439" y="3098132"/>
                    </a:lnTo>
                    <a:close/>
                  </a:path>
                </a:pathLst>
              </a:custGeom>
              <a:solidFill>
                <a:srgbClr val="000000">
                  <a:alpha val="587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388" name="object 44">
                <a:extLst>
                  <a:ext uri="{FF2B5EF4-FFF2-40B4-BE49-F238E27FC236}">
                    <a16:creationId xmlns:a16="http://schemas.microsoft.com/office/drawing/2014/main" id="{F53D5714-25DD-7A88-6336-979337D8BB7E}"/>
                  </a:ext>
                </a:extLst>
              </p:cNvPr>
              <p:cNvSpPr/>
              <p:nvPr/>
            </p:nvSpPr>
            <p:spPr>
              <a:xfrm>
                <a:off x="6697426" y="1120078"/>
                <a:ext cx="4964430" cy="3070860"/>
              </a:xfrm>
              <a:custGeom>
                <a:avLst/>
                <a:gdLst/>
                <a:ahLst/>
                <a:cxnLst/>
                <a:rect l="l" t="t" r="r" b="b"/>
                <a:pathLst>
                  <a:path w="4964430" h="3070860">
                    <a:moveTo>
                      <a:pt x="4885761" y="3070613"/>
                    </a:moveTo>
                    <a:lnTo>
                      <a:pt x="78545" y="3070613"/>
                    </a:lnTo>
                    <a:lnTo>
                      <a:pt x="73078" y="3070075"/>
                    </a:lnTo>
                    <a:lnTo>
                      <a:pt x="32771" y="3053379"/>
                    </a:lnTo>
                    <a:lnTo>
                      <a:pt x="8510" y="3023817"/>
                    </a:lnTo>
                    <a:lnTo>
                      <a:pt x="0" y="2992067"/>
                    </a:lnTo>
                    <a:lnTo>
                      <a:pt x="0" y="2986548"/>
                    </a:lnTo>
                    <a:lnTo>
                      <a:pt x="0" y="78545"/>
                    </a:lnTo>
                    <a:lnTo>
                      <a:pt x="11100" y="41950"/>
                    </a:lnTo>
                    <a:lnTo>
                      <a:pt x="41950" y="11100"/>
                    </a:lnTo>
                    <a:lnTo>
                      <a:pt x="78545" y="0"/>
                    </a:lnTo>
                    <a:lnTo>
                      <a:pt x="4885761" y="0"/>
                    </a:lnTo>
                    <a:lnTo>
                      <a:pt x="4922355" y="11100"/>
                    </a:lnTo>
                    <a:lnTo>
                      <a:pt x="4953206" y="41950"/>
                    </a:lnTo>
                    <a:lnTo>
                      <a:pt x="4964306" y="78545"/>
                    </a:lnTo>
                    <a:lnTo>
                      <a:pt x="4964306" y="2992067"/>
                    </a:lnTo>
                    <a:lnTo>
                      <a:pt x="4953206" y="3028662"/>
                    </a:lnTo>
                    <a:lnTo>
                      <a:pt x="4922354" y="3059512"/>
                    </a:lnTo>
                    <a:lnTo>
                      <a:pt x="4891228" y="3070075"/>
                    </a:lnTo>
                    <a:lnTo>
                      <a:pt x="4885761" y="307061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389" name="object 45">
                <a:extLst>
                  <a:ext uri="{FF2B5EF4-FFF2-40B4-BE49-F238E27FC236}">
                    <a16:creationId xmlns:a16="http://schemas.microsoft.com/office/drawing/2014/main" id="{5F3D4225-B7C9-38C7-D04D-199DB1A6F807}"/>
                  </a:ext>
                </a:extLst>
              </p:cNvPr>
              <p:cNvSpPr/>
              <p:nvPr/>
            </p:nvSpPr>
            <p:spPr>
              <a:xfrm>
                <a:off x="6697426" y="1120078"/>
                <a:ext cx="4964430" cy="3070860"/>
              </a:xfrm>
              <a:custGeom>
                <a:avLst/>
                <a:gdLst/>
                <a:ahLst/>
                <a:cxnLst/>
                <a:rect l="l" t="t" r="r" b="b"/>
                <a:pathLst>
                  <a:path w="4964430" h="3070860">
                    <a:moveTo>
                      <a:pt x="0" y="2986548"/>
                    </a:moveTo>
                    <a:lnTo>
                      <a:pt x="0" y="84065"/>
                    </a:lnTo>
                    <a:lnTo>
                      <a:pt x="0" y="78545"/>
                    </a:lnTo>
                    <a:lnTo>
                      <a:pt x="537" y="73078"/>
                    </a:lnTo>
                    <a:lnTo>
                      <a:pt x="1614" y="67665"/>
                    </a:lnTo>
                    <a:lnTo>
                      <a:pt x="2691" y="62251"/>
                    </a:lnTo>
                    <a:lnTo>
                      <a:pt x="4286" y="56994"/>
                    </a:lnTo>
                    <a:lnTo>
                      <a:pt x="6398" y="51895"/>
                    </a:lnTo>
                    <a:lnTo>
                      <a:pt x="8510" y="46795"/>
                    </a:lnTo>
                    <a:lnTo>
                      <a:pt x="24622" y="24622"/>
                    </a:lnTo>
                    <a:lnTo>
                      <a:pt x="28524" y="20719"/>
                    </a:lnTo>
                    <a:lnTo>
                      <a:pt x="32771" y="17234"/>
                    </a:lnTo>
                    <a:lnTo>
                      <a:pt x="37360" y="14167"/>
                    </a:lnTo>
                    <a:lnTo>
                      <a:pt x="41950" y="11100"/>
                    </a:lnTo>
                    <a:lnTo>
                      <a:pt x="67665" y="1615"/>
                    </a:lnTo>
                    <a:lnTo>
                      <a:pt x="73078" y="538"/>
                    </a:lnTo>
                    <a:lnTo>
                      <a:pt x="78545" y="0"/>
                    </a:lnTo>
                    <a:lnTo>
                      <a:pt x="84066" y="0"/>
                    </a:lnTo>
                    <a:lnTo>
                      <a:pt x="4880241" y="0"/>
                    </a:lnTo>
                    <a:lnTo>
                      <a:pt x="4885761" y="0"/>
                    </a:lnTo>
                    <a:lnTo>
                      <a:pt x="4891228" y="538"/>
                    </a:lnTo>
                    <a:lnTo>
                      <a:pt x="4896641" y="1615"/>
                    </a:lnTo>
                    <a:lnTo>
                      <a:pt x="4902054" y="2692"/>
                    </a:lnTo>
                    <a:lnTo>
                      <a:pt x="4935782" y="20719"/>
                    </a:lnTo>
                    <a:lnTo>
                      <a:pt x="4939685" y="24622"/>
                    </a:lnTo>
                    <a:lnTo>
                      <a:pt x="4943588" y="28525"/>
                    </a:lnTo>
                    <a:lnTo>
                      <a:pt x="4957907" y="51895"/>
                    </a:lnTo>
                    <a:lnTo>
                      <a:pt x="4960019" y="56994"/>
                    </a:lnTo>
                    <a:lnTo>
                      <a:pt x="4961613" y="62251"/>
                    </a:lnTo>
                    <a:lnTo>
                      <a:pt x="4962690" y="67665"/>
                    </a:lnTo>
                    <a:lnTo>
                      <a:pt x="4963767" y="73078"/>
                    </a:lnTo>
                    <a:lnTo>
                      <a:pt x="4964306" y="78545"/>
                    </a:lnTo>
                    <a:lnTo>
                      <a:pt x="4964307" y="84065"/>
                    </a:lnTo>
                    <a:lnTo>
                      <a:pt x="4964307" y="2986548"/>
                    </a:lnTo>
                    <a:lnTo>
                      <a:pt x="4964306" y="2992067"/>
                    </a:lnTo>
                    <a:lnTo>
                      <a:pt x="4963767" y="2997534"/>
                    </a:lnTo>
                    <a:lnTo>
                      <a:pt x="4962690" y="3002948"/>
                    </a:lnTo>
                    <a:lnTo>
                      <a:pt x="4961613" y="3008362"/>
                    </a:lnTo>
                    <a:lnTo>
                      <a:pt x="4960019" y="3013618"/>
                    </a:lnTo>
                    <a:lnTo>
                      <a:pt x="4957907" y="3018718"/>
                    </a:lnTo>
                    <a:lnTo>
                      <a:pt x="4955795" y="3023817"/>
                    </a:lnTo>
                    <a:lnTo>
                      <a:pt x="4931535" y="3053379"/>
                    </a:lnTo>
                    <a:lnTo>
                      <a:pt x="4926944" y="3056445"/>
                    </a:lnTo>
                    <a:lnTo>
                      <a:pt x="4922354" y="3059512"/>
                    </a:lnTo>
                    <a:lnTo>
                      <a:pt x="4917510" y="3062102"/>
                    </a:lnTo>
                    <a:lnTo>
                      <a:pt x="4912411" y="3064214"/>
                    </a:lnTo>
                    <a:lnTo>
                      <a:pt x="4907311" y="3066326"/>
                    </a:lnTo>
                    <a:lnTo>
                      <a:pt x="4880241" y="3070614"/>
                    </a:lnTo>
                    <a:lnTo>
                      <a:pt x="84066" y="3070614"/>
                    </a:lnTo>
                    <a:lnTo>
                      <a:pt x="46795" y="3062102"/>
                    </a:lnTo>
                    <a:lnTo>
                      <a:pt x="37360" y="3056445"/>
                    </a:lnTo>
                    <a:lnTo>
                      <a:pt x="32771" y="3053379"/>
                    </a:lnTo>
                    <a:lnTo>
                      <a:pt x="28524" y="3049894"/>
                    </a:lnTo>
                    <a:lnTo>
                      <a:pt x="24622" y="3045991"/>
                    </a:lnTo>
                    <a:lnTo>
                      <a:pt x="20718" y="3042088"/>
                    </a:lnTo>
                    <a:lnTo>
                      <a:pt x="17233" y="3037841"/>
                    </a:lnTo>
                    <a:lnTo>
                      <a:pt x="14167" y="3033252"/>
                    </a:lnTo>
                    <a:lnTo>
                      <a:pt x="11100" y="3028662"/>
                    </a:lnTo>
                    <a:lnTo>
                      <a:pt x="0" y="2992067"/>
                    </a:lnTo>
                    <a:lnTo>
                      <a:pt x="0" y="2986548"/>
                    </a:lnTo>
                    <a:close/>
                  </a:path>
                </a:pathLst>
              </a:custGeom>
              <a:ln w="8849">
                <a:solidFill>
                  <a:srgbClr val="E2E7F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390" name="object 46">
                <a:extLst>
                  <a:ext uri="{FF2B5EF4-FFF2-40B4-BE49-F238E27FC236}">
                    <a16:creationId xmlns:a16="http://schemas.microsoft.com/office/drawing/2014/main" id="{6F3CD88A-6BC2-91B7-672F-170E5BF61C01}"/>
                  </a:ext>
                </a:extLst>
              </p:cNvPr>
              <p:cNvSpPr/>
              <p:nvPr/>
            </p:nvSpPr>
            <p:spPr>
              <a:xfrm>
                <a:off x="6861124" y="2115603"/>
                <a:ext cx="4637405" cy="1354455"/>
              </a:xfrm>
              <a:custGeom>
                <a:avLst/>
                <a:gdLst/>
                <a:ahLst/>
                <a:cxnLst/>
                <a:rect l="l" t="t" r="r" b="b"/>
                <a:pathLst>
                  <a:path w="4637405" h="1354454">
                    <a:moveTo>
                      <a:pt x="4636897" y="1345044"/>
                    </a:moveTo>
                    <a:lnTo>
                      <a:pt x="0" y="1345044"/>
                    </a:lnTo>
                    <a:lnTo>
                      <a:pt x="0" y="1353896"/>
                    </a:lnTo>
                    <a:lnTo>
                      <a:pt x="4636897" y="1353896"/>
                    </a:lnTo>
                    <a:lnTo>
                      <a:pt x="4636897" y="1345044"/>
                    </a:lnTo>
                    <a:close/>
                  </a:path>
                  <a:path w="4637405" h="1354454">
                    <a:moveTo>
                      <a:pt x="4636897" y="672528"/>
                    </a:moveTo>
                    <a:lnTo>
                      <a:pt x="0" y="672528"/>
                    </a:lnTo>
                    <a:lnTo>
                      <a:pt x="0" y="681367"/>
                    </a:lnTo>
                    <a:lnTo>
                      <a:pt x="4636897" y="681367"/>
                    </a:lnTo>
                    <a:lnTo>
                      <a:pt x="4636897" y="672528"/>
                    </a:lnTo>
                    <a:close/>
                  </a:path>
                  <a:path w="4637405" h="1354454">
                    <a:moveTo>
                      <a:pt x="4636897" y="0"/>
                    </a:moveTo>
                    <a:lnTo>
                      <a:pt x="0" y="0"/>
                    </a:lnTo>
                    <a:lnTo>
                      <a:pt x="0" y="8851"/>
                    </a:lnTo>
                    <a:lnTo>
                      <a:pt x="4636897" y="8851"/>
                    </a:lnTo>
                    <a:lnTo>
                      <a:pt x="4636897" y="0"/>
                    </a:lnTo>
                    <a:close/>
                  </a:path>
                </a:pathLst>
              </a:custGeom>
              <a:solidFill>
                <a:srgbClr val="F1F5F9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391" name="object 47">
                <a:extLst>
                  <a:ext uri="{FF2B5EF4-FFF2-40B4-BE49-F238E27FC236}">
                    <a16:creationId xmlns:a16="http://schemas.microsoft.com/office/drawing/2014/main" id="{EF90EB13-420D-E4AC-AB14-253995F2C5C1}"/>
                  </a:ext>
                </a:extLst>
              </p:cNvPr>
              <p:cNvSpPr/>
              <p:nvPr/>
            </p:nvSpPr>
            <p:spPr>
              <a:xfrm>
                <a:off x="6620255" y="4282440"/>
                <a:ext cx="5118100" cy="1127760"/>
              </a:xfrm>
              <a:custGeom>
                <a:avLst/>
                <a:gdLst/>
                <a:ahLst/>
                <a:cxnLst/>
                <a:rect l="l" t="t" r="r" b="b"/>
                <a:pathLst>
                  <a:path w="5118100" h="1127760">
                    <a:moveTo>
                      <a:pt x="5117591" y="1127759"/>
                    </a:moveTo>
                    <a:lnTo>
                      <a:pt x="0" y="1127759"/>
                    </a:lnTo>
                    <a:lnTo>
                      <a:pt x="0" y="0"/>
                    </a:lnTo>
                    <a:lnTo>
                      <a:pt x="5117591" y="0"/>
                    </a:lnTo>
                    <a:lnTo>
                      <a:pt x="5117591" y="54261"/>
                    </a:lnTo>
                    <a:lnTo>
                      <a:pt x="161236" y="54261"/>
                    </a:lnTo>
                    <a:lnTo>
                      <a:pt x="152519" y="54682"/>
                    </a:lnTo>
                    <a:lnTo>
                      <a:pt x="112064" y="69160"/>
                    </a:lnTo>
                    <a:lnTo>
                      <a:pt x="83206" y="100995"/>
                    </a:lnTo>
                    <a:lnTo>
                      <a:pt x="72746" y="142752"/>
                    </a:lnTo>
                    <a:lnTo>
                      <a:pt x="72746" y="948014"/>
                    </a:lnTo>
                    <a:lnTo>
                      <a:pt x="83206" y="989769"/>
                    </a:lnTo>
                    <a:lnTo>
                      <a:pt x="112064" y="1021604"/>
                    </a:lnTo>
                    <a:lnTo>
                      <a:pt x="152519" y="1036083"/>
                    </a:lnTo>
                    <a:lnTo>
                      <a:pt x="161236" y="1036504"/>
                    </a:lnTo>
                    <a:lnTo>
                      <a:pt x="5117591" y="1036504"/>
                    </a:lnTo>
                    <a:lnTo>
                      <a:pt x="5117591" y="1127759"/>
                    </a:lnTo>
                    <a:close/>
                  </a:path>
                  <a:path w="5118100" h="1127760">
                    <a:moveTo>
                      <a:pt x="5117591" y="1036504"/>
                    </a:moveTo>
                    <a:lnTo>
                      <a:pt x="4957412" y="1036504"/>
                    </a:lnTo>
                    <a:lnTo>
                      <a:pt x="4966129" y="1036083"/>
                    </a:lnTo>
                    <a:lnTo>
                      <a:pt x="4974678" y="1034820"/>
                    </a:lnTo>
                    <a:lnTo>
                      <a:pt x="5013521" y="1016451"/>
                    </a:lnTo>
                    <a:lnTo>
                      <a:pt x="5039165" y="981877"/>
                    </a:lnTo>
                    <a:lnTo>
                      <a:pt x="5045902" y="948014"/>
                    </a:lnTo>
                    <a:lnTo>
                      <a:pt x="5045902" y="142752"/>
                    </a:lnTo>
                    <a:lnTo>
                      <a:pt x="5035440" y="100995"/>
                    </a:lnTo>
                    <a:lnTo>
                      <a:pt x="5006583" y="69160"/>
                    </a:lnTo>
                    <a:lnTo>
                      <a:pt x="4966129" y="54682"/>
                    </a:lnTo>
                    <a:lnTo>
                      <a:pt x="4957412" y="54261"/>
                    </a:lnTo>
                    <a:lnTo>
                      <a:pt x="5117591" y="54261"/>
                    </a:lnTo>
                    <a:lnTo>
                      <a:pt x="5117591" y="1036504"/>
                    </a:lnTo>
                    <a:close/>
                  </a:path>
                </a:pathLst>
              </a:custGeom>
              <a:solidFill>
                <a:srgbClr val="000000">
                  <a:alpha val="12159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pic>
            <p:nvPicPr>
              <p:cNvPr id="392" name="object 48">
                <a:extLst>
                  <a:ext uri="{FF2B5EF4-FFF2-40B4-BE49-F238E27FC236}">
                    <a16:creationId xmlns:a16="http://schemas.microsoft.com/office/drawing/2014/main" id="{EAC155EA-7A52-C5AF-08C4-26878D76BD9D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693001" y="4336702"/>
                <a:ext cx="4973156" cy="982242"/>
              </a:xfrm>
              <a:prstGeom prst="rect">
                <a:avLst/>
              </a:prstGeom>
            </p:spPr>
          </p:pic>
        </p:grpSp>
        <p:sp>
          <p:nvSpPr>
            <p:cNvPr id="374" name="object 49">
              <a:extLst>
                <a:ext uri="{FF2B5EF4-FFF2-40B4-BE49-F238E27FC236}">
                  <a16:creationId xmlns:a16="http://schemas.microsoft.com/office/drawing/2014/main" id="{B3EC732B-7777-9949-A83F-9844E716EA79}"/>
                </a:ext>
              </a:extLst>
            </p:cNvPr>
            <p:cNvSpPr txBox="1"/>
            <p:nvPr/>
          </p:nvSpPr>
          <p:spPr>
            <a:xfrm>
              <a:off x="6968814" y="1240999"/>
              <a:ext cx="1986280" cy="25292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1250" b="1" spc="-3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Further</a:t>
              </a:r>
              <a:r>
                <a:rPr sz="1250" b="1" spc="-5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Learning</a:t>
              </a:r>
              <a:r>
                <a:rPr sz="1250" b="1" spc="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250" b="1" spc="-8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Resources</a:t>
              </a:r>
              <a:endParaRPr sz="125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75" name="object 50">
              <a:extLst>
                <a:ext uri="{FF2B5EF4-FFF2-40B4-BE49-F238E27FC236}">
                  <a16:creationId xmlns:a16="http://schemas.microsoft.com/office/drawing/2014/main" id="{F671A7B8-DFA1-9D57-1588-F4AFBC6F9576}"/>
                </a:ext>
              </a:extLst>
            </p:cNvPr>
            <p:cNvSpPr txBox="1"/>
            <p:nvPr/>
          </p:nvSpPr>
          <p:spPr>
            <a:xfrm>
              <a:off x="6847050" y="1481542"/>
              <a:ext cx="2658677" cy="636975"/>
            </a:xfrm>
            <a:prstGeom prst="rect">
              <a:avLst/>
            </a:prstGeom>
          </p:spPr>
          <p:txBody>
            <a:bodyPr vert="horz" wrap="square" lIns="0" tIns="7429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585"/>
                </a:spcBef>
              </a:pPr>
              <a:r>
                <a:rPr sz="85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</a:t>
              </a:r>
              <a:r>
                <a:rPr sz="75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ﬃ</a:t>
              </a:r>
              <a:r>
                <a:rPr sz="85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cial</a:t>
              </a:r>
              <a:r>
                <a:rPr sz="850" b="1" spc="-1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Documentation</a:t>
              </a:r>
              <a:endParaRPr sz="85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425"/>
                </a:spcBef>
              </a:pPr>
              <a:r>
                <a:rPr sz="70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iberation Sans"/>
                  <a:hlinkClick r:id="rId6"/>
                </a:rPr>
                <a:t>→</a:t>
              </a:r>
              <a:r>
                <a:rPr sz="700" spc="3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iberation Sans"/>
                  <a:hlinkClick r:id="rId6"/>
                </a:rPr>
                <a:t> </a:t>
              </a:r>
              <a:r>
                <a:rPr sz="800" spc="-3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6"/>
                </a:rPr>
                <a:t>Microsoft</a:t>
              </a:r>
              <a:r>
                <a:rPr sz="80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6"/>
                </a:rPr>
                <a:t> </a:t>
              </a:r>
              <a:r>
                <a:rPr sz="800" spc="-4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6"/>
                </a:rPr>
                <a:t>Hyper-</a:t>
              </a:r>
              <a:r>
                <a:rPr sz="800" spc="-7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6"/>
                </a:rPr>
                <a:t>V</a:t>
              </a:r>
              <a:r>
                <a:rPr sz="800" spc="-4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6"/>
                </a:rPr>
                <a:t> </a:t>
              </a:r>
              <a:r>
                <a:rPr sz="800" spc="-3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6"/>
                </a:rPr>
                <a:t>Documentation</a:t>
              </a:r>
              <a:r>
                <a:rPr sz="800" spc="4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6"/>
                </a:rPr>
                <a:t> </a:t>
              </a:r>
              <a:r>
                <a:rPr sz="800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6"/>
                </a:rPr>
                <a:t>(2026)</a:t>
              </a:r>
              <a:endParaRPr sz="8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54"/>
                </a:spcBef>
              </a:pPr>
              <a:r>
                <a:rPr sz="70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Comprehensive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guides,</a:t>
              </a:r>
              <a:r>
                <a:rPr sz="700" spc="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tutorials,</a:t>
              </a:r>
              <a:r>
                <a:rPr sz="700" spc="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700" spc="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technical</a:t>
              </a:r>
              <a:r>
                <a:rPr sz="700" spc="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references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76" name="object 51">
              <a:extLst>
                <a:ext uri="{FF2B5EF4-FFF2-40B4-BE49-F238E27FC236}">
                  <a16:creationId xmlns:a16="http://schemas.microsoft.com/office/drawing/2014/main" id="{CB2C19ED-6EFD-582F-0727-67324F477310}"/>
                </a:ext>
              </a:extLst>
            </p:cNvPr>
            <p:cNvSpPr txBox="1"/>
            <p:nvPr/>
          </p:nvSpPr>
          <p:spPr>
            <a:xfrm>
              <a:off x="6847051" y="2154068"/>
              <a:ext cx="2658676" cy="636975"/>
            </a:xfrm>
            <a:prstGeom prst="rect">
              <a:avLst/>
            </a:prstGeom>
          </p:spPr>
          <p:txBody>
            <a:bodyPr vert="horz" wrap="square" lIns="0" tIns="7429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585"/>
                </a:spcBef>
              </a:pPr>
              <a:r>
                <a:rPr sz="850" b="1" spc="-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Community</a:t>
              </a:r>
              <a:r>
                <a:rPr sz="85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Support</a:t>
              </a:r>
              <a:endParaRPr sz="85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425"/>
                </a:spcBef>
              </a:pPr>
              <a:r>
                <a:rPr sz="70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iberation Sans"/>
                  <a:hlinkClick r:id="rId7"/>
                </a:rPr>
                <a:t>→</a:t>
              </a:r>
              <a:r>
                <a:rPr sz="700" spc="2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iberation Sans"/>
                  <a:hlinkClick r:id="rId7"/>
                </a:rPr>
                <a:t> </a:t>
              </a:r>
              <a:r>
                <a:rPr sz="800" spc="-3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7"/>
                </a:rPr>
                <a:t>Microsoft</a:t>
              </a:r>
              <a:r>
                <a:rPr sz="800" spc="-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7"/>
                </a:rPr>
                <a:t> </a:t>
              </a:r>
              <a:r>
                <a:rPr sz="800" spc="-9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7"/>
                </a:rPr>
                <a:t>Tech</a:t>
              </a:r>
              <a:r>
                <a:rPr sz="800" spc="2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7"/>
                </a:rPr>
                <a:t> </a:t>
              </a:r>
              <a:r>
                <a:rPr sz="800" spc="-3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7"/>
                </a:rPr>
                <a:t>Community</a:t>
              </a:r>
              <a:r>
                <a:rPr sz="800" spc="-4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7"/>
                </a:rPr>
                <a:t> </a:t>
              </a:r>
              <a:r>
                <a:rPr sz="800" spc="-2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7"/>
                </a:rPr>
                <a:t>Forums</a:t>
              </a:r>
              <a:endParaRPr sz="8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54"/>
                </a:spcBef>
              </a:pPr>
              <a:r>
                <a:rPr sz="70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Connect</a:t>
              </a: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with</a:t>
              </a:r>
              <a:r>
                <a:rPr sz="700" spc="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experts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700" spc="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fellow</a:t>
              </a:r>
              <a:r>
                <a:rPr sz="700" spc="-6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learners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77" name="object 52">
              <a:extLst>
                <a:ext uri="{FF2B5EF4-FFF2-40B4-BE49-F238E27FC236}">
                  <a16:creationId xmlns:a16="http://schemas.microsoft.com/office/drawing/2014/main" id="{BB6F6D01-8ED4-B9B0-5BC8-A56F826AF81B}"/>
                </a:ext>
              </a:extLst>
            </p:cNvPr>
            <p:cNvSpPr txBox="1"/>
            <p:nvPr/>
          </p:nvSpPr>
          <p:spPr>
            <a:xfrm>
              <a:off x="6847051" y="2826595"/>
              <a:ext cx="2364388" cy="636975"/>
            </a:xfrm>
            <a:prstGeom prst="rect">
              <a:avLst/>
            </a:prstGeom>
          </p:spPr>
          <p:txBody>
            <a:bodyPr vert="horz" wrap="square" lIns="0" tIns="7429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585"/>
                </a:spcBef>
              </a:pPr>
              <a:r>
                <a:rPr sz="850" b="1" spc="-4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Accessibility</a:t>
              </a:r>
              <a:r>
                <a:rPr sz="850" b="1" spc="3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b="1" spc="-1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Resources</a:t>
              </a:r>
              <a:endParaRPr sz="85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425"/>
                </a:spcBef>
              </a:pPr>
              <a:r>
                <a:rPr sz="70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iberation Sans"/>
                  <a:hlinkClick r:id="rId8"/>
                </a:rPr>
                <a:t>→</a:t>
              </a:r>
              <a:r>
                <a:rPr sz="700" spc="4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iberation Sans"/>
                  <a:hlinkClick r:id="rId8"/>
                </a:rPr>
                <a:t> </a:t>
              </a:r>
              <a:r>
                <a:rPr sz="800" spc="-3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8"/>
                </a:rPr>
                <a:t>Microsoft</a:t>
              </a:r>
              <a:r>
                <a:rPr sz="800" spc="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8"/>
                </a:rPr>
                <a:t> </a:t>
              </a:r>
              <a:r>
                <a:rPr sz="800" spc="-4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8"/>
                </a:rPr>
                <a:t>Accessibility</a:t>
              </a:r>
              <a:r>
                <a:rPr sz="800" spc="-3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8"/>
                </a:rPr>
                <a:t> </a:t>
              </a:r>
              <a:r>
                <a:rPr sz="800" spc="-2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8"/>
                </a:rPr>
                <a:t>Hub</a:t>
              </a:r>
              <a:endParaRPr sz="8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54"/>
                </a:spcBef>
              </a:pPr>
              <a:r>
                <a:rPr sz="700" spc="-4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Tools</a:t>
              </a:r>
              <a:r>
                <a:rPr sz="700" spc="-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700" spc="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features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for</a:t>
              </a:r>
              <a:r>
                <a:rPr sz="700" spc="-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inclusive</a:t>
              </a:r>
              <a:r>
                <a:rPr sz="70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virtualization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78" name="object 53">
              <a:extLst>
                <a:ext uri="{FF2B5EF4-FFF2-40B4-BE49-F238E27FC236}">
                  <a16:creationId xmlns:a16="http://schemas.microsoft.com/office/drawing/2014/main" id="{9FFF2EC8-8E7E-F2C6-8FF6-C15B995867E6}"/>
                </a:ext>
              </a:extLst>
            </p:cNvPr>
            <p:cNvSpPr txBox="1"/>
            <p:nvPr/>
          </p:nvSpPr>
          <p:spPr>
            <a:xfrm>
              <a:off x="6847051" y="3557232"/>
              <a:ext cx="1236345" cy="178446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850" b="1" spc="-4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Troubleshooting</a:t>
              </a:r>
              <a:r>
                <a:rPr sz="850" b="1" spc="20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b="1" spc="-25" dirty="0">
                  <a:solidFill>
                    <a:srgbClr val="1D293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Support</a:t>
              </a:r>
              <a:endParaRPr sz="85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79" name="object 54">
              <a:extLst>
                <a:ext uri="{FF2B5EF4-FFF2-40B4-BE49-F238E27FC236}">
                  <a16:creationId xmlns:a16="http://schemas.microsoft.com/office/drawing/2014/main" id="{89468B41-C5B3-78D1-E241-05A147DFBBBE}"/>
                </a:ext>
              </a:extLst>
            </p:cNvPr>
            <p:cNvSpPr txBox="1"/>
            <p:nvPr/>
          </p:nvSpPr>
          <p:spPr>
            <a:xfrm>
              <a:off x="6847051" y="3711452"/>
              <a:ext cx="1941994" cy="381720"/>
            </a:xfrm>
            <a:prstGeom prst="rect">
              <a:avLst/>
            </a:prstGeom>
          </p:spPr>
          <p:txBody>
            <a:bodyPr vert="horz" wrap="square" lIns="0" tIns="4572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360"/>
                </a:spcBef>
              </a:pPr>
              <a:r>
                <a:rPr sz="70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iberation Sans"/>
                  <a:hlinkClick r:id="rId9"/>
                </a:rPr>
                <a:t>→</a:t>
              </a:r>
              <a:r>
                <a:rPr sz="700" spc="2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Liberation Sans"/>
                  <a:hlinkClick r:id="rId9"/>
                </a:rPr>
                <a:t> </a:t>
              </a:r>
              <a:r>
                <a:rPr sz="800" spc="-3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9"/>
                </a:rPr>
                <a:t>Microsoft</a:t>
              </a:r>
              <a:r>
                <a:rPr sz="800" spc="-1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9"/>
                </a:rPr>
                <a:t> </a:t>
              </a:r>
              <a:r>
                <a:rPr sz="800" spc="-3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9"/>
                </a:rPr>
                <a:t>Support</a:t>
              </a:r>
              <a:r>
                <a:rPr sz="800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  <a:hlinkClick r:id="rId9"/>
                </a:rPr>
                <a:t> Portal</a:t>
              </a:r>
              <a:endParaRPr sz="8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254"/>
                </a:spcBef>
              </a:pPr>
              <a:r>
                <a:rPr sz="700" spc="-4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Technical</a:t>
              </a:r>
              <a:r>
                <a:rPr sz="700" spc="4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4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assistance</a:t>
              </a:r>
              <a:r>
                <a:rPr sz="700" spc="-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700" spc="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issue</a:t>
              </a:r>
              <a:r>
                <a:rPr sz="700" spc="-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resolution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80" name="object 55">
              <a:extLst>
                <a:ext uri="{FF2B5EF4-FFF2-40B4-BE49-F238E27FC236}">
                  <a16:creationId xmlns:a16="http://schemas.microsoft.com/office/drawing/2014/main" id="{72511EE7-6F0F-5951-EA55-4CD69F1E0167}"/>
                </a:ext>
              </a:extLst>
            </p:cNvPr>
            <p:cNvSpPr txBox="1"/>
            <p:nvPr/>
          </p:nvSpPr>
          <p:spPr>
            <a:xfrm>
              <a:off x="7198164" y="4295529"/>
              <a:ext cx="3967885" cy="948869"/>
            </a:xfrm>
            <a:prstGeom prst="rect">
              <a:avLst/>
            </a:prstGeom>
          </p:spPr>
          <p:txBody>
            <a:bodyPr vert="horz" wrap="square" lIns="0" tIns="50165" rIns="0" bIns="0" rtlCol="0">
              <a:spAutoFit/>
            </a:bodyPr>
            <a:lstStyle/>
            <a:p>
              <a:pPr marL="19685" algn="ctr">
                <a:lnSpc>
                  <a:spcPct val="100000"/>
                </a:lnSpc>
                <a:spcBef>
                  <a:spcPts val="395"/>
                </a:spcBef>
              </a:pPr>
              <a:r>
                <a:rPr sz="2800" b="1" spc="-25" dirty="0">
                  <a:solidFill>
                    <a:srgbClr val="FFB900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60%</a:t>
              </a:r>
              <a:endParaRPr sz="280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" algn="ctr">
                <a:lnSpc>
                  <a:spcPct val="100000"/>
                </a:lnSpc>
                <a:spcBef>
                  <a:spcPts val="115"/>
                </a:spcBef>
              </a:pPr>
              <a:r>
                <a:rPr sz="850" b="1" spc="-75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Enterprise</a:t>
              </a:r>
              <a:r>
                <a:rPr sz="850" b="1" spc="-15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85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Adoption</a:t>
              </a:r>
              <a:r>
                <a:rPr sz="850" b="1" spc="1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 </a:t>
              </a:r>
              <a:r>
                <a:rPr sz="850" b="1" spc="-2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Lucida Sans"/>
                </a:rPr>
                <a:t>Rate</a:t>
              </a:r>
              <a:endParaRPr sz="850" dirty="0">
                <a:latin typeface="Roboto Slab" pitchFamily="2" charset="0"/>
                <a:ea typeface="Roboto Slab" pitchFamily="2" charset="0"/>
                <a:cs typeface="Lucida Sans"/>
              </a:endParaRPr>
            </a:p>
            <a:p>
              <a:pPr algn="ctr">
                <a:lnSpc>
                  <a:spcPct val="100000"/>
                </a:lnSpc>
                <a:spcBef>
                  <a:spcPts val="380"/>
                </a:spcBef>
              </a:pPr>
              <a:r>
                <a:rPr sz="70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of</a:t>
              </a:r>
              <a:r>
                <a:rPr sz="700" spc="-6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enterprise</a:t>
              </a:r>
              <a:r>
                <a:rPr sz="700" spc="15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5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IT </a:t>
              </a:r>
              <a:r>
                <a:rPr sz="700" spc="-2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environments</a:t>
              </a:r>
              <a:r>
                <a:rPr sz="700" spc="15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utilize</a:t>
              </a:r>
              <a:r>
                <a:rPr sz="700" spc="1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35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700" spc="-65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700" spc="-35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for</a:t>
              </a:r>
              <a:r>
                <a:rPr sz="700" spc="-5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1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virtualization</a:t>
              </a:r>
              <a:r>
                <a:rPr sz="700" spc="35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55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(TechRadar</a:t>
              </a:r>
              <a:r>
                <a:rPr sz="700" spc="-5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45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Pro,</a:t>
              </a:r>
              <a:r>
                <a:rPr sz="700" spc="55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00" spc="-20" dirty="0">
                  <a:solidFill>
                    <a:srgbClr val="FEFEFE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2025)</a:t>
              </a:r>
              <a:endParaRPr sz="7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sp>
          <p:nvSpPr>
            <p:cNvPr id="381" name="object 56">
              <a:extLst>
                <a:ext uri="{FF2B5EF4-FFF2-40B4-BE49-F238E27FC236}">
                  <a16:creationId xmlns:a16="http://schemas.microsoft.com/office/drawing/2014/main" id="{4D9AFAAE-19AB-A22E-0B40-1321E3E454DD}"/>
                </a:ext>
              </a:extLst>
            </p:cNvPr>
            <p:cNvSpPr txBox="1"/>
            <p:nvPr/>
          </p:nvSpPr>
          <p:spPr>
            <a:xfrm>
              <a:off x="716054" y="5508770"/>
              <a:ext cx="7679127" cy="498098"/>
            </a:xfrm>
            <a:prstGeom prst="rect">
              <a:avLst/>
            </a:prstGeom>
          </p:spPr>
          <p:txBody>
            <a:bodyPr vert="horz" wrap="square" lIns="0" tIns="749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590"/>
                </a:spcBef>
              </a:pPr>
              <a:r>
                <a:rPr sz="1050" b="1" spc="-8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Ready</a:t>
              </a:r>
              <a:r>
                <a:rPr sz="1050" b="1" spc="-9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50" b="1" spc="-2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</a:t>
              </a:r>
              <a:r>
                <a:rPr sz="1050" b="1" spc="-3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50" b="1" spc="-4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Start</a:t>
              </a:r>
              <a:r>
                <a:rPr sz="1050" b="1" spc="-3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50" b="1" spc="-85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Your</a:t>
              </a:r>
              <a:r>
                <a:rPr sz="1050" b="1" spc="-4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Virtualization</a:t>
              </a:r>
              <a:r>
                <a:rPr sz="1050" b="1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50" b="1" spc="-10" dirty="0">
                  <a:solidFill>
                    <a:srgbClr val="0078D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Journey?</a:t>
              </a:r>
              <a:endParaRPr sz="1050" dirty="0">
                <a:latin typeface="Roboto Slab" pitchFamily="2" charset="0"/>
                <a:ea typeface="Roboto Slab" pitchFamily="2" charset="0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384"/>
                </a:spcBef>
              </a:pPr>
              <a:r>
                <a:rPr sz="80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Follow</a:t>
              </a:r>
              <a:r>
                <a:rPr sz="800" spc="-7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this</a:t>
              </a:r>
              <a:r>
                <a:rPr sz="80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1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SOP</a:t>
              </a:r>
              <a:r>
                <a:rPr sz="80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step-</a:t>
              </a:r>
              <a:r>
                <a:rPr sz="800" spc="-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by-</a:t>
              </a:r>
              <a:r>
                <a:rPr sz="80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step</a:t>
              </a:r>
              <a:r>
                <a:rPr sz="800" spc="-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to</a:t>
              </a:r>
              <a:r>
                <a:rPr sz="80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activate</a:t>
              </a:r>
              <a:r>
                <a:rPr sz="80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800" spc="-7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80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and</a:t>
              </a:r>
              <a:r>
                <a:rPr sz="800" spc="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create</a:t>
              </a:r>
              <a:r>
                <a:rPr sz="80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your </a:t>
              </a:r>
              <a:r>
                <a:rPr sz="7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ﬁ</a:t>
              </a:r>
              <a:r>
                <a:rPr sz="8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rst</a:t>
              </a:r>
              <a:r>
                <a:rPr sz="80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2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virtual</a:t>
              </a:r>
              <a:r>
                <a:rPr sz="800" spc="5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machine.</a:t>
              </a:r>
              <a:r>
                <a:rPr sz="800" spc="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4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Accessibility</a:t>
              </a:r>
              <a:r>
                <a:rPr sz="800" spc="-6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features</a:t>
              </a:r>
              <a:r>
                <a:rPr sz="80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ensure</a:t>
              </a:r>
              <a:r>
                <a:rPr sz="80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everyone</a:t>
              </a:r>
              <a:r>
                <a:rPr sz="80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6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can</a:t>
              </a:r>
              <a:r>
                <a:rPr sz="800" spc="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2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participate</a:t>
              </a:r>
              <a:r>
                <a:rPr sz="80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</a:t>
              </a:r>
              <a:r>
                <a:rPr sz="800" spc="1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4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hands-</a:t>
              </a:r>
              <a:r>
                <a:rPr sz="800" spc="-35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on</a:t>
              </a:r>
              <a:r>
                <a:rPr sz="800" spc="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00" spc="-10" dirty="0">
                  <a:solidFill>
                    <a:srgbClr val="334054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learning.</a:t>
              </a:r>
              <a:endParaRPr sz="80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  <p:grpSp>
          <p:nvGrpSpPr>
            <p:cNvPr id="382" name="object 57">
              <a:extLst>
                <a:ext uri="{FF2B5EF4-FFF2-40B4-BE49-F238E27FC236}">
                  <a16:creationId xmlns:a16="http://schemas.microsoft.com/office/drawing/2014/main" id="{C5A37F85-D563-6DEF-51A2-0AFF7E19842A}"/>
                </a:ext>
              </a:extLst>
            </p:cNvPr>
            <p:cNvGrpSpPr/>
            <p:nvPr/>
          </p:nvGrpSpPr>
          <p:grpSpPr>
            <a:xfrm>
              <a:off x="10415015" y="5590032"/>
              <a:ext cx="1115695" cy="378460"/>
              <a:chOff x="10415015" y="5590032"/>
              <a:chExt cx="1115695" cy="378460"/>
            </a:xfrm>
          </p:grpSpPr>
          <p:sp>
            <p:nvSpPr>
              <p:cNvPr id="385" name="object 58">
                <a:extLst>
                  <a:ext uri="{FF2B5EF4-FFF2-40B4-BE49-F238E27FC236}">
                    <a16:creationId xmlns:a16="http://schemas.microsoft.com/office/drawing/2014/main" id="{8E85B163-DA5B-63E4-F256-F42847444625}"/>
                  </a:ext>
                </a:extLst>
              </p:cNvPr>
              <p:cNvSpPr/>
              <p:nvPr/>
            </p:nvSpPr>
            <p:spPr>
              <a:xfrm>
                <a:off x="10415015" y="5590032"/>
                <a:ext cx="1115695" cy="378460"/>
              </a:xfrm>
              <a:custGeom>
                <a:avLst/>
                <a:gdLst/>
                <a:ahLst/>
                <a:cxnLst/>
                <a:rect l="l" t="t" r="r" b="b"/>
                <a:pathLst>
                  <a:path w="1115695" h="378460">
                    <a:moveTo>
                      <a:pt x="1115567" y="377951"/>
                    </a:moveTo>
                    <a:lnTo>
                      <a:pt x="0" y="377951"/>
                    </a:lnTo>
                    <a:lnTo>
                      <a:pt x="0" y="0"/>
                    </a:lnTo>
                    <a:lnTo>
                      <a:pt x="1115567" y="0"/>
                    </a:lnTo>
                    <a:lnTo>
                      <a:pt x="1115567" y="38628"/>
                    </a:lnTo>
                    <a:lnTo>
                      <a:pt x="100768" y="38628"/>
                    </a:lnTo>
                    <a:lnTo>
                      <a:pt x="91939" y="39438"/>
                    </a:lnTo>
                    <a:lnTo>
                      <a:pt x="59762" y="65888"/>
                    </a:lnTo>
                    <a:lnTo>
                      <a:pt x="56523" y="82873"/>
                    </a:lnTo>
                    <a:lnTo>
                      <a:pt x="56523" y="259854"/>
                    </a:lnTo>
                    <a:lnTo>
                      <a:pt x="76296" y="296809"/>
                    </a:lnTo>
                    <a:lnTo>
                      <a:pt x="100768" y="304099"/>
                    </a:lnTo>
                    <a:lnTo>
                      <a:pt x="1115567" y="304099"/>
                    </a:lnTo>
                    <a:lnTo>
                      <a:pt x="1115567" y="377951"/>
                    </a:lnTo>
                    <a:close/>
                  </a:path>
                  <a:path w="1115695" h="378460">
                    <a:moveTo>
                      <a:pt x="1115567" y="304099"/>
                    </a:moveTo>
                    <a:lnTo>
                      <a:pt x="1012218" y="304099"/>
                    </a:lnTo>
                    <a:lnTo>
                      <a:pt x="1021046" y="303289"/>
                    </a:lnTo>
                    <a:lnTo>
                      <a:pt x="1029203" y="300859"/>
                    </a:lnTo>
                    <a:lnTo>
                      <a:pt x="1055653" y="268682"/>
                    </a:lnTo>
                    <a:lnTo>
                      <a:pt x="1056463" y="259854"/>
                    </a:lnTo>
                    <a:lnTo>
                      <a:pt x="1056463" y="82873"/>
                    </a:lnTo>
                    <a:lnTo>
                      <a:pt x="1036689" y="45918"/>
                    </a:lnTo>
                    <a:lnTo>
                      <a:pt x="1012218" y="38628"/>
                    </a:lnTo>
                    <a:lnTo>
                      <a:pt x="1115567" y="38628"/>
                    </a:lnTo>
                    <a:lnTo>
                      <a:pt x="1115567" y="304099"/>
                    </a:lnTo>
                    <a:close/>
                  </a:path>
                </a:pathLst>
              </a:custGeom>
              <a:solidFill>
                <a:srgbClr val="0078D4">
                  <a:alpha val="30198"/>
                </a:srgbClr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  <p:sp>
            <p:nvSpPr>
              <p:cNvPr id="386" name="object 59">
                <a:extLst>
                  <a:ext uri="{FF2B5EF4-FFF2-40B4-BE49-F238E27FC236}">
                    <a16:creationId xmlns:a16="http://schemas.microsoft.com/office/drawing/2014/main" id="{3E544E3C-64CE-1607-44F1-5692EF16EBA4}"/>
                  </a:ext>
                </a:extLst>
              </p:cNvPr>
              <p:cNvSpPr/>
              <p:nvPr/>
            </p:nvSpPr>
            <p:spPr>
              <a:xfrm>
                <a:off x="10462688" y="5619811"/>
                <a:ext cx="1017905" cy="283210"/>
              </a:xfrm>
              <a:custGeom>
                <a:avLst/>
                <a:gdLst/>
                <a:ahLst/>
                <a:cxnLst/>
                <a:rect l="l" t="t" r="r" b="b"/>
                <a:pathLst>
                  <a:path w="1017904" h="283210">
                    <a:moveTo>
                      <a:pt x="968031" y="283168"/>
                    </a:moveTo>
                    <a:lnTo>
                      <a:pt x="49608" y="283168"/>
                    </a:lnTo>
                    <a:lnTo>
                      <a:pt x="46156" y="282828"/>
                    </a:lnTo>
                    <a:lnTo>
                      <a:pt x="10885" y="262470"/>
                    </a:lnTo>
                    <a:lnTo>
                      <a:pt x="0" y="233560"/>
                    </a:lnTo>
                    <a:lnTo>
                      <a:pt x="1" y="230074"/>
                    </a:lnTo>
                    <a:lnTo>
                      <a:pt x="0" y="49607"/>
                    </a:lnTo>
                    <a:lnTo>
                      <a:pt x="18016" y="13085"/>
                    </a:lnTo>
                    <a:lnTo>
                      <a:pt x="49608" y="0"/>
                    </a:lnTo>
                    <a:lnTo>
                      <a:pt x="968031" y="0"/>
                    </a:lnTo>
                    <a:lnTo>
                      <a:pt x="1004553" y="18015"/>
                    </a:lnTo>
                    <a:lnTo>
                      <a:pt x="1017638" y="49607"/>
                    </a:lnTo>
                    <a:lnTo>
                      <a:pt x="1017638" y="233560"/>
                    </a:lnTo>
                    <a:lnTo>
                      <a:pt x="999623" y="270082"/>
                    </a:lnTo>
                    <a:lnTo>
                      <a:pt x="971483" y="282828"/>
                    </a:lnTo>
                    <a:lnTo>
                      <a:pt x="968031" y="283168"/>
                    </a:lnTo>
                    <a:close/>
                  </a:path>
                </a:pathLst>
              </a:custGeom>
              <a:solidFill>
                <a:srgbClr val="0078D4"/>
              </a:solidFill>
            </p:spPr>
            <p:txBody>
              <a:bodyPr wrap="square" lIns="0" tIns="0" rIns="0" bIns="0" rtlCol="0"/>
              <a:lstStyle/>
              <a:p>
                <a:endParaRPr>
                  <a:latin typeface="Roboto Slab" pitchFamily="2" charset="0"/>
                  <a:ea typeface="Roboto Slab" pitchFamily="2" charset="0"/>
                </a:endParaRPr>
              </a:p>
            </p:txBody>
          </p:sp>
        </p:grpSp>
        <p:sp>
          <p:nvSpPr>
            <p:cNvPr id="383" name="object 60">
              <a:extLst>
                <a:ext uri="{FF2B5EF4-FFF2-40B4-BE49-F238E27FC236}">
                  <a16:creationId xmlns:a16="http://schemas.microsoft.com/office/drawing/2014/main" id="{98A9D1A1-F7F9-10B5-DB99-5FA86F1D01FD}"/>
                </a:ext>
              </a:extLst>
            </p:cNvPr>
            <p:cNvSpPr txBox="1"/>
            <p:nvPr/>
          </p:nvSpPr>
          <p:spPr>
            <a:xfrm>
              <a:off x="10605124" y="5672151"/>
              <a:ext cx="730885" cy="178446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850" b="1" spc="-5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Begin</a:t>
              </a:r>
              <a:r>
                <a:rPr sz="850" b="1" spc="1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850" b="1" spc="-4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Setup</a:t>
              </a:r>
              <a:r>
                <a:rPr sz="850" b="1" spc="-15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750" b="1" spc="-50" dirty="0">
                  <a:solidFill>
                    <a:srgbClr val="FFFFFF"/>
                  </a:solidFill>
                  <a:latin typeface="Roboto Slab" pitchFamily="2" charset="0"/>
                  <a:ea typeface="Roboto Slab" pitchFamily="2" charset="0"/>
                  <a:cs typeface="Liberation Sans"/>
                </a:rPr>
                <a:t>→</a:t>
              </a:r>
              <a:endParaRPr sz="750">
                <a:latin typeface="Roboto Slab" pitchFamily="2" charset="0"/>
                <a:ea typeface="Roboto Slab" pitchFamily="2" charset="0"/>
                <a:cs typeface="Liberation Sans"/>
              </a:endParaRPr>
            </a:p>
          </p:txBody>
        </p:sp>
        <p:sp>
          <p:nvSpPr>
            <p:cNvPr id="384" name="object 61">
              <a:extLst>
                <a:ext uri="{FF2B5EF4-FFF2-40B4-BE49-F238E27FC236}">
                  <a16:creationId xmlns:a16="http://schemas.microsoft.com/office/drawing/2014/main" id="{C2E75855-E99C-A896-183B-3C4F78535989}"/>
                </a:ext>
              </a:extLst>
            </p:cNvPr>
            <p:cNvSpPr txBox="1"/>
            <p:nvPr/>
          </p:nvSpPr>
          <p:spPr>
            <a:xfrm>
              <a:off x="530225" y="6370307"/>
              <a:ext cx="9780574" cy="134998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650" b="1" spc="-6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Sources:</a:t>
              </a:r>
              <a:r>
                <a:rPr sz="650" b="1" spc="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Microsoft</a:t>
              </a:r>
              <a:r>
                <a:rPr sz="650" spc="-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7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Tech</a:t>
              </a:r>
              <a:r>
                <a:rPr sz="650" spc="2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Community</a:t>
              </a:r>
              <a:r>
                <a:rPr sz="65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(2025)</a:t>
              </a:r>
              <a:r>
                <a:rPr sz="650" spc="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" spc="2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—</a:t>
              </a:r>
              <a:r>
                <a:rPr sz="100" spc="114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4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Windows</a:t>
              </a:r>
              <a:r>
                <a:rPr sz="650" spc="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Server</a:t>
              </a:r>
              <a:r>
                <a:rPr sz="65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4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2022</a:t>
              </a:r>
              <a:r>
                <a:rPr sz="650" spc="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4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650" spc="-7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650" spc="-4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Capabilities</a:t>
              </a:r>
              <a:r>
                <a:rPr sz="650" spc="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|</a:t>
              </a:r>
              <a:r>
                <a:rPr sz="650" spc="16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6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TechRadar</a:t>
              </a:r>
              <a:r>
                <a:rPr sz="650" spc="-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4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Pro</a:t>
              </a:r>
              <a:r>
                <a:rPr sz="650" spc="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(2025)</a:t>
              </a:r>
              <a:r>
                <a:rPr sz="650" spc="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" spc="2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—</a:t>
              </a:r>
              <a:r>
                <a:rPr sz="100" spc="12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Enterprise</a:t>
              </a:r>
              <a:r>
                <a:rPr sz="650" spc="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Virtualization</a:t>
              </a:r>
              <a:r>
                <a:rPr sz="650" spc="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Trends</a:t>
              </a:r>
              <a:r>
                <a:rPr sz="650" spc="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|</a:t>
              </a:r>
              <a:r>
                <a:rPr sz="650" spc="16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Microsoft</a:t>
              </a:r>
              <a:r>
                <a:rPr sz="65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4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Learn</a:t>
              </a:r>
              <a:r>
                <a:rPr sz="650" spc="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(2026)</a:t>
              </a:r>
              <a:r>
                <a:rPr sz="650" spc="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" spc="2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—</a:t>
              </a:r>
              <a:r>
                <a:rPr sz="100" spc="114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4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Hyper-</a:t>
              </a:r>
              <a:r>
                <a:rPr sz="650" spc="-7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V</a:t>
              </a:r>
              <a:r>
                <a:rPr sz="650" spc="-4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Documentation</a:t>
              </a:r>
              <a:r>
                <a:rPr sz="650" spc="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|</a:t>
              </a:r>
              <a:r>
                <a:rPr sz="650" spc="16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Microsoft</a:t>
              </a:r>
              <a:r>
                <a:rPr sz="650" spc="-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4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Accessibility</a:t>
              </a:r>
              <a:r>
                <a:rPr sz="650" spc="-3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(2026)</a:t>
              </a:r>
              <a:r>
                <a:rPr sz="650" spc="1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100" spc="25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—</a:t>
              </a:r>
              <a:r>
                <a:rPr sz="100" spc="114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Inclusive</a:t>
              </a:r>
              <a:r>
                <a:rPr sz="650" spc="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4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Technology</a:t>
              </a:r>
              <a:r>
                <a:rPr sz="650" spc="-35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 </a:t>
              </a:r>
              <a:r>
                <a:rPr sz="650" spc="-10" dirty="0">
                  <a:solidFill>
                    <a:srgbClr val="64738B"/>
                  </a:solidFill>
                  <a:latin typeface="Roboto Slab" pitchFamily="2" charset="0"/>
                  <a:ea typeface="Roboto Slab" pitchFamily="2" charset="0"/>
                  <a:cs typeface="Arial"/>
                </a:rPr>
                <a:t>Resources</a:t>
              </a:r>
              <a:endParaRPr sz="650" dirty="0">
                <a:latin typeface="Roboto Slab" pitchFamily="2" charset="0"/>
                <a:ea typeface="Roboto Slab" pitchFamily="2" charset="0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8819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A849F-5111-382D-16A7-EF72428F0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114DD3-1B71-E2F3-1E8D-76E80AB68FC8}"/>
              </a:ext>
            </a:extLst>
          </p:cNvPr>
          <p:cNvSpPr/>
          <p:nvPr/>
        </p:nvSpPr>
        <p:spPr>
          <a:xfrm>
            <a:off x="0" y="0"/>
            <a:ext cx="12210473" cy="6248399"/>
          </a:xfrm>
          <a:prstGeom prst="rect">
            <a:avLst/>
          </a:prstGeom>
          <a:solidFill>
            <a:srgbClr val="E5E8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F5578D-E751-5A25-901C-CFA601E1B9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964" b="12549"/>
          <a:stretch/>
        </p:blipFill>
        <p:spPr>
          <a:xfrm>
            <a:off x="0" y="385619"/>
            <a:ext cx="12210473" cy="6472381"/>
          </a:xfrm>
          <a:prstGeom prst="rect">
            <a:avLst/>
          </a:prstGeom>
        </p:spPr>
      </p:pic>
      <p:grpSp>
        <p:nvGrpSpPr>
          <p:cNvPr id="16" name="Graphic 14">
            <a:extLst>
              <a:ext uri="{FF2B5EF4-FFF2-40B4-BE49-F238E27FC236}">
                <a16:creationId xmlns:a16="http://schemas.microsoft.com/office/drawing/2014/main" id="{F0310159-F533-5310-D404-786AED016487}"/>
              </a:ext>
            </a:extLst>
          </p:cNvPr>
          <p:cNvGrpSpPr/>
          <p:nvPr/>
        </p:nvGrpSpPr>
        <p:grpSpPr>
          <a:xfrm>
            <a:off x="3763589" y="1256146"/>
            <a:ext cx="4510692" cy="1289626"/>
            <a:chOff x="937260" y="1830070"/>
            <a:chExt cx="9545955" cy="2729229"/>
          </a:xfrm>
          <a:solidFill>
            <a:schemeClr val="tx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1DC1BCB-2422-F5D3-FB77-E5B93EDFCEEC}"/>
                </a:ext>
              </a:extLst>
            </p:cNvPr>
            <p:cNvSpPr/>
            <p:nvPr/>
          </p:nvSpPr>
          <p:spPr>
            <a:xfrm>
              <a:off x="937260" y="1830070"/>
              <a:ext cx="3541394" cy="2156459"/>
            </a:xfrm>
            <a:custGeom>
              <a:avLst/>
              <a:gdLst>
                <a:gd name="connsiteX0" fmla="*/ 3326765 w 3541394"/>
                <a:gd name="connsiteY0" fmla="*/ 398145 h 2156459"/>
                <a:gd name="connsiteX1" fmla="*/ 3486785 w 3541394"/>
                <a:gd name="connsiteY1" fmla="*/ 320675 h 2156459"/>
                <a:gd name="connsiteX2" fmla="*/ 3514090 w 3541394"/>
                <a:gd name="connsiteY2" fmla="*/ 281940 h 2156459"/>
                <a:gd name="connsiteX3" fmla="*/ 3541395 w 3541394"/>
                <a:gd name="connsiteY3" fmla="*/ 345440 h 2156459"/>
                <a:gd name="connsiteX4" fmla="*/ 3469005 w 3541394"/>
                <a:gd name="connsiteY4" fmla="*/ 442595 h 2156459"/>
                <a:gd name="connsiteX5" fmla="*/ 3340735 w 3541394"/>
                <a:gd name="connsiteY5" fmla="*/ 476250 h 2156459"/>
                <a:gd name="connsiteX6" fmla="*/ 3249295 w 3541394"/>
                <a:gd name="connsiteY6" fmla="*/ 471170 h 2156459"/>
                <a:gd name="connsiteX7" fmla="*/ 2597785 w 3541394"/>
                <a:gd name="connsiteY7" fmla="*/ 306070 h 2156459"/>
                <a:gd name="connsiteX8" fmla="*/ 2269490 w 3541394"/>
                <a:gd name="connsiteY8" fmla="*/ 1076325 h 2156459"/>
                <a:gd name="connsiteX9" fmla="*/ 2115820 w 3541394"/>
                <a:gd name="connsiteY9" fmla="*/ 1450975 h 2156459"/>
                <a:gd name="connsiteX10" fmla="*/ 1901190 w 3541394"/>
                <a:gd name="connsiteY10" fmla="*/ 1783080 h 2156459"/>
                <a:gd name="connsiteX11" fmla="*/ 1636395 w 3541394"/>
                <a:gd name="connsiteY11" fmla="*/ 1996440 h 2156459"/>
                <a:gd name="connsiteX12" fmla="*/ 941070 w 3541394"/>
                <a:gd name="connsiteY12" fmla="*/ 2156460 h 2156459"/>
                <a:gd name="connsiteX13" fmla="*/ 330835 w 3541394"/>
                <a:gd name="connsiteY13" fmla="*/ 1996440 h 2156459"/>
                <a:gd name="connsiteX14" fmla="*/ 5080 w 3541394"/>
                <a:gd name="connsiteY14" fmla="*/ 1510665 h 2156459"/>
                <a:gd name="connsiteX15" fmla="*/ 0 w 3541394"/>
                <a:gd name="connsiteY15" fmla="*/ 1379855 h 2156459"/>
                <a:gd name="connsiteX16" fmla="*/ 50165 w 3541394"/>
                <a:gd name="connsiteY16" fmla="*/ 1132840 h 2156459"/>
                <a:gd name="connsiteX17" fmla="*/ 240030 w 3541394"/>
                <a:gd name="connsiteY17" fmla="*/ 889635 h 2156459"/>
                <a:gd name="connsiteX18" fmla="*/ 325120 w 3541394"/>
                <a:gd name="connsiteY18" fmla="*/ 855980 h 2156459"/>
                <a:gd name="connsiteX19" fmla="*/ 366395 w 3541394"/>
                <a:gd name="connsiteY19" fmla="*/ 899795 h 2156459"/>
                <a:gd name="connsiteX20" fmla="*/ 313690 w 3541394"/>
                <a:gd name="connsiteY20" fmla="*/ 942340 h 2156459"/>
                <a:gd name="connsiteX21" fmla="*/ 232410 w 3541394"/>
                <a:gd name="connsiteY21" fmla="*/ 1004570 h 2156459"/>
                <a:gd name="connsiteX22" fmla="*/ 154940 w 3541394"/>
                <a:gd name="connsiteY22" fmla="*/ 1104265 h 2156459"/>
                <a:gd name="connsiteX23" fmla="*/ 87630 w 3541394"/>
                <a:gd name="connsiteY23" fmla="*/ 1360170 h 2156459"/>
                <a:gd name="connsiteX24" fmla="*/ 309880 w 3541394"/>
                <a:gd name="connsiteY24" fmla="*/ 1861820 h 2156459"/>
                <a:gd name="connsiteX25" fmla="*/ 575945 w 3541394"/>
                <a:gd name="connsiteY25" fmla="*/ 2011680 h 2156459"/>
                <a:gd name="connsiteX26" fmla="*/ 870585 w 3541394"/>
                <a:gd name="connsiteY26" fmla="*/ 2063115 h 2156459"/>
                <a:gd name="connsiteX27" fmla="*/ 883285 w 3541394"/>
                <a:gd name="connsiteY27" fmla="*/ 2063115 h 2156459"/>
                <a:gd name="connsiteX28" fmla="*/ 1762125 w 3541394"/>
                <a:gd name="connsiteY28" fmla="*/ 1675130 h 2156459"/>
                <a:gd name="connsiteX29" fmla="*/ 2356485 w 3541394"/>
                <a:gd name="connsiteY29" fmla="*/ 612775 h 2156459"/>
                <a:gd name="connsiteX30" fmla="*/ 2521585 w 3541394"/>
                <a:gd name="connsiteY30" fmla="*/ 279400 h 2156459"/>
                <a:gd name="connsiteX31" fmla="*/ 1699895 w 3541394"/>
                <a:gd name="connsiteY31" fmla="*/ 134620 h 2156459"/>
                <a:gd name="connsiteX32" fmla="*/ 1108075 w 3541394"/>
                <a:gd name="connsiteY32" fmla="*/ 354330 h 2156459"/>
                <a:gd name="connsiteX33" fmla="*/ 924560 w 3541394"/>
                <a:gd name="connsiteY33" fmla="*/ 721360 h 2156459"/>
                <a:gd name="connsiteX34" fmla="*/ 1108075 w 3541394"/>
                <a:gd name="connsiteY34" fmla="*/ 987425 h 2156459"/>
                <a:gd name="connsiteX35" fmla="*/ 1225550 w 3541394"/>
                <a:gd name="connsiteY35" fmla="*/ 1005205 h 2156459"/>
                <a:gd name="connsiteX36" fmla="*/ 1346835 w 3541394"/>
                <a:gd name="connsiteY36" fmla="*/ 985520 h 2156459"/>
                <a:gd name="connsiteX37" fmla="*/ 1478915 w 3541394"/>
                <a:gd name="connsiteY37" fmla="*/ 905510 h 2156459"/>
                <a:gd name="connsiteX38" fmla="*/ 1574800 w 3541394"/>
                <a:gd name="connsiteY38" fmla="*/ 785495 h 2156459"/>
                <a:gd name="connsiteX39" fmla="*/ 1602105 w 3541394"/>
                <a:gd name="connsiteY39" fmla="*/ 695325 h 2156459"/>
                <a:gd name="connsiteX40" fmla="*/ 1602105 w 3541394"/>
                <a:gd name="connsiteY40" fmla="*/ 690245 h 2156459"/>
                <a:gd name="connsiteX41" fmla="*/ 1638300 w 3541394"/>
                <a:gd name="connsiteY41" fmla="*/ 678815 h 2156459"/>
                <a:gd name="connsiteX42" fmla="*/ 1653540 w 3541394"/>
                <a:gd name="connsiteY42" fmla="*/ 711200 h 2156459"/>
                <a:gd name="connsiteX43" fmla="*/ 1449070 w 3541394"/>
                <a:gd name="connsiteY43" fmla="*/ 1013460 h 2156459"/>
                <a:gd name="connsiteX44" fmla="*/ 1247775 w 3541394"/>
                <a:gd name="connsiteY44" fmla="*/ 1078230 h 2156459"/>
                <a:gd name="connsiteX45" fmla="*/ 1082675 w 3541394"/>
                <a:gd name="connsiteY45" fmla="*/ 1052195 h 2156459"/>
                <a:gd name="connsiteX46" fmla="*/ 814070 w 3541394"/>
                <a:gd name="connsiteY46" fmla="*/ 765175 h 2156459"/>
                <a:gd name="connsiteX47" fmla="*/ 796290 w 3541394"/>
                <a:gd name="connsiteY47" fmla="*/ 633095 h 2156459"/>
                <a:gd name="connsiteX48" fmla="*/ 892175 w 3541394"/>
                <a:gd name="connsiteY48" fmla="*/ 330835 h 2156459"/>
                <a:gd name="connsiteX49" fmla="*/ 1427480 w 3541394"/>
                <a:gd name="connsiteY49" fmla="*/ 12700 h 2156459"/>
                <a:gd name="connsiteX50" fmla="*/ 1584960 w 3541394"/>
                <a:gd name="connsiteY50" fmla="*/ 0 h 2156459"/>
                <a:gd name="connsiteX51" fmla="*/ 1759585 w 3541394"/>
                <a:gd name="connsiteY51" fmla="*/ 7620 h 2156459"/>
                <a:gd name="connsiteX52" fmla="*/ 2023110 w 3541394"/>
                <a:gd name="connsiteY52" fmla="*/ 59055 h 2156459"/>
                <a:gd name="connsiteX53" fmla="*/ 2359025 w 3541394"/>
                <a:gd name="connsiteY53" fmla="*/ 161290 h 2156459"/>
                <a:gd name="connsiteX54" fmla="*/ 2564765 w 3541394"/>
                <a:gd name="connsiteY54" fmla="*/ 229870 h 2156459"/>
                <a:gd name="connsiteX55" fmla="*/ 2753360 w 3541394"/>
                <a:gd name="connsiteY55" fmla="*/ 72390 h 2156459"/>
                <a:gd name="connsiteX56" fmla="*/ 2788285 w 3541394"/>
                <a:gd name="connsiteY56" fmla="*/ 67310 h 2156459"/>
                <a:gd name="connsiteX57" fmla="*/ 2823210 w 3541394"/>
                <a:gd name="connsiteY57" fmla="*/ 103505 h 2156459"/>
                <a:gd name="connsiteX58" fmla="*/ 2804795 w 3541394"/>
                <a:gd name="connsiteY58" fmla="*/ 149860 h 2156459"/>
                <a:gd name="connsiteX59" fmla="*/ 2771140 w 3541394"/>
                <a:gd name="connsiteY59" fmla="*/ 147320 h 2156459"/>
                <a:gd name="connsiteX60" fmla="*/ 2707640 w 3541394"/>
                <a:gd name="connsiteY60" fmla="*/ 179705 h 2156459"/>
                <a:gd name="connsiteX61" fmla="*/ 2636520 w 3541394"/>
                <a:gd name="connsiteY61" fmla="*/ 250825 h 2156459"/>
                <a:gd name="connsiteX62" fmla="*/ 3063240 w 3541394"/>
                <a:gd name="connsiteY62" fmla="*/ 363220 h 2156459"/>
                <a:gd name="connsiteX63" fmla="*/ 3326765 w 3541394"/>
                <a:gd name="connsiteY63" fmla="*/ 398145 h 2156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3541394" h="2156459">
                  <a:moveTo>
                    <a:pt x="3326765" y="398145"/>
                  </a:moveTo>
                  <a:cubicBezTo>
                    <a:pt x="3433445" y="398145"/>
                    <a:pt x="3486785" y="372110"/>
                    <a:pt x="3486785" y="320675"/>
                  </a:cubicBezTo>
                  <a:cubicBezTo>
                    <a:pt x="3486785" y="294640"/>
                    <a:pt x="3495675" y="281940"/>
                    <a:pt x="3514090" y="281940"/>
                  </a:cubicBezTo>
                  <a:cubicBezTo>
                    <a:pt x="3532505" y="281940"/>
                    <a:pt x="3541395" y="302895"/>
                    <a:pt x="3541395" y="345440"/>
                  </a:cubicBezTo>
                  <a:cubicBezTo>
                    <a:pt x="3541395" y="387985"/>
                    <a:pt x="3517265" y="419735"/>
                    <a:pt x="3469005" y="442595"/>
                  </a:cubicBezTo>
                  <a:cubicBezTo>
                    <a:pt x="3420745" y="464820"/>
                    <a:pt x="3378200" y="476250"/>
                    <a:pt x="3340735" y="476250"/>
                  </a:cubicBezTo>
                  <a:cubicBezTo>
                    <a:pt x="3303270" y="476250"/>
                    <a:pt x="3273425" y="474345"/>
                    <a:pt x="3249295" y="471170"/>
                  </a:cubicBezTo>
                  <a:cubicBezTo>
                    <a:pt x="2995930" y="438150"/>
                    <a:pt x="2778760" y="383540"/>
                    <a:pt x="2597785" y="306070"/>
                  </a:cubicBezTo>
                  <a:cubicBezTo>
                    <a:pt x="2475230" y="499110"/>
                    <a:pt x="2366010" y="755650"/>
                    <a:pt x="2269490" y="1076325"/>
                  </a:cubicBezTo>
                  <a:cubicBezTo>
                    <a:pt x="2233295" y="1191895"/>
                    <a:pt x="2181860" y="1316990"/>
                    <a:pt x="2115820" y="1450975"/>
                  </a:cubicBezTo>
                  <a:cubicBezTo>
                    <a:pt x="2049780" y="1585595"/>
                    <a:pt x="1978025" y="1696085"/>
                    <a:pt x="1901190" y="1783080"/>
                  </a:cubicBezTo>
                  <a:cubicBezTo>
                    <a:pt x="1824355" y="1870075"/>
                    <a:pt x="1736090" y="1941195"/>
                    <a:pt x="1636395" y="1996440"/>
                  </a:cubicBezTo>
                  <a:cubicBezTo>
                    <a:pt x="1440180" y="2103120"/>
                    <a:pt x="1208405" y="2156460"/>
                    <a:pt x="941070" y="2156460"/>
                  </a:cubicBezTo>
                  <a:cubicBezTo>
                    <a:pt x="723900" y="2156460"/>
                    <a:pt x="520700" y="2103120"/>
                    <a:pt x="330835" y="1996440"/>
                  </a:cubicBezTo>
                  <a:cubicBezTo>
                    <a:pt x="144780" y="1891030"/>
                    <a:pt x="36195" y="1729105"/>
                    <a:pt x="5080" y="1510665"/>
                  </a:cubicBezTo>
                  <a:cubicBezTo>
                    <a:pt x="1905" y="1481455"/>
                    <a:pt x="0" y="1437640"/>
                    <a:pt x="0" y="1379855"/>
                  </a:cubicBezTo>
                  <a:cubicBezTo>
                    <a:pt x="0" y="1322070"/>
                    <a:pt x="16510" y="1240155"/>
                    <a:pt x="50165" y="1132840"/>
                  </a:cubicBezTo>
                  <a:cubicBezTo>
                    <a:pt x="83820" y="1026160"/>
                    <a:pt x="147320" y="944880"/>
                    <a:pt x="240030" y="889635"/>
                  </a:cubicBezTo>
                  <a:cubicBezTo>
                    <a:pt x="278130" y="867410"/>
                    <a:pt x="306070" y="855980"/>
                    <a:pt x="325120" y="855980"/>
                  </a:cubicBezTo>
                  <a:cubicBezTo>
                    <a:pt x="356235" y="855980"/>
                    <a:pt x="370205" y="870585"/>
                    <a:pt x="366395" y="899795"/>
                  </a:cubicBezTo>
                  <a:cubicBezTo>
                    <a:pt x="359410" y="908685"/>
                    <a:pt x="341630" y="922655"/>
                    <a:pt x="313690" y="942340"/>
                  </a:cubicBezTo>
                  <a:cubicBezTo>
                    <a:pt x="285115" y="962025"/>
                    <a:pt x="257810" y="982980"/>
                    <a:pt x="232410" y="1004570"/>
                  </a:cubicBezTo>
                  <a:cubicBezTo>
                    <a:pt x="206375" y="1026160"/>
                    <a:pt x="180975" y="1059180"/>
                    <a:pt x="154940" y="1104265"/>
                  </a:cubicBezTo>
                  <a:cubicBezTo>
                    <a:pt x="109855" y="1179830"/>
                    <a:pt x="87630" y="1265555"/>
                    <a:pt x="87630" y="1360170"/>
                  </a:cubicBezTo>
                  <a:cubicBezTo>
                    <a:pt x="87630" y="1577340"/>
                    <a:pt x="161925" y="1744345"/>
                    <a:pt x="309880" y="1861820"/>
                  </a:cubicBezTo>
                  <a:cubicBezTo>
                    <a:pt x="389255" y="1927225"/>
                    <a:pt x="478155" y="1977390"/>
                    <a:pt x="575945" y="2011680"/>
                  </a:cubicBezTo>
                  <a:cubicBezTo>
                    <a:pt x="674370" y="2045970"/>
                    <a:pt x="772160" y="2063115"/>
                    <a:pt x="870585" y="2063115"/>
                  </a:cubicBezTo>
                  <a:cubicBezTo>
                    <a:pt x="873760" y="2063115"/>
                    <a:pt x="878205" y="2063115"/>
                    <a:pt x="883285" y="2063115"/>
                  </a:cubicBezTo>
                  <a:cubicBezTo>
                    <a:pt x="1240155" y="2054225"/>
                    <a:pt x="1532890" y="1925320"/>
                    <a:pt x="1762125" y="1675130"/>
                  </a:cubicBezTo>
                  <a:cubicBezTo>
                    <a:pt x="1906905" y="1518285"/>
                    <a:pt x="2105025" y="1163955"/>
                    <a:pt x="2356485" y="612775"/>
                  </a:cubicBezTo>
                  <a:cubicBezTo>
                    <a:pt x="2442845" y="423545"/>
                    <a:pt x="2497455" y="311785"/>
                    <a:pt x="2521585" y="279400"/>
                  </a:cubicBezTo>
                  <a:cubicBezTo>
                    <a:pt x="2216785" y="182880"/>
                    <a:pt x="1942465" y="134620"/>
                    <a:pt x="1699895" y="134620"/>
                  </a:cubicBezTo>
                  <a:cubicBezTo>
                    <a:pt x="1457325" y="134620"/>
                    <a:pt x="1259840" y="207645"/>
                    <a:pt x="1108075" y="354330"/>
                  </a:cubicBezTo>
                  <a:cubicBezTo>
                    <a:pt x="985520" y="471805"/>
                    <a:pt x="924560" y="593725"/>
                    <a:pt x="924560" y="721360"/>
                  </a:cubicBezTo>
                  <a:cubicBezTo>
                    <a:pt x="924560" y="861060"/>
                    <a:pt x="985520" y="949960"/>
                    <a:pt x="1108075" y="987425"/>
                  </a:cubicBezTo>
                  <a:cubicBezTo>
                    <a:pt x="1151255" y="999490"/>
                    <a:pt x="1190625" y="1005205"/>
                    <a:pt x="1225550" y="1005205"/>
                  </a:cubicBezTo>
                  <a:cubicBezTo>
                    <a:pt x="1260475" y="1005205"/>
                    <a:pt x="1301115" y="998855"/>
                    <a:pt x="1346835" y="985520"/>
                  </a:cubicBezTo>
                  <a:cubicBezTo>
                    <a:pt x="1392555" y="972820"/>
                    <a:pt x="1436370" y="946150"/>
                    <a:pt x="1478915" y="905510"/>
                  </a:cubicBezTo>
                  <a:cubicBezTo>
                    <a:pt x="1520825" y="864870"/>
                    <a:pt x="1553210" y="824865"/>
                    <a:pt x="1574800" y="785495"/>
                  </a:cubicBezTo>
                  <a:cubicBezTo>
                    <a:pt x="1596390" y="746125"/>
                    <a:pt x="1605280" y="715645"/>
                    <a:pt x="1602105" y="695325"/>
                  </a:cubicBezTo>
                  <a:lnTo>
                    <a:pt x="1602105" y="690245"/>
                  </a:lnTo>
                  <a:cubicBezTo>
                    <a:pt x="1616075" y="678180"/>
                    <a:pt x="1628140" y="674370"/>
                    <a:pt x="1638300" y="678815"/>
                  </a:cubicBezTo>
                  <a:cubicBezTo>
                    <a:pt x="1648460" y="683260"/>
                    <a:pt x="1653540" y="694055"/>
                    <a:pt x="1653540" y="711200"/>
                  </a:cubicBezTo>
                  <a:cubicBezTo>
                    <a:pt x="1636395" y="845820"/>
                    <a:pt x="1568450" y="946150"/>
                    <a:pt x="1449070" y="1013460"/>
                  </a:cubicBezTo>
                  <a:cubicBezTo>
                    <a:pt x="1376680" y="1056640"/>
                    <a:pt x="1309370" y="1078230"/>
                    <a:pt x="1247775" y="1078230"/>
                  </a:cubicBezTo>
                  <a:cubicBezTo>
                    <a:pt x="1186180" y="1078230"/>
                    <a:pt x="1130300" y="1069340"/>
                    <a:pt x="1082675" y="1052195"/>
                  </a:cubicBezTo>
                  <a:cubicBezTo>
                    <a:pt x="941070" y="1002030"/>
                    <a:pt x="851535" y="906780"/>
                    <a:pt x="814070" y="765175"/>
                  </a:cubicBezTo>
                  <a:cubicBezTo>
                    <a:pt x="802005" y="720090"/>
                    <a:pt x="796290" y="676275"/>
                    <a:pt x="796290" y="633095"/>
                  </a:cubicBezTo>
                  <a:cubicBezTo>
                    <a:pt x="796290" y="529590"/>
                    <a:pt x="828040" y="428625"/>
                    <a:pt x="892175" y="330835"/>
                  </a:cubicBezTo>
                  <a:cubicBezTo>
                    <a:pt x="1005840" y="154940"/>
                    <a:pt x="1184275" y="48895"/>
                    <a:pt x="1427480" y="12700"/>
                  </a:cubicBezTo>
                  <a:cubicBezTo>
                    <a:pt x="1482725" y="3810"/>
                    <a:pt x="1535430" y="0"/>
                    <a:pt x="1584960" y="0"/>
                  </a:cubicBezTo>
                  <a:cubicBezTo>
                    <a:pt x="1635125" y="0"/>
                    <a:pt x="1692910" y="2540"/>
                    <a:pt x="1759585" y="7620"/>
                  </a:cubicBezTo>
                  <a:cubicBezTo>
                    <a:pt x="1825625" y="12700"/>
                    <a:pt x="1913890" y="29845"/>
                    <a:pt x="2023110" y="59055"/>
                  </a:cubicBezTo>
                  <a:cubicBezTo>
                    <a:pt x="2132330" y="88265"/>
                    <a:pt x="2244725" y="122555"/>
                    <a:pt x="2359025" y="161290"/>
                  </a:cubicBezTo>
                  <a:cubicBezTo>
                    <a:pt x="2473325" y="200025"/>
                    <a:pt x="2541905" y="222885"/>
                    <a:pt x="2564765" y="229870"/>
                  </a:cubicBezTo>
                  <a:cubicBezTo>
                    <a:pt x="2649220" y="126365"/>
                    <a:pt x="2712085" y="73660"/>
                    <a:pt x="2753360" y="72390"/>
                  </a:cubicBezTo>
                  <a:cubicBezTo>
                    <a:pt x="2762250" y="69215"/>
                    <a:pt x="2773680" y="67310"/>
                    <a:pt x="2788285" y="67310"/>
                  </a:cubicBezTo>
                  <a:cubicBezTo>
                    <a:pt x="2802890" y="67310"/>
                    <a:pt x="2814320" y="79375"/>
                    <a:pt x="2823210" y="103505"/>
                  </a:cubicBezTo>
                  <a:cubicBezTo>
                    <a:pt x="2832100" y="127635"/>
                    <a:pt x="2825750" y="142875"/>
                    <a:pt x="2804795" y="149860"/>
                  </a:cubicBezTo>
                  <a:cubicBezTo>
                    <a:pt x="2795905" y="151765"/>
                    <a:pt x="2785110" y="150495"/>
                    <a:pt x="2771140" y="147320"/>
                  </a:cubicBezTo>
                  <a:cubicBezTo>
                    <a:pt x="2760980" y="140335"/>
                    <a:pt x="2739390" y="151130"/>
                    <a:pt x="2707640" y="179705"/>
                  </a:cubicBezTo>
                  <a:cubicBezTo>
                    <a:pt x="2675890" y="208280"/>
                    <a:pt x="2651760" y="231775"/>
                    <a:pt x="2636520" y="250825"/>
                  </a:cubicBezTo>
                  <a:cubicBezTo>
                    <a:pt x="2798445" y="302260"/>
                    <a:pt x="2940685" y="339725"/>
                    <a:pt x="3063240" y="363220"/>
                  </a:cubicBezTo>
                  <a:cubicBezTo>
                    <a:pt x="3185795" y="386080"/>
                    <a:pt x="3273425" y="398145"/>
                    <a:pt x="3326765" y="39814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0D61E10-BA6E-8C0C-4784-9A36CD1439CB}"/>
                </a:ext>
              </a:extLst>
            </p:cNvPr>
            <p:cNvSpPr/>
            <p:nvPr/>
          </p:nvSpPr>
          <p:spPr>
            <a:xfrm>
              <a:off x="3128645" y="2174239"/>
              <a:ext cx="1153159" cy="1586864"/>
            </a:xfrm>
            <a:custGeom>
              <a:avLst/>
              <a:gdLst>
                <a:gd name="connsiteX0" fmla="*/ 711835 w 1153159"/>
                <a:gd name="connsiteY0" fmla="*/ 1452245 h 1586864"/>
                <a:gd name="connsiteX1" fmla="*/ 763270 w 1153159"/>
                <a:gd name="connsiteY1" fmla="*/ 1524635 h 1586864"/>
                <a:gd name="connsiteX2" fmla="*/ 1106805 w 1153159"/>
                <a:gd name="connsiteY2" fmla="*/ 1069975 h 1586864"/>
                <a:gd name="connsiteX3" fmla="*/ 1139190 w 1153159"/>
                <a:gd name="connsiteY3" fmla="*/ 1041400 h 1586864"/>
                <a:gd name="connsiteX4" fmla="*/ 1153160 w 1153159"/>
                <a:gd name="connsiteY4" fmla="*/ 1062355 h 1586864"/>
                <a:gd name="connsiteX5" fmla="*/ 1123315 w 1153159"/>
                <a:gd name="connsiteY5" fmla="*/ 1136015 h 1586864"/>
                <a:gd name="connsiteX6" fmla="*/ 1063625 w 1153159"/>
                <a:gd name="connsiteY6" fmla="*/ 1252220 h 1586864"/>
                <a:gd name="connsiteX7" fmla="*/ 977265 w 1153159"/>
                <a:gd name="connsiteY7" fmla="*/ 1398270 h 1586864"/>
                <a:gd name="connsiteX8" fmla="*/ 723900 w 1153159"/>
                <a:gd name="connsiteY8" fmla="*/ 1579245 h 1586864"/>
                <a:gd name="connsiteX9" fmla="*/ 584200 w 1153159"/>
                <a:gd name="connsiteY9" fmla="*/ 1506855 h 1586864"/>
                <a:gd name="connsiteX10" fmla="*/ 560705 w 1153159"/>
                <a:gd name="connsiteY10" fmla="*/ 1415415 h 1586864"/>
                <a:gd name="connsiteX11" fmla="*/ 586740 w 1153159"/>
                <a:gd name="connsiteY11" fmla="*/ 1274445 h 1586864"/>
                <a:gd name="connsiteX12" fmla="*/ 728980 w 1153159"/>
                <a:gd name="connsiteY12" fmla="*/ 1005840 h 1586864"/>
                <a:gd name="connsiteX13" fmla="*/ 757555 w 1153159"/>
                <a:gd name="connsiteY13" fmla="*/ 932180 h 1586864"/>
                <a:gd name="connsiteX14" fmla="*/ 713740 w 1153159"/>
                <a:gd name="connsiteY14" fmla="*/ 904875 h 1586864"/>
                <a:gd name="connsiteX15" fmla="*/ 545465 w 1153159"/>
                <a:gd name="connsiteY15" fmla="*/ 1021080 h 1586864"/>
                <a:gd name="connsiteX16" fmla="*/ 183515 w 1153159"/>
                <a:gd name="connsiteY16" fmla="*/ 1532890 h 1586864"/>
                <a:gd name="connsiteX17" fmla="*/ 87630 w 1153159"/>
                <a:gd name="connsiteY17" fmla="*/ 1571625 h 1586864"/>
                <a:gd name="connsiteX18" fmla="*/ 0 w 1153159"/>
                <a:gd name="connsiteY18" fmla="*/ 1586865 h 1586864"/>
                <a:gd name="connsiteX19" fmla="*/ 710565 w 1153159"/>
                <a:gd name="connsiteY19" fmla="*/ 162560 h 1586864"/>
                <a:gd name="connsiteX20" fmla="*/ 796925 w 1153159"/>
                <a:gd name="connsiteY20" fmla="*/ 36195 h 1586864"/>
                <a:gd name="connsiteX21" fmla="*/ 885825 w 1153159"/>
                <a:gd name="connsiteY21" fmla="*/ 0 h 1586864"/>
                <a:gd name="connsiteX22" fmla="*/ 939800 w 1153159"/>
                <a:gd name="connsiteY22" fmla="*/ 6350 h 1586864"/>
                <a:gd name="connsiteX23" fmla="*/ 1002030 w 1153159"/>
                <a:gd name="connsiteY23" fmla="*/ 10160 h 1586864"/>
                <a:gd name="connsiteX24" fmla="*/ 723900 w 1153159"/>
                <a:gd name="connsiteY24" fmla="*/ 453390 h 1586864"/>
                <a:gd name="connsiteX25" fmla="*/ 340360 w 1153159"/>
                <a:gd name="connsiteY25" fmla="*/ 1191260 h 1586864"/>
                <a:gd name="connsiteX26" fmla="*/ 558800 w 1153159"/>
                <a:gd name="connsiteY26" fmla="*/ 953770 h 1586864"/>
                <a:gd name="connsiteX27" fmla="*/ 795020 w 1153159"/>
                <a:gd name="connsiteY27" fmla="*/ 792480 h 1586864"/>
                <a:gd name="connsiteX28" fmla="*/ 999490 w 1153159"/>
                <a:gd name="connsiteY28" fmla="*/ 716280 h 1586864"/>
                <a:gd name="connsiteX29" fmla="*/ 1028065 w 1153159"/>
                <a:gd name="connsiteY29" fmla="*/ 721360 h 1586864"/>
                <a:gd name="connsiteX30" fmla="*/ 711835 w 1153159"/>
                <a:gd name="connsiteY30" fmla="*/ 1452245 h 1586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53159" h="1586864">
                  <a:moveTo>
                    <a:pt x="711835" y="1452245"/>
                  </a:moveTo>
                  <a:cubicBezTo>
                    <a:pt x="711835" y="1500505"/>
                    <a:pt x="728980" y="1524635"/>
                    <a:pt x="763270" y="1524635"/>
                  </a:cubicBezTo>
                  <a:cubicBezTo>
                    <a:pt x="843915" y="1524635"/>
                    <a:pt x="958850" y="1372870"/>
                    <a:pt x="1106805" y="1069975"/>
                  </a:cubicBezTo>
                  <a:cubicBezTo>
                    <a:pt x="1118870" y="1045845"/>
                    <a:pt x="1129665" y="1036320"/>
                    <a:pt x="1139190" y="1041400"/>
                  </a:cubicBezTo>
                  <a:cubicBezTo>
                    <a:pt x="1148715" y="1046480"/>
                    <a:pt x="1153160" y="1053465"/>
                    <a:pt x="1153160" y="1062355"/>
                  </a:cubicBezTo>
                  <a:cubicBezTo>
                    <a:pt x="1153160" y="1071245"/>
                    <a:pt x="1143000" y="1095375"/>
                    <a:pt x="1123315" y="1136015"/>
                  </a:cubicBezTo>
                  <a:cubicBezTo>
                    <a:pt x="1103630" y="1176655"/>
                    <a:pt x="1083945" y="1215390"/>
                    <a:pt x="1063625" y="1252220"/>
                  </a:cubicBezTo>
                  <a:cubicBezTo>
                    <a:pt x="1043940" y="1289050"/>
                    <a:pt x="1014730" y="1337945"/>
                    <a:pt x="977265" y="1398270"/>
                  </a:cubicBezTo>
                  <a:cubicBezTo>
                    <a:pt x="897890" y="1518920"/>
                    <a:pt x="813435" y="1579245"/>
                    <a:pt x="723900" y="1579245"/>
                  </a:cubicBezTo>
                  <a:cubicBezTo>
                    <a:pt x="665480" y="1579245"/>
                    <a:pt x="618490" y="1555115"/>
                    <a:pt x="584200" y="1506855"/>
                  </a:cubicBezTo>
                  <a:cubicBezTo>
                    <a:pt x="568960" y="1484630"/>
                    <a:pt x="560705" y="1454150"/>
                    <a:pt x="560705" y="1415415"/>
                  </a:cubicBezTo>
                  <a:cubicBezTo>
                    <a:pt x="560705" y="1376680"/>
                    <a:pt x="569595" y="1329690"/>
                    <a:pt x="586740" y="1274445"/>
                  </a:cubicBezTo>
                  <a:cubicBezTo>
                    <a:pt x="603885" y="1219200"/>
                    <a:pt x="651510" y="1129665"/>
                    <a:pt x="728980" y="1005840"/>
                  </a:cubicBezTo>
                  <a:cubicBezTo>
                    <a:pt x="748030" y="974725"/>
                    <a:pt x="757555" y="949960"/>
                    <a:pt x="757555" y="932180"/>
                  </a:cubicBezTo>
                  <a:cubicBezTo>
                    <a:pt x="757555" y="913765"/>
                    <a:pt x="742950" y="904875"/>
                    <a:pt x="713740" y="904875"/>
                  </a:cubicBezTo>
                  <a:cubicBezTo>
                    <a:pt x="684530" y="904875"/>
                    <a:pt x="628650" y="943610"/>
                    <a:pt x="545465" y="1021080"/>
                  </a:cubicBezTo>
                  <a:cubicBezTo>
                    <a:pt x="421640" y="1134745"/>
                    <a:pt x="300990" y="1305560"/>
                    <a:pt x="183515" y="1532890"/>
                  </a:cubicBezTo>
                  <a:cubicBezTo>
                    <a:pt x="171450" y="1558925"/>
                    <a:pt x="139700" y="1571625"/>
                    <a:pt x="87630" y="1571625"/>
                  </a:cubicBezTo>
                  <a:cubicBezTo>
                    <a:pt x="41275" y="1574800"/>
                    <a:pt x="12065" y="1580515"/>
                    <a:pt x="0" y="1586865"/>
                  </a:cubicBezTo>
                  <a:cubicBezTo>
                    <a:pt x="327660" y="906145"/>
                    <a:pt x="564515" y="431800"/>
                    <a:pt x="710565" y="162560"/>
                  </a:cubicBezTo>
                  <a:cubicBezTo>
                    <a:pt x="743585" y="102235"/>
                    <a:pt x="772160" y="60325"/>
                    <a:pt x="796925" y="36195"/>
                  </a:cubicBezTo>
                  <a:cubicBezTo>
                    <a:pt x="821690" y="12065"/>
                    <a:pt x="851535" y="0"/>
                    <a:pt x="885825" y="0"/>
                  </a:cubicBezTo>
                  <a:cubicBezTo>
                    <a:pt x="894715" y="0"/>
                    <a:pt x="912495" y="1905"/>
                    <a:pt x="939800" y="6350"/>
                  </a:cubicBezTo>
                  <a:cubicBezTo>
                    <a:pt x="967105" y="10795"/>
                    <a:pt x="988060" y="12065"/>
                    <a:pt x="1002030" y="10160"/>
                  </a:cubicBezTo>
                  <a:cubicBezTo>
                    <a:pt x="950595" y="63500"/>
                    <a:pt x="857885" y="211455"/>
                    <a:pt x="723900" y="453390"/>
                  </a:cubicBezTo>
                  <a:cubicBezTo>
                    <a:pt x="590550" y="695325"/>
                    <a:pt x="462280" y="941705"/>
                    <a:pt x="340360" y="1191260"/>
                  </a:cubicBezTo>
                  <a:cubicBezTo>
                    <a:pt x="421640" y="1089660"/>
                    <a:pt x="494030" y="1010285"/>
                    <a:pt x="558800" y="953770"/>
                  </a:cubicBezTo>
                  <a:cubicBezTo>
                    <a:pt x="623570" y="897255"/>
                    <a:pt x="702310" y="843280"/>
                    <a:pt x="795020" y="792480"/>
                  </a:cubicBezTo>
                  <a:cubicBezTo>
                    <a:pt x="888365" y="741680"/>
                    <a:pt x="956310" y="716280"/>
                    <a:pt x="999490" y="716280"/>
                  </a:cubicBezTo>
                  <a:cubicBezTo>
                    <a:pt x="1009650" y="716280"/>
                    <a:pt x="1019175" y="718185"/>
                    <a:pt x="1028065" y="721360"/>
                  </a:cubicBezTo>
                  <a:cubicBezTo>
                    <a:pt x="817880" y="1092835"/>
                    <a:pt x="711835" y="1336675"/>
                    <a:pt x="711835" y="145224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15D0AAE-BB11-D5AE-6C36-C854FCD0CA68}"/>
                </a:ext>
              </a:extLst>
            </p:cNvPr>
            <p:cNvSpPr/>
            <p:nvPr/>
          </p:nvSpPr>
          <p:spPr>
            <a:xfrm>
              <a:off x="4150995" y="2820670"/>
              <a:ext cx="1036320" cy="927734"/>
            </a:xfrm>
            <a:custGeom>
              <a:avLst/>
              <a:gdLst>
                <a:gd name="connsiteX0" fmla="*/ 741045 w 1036320"/>
                <a:gd name="connsiteY0" fmla="*/ 432435 h 927734"/>
                <a:gd name="connsiteX1" fmla="*/ 638810 w 1036320"/>
                <a:gd name="connsiteY1" fmla="*/ 678180 h 927734"/>
                <a:gd name="connsiteX2" fmla="*/ 622300 w 1036320"/>
                <a:gd name="connsiteY2" fmla="*/ 810260 h 927734"/>
                <a:gd name="connsiteX3" fmla="*/ 661035 w 1036320"/>
                <a:gd name="connsiteY3" fmla="*/ 860425 h 927734"/>
                <a:gd name="connsiteX4" fmla="*/ 782320 w 1036320"/>
                <a:gd name="connsiteY4" fmla="*/ 770255 h 927734"/>
                <a:gd name="connsiteX5" fmla="*/ 991870 w 1036320"/>
                <a:gd name="connsiteY5" fmla="*/ 426720 h 927734"/>
                <a:gd name="connsiteX6" fmla="*/ 1015365 w 1036320"/>
                <a:gd name="connsiteY6" fmla="*/ 400685 h 927734"/>
                <a:gd name="connsiteX7" fmla="*/ 1036320 w 1036320"/>
                <a:gd name="connsiteY7" fmla="*/ 415925 h 927734"/>
                <a:gd name="connsiteX8" fmla="*/ 1028700 w 1036320"/>
                <a:gd name="connsiteY8" fmla="*/ 447040 h 927734"/>
                <a:gd name="connsiteX9" fmla="*/ 628015 w 1036320"/>
                <a:gd name="connsiteY9" fmla="*/ 927735 h 927734"/>
                <a:gd name="connsiteX10" fmla="*/ 506730 w 1036320"/>
                <a:gd name="connsiteY10" fmla="*/ 855345 h 927734"/>
                <a:gd name="connsiteX11" fmla="*/ 483235 w 1036320"/>
                <a:gd name="connsiteY11" fmla="*/ 751840 h 927734"/>
                <a:gd name="connsiteX12" fmla="*/ 509270 w 1036320"/>
                <a:gd name="connsiteY12" fmla="*/ 594360 h 927734"/>
                <a:gd name="connsiteX13" fmla="*/ 152400 w 1036320"/>
                <a:gd name="connsiteY13" fmla="*/ 927735 h 927734"/>
                <a:gd name="connsiteX14" fmla="*/ 77470 w 1036320"/>
                <a:gd name="connsiteY14" fmla="*/ 901700 h 927734"/>
                <a:gd name="connsiteX15" fmla="*/ 0 w 1036320"/>
                <a:gd name="connsiteY15" fmla="*/ 715645 h 927734"/>
                <a:gd name="connsiteX16" fmla="*/ 219710 w 1036320"/>
                <a:gd name="connsiteY16" fmla="*/ 201295 h 927734"/>
                <a:gd name="connsiteX17" fmla="*/ 524510 w 1036320"/>
                <a:gd name="connsiteY17" fmla="*/ 12700 h 927734"/>
                <a:gd name="connsiteX18" fmla="*/ 617855 w 1036320"/>
                <a:gd name="connsiteY18" fmla="*/ 0 h 927734"/>
                <a:gd name="connsiteX19" fmla="*/ 819785 w 1036320"/>
                <a:gd name="connsiteY19" fmla="*/ 82550 h 927734"/>
                <a:gd name="connsiteX20" fmla="*/ 835025 w 1036320"/>
                <a:gd name="connsiteY20" fmla="*/ 136525 h 927734"/>
                <a:gd name="connsiteX21" fmla="*/ 791210 w 1036320"/>
                <a:gd name="connsiteY21" fmla="*/ 157480 h 927734"/>
                <a:gd name="connsiteX22" fmla="*/ 667385 w 1036320"/>
                <a:gd name="connsiteY22" fmla="*/ 64135 h 927734"/>
                <a:gd name="connsiteX23" fmla="*/ 393700 w 1036320"/>
                <a:gd name="connsiteY23" fmla="*/ 240030 h 927734"/>
                <a:gd name="connsiteX24" fmla="*/ 220345 w 1036320"/>
                <a:gd name="connsiteY24" fmla="*/ 483235 h 927734"/>
                <a:gd name="connsiteX25" fmla="*/ 119380 w 1036320"/>
                <a:gd name="connsiteY25" fmla="*/ 751840 h 927734"/>
                <a:gd name="connsiteX26" fmla="*/ 184150 w 1036320"/>
                <a:gd name="connsiteY26" fmla="*/ 852805 h 927734"/>
                <a:gd name="connsiteX27" fmla="*/ 589915 w 1036320"/>
                <a:gd name="connsiteY27" fmla="*/ 377190 h 927734"/>
                <a:gd name="connsiteX28" fmla="*/ 672465 w 1036320"/>
                <a:gd name="connsiteY28" fmla="*/ 246380 h 927734"/>
                <a:gd name="connsiteX29" fmla="*/ 757555 w 1036320"/>
                <a:gd name="connsiteY29" fmla="*/ 211455 h 927734"/>
                <a:gd name="connsiteX30" fmla="*/ 810260 w 1036320"/>
                <a:gd name="connsiteY30" fmla="*/ 219075 h 927734"/>
                <a:gd name="connsiteX31" fmla="*/ 873760 w 1036320"/>
                <a:gd name="connsiteY31" fmla="*/ 221615 h 927734"/>
                <a:gd name="connsiteX32" fmla="*/ 741045 w 1036320"/>
                <a:gd name="connsiteY32" fmla="*/ 432435 h 927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036320" h="927734">
                  <a:moveTo>
                    <a:pt x="741045" y="432435"/>
                  </a:moveTo>
                  <a:cubicBezTo>
                    <a:pt x="683895" y="541655"/>
                    <a:pt x="650240" y="623570"/>
                    <a:pt x="638810" y="678180"/>
                  </a:cubicBezTo>
                  <a:cubicBezTo>
                    <a:pt x="627380" y="732155"/>
                    <a:pt x="622300" y="776605"/>
                    <a:pt x="622300" y="810260"/>
                  </a:cubicBezTo>
                  <a:cubicBezTo>
                    <a:pt x="622300" y="843915"/>
                    <a:pt x="635000" y="860425"/>
                    <a:pt x="661035" y="860425"/>
                  </a:cubicBezTo>
                  <a:cubicBezTo>
                    <a:pt x="694055" y="860425"/>
                    <a:pt x="734060" y="830580"/>
                    <a:pt x="782320" y="770255"/>
                  </a:cubicBezTo>
                  <a:cubicBezTo>
                    <a:pt x="852805" y="682625"/>
                    <a:pt x="922655" y="567690"/>
                    <a:pt x="991870" y="426720"/>
                  </a:cubicBezTo>
                  <a:cubicBezTo>
                    <a:pt x="998855" y="411480"/>
                    <a:pt x="1006475" y="402590"/>
                    <a:pt x="1015365" y="400685"/>
                  </a:cubicBezTo>
                  <a:cubicBezTo>
                    <a:pt x="1029335" y="395605"/>
                    <a:pt x="1036320" y="400685"/>
                    <a:pt x="1036320" y="415925"/>
                  </a:cubicBezTo>
                  <a:cubicBezTo>
                    <a:pt x="1036320" y="424815"/>
                    <a:pt x="1033780" y="434975"/>
                    <a:pt x="1028700" y="447040"/>
                  </a:cubicBezTo>
                  <a:cubicBezTo>
                    <a:pt x="869950" y="767715"/>
                    <a:pt x="736600" y="927735"/>
                    <a:pt x="628015" y="927735"/>
                  </a:cubicBezTo>
                  <a:cubicBezTo>
                    <a:pt x="577850" y="927735"/>
                    <a:pt x="537845" y="903605"/>
                    <a:pt x="506730" y="855345"/>
                  </a:cubicBezTo>
                  <a:cubicBezTo>
                    <a:pt x="491490" y="829310"/>
                    <a:pt x="483235" y="795020"/>
                    <a:pt x="483235" y="751840"/>
                  </a:cubicBezTo>
                  <a:cubicBezTo>
                    <a:pt x="483235" y="708660"/>
                    <a:pt x="492125" y="655955"/>
                    <a:pt x="509270" y="594360"/>
                  </a:cubicBezTo>
                  <a:cubicBezTo>
                    <a:pt x="371475" y="816610"/>
                    <a:pt x="252730" y="927735"/>
                    <a:pt x="152400" y="927735"/>
                  </a:cubicBezTo>
                  <a:cubicBezTo>
                    <a:pt x="125095" y="927735"/>
                    <a:pt x="99695" y="918845"/>
                    <a:pt x="77470" y="901700"/>
                  </a:cubicBezTo>
                  <a:cubicBezTo>
                    <a:pt x="26035" y="865505"/>
                    <a:pt x="0" y="803275"/>
                    <a:pt x="0" y="715645"/>
                  </a:cubicBezTo>
                  <a:cubicBezTo>
                    <a:pt x="0" y="546735"/>
                    <a:pt x="73025" y="375285"/>
                    <a:pt x="219710" y="201295"/>
                  </a:cubicBezTo>
                  <a:cubicBezTo>
                    <a:pt x="302260" y="104775"/>
                    <a:pt x="403860" y="41910"/>
                    <a:pt x="524510" y="12700"/>
                  </a:cubicBezTo>
                  <a:cubicBezTo>
                    <a:pt x="557530" y="3810"/>
                    <a:pt x="588010" y="0"/>
                    <a:pt x="617855" y="0"/>
                  </a:cubicBezTo>
                  <a:cubicBezTo>
                    <a:pt x="697230" y="0"/>
                    <a:pt x="764540" y="27305"/>
                    <a:pt x="819785" y="82550"/>
                  </a:cubicBezTo>
                  <a:cubicBezTo>
                    <a:pt x="836930" y="101600"/>
                    <a:pt x="842010" y="119380"/>
                    <a:pt x="835025" y="136525"/>
                  </a:cubicBezTo>
                  <a:cubicBezTo>
                    <a:pt x="828040" y="153670"/>
                    <a:pt x="813435" y="160655"/>
                    <a:pt x="791210" y="157480"/>
                  </a:cubicBezTo>
                  <a:cubicBezTo>
                    <a:pt x="772160" y="95250"/>
                    <a:pt x="730885" y="64135"/>
                    <a:pt x="667385" y="64135"/>
                  </a:cubicBezTo>
                  <a:cubicBezTo>
                    <a:pt x="593090" y="64135"/>
                    <a:pt x="502285" y="122555"/>
                    <a:pt x="393700" y="240030"/>
                  </a:cubicBezTo>
                  <a:cubicBezTo>
                    <a:pt x="331470" y="309245"/>
                    <a:pt x="273685" y="389890"/>
                    <a:pt x="220345" y="483235"/>
                  </a:cubicBezTo>
                  <a:cubicBezTo>
                    <a:pt x="153035" y="594995"/>
                    <a:pt x="119380" y="684530"/>
                    <a:pt x="119380" y="751840"/>
                  </a:cubicBezTo>
                  <a:cubicBezTo>
                    <a:pt x="119380" y="819150"/>
                    <a:pt x="140970" y="852805"/>
                    <a:pt x="184150" y="852805"/>
                  </a:cubicBezTo>
                  <a:cubicBezTo>
                    <a:pt x="287655" y="852805"/>
                    <a:pt x="422910" y="694055"/>
                    <a:pt x="589915" y="377190"/>
                  </a:cubicBezTo>
                  <a:cubicBezTo>
                    <a:pt x="622935" y="313690"/>
                    <a:pt x="650240" y="269875"/>
                    <a:pt x="672465" y="246380"/>
                  </a:cubicBezTo>
                  <a:cubicBezTo>
                    <a:pt x="694690" y="222885"/>
                    <a:pt x="723265" y="211455"/>
                    <a:pt x="757555" y="211455"/>
                  </a:cubicBezTo>
                  <a:cubicBezTo>
                    <a:pt x="764540" y="211455"/>
                    <a:pt x="782320" y="213995"/>
                    <a:pt x="810260" y="219075"/>
                  </a:cubicBezTo>
                  <a:cubicBezTo>
                    <a:pt x="838200" y="224155"/>
                    <a:pt x="859790" y="225425"/>
                    <a:pt x="873760" y="221615"/>
                  </a:cubicBezTo>
                  <a:cubicBezTo>
                    <a:pt x="842010" y="252730"/>
                    <a:pt x="798195" y="322580"/>
                    <a:pt x="741045" y="43243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AE253D9-93F2-F552-8484-4DD9E8BCA6E4}"/>
                </a:ext>
              </a:extLst>
            </p:cNvPr>
            <p:cNvSpPr/>
            <p:nvPr/>
          </p:nvSpPr>
          <p:spPr>
            <a:xfrm>
              <a:off x="4894579" y="2874645"/>
              <a:ext cx="1160145" cy="886459"/>
            </a:xfrm>
            <a:custGeom>
              <a:avLst/>
              <a:gdLst>
                <a:gd name="connsiteX0" fmla="*/ 1028700 w 1160145"/>
                <a:gd name="connsiteY0" fmla="*/ 20320 h 886459"/>
                <a:gd name="connsiteX1" fmla="*/ 710565 w 1160145"/>
                <a:gd name="connsiteY1" fmla="*/ 749300 h 886459"/>
                <a:gd name="connsiteX2" fmla="*/ 759460 w 1160145"/>
                <a:gd name="connsiteY2" fmla="*/ 816610 h 886459"/>
                <a:gd name="connsiteX3" fmla="*/ 1113790 w 1160145"/>
                <a:gd name="connsiteY3" fmla="*/ 369570 h 886459"/>
                <a:gd name="connsiteX4" fmla="*/ 1144905 w 1160145"/>
                <a:gd name="connsiteY4" fmla="*/ 340995 h 886459"/>
                <a:gd name="connsiteX5" fmla="*/ 1160145 w 1160145"/>
                <a:gd name="connsiteY5" fmla="*/ 361950 h 886459"/>
                <a:gd name="connsiteX6" fmla="*/ 1149985 w 1160145"/>
                <a:gd name="connsiteY6" fmla="*/ 393065 h 886459"/>
                <a:gd name="connsiteX7" fmla="*/ 918845 w 1160145"/>
                <a:gd name="connsiteY7" fmla="*/ 774065 h 886459"/>
                <a:gd name="connsiteX8" fmla="*/ 730250 w 1160145"/>
                <a:gd name="connsiteY8" fmla="*/ 878840 h 886459"/>
                <a:gd name="connsiteX9" fmla="*/ 586740 w 1160145"/>
                <a:gd name="connsiteY9" fmla="*/ 806450 h 886459"/>
                <a:gd name="connsiteX10" fmla="*/ 560705 w 1160145"/>
                <a:gd name="connsiteY10" fmla="*/ 715010 h 886459"/>
                <a:gd name="connsiteX11" fmla="*/ 586740 w 1160145"/>
                <a:gd name="connsiteY11" fmla="*/ 574040 h 886459"/>
                <a:gd name="connsiteX12" fmla="*/ 728980 w 1160145"/>
                <a:gd name="connsiteY12" fmla="*/ 305435 h 886459"/>
                <a:gd name="connsiteX13" fmla="*/ 757555 w 1160145"/>
                <a:gd name="connsiteY13" fmla="*/ 231775 h 886459"/>
                <a:gd name="connsiteX14" fmla="*/ 713740 w 1160145"/>
                <a:gd name="connsiteY14" fmla="*/ 204470 h 886459"/>
                <a:gd name="connsiteX15" fmla="*/ 545465 w 1160145"/>
                <a:gd name="connsiteY15" fmla="*/ 320675 h 886459"/>
                <a:gd name="connsiteX16" fmla="*/ 186055 w 1160145"/>
                <a:gd name="connsiteY16" fmla="*/ 832485 h 886459"/>
                <a:gd name="connsiteX17" fmla="*/ 151130 w 1160145"/>
                <a:gd name="connsiteY17" fmla="*/ 864870 h 886459"/>
                <a:gd name="connsiteX18" fmla="*/ 74930 w 1160145"/>
                <a:gd name="connsiteY18" fmla="*/ 873760 h 886459"/>
                <a:gd name="connsiteX19" fmla="*/ 0 w 1160145"/>
                <a:gd name="connsiteY19" fmla="*/ 886460 h 886459"/>
                <a:gd name="connsiteX20" fmla="*/ 162560 w 1160145"/>
                <a:gd name="connsiteY20" fmla="*/ 548005 h 886459"/>
                <a:gd name="connsiteX21" fmla="*/ 447040 w 1160145"/>
                <a:gd name="connsiteY21" fmla="*/ 31115 h 886459"/>
                <a:gd name="connsiteX22" fmla="*/ 532130 w 1160145"/>
                <a:gd name="connsiteY22" fmla="*/ 0 h 886459"/>
                <a:gd name="connsiteX23" fmla="*/ 584835 w 1160145"/>
                <a:gd name="connsiteY23" fmla="*/ 7620 h 886459"/>
                <a:gd name="connsiteX24" fmla="*/ 648335 w 1160145"/>
                <a:gd name="connsiteY24" fmla="*/ 10160 h 886459"/>
                <a:gd name="connsiteX25" fmla="*/ 335915 w 1160145"/>
                <a:gd name="connsiteY25" fmla="*/ 495935 h 886459"/>
                <a:gd name="connsiteX26" fmla="*/ 556895 w 1160145"/>
                <a:gd name="connsiteY26" fmla="*/ 256540 h 886459"/>
                <a:gd name="connsiteX27" fmla="*/ 796290 w 1160145"/>
                <a:gd name="connsiteY27" fmla="*/ 91440 h 886459"/>
                <a:gd name="connsiteX28" fmla="*/ 1000760 w 1160145"/>
                <a:gd name="connsiteY28" fmla="*/ 15240 h 886459"/>
                <a:gd name="connsiteX29" fmla="*/ 1028700 w 1160145"/>
                <a:gd name="connsiteY29" fmla="*/ 20320 h 886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160145" h="886459">
                  <a:moveTo>
                    <a:pt x="1028700" y="20320"/>
                  </a:moveTo>
                  <a:cubicBezTo>
                    <a:pt x="816610" y="392430"/>
                    <a:pt x="710565" y="635635"/>
                    <a:pt x="710565" y="749300"/>
                  </a:cubicBezTo>
                  <a:cubicBezTo>
                    <a:pt x="710565" y="794385"/>
                    <a:pt x="727075" y="816610"/>
                    <a:pt x="759460" y="816610"/>
                  </a:cubicBezTo>
                  <a:cubicBezTo>
                    <a:pt x="847090" y="816610"/>
                    <a:pt x="965200" y="667385"/>
                    <a:pt x="1113790" y="369570"/>
                  </a:cubicBezTo>
                  <a:cubicBezTo>
                    <a:pt x="1123950" y="345440"/>
                    <a:pt x="1134745" y="335915"/>
                    <a:pt x="1144905" y="340995"/>
                  </a:cubicBezTo>
                  <a:cubicBezTo>
                    <a:pt x="1155065" y="346075"/>
                    <a:pt x="1160145" y="353060"/>
                    <a:pt x="1160145" y="361950"/>
                  </a:cubicBezTo>
                  <a:cubicBezTo>
                    <a:pt x="1160145" y="370840"/>
                    <a:pt x="1156970" y="381000"/>
                    <a:pt x="1149985" y="393065"/>
                  </a:cubicBezTo>
                  <a:cubicBezTo>
                    <a:pt x="1058545" y="577215"/>
                    <a:pt x="981710" y="704215"/>
                    <a:pt x="918845" y="774065"/>
                  </a:cubicBezTo>
                  <a:cubicBezTo>
                    <a:pt x="855980" y="843915"/>
                    <a:pt x="793115" y="878840"/>
                    <a:pt x="730250" y="878840"/>
                  </a:cubicBezTo>
                  <a:cubicBezTo>
                    <a:pt x="667385" y="878840"/>
                    <a:pt x="619760" y="854710"/>
                    <a:pt x="586740" y="806450"/>
                  </a:cubicBezTo>
                  <a:cubicBezTo>
                    <a:pt x="569595" y="784225"/>
                    <a:pt x="560705" y="753745"/>
                    <a:pt x="560705" y="715010"/>
                  </a:cubicBezTo>
                  <a:cubicBezTo>
                    <a:pt x="560705" y="676275"/>
                    <a:pt x="569595" y="629285"/>
                    <a:pt x="586740" y="574040"/>
                  </a:cubicBezTo>
                  <a:cubicBezTo>
                    <a:pt x="603885" y="518795"/>
                    <a:pt x="651510" y="429260"/>
                    <a:pt x="728980" y="305435"/>
                  </a:cubicBezTo>
                  <a:cubicBezTo>
                    <a:pt x="748030" y="274320"/>
                    <a:pt x="757555" y="249555"/>
                    <a:pt x="757555" y="231775"/>
                  </a:cubicBezTo>
                  <a:cubicBezTo>
                    <a:pt x="757555" y="213360"/>
                    <a:pt x="742950" y="204470"/>
                    <a:pt x="713740" y="204470"/>
                  </a:cubicBezTo>
                  <a:cubicBezTo>
                    <a:pt x="684530" y="204470"/>
                    <a:pt x="628650" y="243205"/>
                    <a:pt x="545465" y="320675"/>
                  </a:cubicBezTo>
                  <a:cubicBezTo>
                    <a:pt x="421640" y="434340"/>
                    <a:pt x="301625" y="605155"/>
                    <a:pt x="186055" y="832485"/>
                  </a:cubicBezTo>
                  <a:cubicBezTo>
                    <a:pt x="175895" y="849630"/>
                    <a:pt x="163830" y="860425"/>
                    <a:pt x="151130" y="864870"/>
                  </a:cubicBezTo>
                  <a:cubicBezTo>
                    <a:pt x="138430" y="869315"/>
                    <a:pt x="113030" y="872490"/>
                    <a:pt x="74930" y="873760"/>
                  </a:cubicBezTo>
                  <a:cubicBezTo>
                    <a:pt x="36830" y="875665"/>
                    <a:pt x="12065" y="879475"/>
                    <a:pt x="0" y="886460"/>
                  </a:cubicBezTo>
                  <a:cubicBezTo>
                    <a:pt x="27305" y="831215"/>
                    <a:pt x="81915" y="718185"/>
                    <a:pt x="162560" y="548005"/>
                  </a:cubicBezTo>
                  <a:cubicBezTo>
                    <a:pt x="307340" y="246380"/>
                    <a:pt x="401955" y="74295"/>
                    <a:pt x="447040" y="31115"/>
                  </a:cubicBezTo>
                  <a:cubicBezTo>
                    <a:pt x="467995" y="10160"/>
                    <a:pt x="495935" y="0"/>
                    <a:pt x="532130" y="0"/>
                  </a:cubicBezTo>
                  <a:cubicBezTo>
                    <a:pt x="539115" y="0"/>
                    <a:pt x="556895" y="2540"/>
                    <a:pt x="584835" y="7620"/>
                  </a:cubicBezTo>
                  <a:cubicBezTo>
                    <a:pt x="612775" y="12700"/>
                    <a:pt x="634365" y="13970"/>
                    <a:pt x="648335" y="10160"/>
                  </a:cubicBezTo>
                  <a:cubicBezTo>
                    <a:pt x="584835" y="44450"/>
                    <a:pt x="480060" y="206375"/>
                    <a:pt x="335915" y="495935"/>
                  </a:cubicBezTo>
                  <a:cubicBezTo>
                    <a:pt x="416560" y="396240"/>
                    <a:pt x="490855" y="316230"/>
                    <a:pt x="556895" y="256540"/>
                  </a:cubicBezTo>
                  <a:cubicBezTo>
                    <a:pt x="622935" y="196850"/>
                    <a:pt x="702945" y="142240"/>
                    <a:pt x="796290" y="91440"/>
                  </a:cubicBezTo>
                  <a:cubicBezTo>
                    <a:pt x="889635" y="40640"/>
                    <a:pt x="957580" y="15240"/>
                    <a:pt x="1000760" y="15240"/>
                  </a:cubicBezTo>
                  <a:cubicBezTo>
                    <a:pt x="1010920" y="15240"/>
                    <a:pt x="1020445" y="16510"/>
                    <a:pt x="1028700" y="2032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1CCF014-C3FC-F390-FEFC-19ED7FBC422B}"/>
                </a:ext>
              </a:extLst>
            </p:cNvPr>
            <p:cNvSpPr/>
            <p:nvPr/>
          </p:nvSpPr>
          <p:spPr>
            <a:xfrm>
              <a:off x="5796279" y="2145664"/>
              <a:ext cx="1196339" cy="1614805"/>
            </a:xfrm>
            <a:custGeom>
              <a:avLst/>
              <a:gdLst>
                <a:gd name="connsiteX0" fmla="*/ 879475 w 1196339"/>
                <a:gd name="connsiteY0" fmla="*/ 899160 h 1614805"/>
                <a:gd name="connsiteX1" fmla="*/ 809625 w 1196339"/>
                <a:gd name="connsiteY1" fmla="*/ 829310 h 1614805"/>
                <a:gd name="connsiteX2" fmla="*/ 570230 w 1196339"/>
                <a:gd name="connsiteY2" fmla="*/ 946785 h 1614805"/>
                <a:gd name="connsiteX3" fmla="*/ 344170 w 1196339"/>
                <a:gd name="connsiteY3" fmla="*/ 1193800 h 1614805"/>
                <a:gd name="connsiteX4" fmla="*/ 280670 w 1196339"/>
                <a:gd name="connsiteY4" fmla="*/ 1382395 h 1614805"/>
                <a:gd name="connsiteX5" fmla="*/ 255905 w 1196339"/>
                <a:gd name="connsiteY5" fmla="*/ 1539875 h 1614805"/>
                <a:gd name="connsiteX6" fmla="*/ 271145 w 1196339"/>
                <a:gd name="connsiteY6" fmla="*/ 1597025 h 1614805"/>
                <a:gd name="connsiteX7" fmla="*/ 109220 w 1196339"/>
                <a:gd name="connsiteY7" fmla="*/ 1597025 h 1614805"/>
                <a:gd name="connsiteX8" fmla="*/ 89535 w 1196339"/>
                <a:gd name="connsiteY8" fmla="*/ 1528445 h 1614805"/>
                <a:gd name="connsiteX9" fmla="*/ 142240 w 1196339"/>
                <a:gd name="connsiteY9" fmla="*/ 1379855 h 1614805"/>
                <a:gd name="connsiteX10" fmla="*/ 226060 w 1196339"/>
                <a:gd name="connsiteY10" fmla="*/ 1195070 h 1614805"/>
                <a:gd name="connsiteX11" fmla="*/ 299720 w 1196339"/>
                <a:gd name="connsiteY11" fmla="*/ 1036320 h 1614805"/>
                <a:gd name="connsiteX12" fmla="*/ 26035 w 1196339"/>
                <a:gd name="connsiteY12" fmla="*/ 1496695 h 1614805"/>
                <a:gd name="connsiteX13" fmla="*/ 0 w 1196339"/>
                <a:gd name="connsiteY13" fmla="*/ 1481455 h 1614805"/>
                <a:gd name="connsiteX14" fmla="*/ 5080 w 1196339"/>
                <a:gd name="connsiteY14" fmla="*/ 1463040 h 1614805"/>
                <a:gd name="connsiteX15" fmla="*/ 365760 w 1196339"/>
                <a:gd name="connsiteY15" fmla="*/ 816610 h 1614805"/>
                <a:gd name="connsiteX16" fmla="*/ 744220 w 1196339"/>
                <a:gd name="connsiteY16" fmla="*/ 126365 h 1614805"/>
                <a:gd name="connsiteX17" fmla="*/ 915035 w 1196339"/>
                <a:gd name="connsiteY17" fmla="*/ 0 h 1614805"/>
                <a:gd name="connsiteX18" fmla="*/ 917575 w 1196339"/>
                <a:gd name="connsiteY18" fmla="*/ 0 h 1614805"/>
                <a:gd name="connsiteX19" fmla="*/ 930275 w 1196339"/>
                <a:gd name="connsiteY19" fmla="*/ 0 h 1614805"/>
                <a:gd name="connsiteX20" fmla="*/ 975360 w 1196339"/>
                <a:gd name="connsiteY20" fmla="*/ 7620 h 1614805"/>
                <a:gd name="connsiteX21" fmla="*/ 1038860 w 1196339"/>
                <a:gd name="connsiteY21" fmla="*/ 10160 h 1614805"/>
                <a:gd name="connsiteX22" fmla="*/ 775335 w 1196339"/>
                <a:gd name="connsiteY22" fmla="*/ 342265 h 1614805"/>
                <a:gd name="connsiteX23" fmla="*/ 509270 w 1196339"/>
                <a:gd name="connsiteY23" fmla="*/ 796925 h 1614805"/>
                <a:gd name="connsiteX24" fmla="*/ 377190 w 1196339"/>
                <a:gd name="connsiteY24" fmla="*/ 1092835 h 1614805"/>
                <a:gd name="connsiteX25" fmla="*/ 798195 w 1196339"/>
                <a:gd name="connsiteY25" fmla="*/ 730885 h 1614805"/>
                <a:gd name="connsiteX26" fmla="*/ 937895 w 1196339"/>
                <a:gd name="connsiteY26" fmla="*/ 702310 h 1614805"/>
                <a:gd name="connsiteX27" fmla="*/ 1051560 w 1196339"/>
                <a:gd name="connsiteY27" fmla="*/ 798195 h 1614805"/>
                <a:gd name="connsiteX28" fmla="*/ 1038860 w 1196339"/>
                <a:gd name="connsiteY28" fmla="*/ 868045 h 1614805"/>
                <a:gd name="connsiteX29" fmla="*/ 890270 w 1196339"/>
                <a:gd name="connsiteY29" fmla="*/ 1045210 h 1614805"/>
                <a:gd name="connsiteX30" fmla="*/ 643255 w 1196339"/>
                <a:gd name="connsiteY30" fmla="*/ 1136650 h 1614805"/>
                <a:gd name="connsiteX31" fmla="*/ 612140 w 1196339"/>
                <a:gd name="connsiteY31" fmla="*/ 1270000 h 1614805"/>
                <a:gd name="connsiteX32" fmla="*/ 624840 w 1196339"/>
                <a:gd name="connsiteY32" fmla="*/ 1379855 h 1614805"/>
                <a:gd name="connsiteX33" fmla="*/ 741045 w 1196339"/>
                <a:gd name="connsiteY33" fmla="*/ 1532255 h 1614805"/>
                <a:gd name="connsiteX34" fmla="*/ 777240 w 1196339"/>
                <a:gd name="connsiteY34" fmla="*/ 1537335 h 1614805"/>
                <a:gd name="connsiteX35" fmla="*/ 948055 w 1196339"/>
                <a:gd name="connsiteY35" fmla="*/ 1447165 h 1614805"/>
                <a:gd name="connsiteX36" fmla="*/ 1157605 w 1196339"/>
                <a:gd name="connsiteY36" fmla="*/ 1092835 h 1614805"/>
                <a:gd name="connsiteX37" fmla="*/ 1186180 w 1196339"/>
                <a:gd name="connsiteY37" fmla="*/ 1070610 h 1614805"/>
                <a:gd name="connsiteX38" fmla="*/ 1196340 w 1196339"/>
                <a:gd name="connsiteY38" fmla="*/ 1092835 h 1614805"/>
                <a:gd name="connsiteX39" fmla="*/ 1157605 w 1196339"/>
                <a:gd name="connsiteY39" fmla="*/ 1193800 h 1614805"/>
                <a:gd name="connsiteX40" fmla="*/ 1049020 w 1196339"/>
                <a:gd name="connsiteY40" fmla="*/ 1392555 h 1614805"/>
                <a:gd name="connsiteX41" fmla="*/ 723265 w 1196339"/>
                <a:gd name="connsiteY41" fmla="*/ 1614805 h 1614805"/>
                <a:gd name="connsiteX42" fmla="*/ 554990 w 1196339"/>
                <a:gd name="connsiteY42" fmla="*/ 1552575 h 1614805"/>
                <a:gd name="connsiteX43" fmla="*/ 469900 w 1196339"/>
                <a:gd name="connsiteY43" fmla="*/ 1322705 h 1614805"/>
                <a:gd name="connsiteX44" fmla="*/ 508635 w 1196339"/>
                <a:gd name="connsiteY44" fmla="*/ 1175385 h 1614805"/>
                <a:gd name="connsiteX45" fmla="*/ 598805 w 1196339"/>
                <a:gd name="connsiteY45" fmla="*/ 1095375 h 1614805"/>
                <a:gd name="connsiteX46" fmla="*/ 614045 w 1196339"/>
                <a:gd name="connsiteY46" fmla="*/ 1095375 h 1614805"/>
                <a:gd name="connsiteX47" fmla="*/ 791210 w 1196339"/>
                <a:gd name="connsiteY47" fmla="*/ 1025525 h 1614805"/>
                <a:gd name="connsiteX48" fmla="*/ 879475 w 1196339"/>
                <a:gd name="connsiteY48" fmla="*/ 899160 h 161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1196339" h="1614805">
                  <a:moveTo>
                    <a:pt x="879475" y="899160"/>
                  </a:moveTo>
                  <a:cubicBezTo>
                    <a:pt x="879475" y="852805"/>
                    <a:pt x="855980" y="829310"/>
                    <a:pt x="809625" y="829310"/>
                  </a:cubicBezTo>
                  <a:cubicBezTo>
                    <a:pt x="740410" y="829310"/>
                    <a:pt x="661035" y="868680"/>
                    <a:pt x="570230" y="946785"/>
                  </a:cubicBezTo>
                  <a:cubicBezTo>
                    <a:pt x="480060" y="1024890"/>
                    <a:pt x="404495" y="1107440"/>
                    <a:pt x="344170" y="1193800"/>
                  </a:cubicBezTo>
                  <a:cubicBezTo>
                    <a:pt x="318135" y="1243965"/>
                    <a:pt x="297180" y="1306830"/>
                    <a:pt x="280670" y="1382395"/>
                  </a:cubicBezTo>
                  <a:cubicBezTo>
                    <a:pt x="264160" y="1457960"/>
                    <a:pt x="255905" y="1510665"/>
                    <a:pt x="255905" y="1539875"/>
                  </a:cubicBezTo>
                  <a:cubicBezTo>
                    <a:pt x="255905" y="1569085"/>
                    <a:pt x="260985" y="1588135"/>
                    <a:pt x="271145" y="1597025"/>
                  </a:cubicBezTo>
                  <a:lnTo>
                    <a:pt x="109220" y="1597025"/>
                  </a:lnTo>
                  <a:cubicBezTo>
                    <a:pt x="83185" y="1597025"/>
                    <a:pt x="76835" y="1574165"/>
                    <a:pt x="89535" y="1528445"/>
                  </a:cubicBezTo>
                  <a:cubicBezTo>
                    <a:pt x="102235" y="1482725"/>
                    <a:pt x="120015" y="1433195"/>
                    <a:pt x="142240" y="1379855"/>
                  </a:cubicBezTo>
                  <a:cubicBezTo>
                    <a:pt x="164465" y="1326515"/>
                    <a:pt x="192405" y="1264920"/>
                    <a:pt x="226060" y="1195070"/>
                  </a:cubicBezTo>
                  <a:cubicBezTo>
                    <a:pt x="259715" y="1125220"/>
                    <a:pt x="284480" y="1072515"/>
                    <a:pt x="299720" y="1036320"/>
                  </a:cubicBezTo>
                  <a:cubicBezTo>
                    <a:pt x="158115" y="1303655"/>
                    <a:pt x="67310" y="1456690"/>
                    <a:pt x="26035" y="1496695"/>
                  </a:cubicBezTo>
                  <a:cubicBezTo>
                    <a:pt x="8890" y="1511935"/>
                    <a:pt x="0" y="1506855"/>
                    <a:pt x="0" y="1481455"/>
                  </a:cubicBezTo>
                  <a:cubicBezTo>
                    <a:pt x="0" y="1476375"/>
                    <a:pt x="1905" y="1470025"/>
                    <a:pt x="5080" y="1463040"/>
                  </a:cubicBezTo>
                  <a:cubicBezTo>
                    <a:pt x="65405" y="1383665"/>
                    <a:pt x="185420" y="1168400"/>
                    <a:pt x="365760" y="816610"/>
                  </a:cubicBezTo>
                  <a:cubicBezTo>
                    <a:pt x="545465" y="464820"/>
                    <a:pt x="671830" y="234950"/>
                    <a:pt x="744220" y="126365"/>
                  </a:cubicBezTo>
                  <a:cubicBezTo>
                    <a:pt x="802640" y="41910"/>
                    <a:pt x="859790" y="0"/>
                    <a:pt x="915035" y="0"/>
                  </a:cubicBezTo>
                  <a:lnTo>
                    <a:pt x="917575" y="0"/>
                  </a:lnTo>
                  <a:lnTo>
                    <a:pt x="930275" y="0"/>
                  </a:lnTo>
                  <a:cubicBezTo>
                    <a:pt x="932180" y="0"/>
                    <a:pt x="946785" y="2540"/>
                    <a:pt x="975360" y="7620"/>
                  </a:cubicBezTo>
                  <a:cubicBezTo>
                    <a:pt x="1003935" y="12700"/>
                    <a:pt x="1024890" y="13970"/>
                    <a:pt x="1038860" y="10160"/>
                  </a:cubicBezTo>
                  <a:cubicBezTo>
                    <a:pt x="975360" y="58420"/>
                    <a:pt x="887095" y="168910"/>
                    <a:pt x="775335" y="342265"/>
                  </a:cubicBezTo>
                  <a:cubicBezTo>
                    <a:pt x="663575" y="515620"/>
                    <a:pt x="574675" y="667385"/>
                    <a:pt x="509270" y="796925"/>
                  </a:cubicBezTo>
                  <a:cubicBezTo>
                    <a:pt x="443865" y="927100"/>
                    <a:pt x="400050" y="1025525"/>
                    <a:pt x="377190" y="1092835"/>
                  </a:cubicBezTo>
                  <a:cubicBezTo>
                    <a:pt x="534035" y="897890"/>
                    <a:pt x="674370" y="777240"/>
                    <a:pt x="798195" y="730885"/>
                  </a:cubicBezTo>
                  <a:cubicBezTo>
                    <a:pt x="856615" y="711835"/>
                    <a:pt x="903605" y="702310"/>
                    <a:pt x="937895" y="702310"/>
                  </a:cubicBezTo>
                  <a:cubicBezTo>
                    <a:pt x="1013460" y="702310"/>
                    <a:pt x="1051560" y="734060"/>
                    <a:pt x="1051560" y="798195"/>
                  </a:cubicBezTo>
                  <a:cubicBezTo>
                    <a:pt x="1051560" y="819150"/>
                    <a:pt x="1047115" y="842010"/>
                    <a:pt x="1038860" y="868045"/>
                  </a:cubicBezTo>
                  <a:cubicBezTo>
                    <a:pt x="1014730" y="933450"/>
                    <a:pt x="965200" y="992505"/>
                    <a:pt x="890270" y="1045210"/>
                  </a:cubicBezTo>
                  <a:cubicBezTo>
                    <a:pt x="815340" y="1097915"/>
                    <a:pt x="732790" y="1128395"/>
                    <a:pt x="643255" y="1136650"/>
                  </a:cubicBezTo>
                  <a:cubicBezTo>
                    <a:pt x="622300" y="1184910"/>
                    <a:pt x="612140" y="1229360"/>
                    <a:pt x="612140" y="1270000"/>
                  </a:cubicBezTo>
                  <a:cubicBezTo>
                    <a:pt x="612140" y="1310640"/>
                    <a:pt x="616585" y="1346835"/>
                    <a:pt x="624840" y="1379855"/>
                  </a:cubicBezTo>
                  <a:cubicBezTo>
                    <a:pt x="645795" y="1462405"/>
                    <a:pt x="684530" y="1513205"/>
                    <a:pt x="741045" y="1532255"/>
                  </a:cubicBezTo>
                  <a:cubicBezTo>
                    <a:pt x="753110" y="1535430"/>
                    <a:pt x="765175" y="1537335"/>
                    <a:pt x="777240" y="1537335"/>
                  </a:cubicBezTo>
                  <a:cubicBezTo>
                    <a:pt x="825500" y="1537335"/>
                    <a:pt x="882015" y="1507490"/>
                    <a:pt x="948055" y="1447165"/>
                  </a:cubicBezTo>
                  <a:cubicBezTo>
                    <a:pt x="1001395" y="1388745"/>
                    <a:pt x="1071245" y="1270635"/>
                    <a:pt x="1157605" y="1092835"/>
                  </a:cubicBezTo>
                  <a:cubicBezTo>
                    <a:pt x="1169670" y="1070610"/>
                    <a:pt x="1179195" y="1062990"/>
                    <a:pt x="1186180" y="1070610"/>
                  </a:cubicBezTo>
                  <a:cubicBezTo>
                    <a:pt x="1193165" y="1078230"/>
                    <a:pt x="1196340" y="1085850"/>
                    <a:pt x="1196340" y="1092835"/>
                  </a:cubicBezTo>
                  <a:cubicBezTo>
                    <a:pt x="1196340" y="1099820"/>
                    <a:pt x="1183640" y="1133475"/>
                    <a:pt x="1157605" y="1193800"/>
                  </a:cubicBezTo>
                  <a:cubicBezTo>
                    <a:pt x="1131570" y="1254125"/>
                    <a:pt x="1095375" y="1320165"/>
                    <a:pt x="1049020" y="1392555"/>
                  </a:cubicBezTo>
                  <a:cubicBezTo>
                    <a:pt x="950595" y="1540510"/>
                    <a:pt x="842010" y="1614805"/>
                    <a:pt x="723265" y="1614805"/>
                  </a:cubicBezTo>
                  <a:cubicBezTo>
                    <a:pt x="650875" y="1614805"/>
                    <a:pt x="594995" y="1593850"/>
                    <a:pt x="554990" y="1552575"/>
                  </a:cubicBezTo>
                  <a:cubicBezTo>
                    <a:pt x="497840" y="1494155"/>
                    <a:pt x="469900" y="1417320"/>
                    <a:pt x="469900" y="1322705"/>
                  </a:cubicBezTo>
                  <a:cubicBezTo>
                    <a:pt x="469900" y="1274445"/>
                    <a:pt x="482600" y="1225550"/>
                    <a:pt x="508635" y="1175385"/>
                  </a:cubicBezTo>
                  <a:cubicBezTo>
                    <a:pt x="534670" y="1125220"/>
                    <a:pt x="564515" y="1098550"/>
                    <a:pt x="598805" y="1095375"/>
                  </a:cubicBezTo>
                  <a:cubicBezTo>
                    <a:pt x="603885" y="1095375"/>
                    <a:pt x="608965" y="1095375"/>
                    <a:pt x="614045" y="1095375"/>
                  </a:cubicBezTo>
                  <a:cubicBezTo>
                    <a:pt x="674370" y="1095375"/>
                    <a:pt x="733425" y="1071880"/>
                    <a:pt x="791210" y="1025525"/>
                  </a:cubicBezTo>
                  <a:cubicBezTo>
                    <a:pt x="850265" y="979170"/>
                    <a:pt x="879475" y="937260"/>
                    <a:pt x="879475" y="8991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5CDA47A-406E-9056-B673-0F105648E9A7}"/>
                </a:ext>
              </a:extLst>
            </p:cNvPr>
            <p:cNvSpPr/>
            <p:nvPr/>
          </p:nvSpPr>
          <p:spPr>
            <a:xfrm>
              <a:off x="7021830" y="2854960"/>
              <a:ext cx="1671954" cy="1704339"/>
            </a:xfrm>
            <a:custGeom>
              <a:avLst/>
              <a:gdLst>
                <a:gd name="connsiteX0" fmla="*/ 238125 w 1671954"/>
                <a:gd name="connsiteY0" fmla="*/ 1704340 h 1704339"/>
                <a:gd name="connsiteX1" fmla="*/ 62230 w 1671954"/>
                <a:gd name="connsiteY1" fmla="*/ 1656715 h 1704339"/>
                <a:gd name="connsiteX2" fmla="*/ 0 w 1671954"/>
                <a:gd name="connsiteY2" fmla="*/ 1541780 h 1704339"/>
                <a:gd name="connsiteX3" fmla="*/ 38735 w 1671954"/>
                <a:gd name="connsiteY3" fmla="*/ 1389380 h 1704339"/>
                <a:gd name="connsiteX4" fmla="*/ 281939 w 1671954"/>
                <a:gd name="connsiteY4" fmla="*/ 1177290 h 1704339"/>
                <a:gd name="connsiteX5" fmla="*/ 631189 w 1671954"/>
                <a:gd name="connsiteY5" fmla="*/ 1062355 h 1704339"/>
                <a:gd name="connsiteX6" fmla="*/ 910589 w 1671954"/>
                <a:gd name="connsiteY6" fmla="*/ 991235 h 1704339"/>
                <a:gd name="connsiteX7" fmla="*/ 1132839 w 1671954"/>
                <a:gd name="connsiteY7" fmla="*/ 409575 h 1704339"/>
                <a:gd name="connsiteX8" fmla="*/ 882014 w 1671954"/>
                <a:gd name="connsiteY8" fmla="*/ 779145 h 1704339"/>
                <a:gd name="connsiteX9" fmla="*/ 677545 w 1671954"/>
                <a:gd name="connsiteY9" fmla="*/ 885190 h 1704339"/>
                <a:gd name="connsiteX10" fmla="*/ 514985 w 1671954"/>
                <a:gd name="connsiteY10" fmla="*/ 768985 h 1704339"/>
                <a:gd name="connsiteX11" fmla="*/ 509905 w 1671954"/>
                <a:gd name="connsiteY11" fmla="*/ 715010 h 1704339"/>
                <a:gd name="connsiteX12" fmla="*/ 516255 w 1671954"/>
                <a:gd name="connsiteY12" fmla="*/ 663575 h 1704339"/>
                <a:gd name="connsiteX13" fmla="*/ 532764 w 1671954"/>
                <a:gd name="connsiteY13" fmla="*/ 613410 h 1704339"/>
                <a:gd name="connsiteX14" fmla="*/ 553720 w 1671954"/>
                <a:gd name="connsiteY14" fmla="*/ 563245 h 1704339"/>
                <a:gd name="connsiteX15" fmla="*/ 602614 w 1671954"/>
                <a:gd name="connsiteY15" fmla="*/ 469900 h 1704339"/>
                <a:gd name="connsiteX16" fmla="*/ 579120 w 1671954"/>
                <a:gd name="connsiteY16" fmla="*/ 428625 h 1704339"/>
                <a:gd name="connsiteX17" fmla="*/ 625475 w 1671954"/>
                <a:gd name="connsiteY17" fmla="*/ 338455 h 1704339"/>
                <a:gd name="connsiteX18" fmla="*/ 770255 w 1671954"/>
                <a:gd name="connsiteY18" fmla="*/ 53975 h 1704339"/>
                <a:gd name="connsiteX19" fmla="*/ 871220 w 1671954"/>
                <a:gd name="connsiteY19" fmla="*/ 0 h 1704339"/>
                <a:gd name="connsiteX20" fmla="*/ 1028700 w 1671954"/>
                <a:gd name="connsiteY20" fmla="*/ 0 h 1704339"/>
                <a:gd name="connsiteX21" fmla="*/ 1002664 w 1671954"/>
                <a:gd name="connsiteY21" fmla="*/ 20955 h 1704339"/>
                <a:gd name="connsiteX22" fmla="*/ 932814 w 1671954"/>
                <a:gd name="connsiteY22" fmla="*/ 93345 h 1704339"/>
                <a:gd name="connsiteX23" fmla="*/ 700405 w 1671954"/>
                <a:gd name="connsiteY23" fmla="*/ 550545 h 1704339"/>
                <a:gd name="connsiteX24" fmla="*/ 643255 w 1671954"/>
                <a:gd name="connsiteY24" fmla="*/ 728980 h 1704339"/>
                <a:gd name="connsiteX25" fmla="*/ 662939 w 1671954"/>
                <a:gd name="connsiteY25" fmla="*/ 808990 h 1704339"/>
                <a:gd name="connsiteX26" fmla="*/ 715645 w 1671954"/>
                <a:gd name="connsiteY26" fmla="*/ 832485 h 1704339"/>
                <a:gd name="connsiteX27" fmla="*/ 852805 w 1671954"/>
                <a:gd name="connsiteY27" fmla="*/ 728980 h 1704339"/>
                <a:gd name="connsiteX28" fmla="*/ 1258570 w 1671954"/>
                <a:gd name="connsiteY28" fmla="*/ 54610 h 1704339"/>
                <a:gd name="connsiteX29" fmla="*/ 1359535 w 1671954"/>
                <a:gd name="connsiteY29" fmla="*/ 635 h 1704339"/>
                <a:gd name="connsiteX30" fmla="*/ 1499235 w 1671954"/>
                <a:gd name="connsiteY30" fmla="*/ 635 h 1704339"/>
                <a:gd name="connsiteX31" fmla="*/ 1393189 w 1671954"/>
                <a:gd name="connsiteY31" fmla="*/ 118110 h 1704339"/>
                <a:gd name="connsiteX32" fmla="*/ 1309370 w 1671954"/>
                <a:gd name="connsiteY32" fmla="*/ 310515 h 1704339"/>
                <a:gd name="connsiteX33" fmla="*/ 1195705 w 1671954"/>
                <a:gd name="connsiteY33" fmla="*/ 633730 h 1704339"/>
                <a:gd name="connsiteX34" fmla="*/ 1090930 w 1671954"/>
                <a:gd name="connsiteY34" fmla="*/ 935990 h 1704339"/>
                <a:gd name="connsiteX35" fmla="*/ 1463039 w 1671954"/>
                <a:gd name="connsiteY35" fmla="*/ 680085 h 1704339"/>
                <a:gd name="connsiteX36" fmla="*/ 1625600 w 1671954"/>
                <a:gd name="connsiteY36" fmla="*/ 395605 h 1704339"/>
                <a:gd name="connsiteX37" fmla="*/ 1657985 w 1671954"/>
                <a:gd name="connsiteY37" fmla="*/ 367030 h 1704339"/>
                <a:gd name="connsiteX38" fmla="*/ 1671955 w 1671954"/>
                <a:gd name="connsiteY38" fmla="*/ 387985 h 1704339"/>
                <a:gd name="connsiteX39" fmla="*/ 1629410 w 1671954"/>
                <a:gd name="connsiteY39" fmla="*/ 487680 h 1704339"/>
                <a:gd name="connsiteX40" fmla="*/ 1543050 w 1671954"/>
                <a:gd name="connsiteY40" fmla="*/ 647700 h 1704339"/>
                <a:gd name="connsiteX41" fmla="*/ 1429385 w 1671954"/>
                <a:gd name="connsiteY41" fmla="*/ 798830 h 1704339"/>
                <a:gd name="connsiteX42" fmla="*/ 1274445 w 1671954"/>
                <a:gd name="connsiteY42" fmla="*/ 921385 h 1704339"/>
                <a:gd name="connsiteX43" fmla="*/ 1047114 w 1671954"/>
                <a:gd name="connsiteY43" fmla="*/ 1018540 h 1704339"/>
                <a:gd name="connsiteX44" fmla="*/ 646430 w 1671954"/>
                <a:gd name="connsiteY44" fmla="*/ 1550670 h 1704339"/>
                <a:gd name="connsiteX45" fmla="*/ 238125 w 1671954"/>
                <a:gd name="connsiteY45" fmla="*/ 1704340 h 1704339"/>
                <a:gd name="connsiteX46" fmla="*/ 87630 w 1671954"/>
                <a:gd name="connsiteY46" fmla="*/ 1448435 h 1704339"/>
                <a:gd name="connsiteX47" fmla="*/ 59055 w 1671954"/>
                <a:gd name="connsiteY47" fmla="*/ 1553210 h 1704339"/>
                <a:gd name="connsiteX48" fmla="*/ 95250 w 1671954"/>
                <a:gd name="connsiteY48" fmla="*/ 1626870 h 1704339"/>
                <a:gd name="connsiteX49" fmla="*/ 185420 w 1671954"/>
                <a:gd name="connsiteY49" fmla="*/ 1652905 h 1704339"/>
                <a:gd name="connsiteX50" fmla="*/ 506095 w 1671954"/>
                <a:gd name="connsiteY50" fmla="*/ 1499235 h 1704339"/>
                <a:gd name="connsiteX51" fmla="*/ 805814 w 1671954"/>
                <a:gd name="connsiteY51" fmla="*/ 1169670 h 1704339"/>
                <a:gd name="connsiteX52" fmla="*/ 862964 w 1671954"/>
                <a:gd name="connsiteY52" fmla="*/ 1073785 h 1704339"/>
                <a:gd name="connsiteX53" fmla="*/ 325120 w 1671954"/>
                <a:gd name="connsiteY53" fmla="*/ 1233805 h 1704339"/>
                <a:gd name="connsiteX54" fmla="*/ 87630 w 1671954"/>
                <a:gd name="connsiteY54" fmla="*/ 1448435 h 1704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671954" h="1704339">
                  <a:moveTo>
                    <a:pt x="238125" y="1704340"/>
                  </a:moveTo>
                  <a:cubicBezTo>
                    <a:pt x="162560" y="1704340"/>
                    <a:pt x="103505" y="1688465"/>
                    <a:pt x="62230" y="1656715"/>
                  </a:cubicBezTo>
                  <a:cubicBezTo>
                    <a:pt x="20955" y="1624965"/>
                    <a:pt x="0" y="1586230"/>
                    <a:pt x="0" y="1541780"/>
                  </a:cubicBezTo>
                  <a:cubicBezTo>
                    <a:pt x="0" y="1496695"/>
                    <a:pt x="12700" y="1445895"/>
                    <a:pt x="38735" y="1389380"/>
                  </a:cubicBezTo>
                  <a:cubicBezTo>
                    <a:pt x="83820" y="1301750"/>
                    <a:pt x="164464" y="1230630"/>
                    <a:pt x="281939" y="1177290"/>
                  </a:cubicBezTo>
                  <a:cubicBezTo>
                    <a:pt x="369570" y="1136015"/>
                    <a:pt x="486410" y="1097280"/>
                    <a:pt x="631189" y="1062355"/>
                  </a:cubicBezTo>
                  <a:cubicBezTo>
                    <a:pt x="775970" y="1026795"/>
                    <a:pt x="868680" y="1003300"/>
                    <a:pt x="910589" y="991235"/>
                  </a:cubicBezTo>
                  <a:cubicBezTo>
                    <a:pt x="972820" y="882650"/>
                    <a:pt x="1046480" y="688975"/>
                    <a:pt x="1132839" y="409575"/>
                  </a:cubicBezTo>
                  <a:cubicBezTo>
                    <a:pt x="1033145" y="585470"/>
                    <a:pt x="949325" y="708660"/>
                    <a:pt x="882014" y="779145"/>
                  </a:cubicBezTo>
                  <a:cubicBezTo>
                    <a:pt x="814705" y="849630"/>
                    <a:pt x="746760" y="885190"/>
                    <a:pt x="677545" y="885190"/>
                  </a:cubicBezTo>
                  <a:cubicBezTo>
                    <a:pt x="584200" y="885190"/>
                    <a:pt x="530225" y="846455"/>
                    <a:pt x="514985" y="768985"/>
                  </a:cubicBezTo>
                  <a:cubicBezTo>
                    <a:pt x="508000" y="756920"/>
                    <a:pt x="506095" y="739140"/>
                    <a:pt x="509905" y="715010"/>
                  </a:cubicBezTo>
                  <a:cubicBezTo>
                    <a:pt x="513080" y="690880"/>
                    <a:pt x="515620" y="673735"/>
                    <a:pt x="516255" y="663575"/>
                  </a:cubicBezTo>
                  <a:cubicBezTo>
                    <a:pt x="516889" y="653415"/>
                    <a:pt x="522605" y="636270"/>
                    <a:pt x="532764" y="613410"/>
                  </a:cubicBezTo>
                  <a:cubicBezTo>
                    <a:pt x="542925" y="589915"/>
                    <a:pt x="549910" y="573405"/>
                    <a:pt x="553720" y="563245"/>
                  </a:cubicBezTo>
                  <a:cubicBezTo>
                    <a:pt x="572770" y="523875"/>
                    <a:pt x="589280" y="492760"/>
                    <a:pt x="602614" y="469900"/>
                  </a:cubicBezTo>
                  <a:cubicBezTo>
                    <a:pt x="575310" y="469900"/>
                    <a:pt x="567055" y="455930"/>
                    <a:pt x="579120" y="428625"/>
                  </a:cubicBezTo>
                  <a:lnTo>
                    <a:pt x="625475" y="338455"/>
                  </a:lnTo>
                  <a:cubicBezTo>
                    <a:pt x="683895" y="226695"/>
                    <a:pt x="732155" y="131445"/>
                    <a:pt x="770255" y="53975"/>
                  </a:cubicBezTo>
                  <a:cubicBezTo>
                    <a:pt x="787400" y="17780"/>
                    <a:pt x="821055" y="0"/>
                    <a:pt x="871220" y="0"/>
                  </a:cubicBezTo>
                  <a:lnTo>
                    <a:pt x="1028700" y="0"/>
                  </a:lnTo>
                  <a:cubicBezTo>
                    <a:pt x="1025525" y="3175"/>
                    <a:pt x="1016635" y="10160"/>
                    <a:pt x="1002664" y="20955"/>
                  </a:cubicBezTo>
                  <a:cubicBezTo>
                    <a:pt x="971550" y="41910"/>
                    <a:pt x="948689" y="66040"/>
                    <a:pt x="932814" y="93345"/>
                  </a:cubicBezTo>
                  <a:cubicBezTo>
                    <a:pt x="870585" y="200025"/>
                    <a:pt x="793114" y="352425"/>
                    <a:pt x="700405" y="550545"/>
                  </a:cubicBezTo>
                  <a:cubicBezTo>
                    <a:pt x="662305" y="631825"/>
                    <a:pt x="643255" y="690880"/>
                    <a:pt x="643255" y="728980"/>
                  </a:cubicBezTo>
                  <a:cubicBezTo>
                    <a:pt x="643255" y="767080"/>
                    <a:pt x="649605" y="793750"/>
                    <a:pt x="662939" y="808990"/>
                  </a:cubicBezTo>
                  <a:cubicBezTo>
                    <a:pt x="675639" y="824230"/>
                    <a:pt x="693420" y="832485"/>
                    <a:pt x="715645" y="832485"/>
                  </a:cubicBezTo>
                  <a:cubicBezTo>
                    <a:pt x="748664" y="832485"/>
                    <a:pt x="793750" y="798195"/>
                    <a:pt x="852805" y="728980"/>
                  </a:cubicBezTo>
                  <a:cubicBezTo>
                    <a:pt x="975360" y="586105"/>
                    <a:pt x="1110614" y="361315"/>
                    <a:pt x="1258570" y="54610"/>
                  </a:cubicBezTo>
                  <a:cubicBezTo>
                    <a:pt x="1277620" y="18415"/>
                    <a:pt x="1311275" y="635"/>
                    <a:pt x="1359535" y="635"/>
                  </a:cubicBezTo>
                  <a:lnTo>
                    <a:pt x="1499235" y="635"/>
                  </a:lnTo>
                  <a:cubicBezTo>
                    <a:pt x="1454150" y="31750"/>
                    <a:pt x="1419225" y="71120"/>
                    <a:pt x="1393189" y="118110"/>
                  </a:cubicBezTo>
                  <a:cubicBezTo>
                    <a:pt x="1367155" y="165735"/>
                    <a:pt x="1339214" y="229870"/>
                    <a:pt x="1309370" y="310515"/>
                  </a:cubicBezTo>
                  <a:cubicBezTo>
                    <a:pt x="1278889" y="391795"/>
                    <a:pt x="1241425" y="499110"/>
                    <a:pt x="1195705" y="633730"/>
                  </a:cubicBezTo>
                  <a:cubicBezTo>
                    <a:pt x="1149985" y="768350"/>
                    <a:pt x="1115060" y="868680"/>
                    <a:pt x="1090930" y="935990"/>
                  </a:cubicBezTo>
                  <a:cubicBezTo>
                    <a:pt x="1252855" y="887730"/>
                    <a:pt x="1376680" y="802640"/>
                    <a:pt x="1463039" y="680085"/>
                  </a:cubicBezTo>
                  <a:cubicBezTo>
                    <a:pt x="1501139" y="626745"/>
                    <a:pt x="1555114" y="532130"/>
                    <a:pt x="1625600" y="395605"/>
                  </a:cubicBezTo>
                  <a:cubicBezTo>
                    <a:pt x="1637664" y="371475"/>
                    <a:pt x="1648460" y="361950"/>
                    <a:pt x="1657985" y="367030"/>
                  </a:cubicBezTo>
                  <a:cubicBezTo>
                    <a:pt x="1667510" y="372110"/>
                    <a:pt x="1671955" y="379095"/>
                    <a:pt x="1671955" y="387985"/>
                  </a:cubicBezTo>
                  <a:cubicBezTo>
                    <a:pt x="1671955" y="396875"/>
                    <a:pt x="1657985" y="429895"/>
                    <a:pt x="1629410" y="487680"/>
                  </a:cubicBezTo>
                  <a:cubicBezTo>
                    <a:pt x="1600835" y="545465"/>
                    <a:pt x="1572260" y="598805"/>
                    <a:pt x="1543050" y="647700"/>
                  </a:cubicBezTo>
                  <a:cubicBezTo>
                    <a:pt x="1513839" y="696595"/>
                    <a:pt x="1475739" y="747395"/>
                    <a:pt x="1429385" y="798830"/>
                  </a:cubicBezTo>
                  <a:cubicBezTo>
                    <a:pt x="1383030" y="850265"/>
                    <a:pt x="1330960" y="891540"/>
                    <a:pt x="1274445" y="921385"/>
                  </a:cubicBezTo>
                  <a:cubicBezTo>
                    <a:pt x="1217295" y="951230"/>
                    <a:pt x="1141730" y="983615"/>
                    <a:pt x="1047114" y="1018540"/>
                  </a:cubicBezTo>
                  <a:cubicBezTo>
                    <a:pt x="914400" y="1259840"/>
                    <a:pt x="781050" y="1437005"/>
                    <a:pt x="646430" y="1550670"/>
                  </a:cubicBezTo>
                  <a:cubicBezTo>
                    <a:pt x="520700" y="1652905"/>
                    <a:pt x="384175" y="1704340"/>
                    <a:pt x="238125" y="1704340"/>
                  </a:cubicBezTo>
                  <a:close/>
                  <a:moveTo>
                    <a:pt x="87630" y="1448435"/>
                  </a:moveTo>
                  <a:cubicBezTo>
                    <a:pt x="68580" y="1486535"/>
                    <a:pt x="59055" y="1521460"/>
                    <a:pt x="59055" y="1553210"/>
                  </a:cubicBezTo>
                  <a:cubicBezTo>
                    <a:pt x="59055" y="1584960"/>
                    <a:pt x="71120" y="1609725"/>
                    <a:pt x="95250" y="1626870"/>
                  </a:cubicBezTo>
                  <a:cubicBezTo>
                    <a:pt x="119380" y="1644015"/>
                    <a:pt x="149225" y="1652905"/>
                    <a:pt x="185420" y="1652905"/>
                  </a:cubicBezTo>
                  <a:cubicBezTo>
                    <a:pt x="285114" y="1652905"/>
                    <a:pt x="392430" y="1601470"/>
                    <a:pt x="506095" y="1499235"/>
                  </a:cubicBezTo>
                  <a:cubicBezTo>
                    <a:pt x="619760" y="1397000"/>
                    <a:pt x="719455" y="1287145"/>
                    <a:pt x="805814" y="1169670"/>
                  </a:cubicBezTo>
                  <a:lnTo>
                    <a:pt x="862964" y="1073785"/>
                  </a:lnTo>
                  <a:cubicBezTo>
                    <a:pt x="578485" y="1148080"/>
                    <a:pt x="399414" y="1201420"/>
                    <a:pt x="325120" y="1233805"/>
                  </a:cubicBezTo>
                  <a:cubicBezTo>
                    <a:pt x="215264" y="1282065"/>
                    <a:pt x="135889" y="1353820"/>
                    <a:pt x="87630" y="144843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F9F0CFD-E353-A073-2ED7-8BDF5FC618BB}"/>
                </a:ext>
              </a:extLst>
            </p:cNvPr>
            <p:cNvSpPr/>
            <p:nvPr/>
          </p:nvSpPr>
          <p:spPr>
            <a:xfrm>
              <a:off x="8575675" y="2837814"/>
              <a:ext cx="983615" cy="904239"/>
            </a:xfrm>
            <a:custGeom>
              <a:avLst/>
              <a:gdLst>
                <a:gd name="connsiteX0" fmla="*/ 542290 w 983615"/>
                <a:gd name="connsiteY0" fmla="*/ 0 h 904239"/>
                <a:gd name="connsiteX1" fmla="*/ 730885 w 983615"/>
                <a:gd name="connsiteY1" fmla="*/ 237490 h 904239"/>
                <a:gd name="connsiteX2" fmla="*/ 673735 w 983615"/>
                <a:gd name="connsiteY2" fmla="*/ 469900 h 904239"/>
                <a:gd name="connsiteX3" fmla="*/ 456565 w 983615"/>
                <a:gd name="connsiteY3" fmla="*/ 774700 h 904239"/>
                <a:gd name="connsiteX4" fmla="*/ 577850 w 983615"/>
                <a:gd name="connsiteY4" fmla="*/ 839470 h 904239"/>
                <a:gd name="connsiteX5" fmla="*/ 709930 w 983615"/>
                <a:gd name="connsiteY5" fmla="*/ 769620 h 904239"/>
                <a:gd name="connsiteX6" fmla="*/ 821055 w 983615"/>
                <a:gd name="connsiteY6" fmla="*/ 628650 h 904239"/>
                <a:gd name="connsiteX7" fmla="*/ 869950 w 983615"/>
                <a:gd name="connsiteY7" fmla="*/ 539750 h 904239"/>
                <a:gd name="connsiteX8" fmla="*/ 909955 w 983615"/>
                <a:gd name="connsiteY8" fmla="*/ 458470 h 904239"/>
                <a:gd name="connsiteX9" fmla="*/ 939800 w 983615"/>
                <a:gd name="connsiteY9" fmla="*/ 393700 h 904239"/>
                <a:gd name="connsiteX10" fmla="*/ 957580 w 983615"/>
                <a:gd name="connsiteY10" fmla="*/ 382270 h 904239"/>
                <a:gd name="connsiteX11" fmla="*/ 983615 w 983615"/>
                <a:gd name="connsiteY11" fmla="*/ 400685 h 904239"/>
                <a:gd name="connsiteX12" fmla="*/ 978535 w 983615"/>
                <a:gd name="connsiteY12" fmla="*/ 418465 h 904239"/>
                <a:gd name="connsiteX13" fmla="*/ 963295 w 983615"/>
                <a:gd name="connsiteY13" fmla="*/ 454660 h 904239"/>
                <a:gd name="connsiteX14" fmla="*/ 939800 w 983615"/>
                <a:gd name="connsiteY14" fmla="*/ 506095 h 904239"/>
                <a:gd name="connsiteX15" fmla="*/ 912495 w 983615"/>
                <a:gd name="connsiteY15" fmla="*/ 561975 h 904239"/>
                <a:gd name="connsiteX16" fmla="*/ 878840 w 983615"/>
                <a:gd name="connsiteY16" fmla="*/ 625475 h 904239"/>
                <a:gd name="connsiteX17" fmla="*/ 840105 w 983615"/>
                <a:gd name="connsiteY17" fmla="*/ 687705 h 904239"/>
                <a:gd name="connsiteX18" fmla="*/ 796290 w 983615"/>
                <a:gd name="connsiteY18" fmla="*/ 749935 h 904239"/>
                <a:gd name="connsiteX19" fmla="*/ 748665 w 983615"/>
                <a:gd name="connsiteY19" fmla="*/ 801370 h 904239"/>
                <a:gd name="connsiteX20" fmla="*/ 694690 w 983615"/>
                <a:gd name="connsiteY20" fmla="*/ 845185 h 904239"/>
                <a:gd name="connsiteX21" fmla="*/ 573405 w 983615"/>
                <a:gd name="connsiteY21" fmla="*/ 883920 h 904239"/>
                <a:gd name="connsiteX22" fmla="*/ 408305 w 983615"/>
                <a:gd name="connsiteY22" fmla="*/ 816610 h 904239"/>
                <a:gd name="connsiteX23" fmla="*/ 188595 w 983615"/>
                <a:gd name="connsiteY23" fmla="*/ 904240 h 904239"/>
                <a:gd name="connsiteX24" fmla="*/ 0 w 983615"/>
                <a:gd name="connsiteY24" fmla="*/ 666750 h 904239"/>
                <a:gd name="connsiteX25" fmla="*/ 57150 w 983615"/>
                <a:gd name="connsiteY25" fmla="*/ 434340 h 904239"/>
                <a:gd name="connsiteX26" fmla="*/ 275590 w 983615"/>
                <a:gd name="connsiteY26" fmla="*/ 127000 h 904239"/>
                <a:gd name="connsiteX27" fmla="*/ 542290 w 983615"/>
                <a:gd name="connsiteY27" fmla="*/ 0 h 904239"/>
                <a:gd name="connsiteX28" fmla="*/ 570865 w 983615"/>
                <a:gd name="connsiteY28" fmla="*/ 80010 h 904239"/>
                <a:gd name="connsiteX29" fmla="*/ 405765 w 983615"/>
                <a:gd name="connsiteY29" fmla="*/ 173355 h 904239"/>
                <a:gd name="connsiteX30" fmla="*/ 234950 w 983615"/>
                <a:gd name="connsiteY30" fmla="*/ 426720 h 904239"/>
                <a:gd name="connsiteX31" fmla="*/ 144780 w 983615"/>
                <a:gd name="connsiteY31" fmla="*/ 731520 h 904239"/>
                <a:gd name="connsiteX32" fmla="*/ 234950 w 983615"/>
                <a:gd name="connsiteY32" fmla="*/ 850265 h 904239"/>
                <a:gd name="connsiteX33" fmla="*/ 379730 w 983615"/>
                <a:gd name="connsiteY33" fmla="*/ 780415 h 904239"/>
                <a:gd name="connsiteX34" fmla="*/ 338455 w 983615"/>
                <a:gd name="connsiteY34" fmla="*/ 654050 h 904239"/>
                <a:gd name="connsiteX35" fmla="*/ 428625 w 983615"/>
                <a:gd name="connsiteY35" fmla="*/ 542925 h 904239"/>
                <a:gd name="connsiteX36" fmla="*/ 484505 w 983615"/>
                <a:gd name="connsiteY36" fmla="*/ 566420 h 904239"/>
                <a:gd name="connsiteX37" fmla="*/ 506730 w 983615"/>
                <a:gd name="connsiteY37" fmla="*/ 608965 h 904239"/>
                <a:gd name="connsiteX38" fmla="*/ 501650 w 983615"/>
                <a:gd name="connsiteY38" fmla="*/ 648970 h 904239"/>
                <a:gd name="connsiteX39" fmla="*/ 602615 w 983615"/>
                <a:gd name="connsiteY39" fmla="*/ 465455 h 904239"/>
                <a:gd name="connsiteX40" fmla="*/ 667385 w 983615"/>
                <a:gd name="connsiteY40" fmla="*/ 207010 h 904239"/>
                <a:gd name="connsiteX41" fmla="*/ 570865 w 983615"/>
                <a:gd name="connsiteY41" fmla="*/ 80010 h 904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983615" h="904239">
                  <a:moveTo>
                    <a:pt x="542290" y="0"/>
                  </a:moveTo>
                  <a:cubicBezTo>
                    <a:pt x="668020" y="0"/>
                    <a:pt x="730885" y="79375"/>
                    <a:pt x="730885" y="237490"/>
                  </a:cubicBezTo>
                  <a:cubicBezTo>
                    <a:pt x="730885" y="309880"/>
                    <a:pt x="711835" y="387350"/>
                    <a:pt x="673735" y="469900"/>
                  </a:cubicBezTo>
                  <a:cubicBezTo>
                    <a:pt x="625475" y="581660"/>
                    <a:pt x="553085" y="683895"/>
                    <a:pt x="456565" y="774700"/>
                  </a:cubicBezTo>
                  <a:cubicBezTo>
                    <a:pt x="478790" y="817880"/>
                    <a:pt x="519430" y="839470"/>
                    <a:pt x="577850" y="839470"/>
                  </a:cubicBezTo>
                  <a:cubicBezTo>
                    <a:pt x="624205" y="839470"/>
                    <a:pt x="668020" y="815975"/>
                    <a:pt x="709930" y="769620"/>
                  </a:cubicBezTo>
                  <a:cubicBezTo>
                    <a:pt x="761365" y="716280"/>
                    <a:pt x="798830" y="669290"/>
                    <a:pt x="821055" y="628650"/>
                  </a:cubicBezTo>
                  <a:cubicBezTo>
                    <a:pt x="843280" y="588010"/>
                    <a:pt x="859790" y="558165"/>
                    <a:pt x="869950" y="539750"/>
                  </a:cubicBezTo>
                  <a:cubicBezTo>
                    <a:pt x="880110" y="520700"/>
                    <a:pt x="893445" y="493395"/>
                    <a:pt x="909955" y="458470"/>
                  </a:cubicBezTo>
                  <a:cubicBezTo>
                    <a:pt x="926465" y="422910"/>
                    <a:pt x="935990" y="401320"/>
                    <a:pt x="939800" y="393700"/>
                  </a:cubicBezTo>
                  <a:cubicBezTo>
                    <a:pt x="942975" y="386080"/>
                    <a:pt x="949325" y="382270"/>
                    <a:pt x="957580" y="382270"/>
                  </a:cubicBezTo>
                  <a:cubicBezTo>
                    <a:pt x="974725" y="380365"/>
                    <a:pt x="983615" y="386715"/>
                    <a:pt x="983615" y="400685"/>
                  </a:cubicBezTo>
                  <a:cubicBezTo>
                    <a:pt x="983615" y="405765"/>
                    <a:pt x="981710" y="412115"/>
                    <a:pt x="978535" y="418465"/>
                  </a:cubicBezTo>
                  <a:lnTo>
                    <a:pt x="963295" y="454660"/>
                  </a:lnTo>
                  <a:cubicBezTo>
                    <a:pt x="953135" y="478790"/>
                    <a:pt x="944880" y="495935"/>
                    <a:pt x="939800" y="506095"/>
                  </a:cubicBezTo>
                  <a:cubicBezTo>
                    <a:pt x="934720" y="516255"/>
                    <a:pt x="925830" y="535305"/>
                    <a:pt x="912495" y="561975"/>
                  </a:cubicBezTo>
                  <a:cubicBezTo>
                    <a:pt x="899795" y="588645"/>
                    <a:pt x="888365" y="609600"/>
                    <a:pt x="878840" y="625475"/>
                  </a:cubicBezTo>
                  <a:cubicBezTo>
                    <a:pt x="869315" y="640715"/>
                    <a:pt x="856615" y="661670"/>
                    <a:pt x="840105" y="687705"/>
                  </a:cubicBezTo>
                  <a:cubicBezTo>
                    <a:pt x="823595" y="713740"/>
                    <a:pt x="808990" y="734060"/>
                    <a:pt x="796290" y="749935"/>
                  </a:cubicBezTo>
                  <a:cubicBezTo>
                    <a:pt x="783590" y="765175"/>
                    <a:pt x="767715" y="782955"/>
                    <a:pt x="748665" y="801370"/>
                  </a:cubicBezTo>
                  <a:cubicBezTo>
                    <a:pt x="729615" y="820420"/>
                    <a:pt x="711835" y="835025"/>
                    <a:pt x="694690" y="845185"/>
                  </a:cubicBezTo>
                  <a:cubicBezTo>
                    <a:pt x="651510" y="871220"/>
                    <a:pt x="610870" y="883920"/>
                    <a:pt x="573405" y="883920"/>
                  </a:cubicBezTo>
                  <a:cubicBezTo>
                    <a:pt x="502920" y="883920"/>
                    <a:pt x="447675" y="861695"/>
                    <a:pt x="408305" y="816610"/>
                  </a:cubicBezTo>
                  <a:cubicBezTo>
                    <a:pt x="328930" y="875030"/>
                    <a:pt x="255905" y="904240"/>
                    <a:pt x="188595" y="904240"/>
                  </a:cubicBezTo>
                  <a:cubicBezTo>
                    <a:pt x="62865" y="904240"/>
                    <a:pt x="0" y="824865"/>
                    <a:pt x="0" y="666750"/>
                  </a:cubicBezTo>
                  <a:cubicBezTo>
                    <a:pt x="0" y="594360"/>
                    <a:pt x="19050" y="516890"/>
                    <a:pt x="57150" y="434340"/>
                  </a:cubicBezTo>
                  <a:cubicBezTo>
                    <a:pt x="108585" y="313690"/>
                    <a:pt x="181610" y="211455"/>
                    <a:pt x="275590" y="127000"/>
                  </a:cubicBezTo>
                  <a:cubicBezTo>
                    <a:pt x="368935" y="42545"/>
                    <a:pt x="457835" y="0"/>
                    <a:pt x="542290" y="0"/>
                  </a:cubicBezTo>
                  <a:close/>
                  <a:moveTo>
                    <a:pt x="570865" y="80010"/>
                  </a:moveTo>
                  <a:cubicBezTo>
                    <a:pt x="524510" y="80010"/>
                    <a:pt x="469265" y="111125"/>
                    <a:pt x="405765" y="173355"/>
                  </a:cubicBezTo>
                  <a:cubicBezTo>
                    <a:pt x="342265" y="235585"/>
                    <a:pt x="285115" y="320040"/>
                    <a:pt x="234950" y="426720"/>
                  </a:cubicBezTo>
                  <a:cubicBezTo>
                    <a:pt x="174625" y="550545"/>
                    <a:pt x="144780" y="652780"/>
                    <a:pt x="144780" y="731520"/>
                  </a:cubicBezTo>
                  <a:cubicBezTo>
                    <a:pt x="144780" y="810895"/>
                    <a:pt x="174625" y="850265"/>
                    <a:pt x="234950" y="850265"/>
                  </a:cubicBezTo>
                  <a:cubicBezTo>
                    <a:pt x="278130" y="850265"/>
                    <a:pt x="326390" y="826770"/>
                    <a:pt x="379730" y="780415"/>
                  </a:cubicBezTo>
                  <a:cubicBezTo>
                    <a:pt x="352425" y="741045"/>
                    <a:pt x="338455" y="698500"/>
                    <a:pt x="338455" y="654050"/>
                  </a:cubicBezTo>
                  <a:cubicBezTo>
                    <a:pt x="341630" y="579755"/>
                    <a:pt x="372110" y="542925"/>
                    <a:pt x="428625" y="542925"/>
                  </a:cubicBezTo>
                  <a:cubicBezTo>
                    <a:pt x="450850" y="542925"/>
                    <a:pt x="469265" y="550545"/>
                    <a:pt x="484505" y="566420"/>
                  </a:cubicBezTo>
                  <a:cubicBezTo>
                    <a:pt x="499110" y="581660"/>
                    <a:pt x="506730" y="596265"/>
                    <a:pt x="506730" y="608965"/>
                  </a:cubicBezTo>
                  <a:cubicBezTo>
                    <a:pt x="506730" y="621665"/>
                    <a:pt x="504825" y="635000"/>
                    <a:pt x="501650" y="648970"/>
                  </a:cubicBezTo>
                  <a:cubicBezTo>
                    <a:pt x="530860" y="605790"/>
                    <a:pt x="564515" y="544830"/>
                    <a:pt x="602615" y="465455"/>
                  </a:cubicBezTo>
                  <a:cubicBezTo>
                    <a:pt x="645795" y="377825"/>
                    <a:pt x="667385" y="291465"/>
                    <a:pt x="667385" y="207010"/>
                  </a:cubicBezTo>
                  <a:cubicBezTo>
                    <a:pt x="667385" y="122555"/>
                    <a:pt x="634365" y="80010"/>
                    <a:pt x="570865" y="8001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55A287F-A49E-0B67-8EFB-143564A13BDC}"/>
                </a:ext>
              </a:extLst>
            </p:cNvPr>
            <p:cNvSpPr/>
            <p:nvPr/>
          </p:nvSpPr>
          <p:spPr>
            <a:xfrm>
              <a:off x="9422765" y="2854325"/>
              <a:ext cx="1060450" cy="885825"/>
            </a:xfrm>
            <a:custGeom>
              <a:avLst/>
              <a:gdLst>
                <a:gd name="connsiteX0" fmla="*/ 0 w 1060450"/>
                <a:gd name="connsiteY0" fmla="*/ 738505 h 885825"/>
                <a:gd name="connsiteX1" fmla="*/ 95885 w 1060450"/>
                <a:gd name="connsiteY1" fmla="*/ 469900 h 885825"/>
                <a:gd name="connsiteX2" fmla="*/ 72390 w 1060450"/>
                <a:gd name="connsiteY2" fmla="*/ 428625 h 885825"/>
                <a:gd name="connsiteX3" fmla="*/ 118745 w 1060450"/>
                <a:gd name="connsiteY3" fmla="*/ 338455 h 885825"/>
                <a:gd name="connsiteX4" fmla="*/ 263525 w 1060450"/>
                <a:gd name="connsiteY4" fmla="*/ 53975 h 885825"/>
                <a:gd name="connsiteX5" fmla="*/ 364490 w 1060450"/>
                <a:gd name="connsiteY5" fmla="*/ 0 h 885825"/>
                <a:gd name="connsiteX6" fmla="*/ 521970 w 1060450"/>
                <a:gd name="connsiteY6" fmla="*/ 0 h 885825"/>
                <a:gd name="connsiteX7" fmla="*/ 334645 w 1060450"/>
                <a:gd name="connsiteY7" fmla="*/ 259715 h 885825"/>
                <a:gd name="connsiteX8" fmla="*/ 188595 w 1060450"/>
                <a:gd name="connsiteY8" fmla="*/ 561975 h 885825"/>
                <a:gd name="connsiteX9" fmla="*/ 137160 w 1060450"/>
                <a:gd name="connsiteY9" fmla="*/ 728980 h 885825"/>
                <a:gd name="connsiteX10" fmla="*/ 156845 w 1060450"/>
                <a:gd name="connsiteY10" fmla="*/ 808990 h 885825"/>
                <a:gd name="connsiteX11" fmla="*/ 209550 w 1060450"/>
                <a:gd name="connsiteY11" fmla="*/ 832485 h 885825"/>
                <a:gd name="connsiteX12" fmla="*/ 346710 w 1060450"/>
                <a:gd name="connsiteY12" fmla="*/ 728980 h 885825"/>
                <a:gd name="connsiteX13" fmla="*/ 731520 w 1060450"/>
                <a:gd name="connsiteY13" fmla="*/ 54610 h 885825"/>
                <a:gd name="connsiteX14" fmla="*/ 832485 w 1060450"/>
                <a:gd name="connsiteY14" fmla="*/ 635 h 885825"/>
                <a:gd name="connsiteX15" fmla="*/ 972185 w 1060450"/>
                <a:gd name="connsiteY15" fmla="*/ 635 h 885825"/>
                <a:gd name="connsiteX16" fmla="*/ 883285 w 1060450"/>
                <a:gd name="connsiteY16" fmla="*/ 90805 h 885825"/>
                <a:gd name="connsiteX17" fmla="*/ 794385 w 1060450"/>
                <a:gd name="connsiteY17" fmla="*/ 255905 h 885825"/>
                <a:gd name="connsiteX18" fmla="*/ 621030 w 1060450"/>
                <a:gd name="connsiteY18" fmla="*/ 666750 h 885825"/>
                <a:gd name="connsiteX19" fmla="*/ 613410 w 1060450"/>
                <a:gd name="connsiteY19" fmla="*/ 734060 h 885825"/>
                <a:gd name="connsiteX20" fmla="*/ 670560 w 1060450"/>
                <a:gd name="connsiteY20" fmla="*/ 821690 h 885825"/>
                <a:gd name="connsiteX21" fmla="*/ 1014095 w 1060450"/>
                <a:gd name="connsiteY21" fmla="*/ 389890 h 885825"/>
                <a:gd name="connsiteX22" fmla="*/ 1045210 w 1060450"/>
                <a:gd name="connsiteY22" fmla="*/ 361315 h 885825"/>
                <a:gd name="connsiteX23" fmla="*/ 1060450 w 1060450"/>
                <a:gd name="connsiteY23" fmla="*/ 382270 h 885825"/>
                <a:gd name="connsiteX24" fmla="*/ 1036955 w 1060450"/>
                <a:gd name="connsiteY24" fmla="*/ 441960 h 885825"/>
                <a:gd name="connsiteX25" fmla="*/ 991870 w 1060450"/>
                <a:gd name="connsiteY25" fmla="*/ 532130 h 885825"/>
                <a:gd name="connsiteX26" fmla="*/ 924560 w 1060450"/>
                <a:gd name="connsiteY26" fmla="*/ 652145 h 885825"/>
                <a:gd name="connsiteX27" fmla="*/ 840740 w 1060450"/>
                <a:gd name="connsiteY27" fmla="*/ 772160 h 885825"/>
                <a:gd name="connsiteX28" fmla="*/ 643255 w 1060450"/>
                <a:gd name="connsiteY28" fmla="*/ 885825 h 885825"/>
                <a:gd name="connsiteX29" fmla="*/ 509905 w 1060450"/>
                <a:gd name="connsiteY29" fmla="*/ 800735 h 885825"/>
                <a:gd name="connsiteX30" fmla="*/ 494665 w 1060450"/>
                <a:gd name="connsiteY30" fmla="*/ 702310 h 885825"/>
                <a:gd name="connsiteX31" fmla="*/ 520700 w 1060450"/>
                <a:gd name="connsiteY31" fmla="*/ 554990 h 885825"/>
                <a:gd name="connsiteX32" fmla="*/ 172085 w 1060450"/>
                <a:gd name="connsiteY32" fmla="*/ 885825 h 885825"/>
                <a:gd name="connsiteX33" fmla="*/ 9525 w 1060450"/>
                <a:gd name="connsiteY33" fmla="*/ 769620 h 885825"/>
                <a:gd name="connsiteX34" fmla="*/ 0 w 1060450"/>
                <a:gd name="connsiteY34" fmla="*/ 738505 h 885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060450" h="885825">
                  <a:moveTo>
                    <a:pt x="0" y="738505"/>
                  </a:moveTo>
                  <a:cubicBezTo>
                    <a:pt x="0" y="664210"/>
                    <a:pt x="31750" y="574675"/>
                    <a:pt x="95885" y="469900"/>
                  </a:cubicBezTo>
                  <a:cubicBezTo>
                    <a:pt x="68580" y="469900"/>
                    <a:pt x="60325" y="455930"/>
                    <a:pt x="72390" y="428625"/>
                  </a:cubicBezTo>
                  <a:lnTo>
                    <a:pt x="118745" y="338455"/>
                  </a:lnTo>
                  <a:cubicBezTo>
                    <a:pt x="177165" y="226695"/>
                    <a:pt x="225425" y="131445"/>
                    <a:pt x="263525" y="53975"/>
                  </a:cubicBezTo>
                  <a:cubicBezTo>
                    <a:pt x="280670" y="17780"/>
                    <a:pt x="314325" y="0"/>
                    <a:pt x="364490" y="0"/>
                  </a:cubicBezTo>
                  <a:lnTo>
                    <a:pt x="521970" y="0"/>
                  </a:lnTo>
                  <a:cubicBezTo>
                    <a:pt x="459740" y="45085"/>
                    <a:pt x="397510" y="131445"/>
                    <a:pt x="334645" y="259715"/>
                  </a:cubicBezTo>
                  <a:cubicBezTo>
                    <a:pt x="271780" y="387985"/>
                    <a:pt x="222885" y="488950"/>
                    <a:pt x="188595" y="561975"/>
                  </a:cubicBezTo>
                  <a:cubicBezTo>
                    <a:pt x="154305" y="635000"/>
                    <a:pt x="137160" y="690880"/>
                    <a:pt x="137160" y="728980"/>
                  </a:cubicBezTo>
                  <a:cubicBezTo>
                    <a:pt x="137160" y="767080"/>
                    <a:pt x="143510" y="793750"/>
                    <a:pt x="156845" y="808990"/>
                  </a:cubicBezTo>
                  <a:cubicBezTo>
                    <a:pt x="170180" y="824230"/>
                    <a:pt x="187325" y="832485"/>
                    <a:pt x="209550" y="832485"/>
                  </a:cubicBezTo>
                  <a:cubicBezTo>
                    <a:pt x="242570" y="832485"/>
                    <a:pt x="287655" y="798195"/>
                    <a:pt x="346710" y="728980"/>
                  </a:cubicBezTo>
                  <a:cubicBezTo>
                    <a:pt x="438150" y="622300"/>
                    <a:pt x="566420" y="397510"/>
                    <a:pt x="731520" y="54610"/>
                  </a:cubicBezTo>
                  <a:cubicBezTo>
                    <a:pt x="750570" y="18415"/>
                    <a:pt x="784225" y="635"/>
                    <a:pt x="832485" y="635"/>
                  </a:cubicBezTo>
                  <a:lnTo>
                    <a:pt x="972185" y="635"/>
                  </a:lnTo>
                  <a:cubicBezTo>
                    <a:pt x="934085" y="29845"/>
                    <a:pt x="904875" y="60325"/>
                    <a:pt x="883285" y="90805"/>
                  </a:cubicBezTo>
                  <a:cubicBezTo>
                    <a:pt x="861695" y="121920"/>
                    <a:pt x="831850" y="177165"/>
                    <a:pt x="794385" y="255905"/>
                  </a:cubicBezTo>
                  <a:cubicBezTo>
                    <a:pt x="690880" y="462915"/>
                    <a:pt x="633095" y="599440"/>
                    <a:pt x="621030" y="666750"/>
                  </a:cubicBezTo>
                  <a:cubicBezTo>
                    <a:pt x="615950" y="690880"/>
                    <a:pt x="613410" y="713105"/>
                    <a:pt x="613410" y="734060"/>
                  </a:cubicBezTo>
                  <a:cubicBezTo>
                    <a:pt x="613410" y="789305"/>
                    <a:pt x="632460" y="818515"/>
                    <a:pt x="670560" y="821690"/>
                  </a:cubicBezTo>
                  <a:cubicBezTo>
                    <a:pt x="763905" y="821690"/>
                    <a:pt x="878205" y="677545"/>
                    <a:pt x="1014095" y="389890"/>
                  </a:cubicBezTo>
                  <a:cubicBezTo>
                    <a:pt x="1024255" y="365760"/>
                    <a:pt x="1035050" y="356235"/>
                    <a:pt x="1045210" y="361315"/>
                  </a:cubicBezTo>
                  <a:cubicBezTo>
                    <a:pt x="1055370" y="366395"/>
                    <a:pt x="1060450" y="373380"/>
                    <a:pt x="1060450" y="382270"/>
                  </a:cubicBezTo>
                  <a:cubicBezTo>
                    <a:pt x="1060450" y="391160"/>
                    <a:pt x="1052830" y="410845"/>
                    <a:pt x="1036955" y="441960"/>
                  </a:cubicBezTo>
                  <a:cubicBezTo>
                    <a:pt x="1021715" y="473075"/>
                    <a:pt x="1006475" y="502920"/>
                    <a:pt x="991870" y="532130"/>
                  </a:cubicBezTo>
                  <a:cubicBezTo>
                    <a:pt x="977265" y="561340"/>
                    <a:pt x="955040" y="601345"/>
                    <a:pt x="924560" y="652145"/>
                  </a:cubicBezTo>
                  <a:cubicBezTo>
                    <a:pt x="894080" y="702945"/>
                    <a:pt x="866140" y="742950"/>
                    <a:pt x="840740" y="772160"/>
                  </a:cubicBezTo>
                  <a:cubicBezTo>
                    <a:pt x="773430" y="847725"/>
                    <a:pt x="707390" y="885825"/>
                    <a:pt x="643255" y="885825"/>
                  </a:cubicBezTo>
                  <a:cubicBezTo>
                    <a:pt x="579120" y="885825"/>
                    <a:pt x="534035" y="857250"/>
                    <a:pt x="509905" y="800735"/>
                  </a:cubicBezTo>
                  <a:cubicBezTo>
                    <a:pt x="499745" y="774700"/>
                    <a:pt x="494665" y="742315"/>
                    <a:pt x="494665" y="702310"/>
                  </a:cubicBezTo>
                  <a:cubicBezTo>
                    <a:pt x="494665" y="662940"/>
                    <a:pt x="503555" y="613410"/>
                    <a:pt x="520700" y="554990"/>
                  </a:cubicBezTo>
                  <a:cubicBezTo>
                    <a:pt x="394970" y="775335"/>
                    <a:pt x="278765" y="885825"/>
                    <a:pt x="172085" y="885825"/>
                  </a:cubicBezTo>
                  <a:cubicBezTo>
                    <a:pt x="78740" y="885825"/>
                    <a:pt x="24765" y="847090"/>
                    <a:pt x="9525" y="769620"/>
                  </a:cubicBezTo>
                  <a:cubicBezTo>
                    <a:pt x="2540" y="760730"/>
                    <a:pt x="0" y="750570"/>
                    <a:pt x="0" y="73850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pic>
        <p:nvPicPr>
          <p:cNvPr id="2" name="Picture 1" descr="Text&#10;&#10;Description automatically generated">
            <a:extLst>
              <a:ext uri="{FF2B5EF4-FFF2-40B4-BE49-F238E27FC236}">
                <a16:creationId xmlns:a16="http://schemas.microsoft.com/office/drawing/2014/main" id="{9BAF026B-4B3C-274B-5F95-2332E1CC6B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4900" y="232818"/>
            <a:ext cx="2272818" cy="6365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028CBA-1C79-4145-E527-8D59337CBD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9193"/>
          <a:stretch/>
        </p:blipFill>
        <p:spPr>
          <a:xfrm>
            <a:off x="223736" y="192999"/>
            <a:ext cx="3958721" cy="6534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AFEB5D-FE3E-5D85-37D2-A4F1D4CE813E}"/>
              </a:ext>
            </a:extLst>
          </p:cNvPr>
          <p:cNvCxnSpPr>
            <a:cxnSpLocks/>
          </p:cNvCxnSpPr>
          <p:nvPr/>
        </p:nvCxnSpPr>
        <p:spPr>
          <a:xfrm>
            <a:off x="241882" y="6248400"/>
            <a:ext cx="11708237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C44F07F0-3EEC-4D50-374C-DA73DBFE81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43318" y="6387611"/>
            <a:ext cx="2101091" cy="3852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C0B5D5F-6860-14DA-085C-839FC4BFFC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0103" y="6387611"/>
            <a:ext cx="2083582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057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race">
  <a:themeElements>
    <a:clrScheme name="Gre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00C6FF"/>
            </a:gs>
            <a:gs pos="100000">
              <a:srgbClr val="0072FF"/>
            </a:gs>
          </a:gsLst>
          <a:lin ang="5400000" scaled="1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ace" id="{654C42C6-5FC0-6843-97E4-9CF66A55C8E1}" vid="{003C5669-69DE-AD46-8663-0B90914BA707}"/>
    </a:ext>
  </a:extLst>
</a:theme>
</file>

<file path=ppt/theme/theme2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race</Template>
  <TotalTime>5471</TotalTime>
  <Words>1950</Words>
  <Application>Microsoft Office PowerPoint</Application>
  <PresentationFormat>Widescreen</PresentationFormat>
  <Paragraphs>307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Roboto Slab</vt:lpstr>
      <vt:lpstr>Karla</vt:lpstr>
      <vt:lpstr>Wingdings</vt:lpstr>
      <vt:lpstr>BIZ UDPGothic</vt:lpstr>
      <vt:lpstr>Lucida Sans</vt:lpstr>
      <vt:lpstr>Arial</vt:lpstr>
      <vt:lpstr>Calibri</vt:lpstr>
      <vt:lpstr>race</vt:lpstr>
      <vt:lpstr>Специальное оформление</vt:lpstr>
      <vt:lpstr>1_Специальное оформление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Kumar Kanti Banerjee</cp:lastModifiedBy>
  <cp:revision>368</cp:revision>
  <dcterms:created xsi:type="dcterms:W3CDTF">2020-01-23T06:03:51Z</dcterms:created>
  <dcterms:modified xsi:type="dcterms:W3CDTF">2026-03-24T06:44:33Z</dcterms:modified>
</cp:coreProperties>
</file>